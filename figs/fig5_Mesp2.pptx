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39333" y="2186239"/>
              <a:ext cx="754836" cy="1676941"/>
            </a:xfrm>
            <a:custGeom>
              <a:avLst/>
              <a:pathLst>
                <a:path w="754836" h="1676941">
                  <a:moveTo>
                    <a:pt x="0" y="949737"/>
                  </a:moveTo>
                  <a:lnTo>
                    <a:pt x="452" y="941488"/>
                  </a:lnTo>
                  <a:lnTo>
                    <a:pt x="1148" y="934925"/>
                  </a:lnTo>
                  <a:lnTo>
                    <a:pt x="1844" y="926207"/>
                  </a:lnTo>
                  <a:lnTo>
                    <a:pt x="2541" y="919796"/>
                  </a:lnTo>
                  <a:lnTo>
                    <a:pt x="3237" y="912991"/>
                  </a:lnTo>
                  <a:lnTo>
                    <a:pt x="3933" y="904717"/>
                  </a:lnTo>
                  <a:lnTo>
                    <a:pt x="4629" y="897786"/>
                  </a:lnTo>
                  <a:lnTo>
                    <a:pt x="5325" y="890696"/>
                  </a:lnTo>
                  <a:lnTo>
                    <a:pt x="6021" y="885200"/>
                  </a:lnTo>
                  <a:lnTo>
                    <a:pt x="6718" y="879128"/>
                  </a:lnTo>
                  <a:lnTo>
                    <a:pt x="7414" y="874453"/>
                  </a:lnTo>
                  <a:lnTo>
                    <a:pt x="8110" y="869370"/>
                  </a:lnTo>
                  <a:lnTo>
                    <a:pt x="8806" y="863961"/>
                  </a:lnTo>
                  <a:lnTo>
                    <a:pt x="9502" y="857818"/>
                  </a:lnTo>
                  <a:lnTo>
                    <a:pt x="10198" y="851869"/>
                  </a:lnTo>
                  <a:lnTo>
                    <a:pt x="10895" y="845176"/>
                  </a:lnTo>
                  <a:lnTo>
                    <a:pt x="11591" y="838934"/>
                  </a:lnTo>
                  <a:lnTo>
                    <a:pt x="12287" y="834486"/>
                  </a:lnTo>
                  <a:lnTo>
                    <a:pt x="12983" y="830462"/>
                  </a:lnTo>
                  <a:lnTo>
                    <a:pt x="13679" y="826656"/>
                  </a:lnTo>
                  <a:lnTo>
                    <a:pt x="14376" y="823732"/>
                  </a:lnTo>
                  <a:lnTo>
                    <a:pt x="15072" y="822296"/>
                  </a:lnTo>
                  <a:lnTo>
                    <a:pt x="15768" y="820207"/>
                  </a:lnTo>
                  <a:lnTo>
                    <a:pt x="16464" y="818176"/>
                  </a:lnTo>
                  <a:lnTo>
                    <a:pt x="17160" y="816293"/>
                  </a:lnTo>
                  <a:lnTo>
                    <a:pt x="17856" y="814532"/>
                  </a:lnTo>
                  <a:lnTo>
                    <a:pt x="18553" y="811743"/>
                  </a:lnTo>
                  <a:lnTo>
                    <a:pt x="19249" y="809213"/>
                  </a:lnTo>
                  <a:lnTo>
                    <a:pt x="19945" y="804557"/>
                  </a:lnTo>
                  <a:lnTo>
                    <a:pt x="20641" y="799744"/>
                  </a:lnTo>
                  <a:lnTo>
                    <a:pt x="21337" y="795678"/>
                  </a:lnTo>
                  <a:lnTo>
                    <a:pt x="22033" y="790729"/>
                  </a:lnTo>
                  <a:lnTo>
                    <a:pt x="22730" y="785148"/>
                  </a:lnTo>
                  <a:lnTo>
                    <a:pt x="23426" y="778192"/>
                  </a:lnTo>
                  <a:lnTo>
                    <a:pt x="24122" y="772037"/>
                  </a:lnTo>
                  <a:lnTo>
                    <a:pt x="24818" y="762583"/>
                  </a:lnTo>
                  <a:lnTo>
                    <a:pt x="25514" y="751366"/>
                  </a:lnTo>
                  <a:lnTo>
                    <a:pt x="26210" y="738797"/>
                  </a:lnTo>
                  <a:lnTo>
                    <a:pt x="26907" y="723983"/>
                  </a:lnTo>
                  <a:lnTo>
                    <a:pt x="27603" y="706862"/>
                  </a:lnTo>
                  <a:lnTo>
                    <a:pt x="28299" y="688242"/>
                  </a:lnTo>
                  <a:lnTo>
                    <a:pt x="28995" y="668595"/>
                  </a:lnTo>
                  <a:lnTo>
                    <a:pt x="29691" y="649036"/>
                  </a:lnTo>
                  <a:lnTo>
                    <a:pt x="30388" y="630881"/>
                  </a:lnTo>
                  <a:lnTo>
                    <a:pt x="31084" y="615905"/>
                  </a:lnTo>
                  <a:lnTo>
                    <a:pt x="31780" y="600090"/>
                  </a:lnTo>
                  <a:lnTo>
                    <a:pt x="32476" y="583414"/>
                  </a:lnTo>
                  <a:lnTo>
                    <a:pt x="33172" y="566784"/>
                  </a:lnTo>
                  <a:lnTo>
                    <a:pt x="33868" y="550726"/>
                  </a:lnTo>
                  <a:lnTo>
                    <a:pt x="34565" y="535090"/>
                  </a:lnTo>
                  <a:lnTo>
                    <a:pt x="35261" y="521608"/>
                  </a:lnTo>
                  <a:lnTo>
                    <a:pt x="35957" y="509968"/>
                  </a:lnTo>
                  <a:lnTo>
                    <a:pt x="36653" y="499262"/>
                  </a:lnTo>
                  <a:lnTo>
                    <a:pt x="37349" y="490294"/>
                  </a:lnTo>
                  <a:lnTo>
                    <a:pt x="38045" y="478403"/>
                  </a:lnTo>
                  <a:lnTo>
                    <a:pt x="38742" y="466818"/>
                  </a:lnTo>
                  <a:lnTo>
                    <a:pt x="39438" y="456766"/>
                  </a:lnTo>
                  <a:lnTo>
                    <a:pt x="40134" y="446301"/>
                  </a:lnTo>
                  <a:lnTo>
                    <a:pt x="40830" y="436283"/>
                  </a:lnTo>
                  <a:lnTo>
                    <a:pt x="41526" y="425154"/>
                  </a:lnTo>
                  <a:lnTo>
                    <a:pt x="42223" y="414885"/>
                  </a:lnTo>
                  <a:lnTo>
                    <a:pt x="42919" y="403319"/>
                  </a:lnTo>
                  <a:lnTo>
                    <a:pt x="43615" y="392189"/>
                  </a:lnTo>
                  <a:lnTo>
                    <a:pt x="44311" y="379926"/>
                  </a:lnTo>
                  <a:lnTo>
                    <a:pt x="45007" y="366503"/>
                  </a:lnTo>
                  <a:lnTo>
                    <a:pt x="45703" y="352961"/>
                  </a:lnTo>
                  <a:lnTo>
                    <a:pt x="46400" y="340728"/>
                  </a:lnTo>
                  <a:lnTo>
                    <a:pt x="47096" y="327252"/>
                  </a:lnTo>
                  <a:lnTo>
                    <a:pt x="47792" y="312763"/>
                  </a:lnTo>
                  <a:lnTo>
                    <a:pt x="48488" y="298504"/>
                  </a:lnTo>
                  <a:lnTo>
                    <a:pt x="49184" y="283174"/>
                  </a:lnTo>
                  <a:lnTo>
                    <a:pt x="49880" y="267272"/>
                  </a:lnTo>
                  <a:lnTo>
                    <a:pt x="50577" y="250564"/>
                  </a:lnTo>
                  <a:lnTo>
                    <a:pt x="51273" y="233793"/>
                  </a:lnTo>
                  <a:lnTo>
                    <a:pt x="51969" y="217255"/>
                  </a:lnTo>
                  <a:lnTo>
                    <a:pt x="52665" y="201495"/>
                  </a:lnTo>
                  <a:lnTo>
                    <a:pt x="53361" y="186232"/>
                  </a:lnTo>
                  <a:lnTo>
                    <a:pt x="54058" y="171627"/>
                  </a:lnTo>
                  <a:lnTo>
                    <a:pt x="54754" y="158456"/>
                  </a:lnTo>
                  <a:lnTo>
                    <a:pt x="55450" y="147699"/>
                  </a:lnTo>
                  <a:lnTo>
                    <a:pt x="56146" y="137047"/>
                  </a:lnTo>
                  <a:lnTo>
                    <a:pt x="56842" y="124575"/>
                  </a:lnTo>
                  <a:lnTo>
                    <a:pt x="57538" y="113356"/>
                  </a:lnTo>
                  <a:lnTo>
                    <a:pt x="58235" y="101610"/>
                  </a:lnTo>
                  <a:lnTo>
                    <a:pt x="58931" y="91490"/>
                  </a:lnTo>
                  <a:lnTo>
                    <a:pt x="59627" y="81281"/>
                  </a:lnTo>
                  <a:lnTo>
                    <a:pt x="60323" y="72853"/>
                  </a:lnTo>
                  <a:lnTo>
                    <a:pt x="61019" y="64507"/>
                  </a:lnTo>
                  <a:lnTo>
                    <a:pt x="61715" y="56997"/>
                  </a:lnTo>
                  <a:lnTo>
                    <a:pt x="62412" y="51595"/>
                  </a:lnTo>
                  <a:lnTo>
                    <a:pt x="63108" y="48227"/>
                  </a:lnTo>
                  <a:lnTo>
                    <a:pt x="63804" y="44920"/>
                  </a:lnTo>
                  <a:lnTo>
                    <a:pt x="64500" y="41079"/>
                  </a:lnTo>
                  <a:lnTo>
                    <a:pt x="65196" y="38066"/>
                  </a:lnTo>
                  <a:lnTo>
                    <a:pt x="65892" y="34658"/>
                  </a:lnTo>
                  <a:lnTo>
                    <a:pt x="66589" y="30118"/>
                  </a:lnTo>
                  <a:lnTo>
                    <a:pt x="67285" y="28064"/>
                  </a:lnTo>
                  <a:lnTo>
                    <a:pt x="67981" y="27662"/>
                  </a:lnTo>
                  <a:lnTo>
                    <a:pt x="68677" y="27612"/>
                  </a:lnTo>
                  <a:lnTo>
                    <a:pt x="69373" y="25305"/>
                  </a:lnTo>
                  <a:lnTo>
                    <a:pt x="70070" y="21919"/>
                  </a:lnTo>
                  <a:lnTo>
                    <a:pt x="70766" y="18857"/>
                  </a:lnTo>
                  <a:lnTo>
                    <a:pt x="71462" y="14830"/>
                  </a:lnTo>
                  <a:lnTo>
                    <a:pt x="72158" y="10266"/>
                  </a:lnTo>
                  <a:lnTo>
                    <a:pt x="72854" y="5987"/>
                  </a:lnTo>
                  <a:lnTo>
                    <a:pt x="73550" y="2418"/>
                  </a:lnTo>
                  <a:lnTo>
                    <a:pt x="74247" y="757"/>
                  </a:lnTo>
                  <a:lnTo>
                    <a:pt x="74943" y="191"/>
                  </a:lnTo>
                  <a:lnTo>
                    <a:pt x="75639" y="0"/>
                  </a:lnTo>
                  <a:lnTo>
                    <a:pt x="76335" y="833"/>
                  </a:lnTo>
                  <a:lnTo>
                    <a:pt x="77031" y="2739"/>
                  </a:lnTo>
                  <a:lnTo>
                    <a:pt x="77727" y="4456"/>
                  </a:lnTo>
                  <a:lnTo>
                    <a:pt x="78424" y="7599"/>
                  </a:lnTo>
                  <a:lnTo>
                    <a:pt x="79120" y="10927"/>
                  </a:lnTo>
                  <a:lnTo>
                    <a:pt x="79816" y="18152"/>
                  </a:lnTo>
                  <a:lnTo>
                    <a:pt x="80512" y="29140"/>
                  </a:lnTo>
                  <a:lnTo>
                    <a:pt x="81208" y="41530"/>
                  </a:lnTo>
                  <a:lnTo>
                    <a:pt x="81905" y="54591"/>
                  </a:lnTo>
                  <a:lnTo>
                    <a:pt x="82601" y="69240"/>
                  </a:lnTo>
                  <a:lnTo>
                    <a:pt x="83297" y="85129"/>
                  </a:lnTo>
                  <a:lnTo>
                    <a:pt x="83993" y="100829"/>
                  </a:lnTo>
                  <a:lnTo>
                    <a:pt x="84689" y="115248"/>
                  </a:lnTo>
                  <a:lnTo>
                    <a:pt x="85385" y="129889"/>
                  </a:lnTo>
                  <a:lnTo>
                    <a:pt x="86082" y="143259"/>
                  </a:lnTo>
                  <a:lnTo>
                    <a:pt x="86778" y="155741"/>
                  </a:lnTo>
                  <a:lnTo>
                    <a:pt x="87474" y="169230"/>
                  </a:lnTo>
                  <a:lnTo>
                    <a:pt x="88170" y="183161"/>
                  </a:lnTo>
                  <a:lnTo>
                    <a:pt x="88866" y="196085"/>
                  </a:lnTo>
                  <a:lnTo>
                    <a:pt x="89562" y="210855"/>
                  </a:lnTo>
                  <a:lnTo>
                    <a:pt x="90259" y="224379"/>
                  </a:lnTo>
                  <a:lnTo>
                    <a:pt x="90955" y="236816"/>
                  </a:lnTo>
                  <a:lnTo>
                    <a:pt x="91651" y="249013"/>
                  </a:lnTo>
                  <a:lnTo>
                    <a:pt x="92347" y="261075"/>
                  </a:lnTo>
                  <a:lnTo>
                    <a:pt x="93043" y="271948"/>
                  </a:lnTo>
                  <a:lnTo>
                    <a:pt x="93739" y="282714"/>
                  </a:lnTo>
                  <a:lnTo>
                    <a:pt x="94436" y="293746"/>
                  </a:lnTo>
                  <a:lnTo>
                    <a:pt x="95132" y="306171"/>
                  </a:lnTo>
                  <a:lnTo>
                    <a:pt x="95828" y="319776"/>
                  </a:lnTo>
                  <a:lnTo>
                    <a:pt x="96524" y="334565"/>
                  </a:lnTo>
                  <a:lnTo>
                    <a:pt x="97220" y="350578"/>
                  </a:lnTo>
                  <a:lnTo>
                    <a:pt x="97917" y="365905"/>
                  </a:lnTo>
                  <a:lnTo>
                    <a:pt x="98613" y="379939"/>
                  </a:lnTo>
                  <a:lnTo>
                    <a:pt x="99309" y="394637"/>
                  </a:lnTo>
                  <a:lnTo>
                    <a:pt x="100005" y="410827"/>
                  </a:lnTo>
                  <a:lnTo>
                    <a:pt x="100701" y="427865"/>
                  </a:lnTo>
                  <a:lnTo>
                    <a:pt x="101397" y="445923"/>
                  </a:lnTo>
                  <a:lnTo>
                    <a:pt x="102094" y="466379"/>
                  </a:lnTo>
                  <a:lnTo>
                    <a:pt x="102790" y="487734"/>
                  </a:lnTo>
                  <a:lnTo>
                    <a:pt x="103486" y="508904"/>
                  </a:lnTo>
                  <a:lnTo>
                    <a:pt x="104182" y="530326"/>
                  </a:lnTo>
                  <a:lnTo>
                    <a:pt x="104878" y="553956"/>
                  </a:lnTo>
                  <a:lnTo>
                    <a:pt x="105574" y="578226"/>
                  </a:lnTo>
                  <a:lnTo>
                    <a:pt x="106271" y="603686"/>
                  </a:lnTo>
                  <a:lnTo>
                    <a:pt x="106967" y="630794"/>
                  </a:lnTo>
                  <a:lnTo>
                    <a:pt x="107663" y="656837"/>
                  </a:lnTo>
                  <a:lnTo>
                    <a:pt x="108359" y="682811"/>
                  </a:lnTo>
                  <a:lnTo>
                    <a:pt x="109055" y="709107"/>
                  </a:lnTo>
                  <a:lnTo>
                    <a:pt x="109752" y="734360"/>
                  </a:lnTo>
                  <a:lnTo>
                    <a:pt x="110448" y="759731"/>
                  </a:lnTo>
                  <a:lnTo>
                    <a:pt x="111144" y="784863"/>
                  </a:lnTo>
                  <a:lnTo>
                    <a:pt x="111840" y="808937"/>
                  </a:lnTo>
                  <a:lnTo>
                    <a:pt x="112536" y="832437"/>
                  </a:lnTo>
                  <a:lnTo>
                    <a:pt x="113232" y="857392"/>
                  </a:lnTo>
                  <a:lnTo>
                    <a:pt x="113929" y="883012"/>
                  </a:lnTo>
                  <a:lnTo>
                    <a:pt x="114625" y="909060"/>
                  </a:lnTo>
                  <a:lnTo>
                    <a:pt x="115321" y="932177"/>
                  </a:lnTo>
                  <a:lnTo>
                    <a:pt x="116017" y="953495"/>
                  </a:lnTo>
                  <a:lnTo>
                    <a:pt x="116713" y="974520"/>
                  </a:lnTo>
                  <a:lnTo>
                    <a:pt x="117409" y="994439"/>
                  </a:lnTo>
                  <a:lnTo>
                    <a:pt x="118106" y="1014297"/>
                  </a:lnTo>
                  <a:lnTo>
                    <a:pt x="118802" y="1033751"/>
                  </a:lnTo>
                  <a:lnTo>
                    <a:pt x="119498" y="1053350"/>
                  </a:lnTo>
                  <a:lnTo>
                    <a:pt x="120194" y="1074953"/>
                  </a:lnTo>
                  <a:lnTo>
                    <a:pt x="120890" y="1096567"/>
                  </a:lnTo>
                  <a:lnTo>
                    <a:pt x="121587" y="1119626"/>
                  </a:lnTo>
                  <a:lnTo>
                    <a:pt x="122283" y="1143721"/>
                  </a:lnTo>
                  <a:lnTo>
                    <a:pt x="122979" y="1166968"/>
                  </a:lnTo>
                  <a:lnTo>
                    <a:pt x="123675" y="1189750"/>
                  </a:lnTo>
                  <a:lnTo>
                    <a:pt x="124371" y="1212602"/>
                  </a:lnTo>
                  <a:lnTo>
                    <a:pt x="125067" y="1233501"/>
                  </a:lnTo>
                  <a:lnTo>
                    <a:pt x="125764" y="1254591"/>
                  </a:lnTo>
                  <a:lnTo>
                    <a:pt x="126460" y="1275482"/>
                  </a:lnTo>
                  <a:lnTo>
                    <a:pt x="127156" y="1296524"/>
                  </a:lnTo>
                  <a:lnTo>
                    <a:pt x="127852" y="1318990"/>
                  </a:lnTo>
                  <a:lnTo>
                    <a:pt x="128548" y="1341959"/>
                  </a:lnTo>
                  <a:lnTo>
                    <a:pt x="129244" y="1364713"/>
                  </a:lnTo>
                  <a:lnTo>
                    <a:pt x="129941" y="1386260"/>
                  </a:lnTo>
                  <a:lnTo>
                    <a:pt x="130637" y="1405677"/>
                  </a:lnTo>
                  <a:lnTo>
                    <a:pt x="131333" y="1423483"/>
                  </a:lnTo>
                  <a:lnTo>
                    <a:pt x="132029" y="1439869"/>
                  </a:lnTo>
                  <a:lnTo>
                    <a:pt x="132725" y="1454679"/>
                  </a:lnTo>
                  <a:lnTo>
                    <a:pt x="133421" y="1469781"/>
                  </a:lnTo>
                  <a:lnTo>
                    <a:pt x="134118" y="1484773"/>
                  </a:lnTo>
                  <a:lnTo>
                    <a:pt x="134814" y="1498381"/>
                  </a:lnTo>
                  <a:lnTo>
                    <a:pt x="135510" y="1511124"/>
                  </a:lnTo>
                  <a:lnTo>
                    <a:pt x="136206" y="1522548"/>
                  </a:lnTo>
                  <a:lnTo>
                    <a:pt x="136902" y="1533973"/>
                  </a:lnTo>
                  <a:lnTo>
                    <a:pt x="137599" y="1543852"/>
                  </a:lnTo>
                  <a:lnTo>
                    <a:pt x="138295" y="1549620"/>
                  </a:lnTo>
                  <a:lnTo>
                    <a:pt x="138991" y="1553762"/>
                  </a:lnTo>
                  <a:lnTo>
                    <a:pt x="139687" y="1558119"/>
                  </a:lnTo>
                  <a:lnTo>
                    <a:pt x="140383" y="1559471"/>
                  </a:lnTo>
                  <a:lnTo>
                    <a:pt x="141079" y="1558168"/>
                  </a:lnTo>
                  <a:lnTo>
                    <a:pt x="141776" y="1554186"/>
                  </a:lnTo>
                  <a:lnTo>
                    <a:pt x="142472" y="1548740"/>
                  </a:lnTo>
                  <a:lnTo>
                    <a:pt x="143168" y="1543077"/>
                  </a:lnTo>
                  <a:lnTo>
                    <a:pt x="143864" y="1536983"/>
                  </a:lnTo>
                  <a:lnTo>
                    <a:pt x="144560" y="1530889"/>
                  </a:lnTo>
                  <a:lnTo>
                    <a:pt x="145256" y="1524795"/>
                  </a:lnTo>
                  <a:lnTo>
                    <a:pt x="145953" y="1516259"/>
                  </a:lnTo>
                  <a:lnTo>
                    <a:pt x="146649" y="1506056"/>
                  </a:lnTo>
                  <a:lnTo>
                    <a:pt x="147345" y="1494549"/>
                  </a:lnTo>
                  <a:lnTo>
                    <a:pt x="148041" y="1481779"/>
                  </a:lnTo>
                  <a:lnTo>
                    <a:pt x="148737" y="1468895"/>
                  </a:lnTo>
                  <a:lnTo>
                    <a:pt x="149434" y="1453191"/>
                  </a:lnTo>
                  <a:lnTo>
                    <a:pt x="150130" y="1437629"/>
                  </a:lnTo>
                  <a:lnTo>
                    <a:pt x="150826" y="1423329"/>
                  </a:lnTo>
                  <a:lnTo>
                    <a:pt x="151522" y="1410814"/>
                  </a:lnTo>
                  <a:lnTo>
                    <a:pt x="152218" y="1398866"/>
                  </a:lnTo>
                  <a:lnTo>
                    <a:pt x="152914" y="1386702"/>
                  </a:lnTo>
                  <a:lnTo>
                    <a:pt x="153611" y="1375224"/>
                  </a:lnTo>
                  <a:lnTo>
                    <a:pt x="154307" y="1363188"/>
                  </a:lnTo>
                  <a:lnTo>
                    <a:pt x="155003" y="1349921"/>
                  </a:lnTo>
                  <a:lnTo>
                    <a:pt x="155699" y="1335392"/>
                  </a:lnTo>
                  <a:lnTo>
                    <a:pt x="156395" y="1322456"/>
                  </a:lnTo>
                  <a:lnTo>
                    <a:pt x="157091" y="1310709"/>
                  </a:lnTo>
                  <a:lnTo>
                    <a:pt x="157788" y="1299590"/>
                  </a:lnTo>
                  <a:lnTo>
                    <a:pt x="158484" y="1291316"/>
                  </a:lnTo>
                  <a:lnTo>
                    <a:pt x="159180" y="1282356"/>
                  </a:lnTo>
                  <a:lnTo>
                    <a:pt x="159876" y="1276017"/>
                  </a:lnTo>
                  <a:lnTo>
                    <a:pt x="160572" y="1270588"/>
                  </a:lnTo>
                  <a:lnTo>
                    <a:pt x="161268" y="1264942"/>
                  </a:lnTo>
                  <a:lnTo>
                    <a:pt x="161965" y="1257670"/>
                  </a:lnTo>
                  <a:lnTo>
                    <a:pt x="162661" y="1249865"/>
                  </a:lnTo>
                  <a:lnTo>
                    <a:pt x="163357" y="1242278"/>
                  </a:lnTo>
                  <a:lnTo>
                    <a:pt x="164053" y="1232034"/>
                  </a:lnTo>
                  <a:lnTo>
                    <a:pt x="164749" y="1220771"/>
                  </a:lnTo>
                  <a:lnTo>
                    <a:pt x="165446" y="1211145"/>
                  </a:lnTo>
                  <a:lnTo>
                    <a:pt x="166142" y="1202798"/>
                  </a:lnTo>
                  <a:lnTo>
                    <a:pt x="166838" y="1193426"/>
                  </a:lnTo>
                  <a:lnTo>
                    <a:pt x="167534" y="1184313"/>
                  </a:lnTo>
                  <a:lnTo>
                    <a:pt x="168230" y="1176848"/>
                  </a:lnTo>
                  <a:lnTo>
                    <a:pt x="168926" y="1168080"/>
                  </a:lnTo>
                  <a:lnTo>
                    <a:pt x="169623" y="1159112"/>
                  </a:lnTo>
                  <a:lnTo>
                    <a:pt x="170319" y="1150575"/>
                  </a:lnTo>
                  <a:lnTo>
                    <a:pt x="171015" y="1141866"/>
                  </a:lnTo>
                  <a:lnTo>
                    <a:pt x="171711" y="1132713"/>
                  </a:lnTo>
                  <a:lnTo>
                    <a:pt x="172407" y="1124477"/>
                  </a:lnTo>
                  <a:lnTo>
                    <a:pt x="173103" y="1117291"/>
                  </a:lnTo>
                  <a:lnTo>
                    <a:pt x="173800" y="1111476"/>
                  </a:lnTo>
                  <a:lnTo>
                    <a:pt x="174496" y="1105770"/>
                  </a:lnTo>
                  <a:lnTo>
                    <a:pt x="175192" y="1100724"/>
                  </a:lnTo>
                  <a:lnTo>
                    <a:pt x="175888" y="1098386"/>
                  </a:lnTo>
                  <a:lnTo>
                    <a:pt x="176584" y="1098927"/>
                  </a:lnTo>
                  <a:lnTo>
                    <a:pt x="177281" y="1100574"/>
                  </a:lnTo>
                  <a:lnTo>
                    <a:pt x="177977" y="1100925"/>
                  </a:lnTo>
                  <a:lnTo>
                    <a:pt x="178673" y="1098917"/>
                  </a:lnTo>
                  <a:lnTo>
                    <a:pt x="179369" y="1094486"/>
                  </a:lnTo>
                  <a:lnTo>
                    <a:pt x="180065" y="1089151"/>
                  </a:lnTo>
                  <a:lnTo>
                    <a:pt x="180761" y="1083114"/>
                  </a:lnTo>
                  <a:lnTo>
                    <a:pt x="181458" y="1080032"/>
                  </a:lnTo>
                  <a:lnTo>
                    <a:pt x="182154" y="1079046"/>
                  </a:lnTo>
                  <a:lnTo>
                    <a:pt x="182850" y="1078726"/>
                  </a:lnTo>
                  <a:lnTo>
                    <a:pt x="183546" y="1078533"/>
                  </a:lnTo>
                  <a:lnTo>
                    <a:pt x="184242" y="1076107"/>
                  </a:lnTo>
                  <a:lnTo>
                    <a:pt x="184938" y="1073918"/>
                  </a:lnTo>
                  <a:lnTo>
                    <a:pt x="185635" y="1071335"/>
                  </a:lnTo>
                  <a:lnTo>
                    <a:pt x="186331" y="1067634"/>
                  </a:lnTo>
                  <a:lnTo>
                    <a:pt x="187027" y="1062952"/>
                  </a:lnTo>
                  <a:lnTo>
                    <a:pt x="187723" y="1057703"/>
                  </a:lnTo>
                  <a:lnTo>
                    <a:pt x="188419" y="1052499"/>
                  </a:lnTo>
                  <a:lnTo>
                    <a:pt x="189115" y="1046805"/>
                  </a:lnTo>
                  <a:lnTo>
                    <a:pt x="189812" y="1042392"/>
                  </a:lnTo>
                  <a:lnTo>
                    <a:pt x="190508" y="1037296"/>
                  </a:lnTo>
                  <a:lnTo>
                    <a:pt x="191204" y="1034147"/>
                  </a:lnTo>
                  <a:lnTo>
                    <a:pt x="191900" y="1028720"/>
                  </a:lnTo>
                  <a:lnTo>
                    <a:pt x="192596" y="1022105"/>
                  </a:lnTo>
                  <a:lnTo>
                    <a:pt x="193293" y="1015006"/>
                  </a:lnTo>
                  <a:lnTo>
                    <a:pt x="193989" y="1006733"/>
                  </a:lnTo>
                  <a:lnTo>
                    <a:pt x="194685" y="999956"/>
                  </a:lnTo>
                  <a:lnTo>
                    <a:pt x="195381" y="993729"/>
                  </a:lnTo>
                  <a:lnTo>
                    <a:pt x="196077" y="986428"/>
                  </a:lnTo>
                  <a:lnTo>
                    <a:pt x="196773" y="980286"/>
                  </a:lnTo>
                  <a:lnTo>
                    <a:pt x="197470" y="974547"/>
                  </a:lnTo>
                  <a:lnTo>
                    <a:pt x="198166" y="969282"/>
                  </a:lnTo>
                  <a:lnTo>
                    <a:pt x="198862" y="962381"/>
                  </a:lnTo>
                  <a:lnTo>
                    <a:pt x="199558" y="959369"/>
                  </a:lnTo>
                  <a:lnTo>
                    <a:pt x="200254" y="958989"/>
                  </a:lnTo>
                  <a:lnTo>
                    <a:pt x="200950" y="959462"/>
                  </a:lnTo>
                  <a:lnTo>
                    <a:pt x="201647" y="959057"/>
                  </a:lnTo>
                  <a:lnTo>
                    <a:pt x="202343" y="958100"/>
                  </a:lnTo>
                  <a:lnTo>
                    <a:pt x="203039" y="955549"/>
                  </a:lnTo>
                  <a:lnTo>
                    <a:pt x="203735" y="949685"/>
                  </a:lnTo>
                  <a:lnTo>
                    <a:pt x="204431" y="945178"/>
                  </a:lnTo>
                  <a:lnTo>
                    <a:pt x="205128" y="939917"/>
                  </a:lnTo>
                  <a:lnTo>
                    <a:pt x="205824" y="933964"/>
                  </a:lnTo>
                  <a:lnTo>
                    <a:pt x="206520" y="928062"/>
                  </a:lnTo>
                  <a:lnTo>
                    <a:pt x="207216" y="922129"/>
                  </a:lnTo>
                  <a:lnTo>
                    <a:pt x="207912" y="915506"/>
                  </a:lnTo>
                  <a:lnTo>
                    <a:pt x="208608" y="910097"/>
                  </a:lnTo>
                  <a:lnTo>
                    <a:pt x="209305" y="905412"/>
                  </a:lnTo>
                  <a:lnTo>
                    <a:pt x="210001" y="901726"/>
                  </a:lnTo>
                  <a:lnTo>
                    <a:pt x="210697" y="897164"/>
                  </a:lnTo>
                  <a:lnTo>
                    <a:pt x="211393" y="893176"/>
                  </a:lnTo>
                  <a:lnTo>
                    <a:pt x="212089" y="889342"/>
                  </a:lnTo>
                  <a:lnTo>
                    <a:pt x="212785" y="883306"/>
                  </a:lnTo>
                  <a:lnTo>
                    <a:pt x="213482" y="879656"/>
                  </a:lnTo>
                  <a:lnTo>
                    <a:pt x="214178" y="878490"/>
                  </a:lnTo>
                  <a:lnTo>
                    <a:pt x="214874" y="880939"/>
                  </a:lnTo>
                  <a:lnTo>
                    <a:pt x="215570" y="886113"/>
                  </a:lnTo>
                  <a:lnTo>
                    <a:pt x="216266" y="894356"/>
                  </a:lnTo>
                  <a:lnTo>
                    <a:pt x="216963" y="904315"/>
                  </a:lnTo>
                  <a:lnTo>
                    <a:pt x="217659" y="917672"/>
                  </a:lnTo>
                  <a:lnTo>
                    <a:pt x="218355" y="931780"/>
                  </a:lnTo>
                  <a:lnTo>
                    <a:pt x="219051" y="946380"/>
                  </a:lnTo>
                  <a:lnTo>
                    <a:pt x="219747" y="961275"/>
                  </a:lnTo>
                  <a:lnTo>
                    <a:pt x="220443" y="976829"/>
                  </a:lnTo>
                  <a:lnTo>
                    <a:pt x="221140" y="993223"/>
                  </a:lnTo>
                  <a:lnTo>
                    <a:pt x="221836" y="1007036"/>
                  </a:lnTo>
                  <a:lnTo>
                    <a:pt x="222532" y="1020170"/>
                  </a:lnTo>
                  <a:lnTo>
                    <a:pt x="223228" y="1033303"/>
                  </a:lnTo>
                  <a:lnTo>
                    <a:pt x="223924" y="1046416"/>
                  </a:lnTo>
                  <a:lnTo>
                    <a:pt x="224620" y="1061458"/>
                  </a:lnTo>
                  <a:lnTo>
                    <a:pt x="225317" y="1075568"/>
                  </a:lnTo>
                  <a:lnTo>
                    <a:pt x="226013" y="1091375"/>
                  </a:lnTo>
                  <a:lnTo>
                    <a:pt x="226709" y="1106497"/>
                  </a:lnTo>
                  <a:lnTo>
                    <a:pt x="227405" y="1122891"/>
                  </a:lnTo>
                  <a:lnTo>
                    <a:pt x="228101" y="1138066"/>
                  </a:lnTo>
                  <a:lnTo>
                    <a:pt x="228797" y="1153114"/>
                  </a:lnTo>
                  <a:lnTo>
                    <a:pt x="229494" y="1165025"/>
                  </a:lnTo>
                  <a:lnTo>
                    <a:pt x="230190" y="1173260"/>
                  </a:lnTo>
                  <a:lnTo>
                    <a:pt x="230886" y="1177554"/>
                  </a:lnTo>
                  <a:lnTo>
                    <a:pt x="231582" y="1180618"/>
                  </a:lnTo>
                  <a:lnTo>
                    <a:pt x="232278" y="1182167"/>
                  </a:lnTo>
                  <a:lnTo>
                    <a:pt x="232975" y="1184767"/>
                  </a:lnTo>
                  <a:lnTo>
                    <a:pt x="233671" y="1187095"/>
                  </a:lnTo>
                  <a:lnTo>
                    <a:pt x="234367" y="1190060"/>
                  </a:lnTo>
                  <a:lnTo>
                    <a:pt x="235063" y="1191366"/>
                  </a:lnTo>
                  <a:lnTo>
                    <a:pt x="235759" y="1189929"/>
                  </a:lnTo>
                  <a:lnTo>
                    <a:pt x="236455" y="1185870"/>
                  </a:lnTo>
                  <a:lnTo>
                    <a:pt x="237152" y="1181151"/>
                  </a:lnTo>
                  <a:lnTo>
                    <a:pt x="237848" y="1176453"/>
                  </a:lnTo>
                  <a:lnTo>
                    <a:pt x="238544" y="1173843"/>
                  </a:lnTo>
                  <a:lnTo>
                    <a:pt x="239240" y="1171366"/>
                  </a:lnTo>
                  <a:lnTo>
                    <a:pt x="239936" y="1167946"/>
                  </a:lnTo>
                  <a:lnTo>
                    <a:pt x="240632" y="1167434"/>
                  </a:lnTo>
                  <a:lnTo>
                    <a:pt x="241329" y="1166188"/>
                  </a:lnTo>
                  <a:lnTo>
                    <a:pt x="242025" y="1165329"/>
                  </a:lnTo>
                  <a:lnTo>
                    <a:pt x="242721" y="1166606"/>
                  </a:lnTo>
                  <a:lnTo>
                    <a:pt x="243417" y="1167359"/>
                  </a:lnTo>
                  <a:lnTo>
                    <a:pt x="244113" y="1165325"/>
                  </a:lnTo>
                  <a:lnTo>
                    <a:pt x="244810" y="1163772"/>
                  </a:lnTo>
                  <a:lnTo>
                    <a:pt x="245506" y="1162470"/>
                  </a:lnTo>
                  <a:lnTo>
                    <a:pt x="246202" y="1160823"/>
                  </a:lnTo>
                  <a:lnTo>
                    <a:pt x="246898" y="1159469"/>
                  </a:lnTo>
                  <a:lnTo>
                    <a:pt x="247594" y="1157552"/>
                  </a:lnTo>
                  <a:lnTo>
                    <a:pt x="248290" y="1156879"/>
                  </a:lnTo>
                  <a:lnTo>
                    <a:pt x="248987" y="1154772"/>
                  </a:lnTo>
                  <a:lnTo>
                    <a:pt x="249683" y="1152916"/>
                  </a:lnTo>
                  <a:lnTo>
                    <a:pt x="250379" y="1150670"/>
                  </a:lnTo>
                  <a:lnTo>
                    <a:pt x="251075" y="1146436"/>
                  </a:lnTo>
                  <a:lnTo>
                    <a:pt x="251771" y="1140047"/>
                  </a:lnTo>
                  <a:lnTo>
                    <a:pt x="252467" y="1132689"/>
                  </a:lnTo>
                  <a:lnTo>
                    <a:pt x="253164" y="1122280"/>
                  </a:lnTo>
                  <a:lnTo>
                    <a:pt x="253860" y="1111960"/>
                  </a:lnTo>
                  <a:lnTo>
                    <a:pt x="254556" y="1105892"/>
                  </a:lnTo>
                  <a:lnTo>
                    <a:pt x="255252" y="1100226"/>
                  </a:lnTo>
                  <a:lnTo>
                    <a:pt x="255948" y="1095270"/>
                  </a:lnTo>
                  <a:lnTo>
                    <a:pt x="256644" y="1085780"/>
                  </a:lnTo>
                  <a:lnTo>
                    <a:pt x="257341" y="1078180"/>
                  </a:lnTo>
                  <a:lnTo>
                    <a:pt x="258037" y="1072452"/>
                  </a:lnTo>
                  <a:lnTo>
                    <a:pt x="258733" y="1068069"/>
                  </a:lnTo>
                  <a:lnTo>
                    <a:pt x="259429" y="1064895"/>
                  </a:lnTo>
                  <a:lnTo>
                    <a:pt x="260125" y="1059782"/>
                  </a:lnTo>
                  <a:lnTo>
                    <a:pt x="260822" y="1055634"/>
                  </a:lnTo>
                  <a:lnTo>
                    <a:pt x="261518" y="1050160"/>
                  </a:lnTo>
                  <a:lnTo>
                    <a:pt x="262214" y="1046586"/>
                  </a:lnTo>
                  <a:lnTo>
                    <a:pt x="262910" y="1044269"/>
                  </a:lnTo>
                  <a:lnTo>
                    <a:pt x="263606" y="1043774"/>
                  </a:lnTo>
                  <a:lnTo>
                    <a:pt x="264302" y="1043595"/>
                  </a:lnTo>
                  <a:lnTo>
                    <a:pt x="264999" y="1044281"/>
                  </a:lnTo>
                  <a:lnTo>
                    <a:pt x="265695" y="1049208"/>
                  </a:lnTo>
                  <a:lnTo>
                    <a:pt x="266391" y="1058805"/>
                  </a:lnTo>
                  <a:lnTo>
                    <a:pt x="267087" y="1070715"/>
                  </a:lnTo>
                  <a:lnTo>
                    <a:pt x="267783" y="1084173"/>
                  </a:lnTo>
                  <a:lnTo>
                    <a:pt x="268479" y="1097357"/>
                  </a:lnTo>
                  <a:lnTo>
                    <a:pt x="269176" y="1110284"/>
                  </a:lnTo>
                  <a:lnTo>
                    <a:pt x="269872" y="1123547"/>
                  </a:lnTo>
                  <a:lnTo>
                    <a:pt x="270568" y="1136392"/>
                  </a:lnTo>
                  <a:lnTo>
                    <a:pt x="271264" y="1151149"/>
                  </a:lnTo>
                  <a:lnTo>
                    <a:pt x="271960" y="1166223"/>
                  </a:lnTo>
                  <a:lnTo>
                    <a:pt x="272657" y="1181557"/>
                  </a:lnTo>
                  <a:lnTo>
                    <a:pt x="273353" y="1198446"/>
                  </a:lnTo>
                  <a:lnTo>
                    <a:pt x="274049" y="1214764"/>
                  </a:lnTo>
                  <a:lnTo>
                    <a:pt x="274745" y="1232433"/>
                  </a:lnTo>
                  <a:lnTo>
                    <a:pt x="275441" y="1249020"/>
                  </a:lnTo>
                  <a:lnTo>
                    <a:pt x="276137" y="1262534"/>
                  </a:lnTo>
                  <a:lnTo>
                    <a:pt x="276834" y="1276194"/>
                  </a:lnTo>
                  <a:lnTo>
                    <a:pt x="277530" y="1293419"/>
                  </a:lnTo>
                  <a:lnTo>
                    <a:pt x="278226" y="1310460"/>
                  </a:lnTo>
                  <a:lnTo>
                    <a:pt x="278922" y="1325347"/>
                  </a:lnTo>
                  <a:lnTo>
                    <a:pt x="279618" y="1338417"/>
                  </a:lnTo>
                  <a:lnTo>
                    <a:pt x="280314" y="1348807"/>
                  </a:lnTo>
                  <a:lnTo>
                    <a:pt x="281011" y="1356957"/>
                  </a:lnTo>
                  <a:lnTo>
                    <a:pt x="281707" y="1363755"/>
                  </a:lnTo>
                  <a:lnTo>
                    <a:pt x="282403" y="1369721"/>
                  </a:lnTo>
                  <a:lnTo>
                    <a:pt x="283099" y="1375613"/>
                  </a:lnTo>
                  <a:lnTo>
                    <a:pt x="283795" y="1381356"/>
                  </a:lnTo>
                  <a:lnTo>
                    <a:pt x="284492" y="1387443"/>
                  </a:lnTo>
                  <a:lnTo>
                    <a:pt x="285188" y="1393371"/>
                  </a:lnTo>
                  <a:lnTo>
                    <a:pt x="285884" y="1399524"/>
                  </a:lnTo>
                  <a:lnTo>
                    <a:pt x="286580" y="1406189"/>
                  </a:lnTo>
                  <a:lnTo>
                    <a:pt x="287276" y="1412761"/>
                  </a:lnTo>
                  <a:lnTo>
                    <a:pt x="287972" y="1417963"/>
                  </a:lnTo>
                  <a:lnTo>
                    <a:pt x="288669" y="1421379"/>
                  </a:lnTo>
                  <a:lnTo>
                    <a:pt x="289365" y="1424150"/>
                  </a:lnTo>
                  <a:lnTo>
                    <a:pt x="290061" y="1425254"/>
                  </a:lnTo>
                  <a:lnTo>
                    <a:pt x="290757" y="1424947"/>
                  </a:lnTo>
                  <a:lnTo>
                    <a:pt x="291453" y="1423294"/>
                  </a:lnTo>
                  <a:lnTo>
                    <a:pt x="292149" y="1424215"/>
                  </a:lnTo>
                  <a:lnTo>
                    <a:pt x="292846" y="1424714"/>
                  </a:lnTo>
                  <a:lnTo>
                    <a:pt x="293542" y="1422036"/>
                  </a:lnTo>
                  <a:lnTo>
                    <a:pt x="294238" y="1416964"/>
                  </a:lnTo>
                  <a:lnTo>
                    <a:pt x="294934" y="1411321"/>
                  </a:lnTo>
                  <a:lnTo>
                    <a:pt x="295630" y="1403679"/>
                  </a:lnTo>
                  <a:lnTo>
                    <a:pt x="296326" y="1393514"/>
                  </a:lnTo>
                  <a:lnTo>
                    <a:pt x="297023" y="1384923"/>
                  </a:lnTo>
                  <a:lnTo>
                    <a:pt x="297719" y="1372884"/>
                  </a:lnTo>
                  <a:lnTo>
                    <a:pt x="298415" y="1359446"/>
                  </a:lnTo>
                  <a:lnTo>
                    <a:pt x="299111" y="1345989"/>
                  </a:lnTo>
                  <a:lnTo>
                    <a:pt x="299807" y="1332564"/>
                  </a:lnTo>
                  <a:lnTo>
                    <a:pt x="300504" y="1318205"/>
                  </a:lnTo>
                  <a:lnTo>
                    <a:pt x="301200" y="1302080"/>
                  </a:lnTo>
                  <a:lnTo>
                    <a:pt x="301896" y="1284629"/>
                  </a:lnTo>
                  <a:lnTo>
                    <a:pt x="302592" y="1266338"/>
                  </a:lnTo>
                  <a:lnTo>
                    <a:pt x="303288" y="1246679"/>
                  </a:lnTo>
                  <a:lnTo>
                    <a:pt x="303984" y="1227583"/>
                  </a:lnTo>
                  <a:lnTo>
                    <a:pt x="304681" y="1207388"/>
                  </a:lnTo>
                  <a:lnTo>
                    <a:pt x="305377" y="1187836"/>
                  </a:lnTo>
                  <a:lnTo>
                    <a:pt x="306073" y="1169312"/>
                  </a:lnTo>
                  <a:lnTo>
                    <a:pt x="306769" y="1149266"/>
                  </a:lnTo>
                  <a:lnTo>
                    <a:pt x="307465" y="1130688"/>
                  </a:lnTo>
                  <a:lnTo>
                    <a:pt x="308161" y="1114517"/>
                  </a:lnTo>
                  <a:lnTo>
                    <a:pt x="308858" y="1097896"/>
                  </a:lnTo>
                  <a:lnTo>
                    <a:pt x="309554" y="1079194"/>
                  </a:lnTo>
                  <a:lnTo>
                    <a:pt x="310250" y="1062307"/>
                  </a:lnTo>
                  <a:lnTo>
                    <a:pt x="310946" y="1050047"/>
                  </a:lnTo>
                  <a:lnTo>
                    <a:pt x="311642" y="1039739"/>
                  </a:lnTo>
                  <a:lnTo>
                    <a:pt x="312339" y="1030069"/>
                  </a:lnTo>
                  <a:lnTo>
                    <a:pt x="313035" y="1017051"/>
                  </a:lnTo>
                  <a:lnTo>
                    <a:pt x="313731" y="1003210"/>
                  </a:lnTo>
                  <a:lnTo>
                    <a:pt x="314427" y="992317"/>
                  </a:lnTo>
                  <a:lnTo>
                    <a:pt x="315123" y="983557"/>
                  </a:lnTo>
                  <a:lnTo>
                    <a:pt x="315819" y="975848"/>
                  </a:lnTo>
                  <a:lnTo>
                    <a:pt x="316516" y="972778"/>
                  </a:lnTo>
                  <a:lnTo>
                    <a:pt x="317212" y="972013"/>
                  </a:lnTo>
                  <a:lnTo>
                    <a:pt x="317908" y="971989"/>
                  </a:lnTo>
                  <a:lnTo>
                    <a:pt x="318604" y="972009"/>
                  </a:lnTo>
                  <a:lnTo>
                    <a:pt x="319300" y="971541"/>
                  </a:lnTo>
                  <a:lnTo>
                    <a:pt x="319996" y="971072"/>
                  </a:lnTo>
                  <a:lnTo>
                    <a:pt x="320693" y="970605"/>
                  </a:lnTo>
                  <a:lnTo>
                    <a:pt x="321389" y="969745"/>
                  </a:lnTo>
                  <a:lnTo>
                    <a:pt x="322085" y="967813"/>
                  </a:lnTo>
                  <a:lnTo>
                    <a:pt x="322781" y="965881"/>
                  </a:lnTo>
                  <a:lnTo>
                    <a:pt x="323477" y="964117"/>
                  </a:lnTo>
                  <a:lnTo>
                    <a:pt x="324173" y="962945"/>
                  </a:lnTo>
                  <a:lnTo>
                    <a:pt x="324870" y="963112"/>
                  </a:lnTo>
                  <a:lnTo>
                    <a:pt x="325566" y="962403"/>
                  </a:lnTo>
                  <a:lnTo>
                    <a:pt x="326262" y="964467"/>
                  </a:lnTo>
                  <a:lnTo>
                    <a:pt x="326958" y="966267"/>
                  </a:lnTo>
                  <a:lnTo>
                    <a:pt x="327654" y="969655"/>
                  </a:lnTo>
                  <a:lnTo>
                    <a:pt x="328351" y="973159"/>
                  </a:lnTo>
                  <a:lnTo>
                    <a:pt x="329047" y="977882"/>
                  </a:lnTo>
                  <a:lnTo>
                    <a:pt x="329743" y="984219"/>
                  </a:lnTo>
                  <a:lnTo>
                    <a:pt x="330439" y="989895"/>
                  </a:lnTo>
                  <a:lnTo>
                    <a:pt x="331135" y="996914"/>
                  </a:lnTo>
                  <a:lnTo>
                    <a:pt x="331831" y="1004894"/>
                  </a:lnTo>
                  <a:lnTo>
                    <a:pt x="332528" y="1013737"/>
                  </a:lnTo>
                  <a:lnTo>
                    <a:pt x="333224" y="1023822"/>
                  </a:lnTo>
                  <a:lnTo>
                    <a:pt x="333920" y="1031891"/>
                  </a:lnTo>
                  <a:lnTo>
                    <a:pt x="334616" y="1039475"/>
                  </a:lnTo>
                  <a:lnTo>
                    <a:pt x="335312" y="1045630"/>
                  </a:lnTo>
                  <a:lnTo>
                    <a:pt x="336008" y="1053320"/>
                  </a:lnTo>
                  <a:lnTo>
                    <a:pt x="336705" y="1060768"/>
                  </a:lnTo>
                  <a:lnTo>
                    <a:pt x="337401" y="1065627"/>
                  </a:lnTo>
                  <a:lnTo>
                    <a:pt x="338097" y="1070383"/>
                  </a:lnTo>
                  <a:lnTo>
                    <a:pt x="338793" y="1076566"/>
                  </a:lnTo>
                  <a:lnTo>
                    <a:pt x="339489" y="1083330"/>
                  </a:lnTo>
                  <a:lnTo>
                    <a:pt x="340186" y="1091568"/>
                  </a:lnTo>
                  <a:lnTo>
                    <a:pt x="340882" y="1099825"/>
                  </a:lnTo>
                  <a:lnTo>
                    <a:pt x="341578" y="1106580"/>
                  </a:lnTo>
                  <a:lnTo>
                    <a:pt x="342274" y="1114419"/>
                  </a:lnTo>
                  <a:lnTo>
                    <a:pt x="342970" y="1120244"/>
                  </a:lnTo>
                  <a:lnTo>
                    <a:pt x="343666" y="1124614"/>
                  </a:lnTo>
                  <a:lnTo>
                    <a:pt x="344363" y="1129883"/>
                  </a:lnTo>
                  <a:lnTo>
                    <a:pt x="345059" y="1136283"/>
                  </a:lnTo>
                  <a:lnTo>
                    <a:pt x="345755" y="1141370"/>
                  </a:lnTo>
                  <a:lnTo>
                    <a:pt x="346451" y="1143398"/>
                  </a:lnTo>
                  <a:lnTo>
                    <a:pt x="347147" y="1145239"/>
                  </a:lnTo>
                  <a:lnTo>
                    <a:pt x="347843" y="1147557"/>
                  </a:lnTo>
                  <a:lnTo>
                    <a:pt x="348540" y="1146839"/>
                  </a:lnTo>
                  <a:lnTo>
                    <a:pt x="349236" y="1145736"/>
                  </a:lnTo>
                  <a:lnTo>
                    <a:pt x="349932" y="1144167"/>
                  </a:lnTo>
                  <a:lnTo>
                    <a:pt x="350628" y="1143326"/>
                  </a:lnTo>
                  <a:lnTo>
                    <a:pt x="351324" y="1142983"/>
                  </a:lnTo>
                  <a:lnTo>
                    <a:pt x="352021" y="1141013"/>
                  </a:lnTo>
                  <a:lnTo>
                    <a:pt x="352717" y="1138950"/>
                  </a:lnTo>
                  <a:lnTo>
                    <a:pt x="353413" y="1137213"/>
                  </a:lnTo>
                  <a:lnTo>
                    <a:pt x="354109" y="1133035"/>
                  </a:lnTo>
                  <a:lnTo>
                    <a:pt x="354805" y="1129642"/>
                  </a:lnTo>
                  <a:lnTo>
                    <a:pt x="355501" y="1125594"/>
                  </a:lnTo>
                  <a:lnTo>
                    <a:pt x="356198" y="1121487"/>
                  </a:lnTo>
                  <a:lnTo>
                    <a:pt x="356894" y="1116964"/>
                  </a:lnTo>
                  <a:lnTo>
                    <a:pt x="357590" y="1113104"/>
                  </a:lnTo>
                  <a:lnTo>
                    <a:pt x="358286" y="1110791"/>
                  </a:lnTo>
                  <a:lnTo>
                    <a:pt x="358982" y="1110736"/>
                  </a:lnTo>
                  <a:lnTo>
                    <a:pt x="359678" y="1111464"/>
                  </a:lnTo>
                  <a:lnTo>
                    <a:pt x="360375" y="1110084"/>
                  </a:lnTo>
                  <a:lnTo>
                    <a:pt x="361071" y="1106409"/>
                  </a:lnTo>
                  <a:lnTo>
                    <a:pt x="361767" y="1100178"/>
                  </a:lnTo>
                  <a:lnTo>
                    <a:pt x="362463" y="1092814"/>
                  </a:lnTo>
                  <a:lnTo>
                    <a:pt x="363159" y="1084003"/>
                  </a:lnTo>
                  <a:lnTo>
                    <a:pt x="363855" y="1075504"/>
                  </a:lnTo>
                  <a:lnTo>
                    <a:pt x="364552" y="1067810"/>
                  </a:lnTo>
                  <a:lnTo>
                    <a:pt x="365248" y="1059069"/>
                  </a:lnTo>
                  <a:lnTo>
                    <a:pt x="365944" y="1050114"/>
                  </a:lnTo>
                  <a:lnTo>
                    <a:pt x="366640" y="1040229"/>
                  </a:lnTo>
                  <a:lnTo>
                    <a:pt x="367336" y="1029488"/>
                  </a:lnTo>
                  <a:lnTo>
                    <a:pt x="368033" y="1017567"/>
                  </a:lnTo>
                  <a:lnTo>
                    <a:pt x="368729" y="1004233"/>
                  </a:lnTo>
                  <a:lnTo>
                    <a:pt x="369425" y="991538"/>
                  </a:lnTo>
                  <a:lnTo>
                    <a:pt x="370121" y="978565"/>
                  </a:lnTo>
                  <a:lnTo>
                    <a:pt x="370817" y="966129"/>
                  </a:lnTo>
                  <a:lnTo>
                    <a:pt x="371513" y="954884"/>
                  </a:lnTo>
                  <a:lnTo>
                    <a:pt x="372210" y="945256"/>
                  </a:lnTo>
                  <a:lnTo>
                    <a:pt x="372906" y="937580"/>
                  </a:lnTo>
                  <a:lnTo>
                    <a:pt x="373602" y="929199"/>
                  </a:lnTo>
                  <a:lnTo>
                    <a:pt x="374298" y="919748"/>
                  </a:lnTo>
                  <a:lnTo>
                    <a:pt x="374994" y="910443"/>
                  </a:lnTo>
                  <a:lnTo>
                    <a:pt x="375690" y="902458"/>
                  </a:lnTo>
                  <a:lnTo>
                    <a:pt x="376387" y="895604"/>
                  </a:lnTo>
                  <a:lnTo>
                    <a:pt x="377083" y="891685"/>
                  </a:lnTo>
                  <a:lnTo>
                    <a:pt x="377779" y="889257"/>
                  </a:lnTo>
                  <a:lnTo>
                    <a:pt x="378475" y="886888"/>
                  </a:lnTo>
                  <a:lnTo>
                    <a:pt x="379171" y="887160"/>
                  </a:lnTo>
                  <a:lnTo>
                    <a:pt x="379868" y="888731"/>
                  </a:lnTo>
                  <a:lnTo>
                    <a:pt x="380564" y="891984"/>
                  </a:lnTo>
                  <a:lnTo>
                    <a:pt x="381260" y="895901"/>
                  </a:lnTo>
                  <a:lnTo>
                    <a:pt x="381956" y="900226"/>
                  </a:lnTo>
                  <a:lnTo>
                    <a:pt x="382652" y="903904"/>
                  </a:lnTo>
                  <a:lnTo>
                    <a:pt x="383348" y="907903"/>
                  </a:lnTo>
                  <a:lnTo>
                    <a:pt x="384045" y="916957"/>
                  </a:lnTo>
                  <a:lnTo>
                    <a:pt x="384741" y="927794"/>
                  </a:lnTo>
                  <a:lnTo>
                    <a:pt x="385437" y="938789"/>
                  </a:lnTo>
                  <a:lnTo>
                    <a:pt x="386133" y="949263"/>
                  </a:lnTo>
                  <a:lnTo>
                    <a:pt x="386829" y="958836"/>
                  </a:lnTo>
                  <a:lnTo>
                    <a:pt x="387525" y="968934"/>
                  </a:lnTo>
                  <a:lnTo>
                    <a:pt x="388222" y="980629"/>
                  </a:lnTo>
                  <a:lnTo>
                    <a:pt x="388918" y="992053"/>
                  </a:lnTo>
                  <a:lnTo>
                    <a:pt x="389614" y="1001598"/>
                  </a:lnTo>
                  <a:lnTo>
                    <a:pt x="390310" y="1010108"/>
                  </a:lnTo>
                  <a:lnTo>
                    <a:pt x="391006" y="1019272"/>
                  </a:lnTo>
                  <a:lnTo>
                    <a:pt x="391702" y="1026646"/>
                  </a:lnTo>
                  <a:lnTo>
                    <a:pt x="392399" y="1031774"/>
                  </a:lnTo>
                  <a:lnTo>
                    <a:pt x="393095" y="1035925"/>
                  </a:lnTo>
                  <a:lnTo>
                    <a:pt x="393791" y="1037876"/>
                  </a:lnTo>
                  <a:lnTo>
                    <a:pt x="394487" y="1036639"/>
                  </a:lnTo>
                  <a:lnTo>
                    <a:pt x="395183" y="1034689"/>
                  </a:lnTo>
                  <a:lnTo>
                    <a:pt x="395880" y="1032809"/>
                  </a:lnTo>
                  <a:lnTo>
                    <a:pt x="396576" y="1032934"/>
                  </a:lnTo>
                  <a:lnTo>
                    <a:pt x="397272" y="1033159"/>
                  </a:lnTo>
                  <a:lnTo>
                    <a:pt x="397968" y="1036003"/>
                  </a:lnTo>
                  <a:lnTo>
                    <a:pt x="398664" y="1040083"/>
                  </a:lnTo>
                  <a:lnTo>
                    <a:pt x="399360" y="1044700"/>
                  </a:lnTo>
                  <a:lnTo>
                    <a:pt x="400057" y="1050611"/>
                  </a:lnTo>
                  <a:lnTo>
                    <a:pt x="400753" y="1057203"/>
                  </a:lnTo>
                  <a:lnTo>
                    <a:pt x="401449" y="1063070"/>
                  </a:lnTo>
                  <a:lnTo>
                    <a:pt x="402145" y="1070167"/>
                  </a:lnTo>
                  <a:lnTo>
                    <a:pt x="402841" y="1079617"/>
                  </a:lnTo>
                  <a:lnTo>
                    <a:pt x="403537" y="1089918"/>
                  </a:lnTo>
                  <a:lnTo>
                    <a:pt x="404234" y="1102377"/>
                  </a:lnTo>
                  <a:lnTo>
                    <a:pt x="404930" y="1116546"/>
                  </a:lnTo>
                  <a:lnTo>
                    <a:pt x="405626" y="1131641"/>
                  </a:lnTo>
                  <a:lnTo>
                    <a:pt x="406322" y="1148613"/>
                  </a:lnTo>
                  <a:lnTo>
                    <a:pt x="407018" y="1164244"/>
                  </a:lnTo>
                  <a:lnTo>
                    <a:pt x="407715" y="1180627"/>
                  </a:lnTo>
                  <a:lnTo>
                    <a:pt x="408411" y="1194970"/>
                  </a:lnTo>
                  <a:lnTo>
                    <a:pt x="409107" y="1210362"/>
                  </a:lnTo>
                  <a:lnTo>
                    <a:pt x="409803" y="1225041"/>
                  </a:lnTo>
                  <a:lnTo>
                    <a:pt x="410499" y="1238458"/>
                  </a:lnTo>
                  <a:lnTo>
                    <a:pt x="411195" y="1251573"/>
                  </a:lnTo>
                  <a:lnTo>
                    <a:pt x="411892" y="1264745"/>
                  </a:lnTo>
                  <a:lnTo>
                    <a:pt x="412588" y="1278899"/>
                  </a:lnTo>
                  <a:lnTo>
                    <a:pt x="413284" y="1292074"/>
                  </a:lnTo>
                  <a:lnTo>
                    <a:pt x="413980" y="1305733"/>
                  </a:lnTo>
                  <a:lnTo>
                    <a:pt x="414676" y="1315800"/>
                  </a:lnTo>
                  <a:lnTo>
                    <a:pt x="415372" y="1324119"/>
                  </a:lnTo>
                  <a:lnTo>
                    <a:pt x="416069" y="1332258"/>
                  </a:lnTo>
                  <a:lnTo>
                    <a:pt x="416765" y="1339234"/>
                  </a:lnTo>
                  <a:lnTo>
                    <a:pt x="417461" y="1346273"/>
                  </a:lnTo>
                  <a:lnTo>
                    <a:pt x="418157" y="1353312"/>
                  </a:lnTo>
                  <a:lnTo>
                    <a:pt x="418853" y="1360193"/>
                  </a:lnTo>
                  <a:lnTo>
                    <a:pt x="419549" y="1364359"/>
                  </a:lnTo>
                  <a:lnTo>
                    <a:pt x="420246" y="1365640"/>
                  </a:lnTo>
                  <a:lnTo>
                    <a:pt x="420942" y="1364724"/>
                  </a:lnTo>
                  <a:lnTo>
                    <a:pt x="421638" y="1361277"/>
                  </a:lnTo>
                  <a:lnTo>
                    <a:pt x="422334" y="1358000"/>
                  </a:lnTo>
                  <a:lnTo>
                    <a:pt x="423030" y="1351694"/>
                  </a:lnTo>
                  <a:lnTo>
                    <a:pt x="423727" y="1343808"/>
                  </a:lnTo>
                  <a:lnTo>
                    <a:pt x="424423" y="1334901"/>
                  </a:lnTo>
                  <a:lnTo>
                    <a:pt x="425119" y="1329449"/>
                  </a:lnTo>
                  <a:lnTo>
                    <a:pt x="425815" y="1324734"/>
                  </a:lnTo>
                  <a:lnTo>
                    <a:pt x="426511" y="1318584"/>
                  </a:lnTo>
                  <a:lnTo>
                    <a:pt x="427207" y="1313751"/>
                  </a:lnTo>
                  <a:lnTo>
                    <a:pt x="427904" y="1310746"/>
                  </a:lnTo>
                  <a:lnTo>
                    <a:pt x="428600" y="1308779"/>
                  </a:lnTo>
                  <a:lnTo>
                    <a:pt x="429296" y="1306915"/>
                  </a:lnTo>
                  <a:lnTo>
                    <a:pt x="429992" y="1305927"/>
                  </a:lnTo>
                  <a:lnTo>
                    <a:pt x="430688" y="1305588"/>
                  </a:lnTo>
                  <a:lnTo>
                    <a:pt x="431384" y="1307662"/>
                  </a:lnTo>
                  <a:lnTo>
                    <a:pt x="432081" y="1311788"/>
                  </a:lnTo>
                  <a:lnTo>
                    <a:pt x="432777" y="1316433"/>
                  </a:lnTo>
                  <a:lnTo>
                    <a:pt x="433473" y="1321969"/>
                  </a:lnTo>
                  <a:lnTo>
                    <a:pt x="434169" y="1326952"/>
                  </a:lnTo>
                  <a:lnTo>
                    <a:pt x="434865" y="1331484"/>
                  </a:lnTo>
                  <a:lnTo>
                    <a:pt x="435562" y="1332928"/>
                  </a:lnTo>
                  <a:lnTo>
                    <a:pt x="436258" y="1333470"/>
                  </a:lnTo>
                  <a:lnTo>
                    <a:pt x="436954" y="1336688"/>
                  </a:lnTo>
                  <a:lnTo>
                    <a:pt x="437650" y="1340077"/>
                  </a:lnTo>
                  <a:lnTo>
                    <a:pt x="438346" y="1341036"/>
                  </a:lnTo>
                  <a:lnTo>
                    <a:pt x="439042" y="1341213"/>
                  </a:lnTo>
                  <a:lnTo>
                    <a:pt x="439739" y="1340951"/>
                  </a:lnTo>
                  <a:lnTo>
                    <a:pt x="440435" y="1339911"/>
                  </a:lnTo>
                  <a:lnTo>
                    <a:pt x="441131" y="1337972"/>
                  </a:lnTo>
                  <a:lnTo>
                    <a:pt x="441827" y="1334439"/>
                  </a:lnTo>
                  <a:lnTo>
                    <a:pt x="442523" y="1329276"/>
                  </a:lnTo>
                  <a:lnTo>
                    <a:pt x="443219" y="1322155"/>
                  </a:lnTo>
                  <a:lnTo>
                    <a:pt x="443916" y="1315937"/>
                  </a:lnTo>
                  <a:lnTo>
                    <a:pt x="444612" y="1309492"/>
                  </a:lnTo>
                  <a:lnTo>
                    <a:pt x="445308" y="1304426"/>
                  </a:lnTo>
                  <a:lnTo>
                    <a:pt x="446004" y="1301877"/>
                  </a:lnTo>
                  <a:lnTo>
                    <a:pt x="446700" y="1298885"/>
                  </a:lnTo>
                  <a:lnTo>
                    <a:pt x="447397" y="1294703"/>
                  </a:lnTo>
                  <a:lnTo>
                    <a:pt x="448093" y="1287926"/>
                  </a:lnTo>
                  <a:lnTo>
                    <a:pt x="448789" y="1282450"/>
                  </a:lnTo>
                  <a:lnTo>
                    <a:pt x="449485" y="1276975"/>
                  </a:lnTo>
                  <a:lnTo>
                    <a:pt x="450181" y="1270554"/>
                  </a:lnTo>
                  <a:lnTo>
                    <a:pt x="450877" y="1263287"/>
                  </a:lnTo>
                  <a:lnTo>
                    <a:pt x="451574" y="1255651"/>
                  </a:lnTo>
                  <a:lnTo>
                    <a:pt x="452270" y="1248477"/>
                  </a:lnTo>
                  <a:lnTo>
                    <a:pt x="452966" y="1242705"/>
                  </a:lnTo>
                  <a:lnTo>
                    <a:pt x="453662" y="1238926"/>
                  </a:lnTo>
                  <a:lnTo>
                    <a:pt x="454358" y="1234717"/>
                  </a:lnTo>
                  <a:lnTo>
                    <a:pt x="455054" y="1230753"/>
                  </a:lnTo>
                  <a:lnTo>
                    <a:pt x="455751" y="1225297"/>
                  </a:lnTo>
                  <a:lnTo>
                    <a:pt x="456447" y="1220216"/>
                  </a:lnTo>
                  <a:lnTo>
                    <a:pt x="457143" y="1217669"/>
                  </a:lnTo>
                  <a:lnTo>
                    <a:pt x="457839" y="1215849"/>
                  </a:lnTo>
                  <a:lnTo>
                    <a:pt x="458535" y="1215315"/>
                  </a:lnTo>
                  <a:lnTo>
                    <a:pt x="459231" y="1213892"/>
                  </a:lnTo>
                  <a:lnTo>
                    <a:pt x="459928" y="1211761"/>
                  </a:lnTo>
                  <a:lnTo>
                    <a:pt x="460624" y="1211460"/>
                  </a:lnTo>
                  <a:lnTo>
                    <a:pt x="461320" y="1211963"/>
                  </a:lnTo>
                  <a:lnTo>
                    <a:pt x="462016" y="1213900"/>
                  </a:lnTo>
                  <a:lnTo>
                    <a:pt x="462712" y="1216371"/>
                  </a:lnTo>
                  <a:lnTo>
                    <a:pt x="463409" y="1219258"/>
                  </a:lnTo>
                  <a:lnTo>
                    <a:pt x="464105" y="1222332"/>
                  </a:lnTo>
                  <a:lnTo>
                    <a:pt x="464801" y="1225836"/>
                  </a:lnTo>
                  <a:lnTo>
                    <a:pt x="465497" y="1229410"/>
                  </a:lnTo>
                  <a:lnTo>
                    <a:pt x="466193" y="1233655"/>
                  </a:lnTo>
                  <a:lnTo>
                    <a:pt x="466889" y="1238764"/>
                  </a:lnTo>
                  <a:lnTo>
                    <a:pt x="467586" y="1241877"/>
                  </a:lnTo>
                  <a:lnTo>
                    <a:pt x="468282" y="1245609"/>
                  </a:lnTo>
                  <a:lnTo>
                    <a:pt x="468978" y="1247452"/>
                  </a:lnTo>
                  <a:lnTo>
                    <a:pt x="469674" y="1249463"/>
                  </a:lnTo>
                  <a:lnTo>
                    <a:pt x="470370" y="1251459"/>
                  </a:lnTo>
                  <a:lnTo>
                    <a:pt x="471066" y="1254408"/>
                  </a:lnTo>
                  <a:lnTo>
                    <a:pt x="471763" y="1255291"/>
                  </a:lnTo>
                  <a:lnTo>
                    <a:pt x="472459" y="1254021"/>
                  </a:lnTo>
                  <a:lnTo>
                    <a:pt x="473155" y="1252750"/>
                  </a:lnTo>
                  <a:lnTo>
                    <a:pt x="473851" y="1253215"/>
                  </a:lnTo>
                  <a:lnTo>
                    <a:pt x="474547" y="1253681"/>
                  </a:lnTo>
                  <a:lnTo>
                    <a:pt x="475244" y="1254147"/>
                  </a:lnTo>
                  <a:lnTo>
                    <a:pt x="475940" y="1254915"/>
                  </a:lnTo>
                  <a:lnTo>
                    <a:pt x="476636" y="1257519"/>
                  </a:lnTo>
                  <a:lnTo>
                    <a:pt x="477332" y="1259624"/>
                  </a:lnTo>
                  <a:lnTo>
                    <a:pt x="478028" y="1261318"/>
                  </a:lnTo>
                  <a:lnTo>
                    <a:pt x="478724" y="1263164"/>
                  </a:lnTo>
                  <a:lnTo>
                    <a:pt x="479421" y="1265342"/>
                  </a:lnTo>
                  <a:lnTo>
                    <a:pt x="480117" y="1267528"/>
                  </a:lnTo>
                  <a:lnTo>
                    <a:pt x="480813" y="1270776"/>
                  </a:lnTo>
                  <a:lnTo>
                    <a:pt x="481509" y="1272507"/>
                  </a:lnTo>
                  <a:lnTo>
                    <a:pt x="482205" y="1277052"/>
                  </a:lnTo>
                  <a:lnTo>
                    <a:pt x="482901" y="1282131"/>
                  </a:lnTo>
                  <a:lnTo>
                    <a:pt x="483598" y="1286676"/>
                  </a:lnTo>
                  <a:lnTo>
                    <a:pt x="484294" y="1289814"/>
                  </a:lnTo>
                  <a:lnTo>
                    <a:pt x="484990" y="1292952"/>
                  </a:lnTo>
                  <a:lnTo>
                    <a:pt x="485686" y="1297034"/>
                  </a:lnTo>
                  <a:lnTo>
                    <a:pt x="486382" y="1301430"/>
                  </a:lnTo>
                  <a:lnTo>
                    <a:pt x="487078" y="1305224"/>
                  </a:lnTo>
                  <a:lnTo>
                    <a:pt x="487775" y="1308544"/>
                  </a:lnTo>
                  <a:lnTo>
                    <a:pt x="488471" y="1309105"/>
                  </a:lnTo>
                  <a:lnTo>
                    <a:pt x="489167" y="1307671"/>
                  </a:lnTo>
                  <a:lnTo>
                    <a:pt x="489863" y="1306239"/>
                  </a:lnTo>
                  <a:lnTo>
                    <a:pt x="490559" y="1302959"/>
                  </a:lnTo>
                  <a:lnTo>
                    <a:pt x="491256" y="1300541"/>
                  </a:lnTo>
                  <a:lnTo>
                    <a:pt x="491952" y="1299758"/>
                  </a:lnTo>
                  <a:lnTo>
                    <a:pt x="492648" y="1299119"/>
                  </a:lnTo>
                  <a:lnTo>
                    <a:pt x="493344" y="1296765"/>
                  </a:lnTo>
                  <a:lnTo>
                    <a:pt x="494040" y="1294411"/>
                  </a:lnTo>
                  <a:lnTo>
                    <a:pt x="494736" y="1292077"/>
                  </a:lnTo>
                  <a:lnTo>
                    <a:pt x="495433" y="1290721"/>
                  </a:lnTo>
                  <a:lnTo>
                    <a:pt x="496129" y="1287738"/>
                  </a:lnTo>
                  <a:lnTo>
                    <a:pt x="496825" y="1283950"/>
                  </a:lnTo>
                  <a:lnTo>
                    <a:pt x="497521" y="1278529"/>
                  </a:lnTo>
                  <a:lnTo>
                    <a:pt x="498217" y="1272671"/>
                  </a:lnTo>
                  <a:lnTo>
                    <a:pt x="498913" y="1269285"/>
                  </a:lnTo>
                  <a:lnTo>
                    <a:pt x="499610" y="1265782"/>
                  </a:lnTo>
                  <a:lnTo>
                    <a:pt x="500306" y="1262708"/>
                  </a:lnTo>
                  <a:lnTo>
                    <a:pt x="501002" y="1261490"/>
                  </a:lnTo>
                  <a:lnTo>
                    <a:pt x="501698" y="1260794"/>
                  </a:lnTo>
                  <a:lnTo>
                    <a:pt x="502394" y="1257963"/>
                  </a:lnTo>
                  <a:lnTo>
                    <a:pt x="503091" y="1254618"/>
                  </a:lnTo>
                  <a:lnTo>
                    <a:pt x="503787" y="1252290"/>
                  </a:lnTo>
                  <a:lnTo>
                    <a:pt x="504483" y="1250029"/>
                  </a:lnTo>
                  <a:lnTo>
                    <a:pt x="505179" y="1248684"/>
                  </a:lnTo>
                  <a:lnTo>
                    <a:pt x="505875" y="1247806"/>
                  </a:lnTo>
                  <a:lnTo>
                    <a:pt x="506571" y="1248347"/>
                  </a:lnTo>
                  <a:lnTo>
                    <a:pt x="507268" y="1251654"/>
                  </a:lnTo>
                  <a:lnTo>
                    <a:pt x="507964" y="1257426"/>
                  </a:lnTo>
                  <a:lnTo>
                    <a:pt x="508660" y="1264876"/>
                  </a:lnTo>
                  <a:lnTo>
                    <a:pt x="509356" y="1271896"/>
                  </a:lnTo>
                  <a:lnTo>
                    <a:pt x="510052" y="1279346"/>
                  </a:lnTo>
                  <a:lnTo>
                    <a:pt x="510748" y="1286365"/>
                  </a:lnTo>
                  <a:lnTo>
                    <a:pt x="511445" y="1293083"/>
                  </a:lnTo>
                  <a:lnTo>
                    <a:pt x="512141" y="1297644"/>
                  </a:lnTo>
                  <a:lnTo>
                    <a:pt x="512837" y="1302949"/>
                  </a:lnTo>
                  <a:lnTo>
                    <a:pt x="513533" y="1310446"/>
                  </a:lnTo>
                  <a:lnTo>
                    <a:pt x="514229" y="1318554"/>
                  </a:lnTo>
                  <a:lnTo>
                    <a:pt x="514926" y="1327960"/>
                  </a:lnTo>
                  <a:lnTo>
                    <a:pt x="515622" y="1336715"/>
                  </a:lnTo>
                  <a:lnTo>
                    <a:pt x="516318" y="1343900"/>
                  </a:lnTo>
                  <a:lnTo>
                    <a:pt x="517014" y="1351400"/>
                  </a:lnTo>
                  <a:lnTo>
                    <a:pt x="517710" y="1355724"/>
                  </a:lnTo>
                  <a:lnTo>
                    <a:pt x="518406" y="1359514"/>
                  </a:lnTo>
                  <a:lnTo>
                    <a:pt x="519103" y="1363839"/>
                  </a:lnTo>
                  <a:lnTo>
                    <a:pt x="519799" y="1367629"/>
                  </a:lnTo>
                  <a:lnTo>
                    <a:pt x="520495" y="1370991"/>
                  </a:lnTo>
                  <a:lnTo>
                    <a:pt x="521191" y="1374781"/>
                  </a:lnTo>
                  <a:lnTo>
                    <a:pt x="521887" y="1378676"/>
                  </a:lnTo>
                  <a:lnTo>
                    <a:pt x="522583" y="1383418"/>
                  </a:lnTo>
                  <a:lnTo>
                    <a:pt x="523280" y="1388171"/>
                  </a:lnTo>
                  <a:lnTo>
                    <a:pt x="523976" y="1393813"/>
                  </a:lnTo>
                  <a:lnTo>
                    <a:pt x="524672" y="1399454"/>
                  </a:lnTo>
                  <a:lnTo>
                    <a:pt x="525368" y="1404666"/>
                  </a:lnTo>
                  <a:lnTo>
                    <a:pt x="526064" y="1411911"/>
                  </a:lnTo>
                  <a:lnTo>
                    <a:pt x="526760" y="1418884"/>
                  </a:lnTo>
                  <a:lnTo>
                    <a:pt x="527457" y="1424210"/>
                  </a:lnTo>
                  <a:lnTo>
                    <a:pt x="528153" y="1429610"/>
                  </a:lnTo>
                  <a:lnTo>
                    <a:pt x="528849" y="1436725"/>
                  </a:lnTo>
                  <a:lnTo>
                    <a:pt x="529545" y="1443839"/>
                  </a:lnTo>
                  <a:lnTo>
                    <a:pt x="530241" y="1451071"/>
                  </a:lnTo>
                  <a:lnTo>
                    <a:pt x="530938" y="1459073"/>
                  </a:lnTo>
                  <a:lnTo>
                    <a:pt x="531634" y="1467956"/>
                  </a:lnTo>
                  <a:lnTo>
                    <a:pt x="532330" y="1476840"/>
                  </a:lnTo>
                  <a:lnTo>
                    <a:pt x="533026" y="1487357"/>
                  </a:lnTo>
                  <a:lnTo>
                    <a:pt x="533722" y="1496192"/>
                  </a:lnTo>
                  <a:lnTo>
                    <a:pt x="534418" y="1502138"/>
                  </a:lnTo>
                  <a:lnTo>
                    <a:pt x="535115" y="1508350"/>
                  </a:lnTo>
                  <a:lnTo>
                    <a:pt x="535811" y="1513798"/>
                  </a:lnTo>
                  <a:lnTo>
                    <a:pt x="536507" y="1517654"/>
                  </a:lnTo>
                  <a:lnTo>
                    <a:pt x="537203" y="1521189"/>
                  </a:lnTo>
                  <a:lnTo>
                    <a:pt x="537899" y="1525080"/>
                  </a:lnTo>
                  <a:lnTo>
                    <a:pt x="538595" y="1528842"/>
                  </a:lnTo>
                  <a:lnTo>
                    <a:pt x="539292" y="1531587"/>
                  </a:lnTo>
                  <a:lnTo>
                    <a:pt x="539988" y="1535265"/>
                  </a:lnTo>
                  <a:lnTo>
                    <a:pt x="540684" y="1538943"/>
                  </a:lnTo>
                  <a:lnTo>
                    <a:pt x="541380" y="1542087"/>
                  </a:lnTo>
                  <a:lnTo>
                    <a:pt x="542076" y="1542458"/>
                  </a:lnTo>
                  <a:lnTo>
                    <a:pt x="542773" y="1542458"/>
                  </a:lnTo>
                  <a:lnTo>
                    <a:pt x="543469" y="1540410"/>
                  </a:lnTo>
                  <a:lnTo>
                    <a:pt x="544165" y="1538753"/>
                  </a:lnTo>
                  <a:lnTo>
                    <a:pt x="544861" y="1537933"/>
                  </a:lnTo>
                  <a:lnTo>
                    <a:pt x="545557" y="1536682"/>
                  </a:lnTo>
                  <a:lnTo>
                    <a:pt x="546253" y="1535862"/>
                  </a:lnTo>
                  <a:lnTo>
                    <a:pt x="546950" y="1535041"/>
                  </a:lnTo>
                  <a:lnTo>
                    <a:pt x="547646" y="1534691"/>
                  </a:lnTo>
                  <a:lnTo>
                    <a:pt x="548342" y="1534900"/>
                  </a:lnTo>
                  <a:lnTo>
                    <a:pt x="549038" y="1535370"/>
                  </a:lnTo>
                  <a:lnTo>
                    <a:pt x="549734" y="1535298"/>
                  </a:lnTo>
                  <a:lnTo>
                    <a:pt x="550430" y="1533227"/>
                  </a:lnTo>
                  <a:lnTo>
                    <a:pt x="551127" y="1531492"/>
                  </a:lnTo>
                  <a:lnTo>
                    <a:pt x="551823" y="1526614"/>
                  </a:lnTo>
                  <a:lnTo>
                    <a:pt x="552519" y="1520566"/>
                  </a:lnTo>
                  <a:lnTo>
                    <a:pt x="553215" y="1514924"/>
                  </a:lnTo>
                  <a:lnTo>
                    <a:pt x="553911" y="1509283"/>
                  </a:lnTo>
                  <a:lnTo>
                    <a:pt x="554607" y="1502873"/>
                  </a:lnTo>
                  <a:lnTo>
                    <a:pt x="555304" y="1496464"/>
                  </a:lnTo>
                  <a:lnTo>
                    <a:pt x="556000" y="1490484"/>
                  </a:lnTo>
                  <a:lnTo>
                    <a:pt x="556696" y="1483884"/>
                  </a:lnTo>
                  <a:lnTo>
                    <a:pt x="557392" y="1475114"/>
                  </a:lnTo>
                  <a:lnTo>
                    <a:pt x="558088" y="1465027"/>
                  </a:lnTo>
                  <a:lnTo>
                    <a:pt x="558785" y="1453444"/>
                  </a:lnTo>
                  <a:lnTo>
                    <a:pt x="559481" y="1442001"/>
                  </a:lnTo>
                  <a:lnTo>
                    <a:pt x="560177" y="1430777"/>
                  </a:lnTo>
                  <a:lnTo>
                    <a:pt x="560873" y="1419763"/>
                  </a:lnTo>
                  <a:lnTo>
                    <a:pt x="561569" y="1408535"/>
                  </a:lnTo>
                  <a:lnTo>
                    <a:pt x="562265" y="1401511"/>
                  </a:lnTo>
                  <a:lnTo>
                    <a:pt x="562962" y="1397368"/>
                  </a:lnTo>
                  <a:lnTo>
                    <a:pt x="563658" y="1392431"/>
                  </a:lnTo>
                  <a:lnTo>
                    <a:pt x="564354" y="1386552"/>
                  </a:lnTo>
                  <a:lnTo>
                    <a:pt x="565050" y="1381008"/>
                  </a:lnTo>
                  <a:lnTo>
                    <a:pt x="565746" y="1375683"/>
                  </a:lnTo>
                  <a:lnTo>
                    <a:pt x="566442" y="1369804"/>
                  </a:lnTo>
                  <a:lnTo>
                    <a:pt x="567139" y="1364259"/>
                  </a:lnTo>
                  <a:lnTo>
                    <a:pt x="567835" y="1360675"/>
                  </a:lnTo>
                  <a:lnTo>
                    <a:pt x="568531" y="1356533"/>
                  </a:lnTo>
                  <a:lnTo>
                    <a:pt x="569227" y="1356246"/>
                  </a:lnTo>
                  <a:lnTo>
                    <a:pt x="569923" y="1354305"/>
                  </a:lnTo>
                  <a:lnTo>
                    <a:pt x="570620" y="1352029"/>
                  </a:lnTo>
                  <a:lnTo>
                    <a:pt x="571316" y="1350422"/>
                  </a:lnTo>
                  <a:lnTo>
                    <a:pt x="572012" y="1348951"/>
                  </a:lnTo>
                  <a:lnTo>
                    <a:pt x="572708" y="1345837"/>
                  </a:lnTo>
                  <a:lnTo>
                    <a:pt x="573404" y="1343265"/>
                  </a:lnTo>
                  <a:lnTo>
                    <a:pt x="574100" y="1341694"/>
                  </a:lnTo>
                  <a:lnTo>
                    <a:pt x="574797" y="1341276"/>
                  </a:lnTo>
                  <a:lnTo>
                    <a:pt x="575493" y="1340859"/>
                  </a:lnTo>
                  <a:lnTo>
                    <a:pt x="576189" y="1339908"/>
                  </a:lnTo>
                  <a:lnTo>
                    <a:pt x="576885" y="1339491"/>
                  </a:lnTo>
                  <a:lnTo>
                    <a:pt x="577581" y="1339262"/>
                  </a:lnTo>
                  <a:lnTo>
                    <a:pt x="578277" y="1338459"/>
                  </a:lnTo>
                  <a:lnTo>
                    <a:pt x="578974" y="1338901"/>
                  </a:lnTo>
                  <a:lnTo>
                    <a:pt x="579670" y="1335712"/>
                  </a:lnTo>
                  <a:lnTo>
                    <a:pt x="580366" y="1333771"/>
                  </a:lnTo>
                  <a:lnTo>
                    <a:pt x="581062" y="1331830"/>
                  </a:lnTo>
                  <a:lnTo>
                    <a:pt x="581758" y="1329889"/>
                  </a:lnTo>
                  <a:lnTo>
                    <a:pt x="582454" y="1327414"/>
                  </a:lnTo>
                  <a:lnTo>
                    <a:pt x="583151" y="1324048"/>
                  </a:lnTo>
                  <a:lnTo>
                    <a:pt x="583847" y="1318432"/>
                  </a:lnTo>
                  <a:lnTo>
                    <a:pt x="584543" y="1312553"/>
                  </a:lnTo>
                  <a:lnTo>
                    <a:pt x="585239" y="1306675"/>
                  </a:lnTo>
                  <a:lnTo>
                    <a:pt x="585935" y="1300326"/>
                  </a:lnTo>
                  <a:lnTo>
                    <a:pt x="586632" y="1293977"/>
                  </a:lnTo>
                  <a:lnTo>
                    <a:pt x="587328" y="1290436"/>
                  </a:lnTo>
                  <a:lnTo>
                    <a:pt x="588024" y="1288831"/>
                  </a:lnTo>
                  <a:lnTo>
                    <a:pt x="588720" y="1288324"/>
                  </a:lnTo>
                  <a:lnTo>
                    <a:pt x="589416" y="1287875"/>
                  </a:lnTo>
                  <a:lnTo>
                    <a:pt x="590112" y="1290076"/>
                  </a:lnTo>
                  <a:lnTo>
                    <a:pt x="590809" y="1292276"/>
                  </a:lnTo>
                  <a:lnTo>
                    <a:pt x="591505" y="1294477"/>
                  </a:lnTo>
                  <a:lnTo>
                    <a:pt x="592201" y="1296684"/>
                  </a:lnTo>
                  <a:lnTo>
                    <a:pt x="592897" y="1301488"/>
                  </a:lnTo>
                  <a:lnTo>
                    <a:pt x="593593" y="1308804"/>
                  </a:lnTo>
                  <a:lnTo>
                    <a:pt x="594289" y="1319152"/>
                  </a:lnTo>
                  <a:lnTo>
                    <a:pt x="594986" y="1328687"/>
                  </a:lnTo>
                  <a:lnTo>
                    <a:pt x="595682" y="1336018"/>
                  </a:lnTo>
                  <a:lnTo>
                    <a:pt x="596378" y="1341820"/>
                  </a:lnTo>
                  <a:lnTo>
                    <a:pt x="597074" y="1347837"/>
                  </a:lnTo>
                  <a:lnTo>
                    <a:pt x="597770" y="1351565"/>
                  </a:lnTo>
                  <a:lnTo>
                    <a:pt x="598467" y="1354059"/>
                  </a:lnTo>
                  <a:lnTo>
                    <a:pt x="599163" y="1357131"/>
                  </a:lnTo>
                  <a:lnTo>
                    <a:pt x="599859" y="1361143"/>
                  </a:lnTo>
                  <a:lnTo>
                    <a:pt x="600555" y="1364821"/>
                  </a:lnTo>
                  <a:lnTo>
                    <a:pt x="601251" y="1368498"/>
                  </a:lnTo>
                  <a:lnTo>
                    <a:pt x="601947" y="1372176"/>
                  </a:lnTo>
                  <a:lnTo>
                    <a:pt x="602644" y="1375991"/>
                  </a:lnTo>
                  <a:lnTo>
                    <a:pt x="603340" y="1377843"/>
                  </a:lnTo>
                  <a:lnTo>
                    <a:pt x="604036" y="1380256"/>
                  </a:lnTo>
                  <a:lnTo>
                    <a:pt x="604732" y="1380461"/>
                  </a:lnTo>
                  <a:lnTo>
                    <a:pt x="605428" y="1383260"/>
                  </a:lnTo>
                  <a:lnTo>
                    <a:pt x="606124" y="1387855"/>
                  </a:lnTo>
                  <a:lnTo>
                    <a:pt x="606821" y="1394538"/>
                  </a:lnTo>
                  <a:lnTo>
                    <a:pt x="607517" y="1401220"/>
                  </a:lnTo>
                  <a:lnTo>
                    <a:pt x="608213" y="1408374"/>
                  </a:lnTo>
                  <a:lnTo>
                    <a:pt x="608909" y="1414627"/>
                  </a:lnTo>
                  <a:lnTo>
                    <a:pt x="609605" y="1420092"/>
                  </a:lnTo>
                  <a:lnTo>
                    <a:pt x="610302" y="1424404"/>
                  </a:lnTo>
                  <a:lnTo>
                    <a:pt x="610998" y="1428716"/>
                  </a:lnTo>
                  <a:lnTo>
                    <a:pt x="611694" y="1433027"/>
                  </a:lnTo>
                  <a:lnTo>
                    <a:pt x="612390" y="1437339"/>
                  </a:lnTo>
                  <a:lnTo>
                    <a:pt x="613086" y="1442563"/>
                  </a:lnTo>
                  <a:lnTo>
                    <a:pt x="613782" y="1448733"/>
                  </a:lnTo>
                  <a:lnTo>
                    <a:pt x="614479" y="1453656"/>
                  </a:lnTo>
                  <a:lnTo>
                    <a:pt x="615175" y="1460142"/>
                  </a:lnTo>
                  <a:lnTo>
                    <a:pt x="615871" y="1464639"/>
                  </a:lnTo>
                  <a:lnTo>
                    <a:pt x="616567" y="1468918"/>
                  </a:lnTo>
                  <a:lnTo>
                    <a:pt x="617263" y="1472983"/>
                  </a:lnTo>
                  <a:lnTo>
                    <a:pt x="617959" y="1477395"/>
                  </a:lnTo>
                  <a:lnTo>
                    <a:pt x="618656" y="1482698"/>
                  </a:lnTo>
                  <a:lnTo>
                    <a:pt x="619352" y="1489510"/>
                  </a:lnTo>
                  <a:lnTo>
                    <a:pt x="620048" y="1496322"/>
                  </a:lnTo>
                  <a:lnTo>
                    <a:pt x="620744" y="1503135"/>
                  </a:lnTo>
                  <a:lnTo>
                    <a:pt x="621440" y="1510417"/>
                  </a:lnTo>
                  <a:lnTo>
                    <a:pt x="622136" y="1517700"/>
                  </a:lnTo>
                  <a:lnTo>
                    <a:pt x="622833" y="1524983"/>
                  </a:lnTo>
                  <a:lnTo>
                    <a:pt x="623529" y="1530599"/>
                  </a:lnTo>
                  <a:lnTo>
                    <a:pt x="624225" y="1534710"/>
                  </a:lnTo>
                  <a:lnTo>
                    <a:pt x="624921" y="1538765"/>
                  </a:lnTo>
                  <a:lnTo>
                    <a:pt x="625617" y="1540936"/>
                  </a:lnTo>
                  <a:lnTo>
                    <a:pt x="626314" y="1543477"/>
                  </a:lnTo>
                  <a:lnTo>
                    <a:pt x="627010" y="1546018"/>
                  </a:lnTo>
                  <a:lnTo>
                    <a:pt x="627706" y="1548744"/>
                  </a:lnTo>
                  <a:lnTo>
                    <a:pt x="628402" y="1551284"/>
                  </a:lnTo>
                  <a:lnTo>
                    <a:pt x="629098" y="1551930"/>
                  </a:lnTo>
                  <a:lnTo>
                    <a:pt x="629794" y="1548771"/>
                  </a:lnTo>
                  <a:lnTo>
                    <a:pt x="630491" y="1546903"/>
                  </a:lnTo>
                  <a:lnTo>
                    <a:pt x="631187" y="1547021"/>
                  </a:lnTo>
                  <a:lnTo>
                    <a:pt x="631883" y="1548887"/>
                  </a:lnTo>
                  <a:lnTo>
                    <a:pt x="632579" y="1551087"/>
                  </a:lnTo>
                  <a:lnTo>
                    <a:pt x="633275" y="1553288"/>
                  </a:lnTo>
                  <a:lnTo>
                    <a:pt x="633971" y="1555489"/>
                  </a:lnTo>
                  <a:lnTo>
                    <a:pt x="634668" y="1557690"/>
                  </a:lnTo>
                  <a:lnTo>
                    <a:pt x="635364" y="1559891"/>
                  </a:lnTo>
                  <a:lnTo>
                    <a:pt x="636060" y="1560569"/>
                  </a:lnTo>
                  <a:lnTo>
                    <a:pt x="636756" y="1561040"/>
                  </a:lnTo>
                  <a:lnTo>
                    <a:pt x="637452" y="1561510"/>
                  </a:lnTo>
                  <a:lnTo>
                    <a:pt x="638149" y="1561511"/>
                  </a:lnTo>
                  <a:lnTo>
                    <a:pt x="638845" y="1561511"/>
                  </a:lnTo>
                  <a:lnTo>
                    <a:pt x="639541" y="1561718"/>
                  </a:lnTo>
                  <a:lnTo>
                    <a:pt x="640237" y="1564819"/>
                  </a:lnTo>
                  <a:lnTo>
                    <a:pt x="640933" y="1566967"/>
                  </a:lnTo>
                  <a:lnTo>
                    <a:pt x="641629" y="1567749"/>
                  </a:lnTo>
                  <a:lnTo>
                    <a:pt x="642326" y="1566109"/>
                  </a:lnTo>
                  <a:lnTo>
                    <a:pt x="643022" y="1563998"/>
                  </a:lnTo>
                  <a:lnTo>
                    <a:pt x="643718" y="1561887"/>
                  </a:lnTo>
                  <a:lnTo>
                    <a:pt x="644414" y="1560193"/>
                  </a:lnTo>
                  <a:lnTo>
                    <a:pt x="645110" y="1558499"/>
                  </a:lnTo>
                  <a:lnTo>
                    <a:pt x="645806" y="1556388"/>
                  </a:lnTo>
                  <a:lnTo>
                    <a:pt x="646503" y="1556116"/>
                  </a:lnTo>
                  <a:lnTo>
                    <a:pt x="647199" y="1556115"/>
                  </a:lnTo>
                  <a:lnTo>
                    <a:pt x="647895" y="1556115"/>
                  </a:lnTo>
                  <a:lnTo>
                    <a:pt x="648591" y="1556586"/>
                  </a:lnTo>
                  <a:lnTo>
                    <a:pt x="649287" y="1557485"/>
                  </a:lnTo>
                  <a:lnTo>
                    <a:pt x="649983" y="1558385"/>
                  </a:lnTo>
                  <a:lnTo>
                    <a:pt x="650680" y="1559285"/>
                  </a:lnTo>
                  <a:lnTo>
                    <a:pt x="651376" y="1560090"/>
                  </a:lnTo>
                  <a:lnTo>
                    <a:pt x="652072" y="1560643"/>
                  </a:lnTo>
                  <a:lnTo>
                    <a:pt x="652768" y="1561881"/>
                  </a:lnTo>
                  <a:lnTo>
                    <a:pt x="653464" y="1563305"/>
                  </a:lnTo>
                  <a:lnTo>
                    <a:pt x="654161" y="1564258"/>
                  </a:lnTo>
                  <a:lnTo>
                    <a:pt x="654857" y="1565395"/>
                  </a:lnTo>
                  <a:lnTo>
                    <a:pt x="655553" y="1566532"/>
                  </a:lnTo>
                  <a:lnTo>
                    <a:pt x="656249" y="1567668"/>
                  </a:lnTo>
                  <a:lnTo>
                    <a:pt x="656945" y="1568805"/>
                  </a:lnTo>
                  <a:lnTo>
                    <a:pt x="657641" y="1570841"/>
                  </a:lnTo>
                  <a:lnTo>
                    <a:pt x="658338" y="1572448"/>
                  </a:lnTo>
                  <a:lnTo>
                    <a:pt x="659034" y="1574055"/>
                  </a:lnTo>
                  <a:lnTo>
                    <a:pt x="659730" y="1575662"/>
                  </a:lnTo>
                  <a:lnTo>
                    <a:pt x="660426" y="1576997"/>
                  </a:lnTo>
                  <a:lnTo>
                    <a:pt x="661122" y="1576063"/>
                  </a:lnTo>
                  <a:lnTo>
                    <a:pt x="661818" y="1574760"/>
                  </a:lnTo>
                  <a:lnTo>
                    <a:pt x="662515" y="1573458"/>
                  </a:lnTo>
                  <a:lnTo>
                    <a:pt x="663211" y="1571685"/>
                  </a:lnTo>
                  <a:lnTo>
                    <a:pt x="663907" y="1570569"/>
                  </a:lnTo>
                  <a:lnTo>
                    <a:pt x="664603" y="1570155"/>
                  </a:lnTo>
                  <a:lnTo>
                    <a:pt x="665299" y="1572008"/>
                  </a:lnTo>
                  <a:lnTo>
                    <a:pt x="665996" y="1573660"/>
                  </a:lnTo>
                  <a:lnTo>
                    <a:pt x="666692" y="1575312"/>
                  </a:lnTo>
                  <a:lnTo>
                    <a:pt x="667388" y="1576500"/>
                  </a:lnTo>
                  <a:lnTo>
                    <a:pt x="668084" y="1576150"/>
                  </a:lnTo>
                  <a:lnTo>
                    <a:pt x="668780" y="1575800"/>
                  </a:lnTo>
                  <a:lnTo>
                    <a:pt x="669476" y="1575450"/>
                  </a:lnTo>
                  <a:lnTo>
                    <a:pt x="670173" y="1575100"/>
                  </a:lnTo>
                  <a:lnTo>
                    <a:pt x="670869" y="1574957"/>
                  </a:lnTo>
                  <a:lnTo>
                    <a:pt x="671565" y="1578330"/>
                  </a:lnTo>
                  <a:lnTo>
                    <a:pt x="672261" y="1581378"/>
                  </a:lnTo>
                  <a:lnTo>
                    <a:pt x="672957" y="1584426"/>
                  </a:lnTo>
                  <a:lnTo>
                    <a:pt x="673653" y="1587473"/>
                  </a:lnTo>
                  <a:lnTo>
                    <a:pt x="674350" y="1590104"/>
                  </a:lnTo>
                  <a:lnTo>
                    <a:pt x="675046" y="1592098"/>
                  </a:lnTo>
                  <a:lnTo>
                    <a:pt x="675742" y="1591668"/>
                  </a:lnTo>
                  <a:lnTo>
                    <a:pt x="676438" y="1591668"/>
                  </a:lnTo>
                  <a:lnTo>
                    <a:pt x="677134" y="1590768"/>
                  </a:lnTo>
                  <a:lnTo>
                    <a:pt x="677831" y="1590345"/>
                  </a:lnTo>
                  <a:lnTo>
                    <a:pt x="678527" y="1591218"/>
                  </a:lnTo>
                  <a:lnTo>
                    <a:pt x="679223" y="1592091"/>
                  </a:lnTo>
                  <a:lnTo>
                    <a:pt x="679919" y="1592178"/>
                  </a:lnTo>
                  <a:lnTo>
                    <a:pt x="680615" y="1592265"/>
                  </a:lnTo>
                  <a:lnTo>
                    <a:pt x="681311" y="1592769"/>
                  </a:lnTo>
                  <a:lnTo>
                    <a:pt x="682008" y="1591434"/>
                  </a:lnTo>
                  <a:lnTo>
                    <a:pt x="682704" y="1590010"/>
                  </a:lnTo>
                  <a:lnTo>
                    <a:pt x="683400" y="1588772"/>
                  </a:lnTo>
                  <a:lnTo>
                    <a:pt x="684096" y="1587533"/>
                  </a:lnTo>
                  <a:lnTo>
                    <a:pt x="684792" y="1585865"/>
                  </a:lnTo>
                  <a:lnTo>
                    <a:pt x="685488" y="1584198"/>
                  </a:lnTo>
                  <a:lnTo>
                    <a:pt x="686185" y="1582530"/>
                  </a:lnTo>
                  <a:lnTo>
                    <a:pt x="686881" y="1581291"/>
                  </a:lnTo>
                  <a:lnTo>
                    <a:pt x="687577" y="1581291"/>
                  </a:lnTo>
                  <a:lnTo>
                    <a:pt x="688273" y="1580486"/>
                  </a:lnTo>
                  <a:lnTo>
                    <a:pt x="688969" y="1580015"/>
                  </a:lnTo>
                  <a:lnTo>
                    <a:pt x="689665" y="1580915"/>
                  </a:lnTo>
                  <a:lnTo>
                    <a:pt x="690362" y="1582766"/>
                  </a:lnTo>
                  <a:lnTo>
                    <a:pt x="691058" y="1582676"/>
                  </a:lnTo>
                  <a:lnTo>
                    <a:pt x="691754" y="1581752"/>
                  </a:lnTo>
                  <a:lnTo>
                    <a:pt x="692450" y="1578861"/>
                  </a:lnTo>
                  <a:lnTo>
                    <a:pt x="693146" y="1575070"/>
                  </a:lnTo>
                  <a:lnTo>
                    <a:pt x="693843" y="1571709"/>
                  </a:lnTo>
                  <a:lnTo>
                    <a:pt x="694539" y="1568348"/>
                  </a:lnTo>
                  <a:lnTo>
                    <a:pt x="695235" y="1564987"/>
                  </a:lnTo>
                  <a:lnTo>
                    <a:pt x="695931" y="1561898"/>
                  </a:lnTo>
                  <a:lnTo>
                    <a:pt x="696627" y="1559815"/>
                  </a:lnTo>
                  <a:lnTo>
                    <a:pt x="697323" y="1555904"/>
                  </a:lnTo>
                  <a:lnTo>
                    <a:pt x="698020" y="1551406"/>
                  </a:lnTo>
                  <a:lnTo>
                    <a:pt x="698716" y="1547378"/>
                  </a:lnTo>
                  <a:lnTo>
                    <a:pt x="699412" y="1542880"/>
                  </a:lnTo>
                  <a:lnTo>
                    <a:pt x="700108" y="1537001"/>
                  </a:lnTo>
                  <a:lnTo>
                    <a:pt x="700804" y="1530223"/>
                  </a:lnTo>
                  <a:lnTo>
                    <a:pt x="701500" y="1523699"/>
                  </a:lnTo>
                  <a:lnTo>
                    <a:pt x="702197" y="1516669"/>
                  </a:lnTo>
                  <a:lnTo>
                    <a:pt x="702893" y="1511674"/>
                  </a:lnTo>
                  <a:lnTo>
                    <a:pt x="703589" y="1507547"/>
                  </a:lnTo>
                  <a:lnTo>
                    <a:pt x="704285" y="1503756"/>
                  </a:lnTo>
                  <a:lnTo>
                    <a:pt x="704981" y="1499782"/>
                  </a:lnTo>
                  <a:lnTo>
                    <a:pt x="705678" y="1494253"/>
                  </a:lnTo>
                  <a:lnTo>
                    <a:pt x="706374" y="1488182"/>
                  </a:lnTo>
                  <a:lnTo>
                    <a:pt x="707070" y="1481546"/>
                  </a:lnTo>
                  <a:lnTo>
                    <a:pt x="707766" y="1477074"/>
                  </a:lnTo>
                  <a:lnTo>
                    <a:pt x="708462" y="1472602"/>
                  </a:lnTo>
                  <a:lnTo>
                    <a:pt x="709158" y="1468749"/>
                  </a:lnTo>
                  <a:lnTo>
                    <a:pt x="709855" y="1465314"/>
                  </a:lnTo>
                  <a:lnTo>
                    <a:pt x="710551" y="1462643"/>
                  </a:lnTo>
                  <a:lnTo>
                    <a:pt x="711247" y="1459636"/>
                  </a:lnTo>
                  <a:lnTo>
                    <a:pt x="711943" y="1457367"/>
                  </a:lnTo>
                  <a:lnTo>
                    <a:pt x="712639" y="1457033"/>
                  </a:lnTo>
                  <a:lnTo>
                    <a:pt x="713335" y="1456220"/>
                  </a:lnTo>
                  <a:lnTo>
                    <a:pt x="714032" y="1454112"/>
                  </a:lnTo>
                  <a:lnTo>
                    <a:pt x="714728" y="1452005"/>
                  </a:lnTo>
                  <a:lnTo>
                    <a:pt x="715424" y="1450838"/>
                  </a:lnTo>
                  <a:lnTo>
                    <a:pt x="716120" y="1452445"/>
                  </a:lnTo>
                  <a:lnTo>
                    <a:pt x="716816" y="1454052"/>
                  </a:lnTo>
                  <a:lnTo>
                    <a:pt x="717512" y="1455659"/>
                  </a:lnTo>
                  <a:lnTo>
                    <a:pt x="718209" y="1457083"/>
                  </a:lnTo>
                  <a:lnTo>
                    <a:pt x="718905" y="1457431"/>
                  </a:lnTo>
                  <a:lnTo>
                    <a:pt x="719601" y="1456129"/>
                  </a:lnTo>
                  <a:lnTo>
                    <a:pt x="720297" y="1455257"/>
                  </a:lnTo>
                  <a:lnTo>
                    <a:pt x="720993" y="1453954"/>
                  </a:lnTo>
                  <a:lnTo>
                    <a:pt x="721690" y="1453081"/>
                  </a:lnTo>
                  <a:lnTo>
                    <a:pt x="722386" y="1452208"/>
                  </a:lnTo>
                  <a:lnTo>
                    <a:pt x="723082" y="1450985"/>
                  </a:lnTo>
                  <a:lnTo>
                    <a:pt x="723778" y="1448430"/>
                  </a:lnTo>
                  <a:lnTo>
                    <a:pt x="724474" y="1445538"/>
                  </a:lnTo>
                  <a:lnTo>
                    <a:pt x="725170" y="1441214"/>
                  </a:lnTo>
                  <a:lnTo>
                    <a:pt x="725867" y="1435939"/>
                  </a:lnTo>
                  <a:lnTo>
                    <a:pt x="726563" y="1432189"/>
                  </a:lnTo>
                  <a:lnTo>
                    <a:pt x="727259" y="1429271"/>
                  </a:lnTo>
                  <a:lnTo>
                    <a:pt x="727955" y="1428738"/>
                  </a:lnTo>
                  <a:lnTo>
                    <a:pt x="728651" y="1428204"/>
                  </a:lnTo>
                  <a:lnTo>
                    <a:pt x="729347" y="1428317"/>
                  </a:lnTo>
                  <a:lnTo>
                    <a:pt x="730044" y="1429138"/>
                  </a:lnTo>
                  <a:lnTo>
                    <a:pt x="730740" y="1429488"/>
                  </a:lnTo>
                  <a:lnTo>
                    <a:pt x="731436" y="1429838"/>
                  </a:lnTo>
                  <a:lnTo>
                    <a:pt x="732132" y="1431921"/>
                  </a:lnTo>
                  <a:lnTo>
                    <a:pt x="732828" y="1436262"/>
                  </a:lnTo>
                  <a:lnTo>
                    <a:pt x="733525" y="1440761"/>
                  </a:lnTo>
                  <a:lnTo>
                    <a:pt x="734221" y="1447800"/>
                  </a:lnTo>
                  <a:lnTo>
                    <a:pt x="734917" y="1456219"/>
                  </a:lnTo>
                  <a:lnTo>
                    <a:pt x="735613" y="1465589"/>
                  </a:lnTo>
                  <a:lnTo>
                    <a:pt x="736309" y="1475859"/>
                  </a:lnTo>
                  <a:lnTo>
                    <a:pt x="737005" y="1485456"/>
                  </a:lnTo>
                  <a:lnTo>
                    <a:pt x="737702" y="1496147"/>
                  </a:lnTo>
                  <a:lnTo>
                    <a:pt x="738398" y="1505268"/>
                  </a:lnTo>
                  <a:lnTo>
                    <a:pt x="739094" y="1515168"/>
                  </a:lnTo>
                  <a:lnTo>
                    <a:pt x="739790" y="1525300"/>
                  </a:lnTo>
                  <a:lnTo>
                    <a:pt x="740486" y="1535677"/>
                  </a:lnTo>
                  <a:lnTo>
                    <a:pt x="741182" y="1545916"/>
                  </a:lnTo>
                  <a:lnTo>
                    <a:pt x="741879" y="1556182"/>
                  </a:lnTo>
                  <a:lnTo>
                    <a:pt x="742575" y="1563403"/>
                  </a:lnTo>
                  <a:lnTo>
                    <a:pt x="743271" y="1566475"/>
                  </a:lnTo>
                  <a:lnTo>
                    <a:pt x="743967" y="1570872"/>
                  </a:lnTo>
                  <a:lnTo>
                    <a:pt x="744663" y="1573458"/>
                  </a:lnTo>
                  <a:lnTo>
                    <a:pt x="745360" y="1577419"/>
                  </a:lnTo>
                  <a:lnTo>
                    <a:pt x="746056" y="1581045"/>
                  </a:lnTo>
                  <a:lnTo>
                    <a:pt x="746752" y="1586648"/>
                  </a:lnTo>
                  <a:lnTo>
                    <a:pt x="747448" y="1593715"/>
                  </a:lnTo>
                  <a:lnTo>
                    <a:pt x="748144" y="1601507"/>
                  </a:lnTo>
                  <a:lnTo>
                    <a:pt x="748840" y="1610647"/>
                  </a:lnTo>
                  <a:lnTo>
                    <a:pt x="749537" y="1619127"/>
                  </a:lnTo>
                  <a:lnTo>
                    <a:pt x="750233" y="1627143"/>
                  </a:lnTo>
                  <a:lnTo>
                    <a:pt x="750929" y="1632965"/>
                  </a:lnTo>
                  <a:lnTo>
                    <a:pt x="751625" y="1639321"/>
                  </a:lnTo>
                  <a:lnTo>
                    <a:pt x="752321" y="1646126"/>
                  </a:lnTo>
                  <a:lnTo>
                    <a:pt x="753017" y="1653664"/>
                  </a:lnTo>
                  <a:lnTo>
                    <a:pt x="753714" y="1662632"/>
                  </a:lnTo>
                  <a:lnTo>
                    <a:pt x="754410" y="1671244"/>
                  </a:lnTo>
                  <a:lnTo>
                    <a:pt x="754836" y="1676941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229278" y="3504311"/>
              <a:ext cx="448477" cy="358870"/>
            </a:xfrm>
            <a:custGeom>
              <a:avLst/>
              <a:pathLst>
                <a:path w="448477" h="358870">
                  <a:moveTo>
                    <a:pt x="0" y="358870"/>
                  </a:moveTo>
                  <a:lnTo>
                    <a:pt x="666" y="351286"/>
                  </a:lnTo>
                  <a:lnTo>
                    <a:pt x="1362" y="344886"/>
                  </a:lnTo>
                  <a:lnTo>
                    <a:pt x="2058" y="338915"/>
                  </a:lnTo>
                  <a:lnTo>
                    <a:pt x="2754" y="334162"/>
                  </a:lnTo>
                  <a:lnTo>
                    <a:pt x="3451" y="329857"/>
                  </a:lnTo>
                  <a:lnTo>
                    <a:pt x="4147" y="329001"/>
                  </a:lnTo>
                  <a:lnTo>
                    <a:pt x="4843" y="327678"/>
                  </a:lnTo>
                  <a:lnTo>
                    <a:pt x="5539" y="326997"/>
                  </a:lnTo>
                  <a:lnTo>
                    <a:pt x="6235" y="326543"/>
                  </a:lnTo>
                  <a:lnTo>
                    <a:pt x="6932" y="326420"/>
                  </a:lnTo>
                  <a:lnTo>
                    <a:pt x="7628" y="325763"/>
                  </a:lnTo>
                  <a:lnTo>
                    <a:pt x="8324" y="325448"/>
                  </a:lnTo>
                  <a:lnTo>
                    <a:pt x="9020" y="325439"/>
                  </a:lnTo>
                  <a:lnTo>
                    <a:pt x="9716" y="324043"/>
                  </a:lnTo>
                  <a:lnTo>
                    <a:pt x="10412" y="321006"/>
                  </a:lnTo>
                  <a:lnTo>
                    <a:pt x="11109" y="315860"/>
                  </a:lnTo>
                  <a:lnTo>
                    <a:pt x="11805" y="308624"/>
                  </a:lnTo>
                  <a:lnTo>
                    <a:pt x="12501" y="301211"/>
                  </a:lnTo>
                  <a:lnTo>
                    <a:pt x="13197" y="293414"/>
                  </a:lnTo>
                  <a:lnTo>
                    <a:pt x="13893" y="286535"/>
                  </a:lnTo>
                  <a:lnTo>
                    <a:pt x="14589" y="279346"/>
                  </a:lnTo>
                  <a:lnTo>
                    <a:pt x="15286" y="276529"/>
                  </a:lnTo>
                  <a:lnTo>
                    <a:pt x="15982" y="275011"/>
                  </a:lnTo>
                  <a:lnTo>
                    <a:pt x="16678" y="272119"/>
                  </a:lnTo>
                  <a:lnTo>
                    <a:pt x="17374" y="267812"/>
                  </a:lnTo>
                  <a:lnTo>
                    <a:pt x="18070" y="263004"/>
                  </a:lnTo>
                  <a:lnTo>
                    <a:pt x="18767" y="256326"/>
                  </a:lnTo>
                  <a:lnTo>
                    <a:pt x="19463" y="250430"/>
                  </a:lnTo>
                  <a:lnTo>
                    <a:pt x="20159" y="247282"/>
                  </a:lnTo>
                  <a:lnTo>
                    <a:pt x="20855" y="247069"/>
                  </a:lnTo>
                  <a:lnTo>
                    <a:pt x="21551" y="249282"/>
                  </a:lnTo>
                  <a:lnTo>
                    <a:pt x="22247" y="252529"/>
                  </a:lnTo>
                  <a:lnTo>
                    <a:pt x="22944" y="255375"/>
                  </a:lnTo>
                  <a:lnTo>
                    <a:pt x="23640" y="256745"/>
                  </a:lnTo>
                  <a:lnTo>
                    <a:pt x="24336" y="257310"/>
                  </a:lnTo>
                  <a:lnTo>
                    <a:pt x="25032" y="254897"/>
                  </a:lnTo>
                  <a:lnTo>
                    <a:pt x="25728" y="252484"/>
                  </a:lnTo>
                  <a:lnTo>
                    <a:pt x="26424" y="250517"/>
                  </a:lnTo>
                  <a:lnTo>
                    <a:pt x="27121" y="249137"/>
                  </a:lnTo>
                  <a:lnTo>
                    <a:pt x="27817" y="246633"/>
                  </a:lnTo>
                  <a:lnTo>
                    <a:pt x="28513" y="242724"/>
                  </a:lnTo>
                  <a:lnTo>
                    <a:pt x="29209" y="241067"/>
                  </a:lnTo>
                  <a:lnTo>
                    <a:pt x="29905" y="237880"/>
                  </a:lnTo>
                  <a:lnTo>
                    <a:pt x="30601" y="231890"/>
                  </a:lnTo>
                  <a:lnTo>
                    <a:pt x="31298" y="223239"/>
                  </a:lnTo>
                  <a:lnTo>
                    <a:pt x="31994" y="215510"/>
                  </a:lnTo>
                  <a:lnTo>
                    <a:pt x="32690" y="207194"/>
                  </a:lnTo>
                  <a:lnTo>
                    <a:pt x="33386" y="199215"/>
                  </a:lnTo>
                  <a:lnTo>
                    <a:pt x="34082" y="190647"/>
                  </a:lnTo>
                  <a:lnTo>
                    <a:pt x="34779" y="182917"/>
                  </a:lnTo>
                  <a:lnTo>
                    <a:pt x="35475" y="177826"/>
                  </a:lnTo>
                  <a:lnTo>
                    <a:pt x="36171" y="171499"/>
                  </a:lnTo>
                  <a:lnTo>
                    <a:pt x="36867" y="164107"/>
                  </a:lnTo>
                  <a:lnTo>
                    <a:pt x="37563" y="156576"/>
                  </a:lnTo>
                  <a:lnTo>
                    <a:pt x="38259" y="149045"/>
                  </a:lnTo>
                  <a:lnTo>
                    <a:pt x="38956" y="143167"/>
                  </a:lnTo>
                  <a:lnTo>
                    <a:pt x="39652" y="134684"/>
                  </a:lnTo>
                  <a:lnTo>
                    <a:pt x="40348" y="126265"/>
                  </a:lnTo>
                  <a:lnTo>
                    <a:pt x="41044" y="118749"/>
                  </a:lnTo>
                  <a:lnTo>
                    <a:pt x="41740" y="112066"/>
                  </a:lnTo>
                  <a:lnTo>
                    <a:pt x="42436" y="104913"/>
                  </a:lnTo>
                  <a:lnTo>
                    <a:pt x="43133" y="98783"/>
                  </a:lnTo>
                  <a:lnTo>
                    <a:pt x="43829" y="92653"/>
                  </a:lnTo>
                  <a:lnTo>
                    <a:pt x="44525" y="88832"/>
                  </a:lnTo>
                  <a:lnTo>
                    <a:pt x="45221" y="84858"/>
                  </a:lnTo>
                  <a:lnTo>
                    <a:pt x="45917" y="81287"/>
                  </a:lnTo>
                  <a:lnTo>
                    <a:pt x="46614" y="79179"/>
                  </a:lnTo>
                  <a:lnTo>
                    <a:pt x="47310" y="78668"/>
                  </a:lnTo>
                  <a:lnTo>
                    <a:pt x="48006" y="79691"/>
                  </a:lnTo>
                  <a:lnTo>
                    <a:pt x="48702" y="81561"/>
                  </a:lnTo>
                  <a:lnTo>
                    <a:pt x="49398" y="83014"/>
                  </a:lnTo>
                  <a:lnTo>
                    <a:pt x="50094" y="85284"/>
                  </a:lnTo>
                  <a:lnTo>
                    <a:pt x="50791" y="87555"/>
                  </a:lnTo>
                  <a:lnTo>
                    <a:pt x="51487" y="89592"/>
                  </a:lnTo>
                  <a:lnTo>
                    <a:pt x="52183" y="91629"/>
                  </a:lnTo>
                  <a:lnTo>
                    <a:pt x="52879" y="93482"/>
                  </a:lnTo>
                  <a:lnTo>
                    <a:pt x="53575" y="95336"/>
                  </a:lnTo>
                  <a:lnTo>
                    <a:pt x="54271" y="97421"/>
                  </a:lnTo>
                  <a:lnTo>
                    <a:pt x="54968" y="99291"/>
                  </a:lnTo>
                  <a:lnTo>
                    <a:pt x="55664" y="101161"/>
                  </a:lnTo>
                  <a:lnTo>
                    <a:pt x="56360" y="102813"/>
                  </a:lnTo>
                  <a:lnTo>
                    <a:pt x="57056" y="104465"/>
                  </a:lnTo>
                  <a:lnTo>
                    <a:pt x="57752" y="106868"/>
                  </a:lnTo>
                  <a:lnTo>
                    <a:pt x="58448" y="109584"/>
                  </a:lnTo>
                  <a:lnTo>
                    <a:pt x="59145" y="113360"/>
                  </a:lnTo>
                  <a:lnTo>
                    <a:pt x="59841" y="117510"/>
                  </a:lnTo>
                  <a:lnTo>
                    <a:pt x="60537" y="124193"/>
                  </a:lnTo>
                  <a:lnTo>
                    <a:pt x="61233" y="131722"/>
                  </a:lnTo>
                  <a:lnTo>
                    <a:pt x="61929" y="139252"/>
                  </a:lnTo>
                  <a:lnTo>
                    <a:pt x="62626" y="146781"/>
                  </a:lnTo>
                  <a:lnTo>
                    <a:pt x="63322" y="154781"/>
                  </a:lnTo>
                  <a:lnTo>
                    <a:pt x="64018" y="162844"/>
                  </a:lnTo>
                  <a:lnTo>
                    <a:pt x="64714" y="170374"/>
                  </a:lnTo>
                  <a:lnTo>
                    <a:pt x="65410" y="177956"/>
                  </a:lnTo>
                  <a:lnTo>
                    <a:pt x="66106" y="186943"/>
                  </a:lnTo>
                  <a:lnTo>
                    <a:pt x="66803" y="197014"/>
                  </a:lnTo>
                  <a:lnTo>
                    <a:pt x="67499" y="207284"/>
                  </a:lnTo>
                  <a:lnTo>
                    <a:pt x="68195" y="217021"/>
                  </a:lnTo>
                  <a:lnTo>
                    <a:pt x="68891" y="226012"/>
                  </a:lnTo>
                  <a:lnTo>
                    <a:pt x="69587" y="233994"/>
                  </a:lnTo>
                  <a:lnTo>
                    <a:pt x="70283" y="241136"/>
                  </a:lnTo>
                  <a:lnTo>
                    <a:pt x="70980" y="245695"/>
                  </a:lnTo>
                  <a:lnTo>
                    <a:pt x="71676" y="251072"/>
                  </a:lnTo>
                  <a:lnTo>
                    <a:pt x="72372" y="257513"/>
                  </a:lnTo>
                  <a:lnTo>
                    <a:pt x="73068" y="264626"/>
                  </a:lnTo>
                  <a:lnTo>
                    <a:pt x="73764" y="271739"/>
                  </a:lnTo>
                  <a:lnTo>
                    <a:pt x="74461" y="276411"/>
                  </a:lnTo>
                  <a:lnTo>
                    <a:pt x="75157" y="280559"/>
                  </a:lnTo>
                  <a:lnTo>
                    <a:pt x="75853" y="284101"/>
                  </a:lnTo>
                  <a:lnTo>
                    <a:pt x="76549" y="284129"/>
                  </a:lnTo>
                  <a:lnTo>
                    <a:pt x="77245" y="282392"/>
                  </a:lnTo>
                  <a:lnTo>
                    <a:pt x="77941" y="281126"/>
                  </a:lnTo>
                  <a:lnTo>
                    <a:pt x="78638" y="279860"/>
                  </a:lnTo>
                  <a:lnTo>
                    <a:pt x="79334" y="278372"/>
                  </a:lnTo>
                  <a:lnTo>
                    <a:pt x="80030" y="275729"/>
                  </a:lnTo>
                  <a:lnTo>
                    <a:pt x="80726" y="273235"/>
                  </a:lnTo>
                  <a:lnTo>
                    <a:pt x="81422" y="270556"/>
                  </a:lnTo>
                  <a:lnTo>
                    <a:pt x="82118" y="266414"/>
                  </a:lnTo>
                  <a:lnTo>
                    <a:pt x="82815" y="260795"/>
                  </a:lnTo>
                  <a:lnTo>
                    <a:pt x="83511" y="253642"/>
                  </a:lnTo>
                  <a:lnTo>
                    <a:pt x="84207" y="245307"/>
                  </a:lnTo>
                  <a:lnTo>
                    <a:pt x="84903" y="239158"/>
                  </a:lnTo>
                  <a:lnTo>
                    <a:pt x="85599" y="233099"/>
                  </a:lnTo>
                  <a:lnTo>
                    <a:pt x="86296" y="227336"/>
                  </a:lnTo>
                  <a:lnTo>
                    <a:pt x="86992" y="224864"/>
                  </a:lnTo>
                  <a:lnTo>
                    <a:pt x="87688" y="223411"/>
                  </a:lnTo>
                  <a:lnTo>
                    <a:pt x="88384" y="221958"/>
                  </a:lnTo>
                  <a:lnTo>
                    <a:pt x="89080" y="220290"/>
                  </a:lnTo>
                  <a:lnTo>
                    <a:pt x="89776" y="218420"/>
                  </a:lnTo>
                  <a:lnTo>
                    <a:pt x="90473" y="217103"/>
                  </a:lnTo>
                  <a:lnTo>
                    <a:pt x="91169" y="215786"/>
                  </a:lnTo>
                  <a:lnTo>
                    <a:pt x="91865" y="214134"/>
                  </a:lnTo>
                  <a:lnTo>
                    <a:pt x="92561" y="212816"/>
                  </a:lnTo>
                  <a:lnTo>
                    <a:pt x="93257" y="210631"/>
                  </a:lnTo>
                  <a:lnTo>
                    <a:pt x="93953" y="208979"/>
                  </a:lnTo>
                  <a:lnTo>
                    <a:pt x="94650" y="208079"/>
                  </a:lnTo>
                  <a:lnTo>
                    <a:pt x="95346" y="207274"/>
                  </a:lnTo>
                  <a:lnTo>
                    <a:pt x="96042" y="207274"/>
                  </a:lnTo>
                  <a:lnTo>
                    <a:pt x="96738" y="206427"/>
                  </a:lnTo>
                  <a:lnTo>
                    <a:pt x="97434" y="205580"/>
                  </a:lnTo>
                  <a:lnTo>
                    <a:pt x="98130" y="204733"/>
                  </a:lnTo>
                  <a:lnTo>
                    <a:pt x="98827" y="203886"/>
                  </a:lnTo>
                  <a:lnTo>
                    <a:pt x="99523" y="202506"/>
                  </a:lnTo>
                  <a:lnTo>
                    <a:pt x="100219" y="201659"/>
                  </a:lnTo>
                  <a:lnTo>
                    <a:pt x="100915" y="200759"/>
                  </a:lnTo>
                  <a:lnTo>
                    <a:pt x="101611" y="199859"/>
                  </a:lnTo>
                  <a:lnTo>
                    <a:pt x="102308" y="198542"/>
                  </a:lnTo>
                  <a:lnTo>
                    <a:pt x="103004" y="196691"/>
                  </a:lnTo>
                  <a:lnTo>
                    <a:pt x="103700" y="195374"/>
                  </a:lnTo>
                  <a:lnTo>
                    <a:pt x="104396" y="194934"/>
                  </a:lnTo>
                  <a:lnTo>
                    <a:pt x="105092" y="195624"/>
                  </a:lnTo>
                  <a:lnTo>
                    <a:pt x="105788" y="196784"/>
                  </a:lnTo>
                  <a:lnTo>
                    <a:pt x="106485" y="198008"/>
                  </a:lnTo>
                  <a:lnTo>
                    <a:pt x="107181" y="199648"/>
                  </a:lnTo>
                  <a:lnTo>
                    <a:pt x="107877" y="201289"/>
                  </a:lnTo>
                  <a:lnTo>
                    <a:pt x="108573" y="203400"/>
                  </a:lnTo>
                  <a:lnTo>
                    <a:pt x="109269" y="205041"/>
                  </a:lnTo>
                  <a:lnTo>
                    <a:pt x="109965" y="209259"/>
                  </a:lnTo>
                  <a:lnTo>
                    <a:pt x="110662" y="214000"/>
                  </a:lnTo>
                  <a:lnTo>
                    <a:pt x="111358" y="219348"/>
                  </a:lnTo>
                  <a:lnTo>
                    <a:pt x="112054" y="226836"/>
                  </a:lnTo>
                  <a:lnTo>
                    <a:pt x="112750" y="235255"/>
                  </a:lnTo>
                  <a:lnTo>
                    <a:pt x="113446" y="243674"/>
                  </a:lnTo>
                  <a:lnTo>
                    <a:pt x="114143" y="251623"/>
                  </a:lnTo>
                  <a:lnTo>
                    <a:pt x="114839" y="259793"/>
                  </a:lnTo>
                  <a:lnTo>
                    <a:pt x="115535" y="266810"/>
                  </a:lnTo>
                  <a:lnTo>
                    <a:pt x="116231" y="274046"/>
                  </a:lnTo>
                  <a:lnTo>
                    <a:pt x="116927" y="280729"/>
                  </a:lnTo>
                  <a:lnTo>
                    <a:pt x="117623" y="287746"/>
                  </a:lnTo>
                  <a:lnTo>
                    <a:pt x="118320" y="294429"/>
                  </a:lnTo>
                  <a:lnTo>
                    <a:pt x="119016" y="301111"/>
                  </a:lnTo>
                  <a:lnTo>
                    <a:pt x="119712" y="308129"/>
                  </a:lnTo>
                  <a:lnTo>
                    <a:pt x="120408" y="313043"/>
                  </a:lnTo>
                  <a:lnTo>
                    <a:pt x="121104" y="317449"/>
                  </a:lnTo>
                  <a:lnTo>
                    <a:pt x="121800" y="321896"/>
                  </a:lnTo>
                  <a:lnTo>
                    <a:pt x="122497" y="323468"/>
                  </a:lnTo>
                  <a:lnTo>
                    <a:pt x="123193" y="324491"/>
                  </a:lnTo>
                  <a:lnTo>
                    <a:pt x="123889" y="325514"/>
                  </a:lnTo>
                  <a:lnTo>
                    <a:pt x="124585" y="326752"/>
                  </a:lnTo>
                  <a:lnTo>
                    <a:pt x="125281" y="327305"/>
                  </a:lnTo>
                  <a:lnTo>
                    <a:pt x="125977" y="327305"/>
                  </a:lnTo>
                  <a:lnTo>
                    <a:pt x="126674" y="327305"/>
                  </a:lnTo>
                  <a:lnTo>
                    <a:pt x="127370" y="327640"/>
                  </a:lnTo>
                  <a:lnTo>
                    <a:pt x="128066" y="327640"/>
                  </a:lnTo>
                  <a:lnTo>
                    <a:pt x="128762" y="327975"/>
                  </a:lnTo>
                  <a:lnTo>
                    <a:pt x="129458" y="328309"/>
                  </a:lnTo>
                  <a:lnTo>
                    <a:pt x="130155" y="328780"/>
                  </a:lnTo>
                  <a:lnTo>
                    <a:pt x="130851" y="330015"/>
                  </a:lnTo>
                  <a:lnTo>
                    <a:pt x="131547" y="330861"/>
                  </a:lnTo>
                  <a:lnTo>
                    <a:pt x="132243" y="329890"/>
                  </a:lnTo>
                  <a:lnTo>
                    <a:pt x="132939" y="327779"/>
                  </a:lnTo>
                  <a:lnTo>
                    <a:pt x="133635" y="326085"/>
                  </a:lnTo>
                  <a:lnTo>
                    <a:pt x="134332" y="322931"/>
                  </a:lnTo>
                  <a:lnTo>
                    <a:pt x="135028" y="319570"/>
                  </a:lnTo>
                  <a:lnTo>
                    <a:pt x="135724" y="316208"/>
                  </a:lnTo>
                  <a:lnTo>
                    <a:pt x="136420" y="313318"/>
                  </a:lnTo>
                  <a:lnTo>
                    <a:pt x="137116" y="310427"/>
                  </a:lnTo>
                  <a:lnTo>
                    <a:pt x="137812" y="307536"/>
                  </a:lnTo>
                  <a:lnTo>
                    <a:pt x="138509" y="304645"/>
                  </a:lnTo>
                  <a:lnTo>
                    <a:pt x="139205" y="301755"/>
                  </a:lnTo>
                  <a:lnTo>
                    <a:pt x="139901" y="297011"/>
                  </a:lnTo>
                  <a:lnTo>
                    <a:pt x="140597" y="292179"/>
                  </a:lnTo>
                  <a:lnTo>
                    <a:pt x="141293" y="286877"/>
                  </a:lnTo>
                  <a:lnTo>
                    <a:pt x="141990" y="281511"/>
                  </a:lnTo>
                  <a:lnTo>
                    <a:pt x="142686" y="277480"/>
                  </a:lnTo>
                  <a:lnTo>
                    <a:pt x="143382" y="274589"/>
                  </a:lnTo>
                  <a:lnTo>
                    <a:pt x="144078" y="268753"/>
                  </a:lnTo>
                  <a:lnTo>
                    <a:pt x="144774" y="264708"/>
                  </a:lnTo>
                  <a:lnTo>
                    <a:pt x="145470" y="260507"/>
                  </a:lnTo>
                  <a:lnTo>
                    <a:pt x="146167" y="254254"/>
                  </a:lnTo>
                  <a:lnTo>
                    <a:pt x="146863" y="247527"/>
                  </a:lnTo>
                  <a:lnTo>
                    <a:pt x="147559" y="239954"/>
                  </a:lnTo>
                  <a:lnTo>
                    <a:pt x="148255" y="231190"/>
                  </a:lnTo>
                  <a:lnTo>
                    <a:pt x="148951" y="221242"/>
                  </a:lnTo>
                  <a:lnTo>
                    <a:pt x="149647" y="211136"/>
                  </a:lnTo>
                  <a:lnTo>
                    <a:pt x="150344" y="201602"/>
                  </a:lnTo>
                  <a:lnTo>
                    <a:pt x="151040" y="192930"/>
                  </a:lnTo>
                  <a:lnTo>
                    <a:pt x="151736" y="183886"/>
                  </a:lnTo>
                  <a:lnTo>
                    <a:pt x="152432" y="174114"/>
                  </a:lnTo>
                  <a:lnTo>
                    <a:pt x="153128" y="164008"/>
                  </a:lnTo>
                  <a:lnTo>
                    <a:pt x="153824" y="153483"/>
                  </a:lnTo>
                  <a:lnTo>
                    <a:pt x="154521" y="144393"/>
                  </a:lnTo>
                  <a:lnTo>
                    <a:pt x="155217" y="135303"/>
                  </a:lnTo>
                  <a:lnTo>
                    <a:pt x="155913" y="126774"/>
                  </a:lnTo>
                  <a:lnTo>
                    <a:pt x="156609" y="119590"/>
                  </a:lnTo>
                  <a:lnTo>
                    <a:pt x="157305" y="111641"/>
                  </a:lnTo>
                  <a:lnTo>
                    <a:pt x="158002" y="103692"/>
                  </a:lnTo>
                  <a:lnTo>
                    <a:pt x="158698" y="96988"/>
                  </a:lnTo>
                  <a:lnTo>
                    <a:pt x="159394" y="91774"/>
                  </a:lnTo>
                  <a:lnTo>
                    <a:pt x="160090" y="87879"/>
                  </a:lnTo>
                  <a:lnTo>
                    <a:pt x="160786" y="84037"/>
                  </a:lnTo>
                  <a:lnTo>
                    <a:pt x="161482" y="80196"/>
                  </a:lnTo>
                  <a:lnTo>
                    <a:pt x="162179" y="76562"/>
                  </a:lnTo>
                  <a:lnTo>
                    <a:pt x="162875" y="72721"/>
                  </a:lnTo>
                  <a:lnTo>
                    <a:pt x="163571" y="67977"/>
                  </a:lnTo>
                  <a:lnTo>
                    <a:pt x="164267" y="61217"/>
                  </a:lnTo>
                  <a:lnTo>
                    <a:pt x="164963" y="53698"/>
                  </a:lnTo>
                  <a:lnTo>
                    <a:pt x="165659" y="46125"/>
                  </a:lnTo>
                  <a:lnTo>
                    <a:pt x="166356" y="38657"/>
                  </a:lnTo>
                  <a:lnTo>
                    <a:pt x="167052" y="30771"/>
                  </a:lnTo>
                  <a:lnTo>
                    <a:pt x="167748" y="25549"/>
                  </a:lnTo>
                  <a:lnTo>
                    <a:pt x="168444" y="22358"/>
                  </a:lnTo>
                  <a:lnTo>
                    <a:pt x="169140" y="18216"/>
                  </a:lnTo>
                  <a:lnTo>
                    <a:pt x="169837" y="15534"/>
                  </a:lnTo>
                  <a:lnTo>
                    <a:pt x="170533" y="12642"/>
                  </a:lnTo>
                  <a:lnTo>
                    <a:pt x="171229" y="9750"/>
                  </a:lnTo>
                  <a:lnTo>
                    <a:pt x="171925" y="6858"/>
                  </a:lnTo>
                  <a:lnTo>
                    <a:pt x="172621" y="4243"/>
                  </a:lnTo>
                  <a:lnTo>
                    <a:pt x="173317" y="1629"/>
                  </a:lnTo>
                  <a:lnTo>
                    <a:pt x="174014" y="0"/>
                  </a:lnTo>
                  <a:lnTo>
                    <a:pt x="174710" y="420"/>
                  </a:lnTo>
                  <a:lnTo>
                    <a:pt x="175406" y="1269"/>
                  </a:lnTo>
                  <a:lnTo>
                    <a:pt x="176102" y="2259"/>
                  </a:lnTo>
                  <a:lnTo>
                    <a:pt x="176798" y="2821"/>
                  </a:lnTo>
                  <a:lnTo>
                    <a:pt x="177494" y="3915"/>
                  </a:lnTo>
                  <a:lnTo>
                    <a:pt x="178191" y="4105"/>
                  </a:lnTo>
                  <a:lnTo>
                    <a:pt x="178887" y="3154"/>
                  </a:lnTo>
                  <a:lnTo>
                    <a:pt x="179583" y="4248"/>
                  </a:lnTo>
                  <a:lnTo>
                    <a:pt x="180279" y="4024"/>
                  </a:lnTo>
                  <a:lnTo>
                    <a:pt x="180975" y="3913"/>
                  </a:lnTo>
                  <a:lnTo>
                    <a:pt x="181672" y="5854"/>
                  </a:lnTo>
                  <a:lnTo>
                    <a:pt x="182368" y="8269"/>
                  </a:lnTo>
                  <a:lnTo>
                    <a:pt x="183064" y="11530"/>
                  </a:lnTo>
                  <a:lnTo>
                    <a:pt x="183760" y="17834"/>
                  </a:lnTo>
                  <a:lnTo>
                    <a:pt x="184456" y="25670"/>
                  </a:lnTo>
                  <a:lnTo>
                    <a:pt x="185152" y="33944"/>
                  </a:lnTo>
                  <a:lnTo>
                    <a:pt x="185849" y="43948"/>
                  </a:lnTo>
                  <a:lnTo>
                    <a:pt x="186545" y="53091"/>
                  </a:lnTo>
                  <a:lnTo>
                    <a:pt x="187241" y="62605"/>
                  </a:lnTo>
                  <a:lnTo>
                    <a:pt x="187937" y="73182"/>
                  </a:lnTo>
                  <a:lnTo>
                    <a:pt x="188633" y="83760"/>
                  </a:lnTo>
                  <a:lnTo>
                    <a:pt x="189329" y="94283"/>
                  </a:lnTo>
                  <a:lnTo>
                    <a:pt x="190026" y="103374"/>
                  </a:lnTo>
                  <a:lnTo>
                    <a:pt x="190722" y="112464"/>
                  </a:lnTo>
                  <a:lnTo>
                    <a:pt x="191418" y="121328"/>
                  </a:lnTo>
                  <a:lnTo>
                    <a:pt x="192114" y="128847"/>
                  </a:lnTo>
                  <a:lnTo>
                    <a:pt x="192810" y="136796"/>
                  </a:lnTo>
                  <a:lnTo>
                    <a:pt x="193506" y="144744"/>
                  </a:lnTo>
                  <a:lnTo>
                    <a:pt x="194203" y="150426"/>
                  </a:lnTo>
                  <a:lnTo>
                    <a:pt x="194899" y="154834"/>
                  </a:lnTo>
                  <a:lnTo>
                    <a:pt x="195595" y="157924"/>
                  </a:lnTo>
                  <a:lnTo>
                    <a:pt x="196291" y="161430"/>
                  </a:lnTo>
                  <a:lnTo>
                    <a:pt x="196987" y="165272"/>
                  </a:lnTo>
                  <a:lnTo>
                    <a:pt x="197684" y="168571"/>
                  </a:lnTo>
                  <a:lnTo>
                    <a:pt x="198380" y="172078"/>
                  </a:lnTo>
                  <a:lnTo>
                    <a:pt x="199076" y="176268"/>
                  </a:lnTo>
                  <a:lnTo>
                    <a:pt x="199772" y="182694"/>
                  </a:lnTo>
                  <a:lnTo>
                    <a:pt x="200468" y="189878"/>
                  </a:lnTo>
                  <a:lnTo>
                    <a:pt x="201164" y="196645"/>
                  </a:lnTo>
                  <a:lnTo>
                    <a:pt x="201861" y="202661"/>
                  </a:lnTo>
                  <a:lnTo>
                    <a:pt x="202557" y="208462"/>
                  </a:lnTo>
                  <a:lnTo>
                    <a:pt x="203253" y="213417"/>
                  </a:lnTo>
                  <a:lnTo>
                    <a:pt x="203949" y="217481"/>
                  </a:lnTo>
                  <a:lnTo>
                    <a:pt x="204645" y="222079"/>
                  </a:lnTo>
                  <a:lnTo>
                    <a:pt x="205341" y="226676"/>
                  </a:lnTo>
                  <a:lnTo>
                    <a:pt x="206038" y="231906"/>
                  </a:lnTo>
                  <a:lnTo>
                    <a:pt x="206734" y="237136"/>
                  </a:lnTo>
                  <a:lnTo>
                    <a:pt x="207430" y="242151"/>
                  </a:lnTo>
                  <a:lnTo>
                    <a:pt x="208126" y="246889"/>
                  </a:lnTo>
                  <a:lnTo>
                    <a:pt x="208822" y="251627"/>
                  </a:lnTo>
                  <a:lnTo>
                    <a:pt x="209519" y="255379"/>
                  </a:lnTo>
                  <a:lnTo>
                    <a:pt x="210215" y="256895"/>
                  </a:lnTo>
                  <a:lnTo>
                    <a:pt x="210911" y="259766"/>
                  </a:lnTo>
                  <a:lnTo>
                    <a:pt x="211607" y="263055"/>
                  </a:lnTo>
                  <a:lnTo>
                    <a:pt x="212303" y="266774"/>
                  </a:lnTo>
                  <a:lnTo>
                    <a:pt x="212999" y="270710"/>
                  </a:lnTo>
                  <a:lnTo>
                    <a:pt x="213696" y="274217"/>
                  </a:lnTo>
                  <a:lnTo>
                    <a:pt x="214392" y="278058"/>
                  </a:lnTo>
                  <a:lnTo>
                    <a:pt x="215088" y="282329"/>
                  </a:lnTo>
                  <a:lnTo>
                    <a:pt x="215784" y="286265"/>
                  </a:lnTo>
                  <a:lnTo>
                    <a:pt x="216480" y="290107"/>
                  </a:lnTo>
                  <a:lnTo>
                    <a:pt x="217176" y="293948"/>
                  </a:lnTo>
                  <a:lnTo>
                    <a:pt x="217873" y="298260"/>
                  </a:lnTo>
                  <a:lnTo>
                    <a:pt x="218569" y="302571"/>
                  </a:lnTo>
                  <a:lnTo>
                    <a:pt x="219265" y="305032"/>
                  </a:lnTo>
                  <a:lnTo>
                    <a:pt x="219961" y="305389"/>
                  </a:lnTo>
                  <a:lnTo>
                    <a:pt x="220657" y="305999"/>
                  </a:lnTo>
                  <a:lnTo>
                    <a:pt x="221353" y="303888"/>
                  </a:lnTo>
                  <a:lnTo>
                    <a:pt x="222050" y="301777"/>
                  </a:lnTo>
                  <a:lnTo>
                    <a:pt x="222746" y="299666"/>
                  </a:lnTo>
                  <a:lnTo>
                    <a:pt x="223442" y="297555"/>
                  </a:lnTo>
                  <a:lnTo>
                    <a:pt x="224138" y="295444"/>
                  </a:lnTo>
                  <a:lnTo>
                    <a:pt x="224834" y="294220"/>
                  </a:lnTo>
                  <a:lnTo>
                    <a:pt x="225531" y="292997"/>
                  </a:lnTo>
                  <a:lnTo>
                    <a:pt x="226227" y="291774"/>
                  </a:lnTo>
                  <a:lnTo>
                    <a:pt x="226923" y="289329"/>
                  </a:lnTo>
                  <a:lnTo>
                    <a:pt x="227619" y="285905"/>
                  </a:lnTo>
                  <a:lnTo>
                    <a:pt x="228315" y="282064"/>
                  </a:lnTo>
                  <a:lnTo>
                    <a:pt x="229011" y="278222"/>
                  </a:lnTo>
                  <a:lnTo>
                    <a:pt x="229708" y="274934"/>
                  </a:lnTo>
                  <a:lnTo>
                    <a:pt x="230404" y="273696"/>
                  </a:lnTo>
                  <a:lnTo>
                    <a:pt x="231100" y="272807"/>
                  </a:lnTo>
                  <a:lnTo>
                    <a:pt x="231796" y="271569"/>
                  </a:lnTo>
                  <a:lnTo>
                    <a:pt x="232492" y="268678"/>
                  </a:lnTo>
                  <a:lnTo>
                    <a:pt x="233188" y="266122"/>
                  </a:lnTo>
                  <a:lnTo>
                    <a:pt x="233885" y="261902"/>
                  </a:lnTo>
                  <a:lnTo>
                    <a:pt x="234581" y="257623"/>
                  </a:lnTo>
                  <a:lnTo>
                    <a:pt x="235277" y="253712"/>
                  </a:lnTo>
                  <a:lnTo>
                    <a:pt x="235973" y="249802"/>
                  </a:lnTo>
                  <a:lnTo>
                    <a:pt x="236669" y="246337"/>
                  </a:lnTo>
                  <a:lnTo>
                    <a:pt x="237366" y="243745"/>
                  </a:lnTo>
                  <a:lnTo>
                    <a:pt x="238062" y="241177"/>
                  </a:lnTo>
                  <a:lnTo>
                    <a:pt x="238758" y="238146"/>
                  </a:lnTo>
                  <a:lnTo>
                    <a:pt x="239454" y="235114"/>
                  </a:lnTo>
                  <a:lnTo>
                    <a:pt x="240150" y="231637"/>
                  </a:lnTo>
                  <a:lnTo>
                    <a:pt x="240846" y="228160"/>
                  </a:lnTo>
                  <a:lnTo>
                    <a:pt x="241543" y="223880"/>
                  </a:lnTo>
                  <a:lnTo>
                    <a:pt x="242239" y="219693"/>
                  </a:lnTo>
                  <a:lnTo>
                    <a:pt x="242935" y="215628"/>
                  </a:lnTo>
                  <a:lnTo>
                    <a:pt x="243631" y="211031"/>
                  </a:lnTo>
                  <a:lnTo>
                    <a:pt x="244327" y="206433"/>
                  </a:lnTo>
                  <a:lnTo>
                    <a:pt x="245023" y="201836"/>
                  </a:lnTo>
                  <a:lnTo>
                    <a:pt x="245720" y="196107"/>
                  </a:lnTo>
                  <a:lnTo>
                    <a:pt x="246416" y="189977"/>
                  </a:lnTo>
                  <a:lnTo>
                    <a:pt x="247112" y="183294"/>
                  </a:lnTo>
                  <a:lnTo>
                    <a:pt x="247808" y="176396"/>
                  </a:lnTo>
                  <a:lnTo>
                    <a:pt x="248504" y="170929"/>
                  </a:lnTo>
                  <a:lnTo>
                    <a:pt x="249201" y="165970"/>
                  </a:lnTo>
                  <a:lnTo>
                    <a:pt x="249897" y="160676"/>
                  </a:lnTo>
                  <a:lnTo>
                    <a:pt x="250593" y="155382"/>
                  </a:lnTo>
                  <a:lnTo>
                    <a:pt x="251289" y="149618"/>
                  </a:lnTo>
                  <a:lnTo>
                    <a:pt x="251985" y="142383"/>
                  </a:lnTo>
                  <a:lnTo>
                    <a:pt x="252681" y="135116"/>
                  </a:lnTo>
                  <a:lnTo>
                    <a:pt x="253378" y="127287"/>
                  </a:lnTo>
                  <a:lnTo>
                    <a:pt x="254074" y="119799"/>
                  </a:lnTo>
                  <a:lnTo>
                    <a:pt x="254770" y="113946"/>
                  </a:lnTo>
                  <a:lnTo>
                    <a:pt x="255466" y="110488"/>
                  </a:lnTo>
                  <a:lnTo>
                    <a:pt x="256162" y="106970"/>
                  </a:lnTo>
                  <a:lnTo>
                    <a:pt x="256858" y="104339"/>
                  </a:lnTo>
                  <a:lnTo>
                    <a:pt x="257555" y="101239"/>
                  </a:lnTo>
                  <a:lnTo>
                    <a:pt x="258251" y="97139"/>
                  </a:lnTo>
                  <a:lnTo>
                    <a:pt x="258947" y="92097"/>
                  </a:lnTo>
                  <a:lnTo>
                    <a:pt x="259643" y="87055"/>
                  </a:lnTo>
                  <a:lnTo>
                    <a:pt x="260339" y="82066"/>
                  </a:lnTo>
                  <a:lnTo>
                    <a:pt x="261035" y="77076"/>
                  </a:lnTo>
                  <a:lnTo>
                    <a:pt x="261732" y="72837"/>
                  </a:lnTo>
                  <a:lnTo>
                    <a:pt x="262428" y="71010"/>
                  </a:lnTo>
                  <a:lnTo>
                    <a:pt x="263124" y="70164"/>
                  </a:lnTo>
                  <a:lnTo>
                    <a:pt x="263820" y="71585"/>
                  </a:lnTo>
                  <a:lnTo>
                    <a:pt x="264516" y="72886"/>
                  </a:lnTo>
                  <a:lnTo>
                    <a:pt x="265213" y="74186"/>
                  </a:lnTo>
                  <a:lnTo>
                    <a:pt x="265909" y="72666"/>
                  </a:lnTo>
                  <a:lnTo>
                    <a:pt x="266605" y="71014"/>
                  </a:lnTo>
                  <a:lnTo>
                    <a:pt x="267301" y="69494"/>
                  </a:lnTo>
                  <a:lnTo>
                    <a:pt x="267997" y="69844"/>
                  </a:lnTo>
                  <a:lnTo>
                    <a:pt x="268693" y="71415"/>
                  </a:lnTo>
                  <a:lnTo>
                    <a:pt x="269390" y="75971"/>
                  </a:lnTo>
                  <a:lnTo>
                    <a:pt x="270086" y="80803"/>
                  </a:lnTo>
                  <a:lnTo>
                    <a:pt x="270782" y="85048"/>
                  </a:lnTo>
                  <a:lnTo>
                    <a:pt x="271478" y="89293"/>
                  </a:lnTo>
                  <a:lnTo>
                    <a:pt x="272174" y="93092"/>
                  </a:lnTo>
                  <a:lnTo>
                    <a:pt x="272870" y="96238"/>
                  </a:lnTo>
                  <a:lnTo>
                    <a:pt x="273567" y="99573"/>
                  </a:lnTo>
                  <a:lnTo>
                    <a:pt x="274263" y="103843"/>
                  </a:lnTo>
                  <a:lnTo>
                    <a:pt x="274959" y="108113"/>
                  </a:lnTo>
                  <a:lnTo>
                    <a:pt x="275655" y="112828"/>
                  </a:lnTo>
                  <a:lnTo>
                    <a:pt x="276351" y="117543"/>
                  </a:lnTo>
                  <a:lnTo>
                    <a:pt x="277048" y="122846"/>
                  </a:lnTo>
                  <a:lnTo>
                    <a:pt x="277744" y="128057"/>
                  </a:lnTo>
                  <a:lnTo>
                    <a:pt x="278440" y="133360"/>
                  </a:lnTo>
                  <a:lnTo>
                    <a:pt x="279136" y="137132"/>
                  </a:lnTo>
                  <a:lnTo>
                    <a:pt x="279832" y="140428"/>
                  </a:lnTo>
                  <a:lnTo>
                    <a:pt x="280528" y="143723"/>
                  </a:lnTo>
                  <a:lnTo>
                    <a:pt x="281225" y="146728"/>
                  </a:lnTo>
                  <a:lnTo>
                    <a:pt x="281921" y="148669"/>
                  </a:lnTo>
                  <a:lnTo>
                    <a:pt x="282617" y="151163"/>
                  </a:lnTo>
                  <a:lnTo>
                    <a:pt x="283313" y="154342"/>
                  </a:lnTo>
                  <a:lnTo>
                    <a:pt x="284009" y="156302"/>
                  </a:lnTo>
                  <a:lnTo>
                    <a:pt x="284705" y="157325"/>
                  </a:lnTo>
                  <a:lnTo>
                    <a:pt x="285402" y="156406"/>
                  </a:lnTo>
                  <a:lnTo>
                    <a:pt x="286098" y="154301"/>
                  </a:lnTo>
                  <a:lnTo>
                    <a:pt x="286794" y="152451"/>
                  </a:lnTo>
                  <a:lnTo>
                    <a:pt x="287490" y="151171"/>
                  </a:lnTo>
                  <a:lnTo>
                    <a:pt x="288186" y="149764"/>
                  </a:lnTo>
                  <a:lnTo>
                    <a:pt x="288882" y="148451"/>
                  </a:lnTo>
                  <a:lnTo>
                    <a:pt x="289579" y="148573"/>
                  </a:lnTo>
                  <a:lnTo>
                    <a:pt x="290275" y="147387"/>
                  </a:lnTo>
                  <a:lnTo>
                    <a:pt x="290971" y="145560"/>
                  </a:lnTo>
                  <a:lnTo>
                    <a:pt x="291667" y="144579"/>
                  </a:lnTo>
                  <a:lnTo>
                    <a:pt x="292363" y="144017"/>
                  </a:lnTo>
                  <a:lnTo>
                    <a:pt x="293060" y="142273"/>
                  </a:lnTo>
                  <a:lnTo>
                    <a:pt x="293756" y="140912"/>
                  </a:lnTo>
                  <a:lnTo>
                    <a:pt x="294452" y="140493"/>
                  </a:lnTo>
                  <a:lnTo>
                    <a:pt x="295148" y="140361"/>
                  </a:lnTo>
                  <a:lnTo>
                    <a:pt x="295844" y="140592"/>
                  </a:lnTo>
                  <a:lnTo>
                    <a:pt x="296540" y="141496"/>
                  </a:lnTo>
                  <a:lnTo>
                    <a:pt x="297237" y="141063"/>
                  </a:lnTo>
                  <a:lnTo>
                    <a:pt x="297933" y="139940"/>
                  </a:lnTo>
                  <a:lnTo>
                    <a:pt x="298629" y="138059"/>
                  </a:lnTo>
                  <a:lnTo>
                    <a:pt x="299325" y="133377"/>
                  </a:lnTo>
                  <a:lnTo>
                    <a:pt x="300021" y="128399"/>
                  </a:lnTo>
                  <a:lnTo>
                    <a:pt x="300717" y="123420"/>
                  </a:lnTo>
                  <a:lnTo>
                    <a:pt x="301414" y="118994"/>
                  </a:lnTo>
                  <a:lnTo>
                    <a:pt x="302110" y="114351"/>
                  </a:lnTo>
                  <a:lnTo>
                    <a:pt x="302806" y="109074"/>
                  </a:lnTo>
                  <a:lnTo>
                    <a:pt x="303502" y="104431"/>
                  </a:lnTo>
                  <a:lnTo>
                    <a:pt x="304198" y="99181"/>
                  </a:lnTo>
                  <a:lnTo>
                    <a:pt x="304895" y="92080"/>
                  </a:lnTo>
                  <a:lnTo>
                    <a:pt x="305591" y="84810"/>
                  </a:lnTo>
                  <a:lnTo>
                    <a:pt x="306287" y="78597"/>
                  </a:lnTo>
                  <a:lnTo>
                    <a:pt x="306983" y="72385"/>
                  </a:lnTo>
                  <a:lnTo>
                    <a:pt x="307679" y="67310"/>
                  </a:lnTo>
                  <a:lnTo>
                    <a:pt x="308375" y="63039"/>
                  </a:lnTo>
                  <a:lnTo>
                    <a:pt x="309072" y="60390"/>
                  </a:lnTo>
                  <a:lnTo>
                    <a:pt x="309768" y="57850"/>
                  </a:lnTo>
                  <a:lnTo>
                    <a:pt x="310464" y="54838"/>
                  </a:lnTo>
                  <a:lnTo>
                    <a:pt x="311160" y="51827"/>
                  </a:lnTo>
                  <a:lnTo>
                    <a:pt x="311856" y="48816"/>
                  </a:lnTo>
                  <a:lnTo>
                    <a:pt x="312552" y="45805"/>
                  </a:lnTo>
                  <a:lnTo>
                    <a:pt x="313249" y="44241"/>
                  </a:lnTo>
                  <a:lnTo>
                    <a:pt x="313945" y="43218"/>
                  </a:lnTo>
                  <a:lnTo>
                    <a:pt x="314641" y="43857"/>
                  </a:lnTo>
                  <a:lnTo>
                    <a:pt x="315337" y="44791"/>
                  </a:lnTo>
                  <a:lnTo>
                    <a:pt x="316033" y="45725"/>
                  </a:lnTo>
                  <a:lnTo>
                    <a:pt x="316730" y="48116"/>
                  </a:lnTo>
                  <a:lnTo>
                    <a:pt x="317426" y="49508"/>
                  </a:lnTo>
                  <a:lnTo>
                    <a:pt x="318122" y="50116"/>
                  </a:lnTo>
                  <a:lnTo>
                    <a:pt x="318818" y="50253"/>
                  </a:lnTo>
                  <a:lnTo>
                    <a:pt x="319514" y="50267"/>
                  </a:lnTo>
                  <a:lnTo>
                    <a:pt x="320210" y="50711"/>
                  </a:lnTo>
                  <a:lnTo>
                    <a:pt x="320907" y="53096"/>
                  </a:lnTo>
                  <a:lnTo>
                    <a:pt x="321603" y="56668"/>
                  </a:lnTo>
                  <a:lnTo>
                    <a:pt x="322299" y="60789"/>
                  </a:lnTo>
                  <a:lnTo>
                    <a:pt x="322995" y="63277"/>
                  </a:lnTo>
                  <a:lnTo>
                    <a:pt x="323691" y="65921"/>
                  </a:lnTo>
                  <a:lnTo>
                    <a:pt x="324387" y="68566"/>
                  </a:lnTo>
                  <a:lnTo>
                    <a:pt x="325084" y="69433"/>
                  </a:lnTo>
                  <a:lnTo>
                    <a:pt x="325780" y="69973"/>
                  </a:lnTo>
                  <a:lnTo>
                    <a:pt x="326476" y="70513"/>
                  </a:lnTo>
                  <a:lnTo>
                    <a:pt x="327172" y="70208"/>
                  </a:lnTo>
                  <a:lnTo>
                    <a:pt x="327868" y="70749"/>
                  </a:lnTo>
                  <a:lnTo>
                    <a:pt x="328564" y="73407"/>
                  </a:lnTo>
                  <a:lnTo>
                    <a:pt x="329261" y="76682"/>
                  </a:lnTo>
                  <a:lnTo>
                    <a:pt x="329957" y="79650"/>
                  </a:lnTo>
                  <a:lnTo>
                    <a:pt x="330653" y="82637"/>
                  </a:lnTo>
                  <a:lnTo>
                    <a:pt x="331349" y="84791"/>
                  </a:lnTo>
                  <a:lnTo>
                    <a:pt x="332045" y="86272"/>
                  </a:lnTo>
                  <a:lnTo>
                    <a:pt x="332742" y="88340"/>
                  </a:lnTo>
                  <a:lnTo>
                    <a:pt x="333438" y="92448"/>
                  </a:lnTo>
                  <a:lnTo>
                    <a:pt x="334134" y="97463"/>
                  </a:lnTo>
                  <a:lnTo>
                    <a:pt x="334830" y="103428"/>
                  </a:lnTo>
                  <a:lnTo>
                    <a:pt x="335526" y="109811"/>
                  </a:lnTo>
                  <a:lnTo>
                    <a:pt x="336222" y="116193"/>
                  </a:lnTo>
                  <a:lnTo>
                    <a:pt x="336919" y="122576"/>
                  </a:lnTo>
                  <a:lnTo>
                    <a:pt x="337615" y="128959"/>
                  </a:lnTo>
                  <a:lnTo>
                    <a:pt x="338311" y="136192"/>
                  </a:lnTo>
                  <a:lnTo>
                    <a:pt x="339007" y="142240"/>
                  </a:lnTo>
                  <a:lnTo>
                    <a:pt x="339703" y="147672"/>
                  </a:lnTo>
                  <a:lnTo>
                    <a:pt x="340399" y="153637"/>
                  </a:lnTo>
                  <a:lnTo>
                    <a:pt x="341096" y="159621"/>
                  </a:lnTo>
                  <a:lnTo>
                    <a:pt x="341792" y="164546"/>
                  </a:lnTo>
                  <a:lnTo>
                    <a:pt x="342488" y="169805"/>
                  </a:lnTo>
                  <a:lnTo>
                    <a:pt x="343184" y="173926"/>
                  </a:lnTo>
                  <a:lnTo>
                    <a:pt x="343880" y="177429"/>
                  </a:lnTo>
                  <a:lnTo>
                    <a:pt x="344577" y="179124"/>
                  </a:lnTo>
                  <a:lnTo>
                    <a:pt x="345273" y="180427"/>
                  </a:lnTo>
                  <a:lnTo>
                    <a:pt x="345969" y="182200"/>
                  </a:lnTo>
                  <a:lnTo>
                    <a:pt x="346665" y="183972"/>
                  </a:lnTo>
                  <a:lnTo>
                    <a:pt x="347361" y="185745"/>
                  </a:lnTo>
                  <a:lnTo>
                    <a:pt x="348057" y="187518"/>
                  </a:lnTo>
                  <a:lnTo>
                    <a:pt x="348754" y="188276"/>
                  </a:lnTo>
                  <a:lnTo>
                    <a:pt x="349450" y="188494"/>
                  </a:lnTo>
                  <a:lnTo>
                    <a:pt x="350146" y="189114"/>
                  </a:lnTo>
                  <a:lnTo>
                    <a:pt x="350842" y="189915"/>
                  </a:lnTo>
                  <a:lnTo>
                    <a:pt x="351538" y="190717"/>
                  </a:lnTo>
                  <a:lnTo>
                    <a:pt x="352234" y="191669"/>
                  </a:lnTo>
                  <a:lnTo>
                    <a:pt x="352931" y="194466"/>
                  </a:lnTo>
                  <a:lnTo>
                    <a:pt x="353627" y="198047"/>
                  </a:lnTo>
                  <a:lnTo>
                    <a:pt x="354323" y="201413"/>
                  </a:lnTo>
                  <a:lnTo>
                    <a:pt x="355019" y="204472"/>
                  </a:lnTo>
                  <a:lnTo>
                    <a:pt x="355715" y="207346"/>
                  </a:lnTo>
                  <a:lnTo>
                    <a:pt x="356411" y="210405"/>
                  </a:lnTo>
                  <a:lnTo>
                    <a:pt x="357108" y="213465"/>
                  </a:lnTo>
                  <a:lnTo>
                    <a:pt x="357804" y="216739"/>
                  </a:lnTo>
                  <a:lnTo>
                    <a:pt x="358500" y="222215"/>
                  </a:lnTo>
                  <a:lnTo>
                    <a:pt x="359196" y="227290"/>
                  </a:lnTo>
                  <a:lnTo>
                    <a:pt x="359892" y="232364"/>
                  </a:lnTo>
                  <a:lnTo>
                    <a:pt x="360589" y="237439"/>
                  </a:lnTo>
                  <a:lnTo>
                    <a:pt x="361285" y="242514"/>
                  </a:lnTo>
                  <a:lnTo>
                    <a:pt x="361981" y="247588"/>
                  </a:lnTo>
                  <a:lnTo>
                    <a:pt x="362677" y="252663"/>
                  </a:lnTo>
                  <a:lnTo>
                    <a:pt x="363373" y="255818"/>
                  </a:lnTo>
                  <a:lnTo>
                    <a:pt x="364069" y="258509"/>
                  </a:lnTo>
                  <a:lnTo>
                    <a:pt x="364766" y="261382"/>
                  </a:lnTo>
                  <a:lnTo>
                    <a:pt x="365462" y="264562"/>
                  </a:lnTo>
                  <a:lnTo>
                    <a:pt x="366158" y="267622"/>
                  </a:lnTo>
                  <a:lnTo>
                    <a:pt x="366854" y="270681"/>
                  </a:lnTo>
                  <a:lnTo>
                    <a:pt x="367550" y="273740"/>
                  </a:lnTo>
                  <a:lnTo>
                    <a:pt x="368246" y="275354"/>
                  </a:lnTo>
                  <a:lnTo>
                    <a:pt x="368943" y="273332"/>
                  </a:lnTo>
                  <a:lnTo>
                    <a:pt x="369639" y="271593"/>
                  </a:lnTo>
                  <a:lnTo>
                    <a:pt x="370335" y="269854"/>
                  </a:lnTo>
                  <a:lnTo>
                    <a:pt x="371031" y="268450"/>
                  </a:lnTo>
                  <a:lnTo>
                    <a:pt x="371727" y="267047"/>
                  </a:lnTo>
                  <a:lnTo>
                    <a:pt x="372424" y="264866"/>
                  </a:lnTo>
                  <a:lnTo>
                    <a:pt x="373120" y="260220"/>
                  </a:lnTo>
                  <a:lnTo>
                    <a:pt x="373816" y="255574"/>
                  </a:lnTo>
                  <a:lnTo>
                    <a:pt x="374512" y="251345"/>
                  </a:lnTo>
                  <a:lnTo>
                    <a:pt x="375208" y="247116"/>
                  </a:lnTo>
                  <a:lnTo>
                    <a:pt x="375904" y="243421"/>
                  </a:lnTo>
                  <a:lnTo>
                    <a:pt x="376601" y="239876"/>
                  </a:lnTo>
                  <a:lnTo>
                    <a:pt x="377297" y="236330"/>
                  </a:lnTo>
                  <a:lnTo>
                    <a:pt x="377993" y="232452"/>
                  </a:lnTo>
                  <a:lnTo>
                    <a:pt x="378689" y="229612"/>
                  </a:lnTo>
                  <a:lnTo>
                    <a:pt x="379385" y="227490"/>
                  </a:lnTo>
                  <a:lnTo>
                    <a:pt x="380081" y="224749"/>
                  </a:lnTo>
                  <a:lnTo>
                    <a:pt x="380778" y="221271"/>
                  </a:lnTo>
                  <a:lnTo>
                    <a:pt x="381474" y="217207"/>
                  </a:lnTo>
                  <a:lnTo>
                    <a:pt x="382170" y="213143"/>
                  </a:lnTo>
                  <a:lnTo>
                    <a:pt x="382866" y="210118"/>
                  </a:lnTo>
                  <a:lnTo>
                    <a:pt x="383562" y="210196"/>
                  </a:lnTo>
                  <a:lnTo>
                    <a:pt x="384258" y="209841"/>
                  </a:lnTo>
                  <a:lnTo>
                    <a:pt x="384955" y="209486"/>
                  </a:lnTo>
                  <a:lnTo>
                    <a:pt x="385651" y="208597"/>
                  </a:lnTo>
                  <a:lnTo>
                    <a:pt x="386347" y="207291"/>
                  </a:lnTo>
                  <a:lnTo>
                    <a:pt x="387043" y="205556"/>
                  </a:lnTo>
                  <a:lnTo>
                    <a:pt x="387739" y="203821"/>
                  </a:lnTo>
                  <a:lnTo>
                    <a:pt x="388436" y="202303"/>
                  </a:lnTo>
                  <a:lnTo>
                    <a:pt x="389132" y="198217"/>
                  </a:lnTo>
                  <a:lnTo>
                    <a:pt x="389828" y="194714"/>
                  </a:lnTo>
                  <a:lnTo>
                    <a:pt x="390524" y="192056"/>
                  </a:lnTo>
                  <a:lnTo>
                    <a:pt x="391220" y="190469"/>
                  </a:lnTo>
                  <a:lnTo>
                    <a:pt x="391916" y="188696"/>
                  </a:lnTo>
                  <a:lnTo>
                    <a:pt x="392613" y="186924"/>
                  </a:lnTo>
                  <a:lnTo>
                    <a:pt x="393309" y="184936"/>
                  </a:lnTo>
                  <a:lnTo>
                    <a:pt x="394005" y="182948"/>
                  </a:lnTo>
                  <a:lnTo>
                    <a:pt x="394701" y="179160"/>
                  </a:lnTo>
                  <a:lnTo>
                    <a:pt x="395397" y="175372"/>
                  </a:lnTo>
                  <a:lnTo>
                    <a:pt x="396093" y="171584"/>
                  </a:lnTo>
                  <a:lnTo>
                    <a:pt x="396790" y="167796"/>
                  </a:lnTo>
                  <a:lnTo>
                    <a:pt x="397486" y="164008"/>
                  </a:lnTo>
                  <a:lnTo>
                    <a:pt x="398182" y="159885"/>
                  </a:lnTo>
                  <a:lnTo>
                    <a:pt x="398878" y="155945"/>
                  </a:lnTo>
                  <a:lnTo>
                    <a:pt x="399574" y="154424"/>
                  </a:lnTo>
                  <a:lnTo>
                    <a:pt x="400271" y="152502"/>
                  </a:lnTo>
                  <a:lnTo>
                    <a:pt x="400967" y="150147"/>
                  </a:lnTo>
                  <a:lnTo>
                    <a:pt x="401663" y="147822"/>
                  </a:lnTo>
                  <a:lnTo>
                    <a:pt x="402359" y="145496"/>
                  </a:lnTo>
                  <a:lnTo>
                    <a:pt x="403055" y="143171"/>
                  </a:lnTo>
                  <a:lnTo>
                    <a:pt x="403751" y="142076"/>
                  </a:lnTo>
                  <a:lnTo>
                    <a:pt x="404448" y="142076"/>
                  </a:lnTo>
                  <a:lnTo>
                    <a:pt x="405144" y="144398"/>
                  </a:lnTo>
                  <a:lnTo>
                    <a:pt x="405840" y="146320"/>
                  </a:lnTo>
                  <a:lnTo>
                    <a:pt x="406536" y="148309"/>
                  </a:lnTo>
                  <a:lnTo>
                    <a:pt x="407232" y="150515"/>
                  </a:lnTo>
                  <a:lnTo>
                    <a:pt x="407928" y="153832"/>
                  </a:lnTo>
                  <a:lnTo>
                    <a:pt x="408625" y="157074"/>
                  </a:lnTo>
                  <a:lnTo>
                    <a:pt x="409321" y="160316"/>
                  </a:lnTo>
                  <a:lnTo>
                    <a:pt x="410017" y="159222"/>
                  </a:lnTo>
                  <a:lnTo>
                    <a:pt x="410713" y="157905"/>
                  </a:lnTo>
                  <a:lnTo>
                    <a:pt x="411409" y="156054"/>
                  </a:lnTo>
                  <a:lnTo>
                    <a:pt x="412106" y="154674"/>
                  </a:lnTo>
                  <a:lnTo>
                    <a:pt x="412802" y="153724"/>
                  </a:lnTo>
                  <a:lnTo>
                    <a:pt x="413498" y="153190"/>
                  </a:lnTo>
                  <a:lnTo>
                    <a:pt x="414194" y="151617"/>
                  </a:lnTo>
                  <a:lnTo>
                    <a:pt x="414890" y="149143"/>
                  </a:lnTo>
                  <a:lnTo>
                    <a:pt x="415586" y="148006"/>
                  </a:lnTo>
                  <a:lnTo>
                    <a:pt x="416283" y="147419"/>
                  </a:lnTo>
                  <a:lnTo>
                    <a:pt x="416979" y="146885"/>
                  </a:lnTo>
                  <a:lnTo>
                    <a:pt x="417675" y="146886"/>
                  </a:lnTo>
                  <a:lnTo>
                    <a:pt x="418371" y="145846"/>
                  </a:lnTo>
                  <a:lnTo>
                    <a:pt x="419067" y="141704"/>
                  </a:lnTo>
                  <a:lnTo>
                    <a:pt x="419763" y="136075"/>
                  </a:lnTo>
                  <a:lnTo>
                    <a:pt x="420460" y="133267"/>
                  </a:lnTo>
                  <a:lnTo>
                    <a:pt x="421156" y="131600"/>
                  </a:lnTo>
                  <a:lnTo>
                    <a:pt x="421852" y="130349"/>
                  </a:lnTo>
                  <a:lnTo>
                    <a:pt x="422548" y="129529"/>
                  </a:lnTo>
                  <a:lnTo>
                    <a:pt x="423244" y="128175"/>
                  </a:lnTo>
                  <a:lnTo>
                    <a:pt x="423940" y="127354"/>
                  </a:lnTo>
                  <a:lnTo>
                    <a:pt x="424637" y="129101"/>
                  </a:lnTo>
                  <a:lnTo>
                    <a:pt x="425333" y="131514"/>
                  </a:lnTo>
                  <a:lnTo>
                    <a:pt x="426029" y="133647"/>
                  </a:lnTo>
                  <a:lnTo>
                    <a:pt x="426725" y="135581"/>
                  </a:lnTo>
                  <a:lnTo>
                    <a:pt x="427421" y="137515"/>
                  </a:lnTo>
                  <a:lnTo>
                    <a:pt x="428118" y="139449"/>
                  </a:lnTo>
                  <a:lnTo>
                    <a:pt x="428814" y="141383"/>
                  </a:lnTo>
                  <a:lnTo>
                    <a:pt x="429510" y="145518"/>
                  </a:lnTo>
                  <a:lnTo>
                    <a:pt x="430206" y="153987"/>
                  </a:lnTo>
                  <a:lnTo>
                    <a:pt x="430902" y="162863"/>
                  </a:lnTo>
                  <a:lnTo>
                    <a:pt x="431598" y="172548"/>
                  </a:lnTo>
                  <a:lnTo>
                    <a:pt x="432295" y="182985"/>
                  </a:lnTo>
                  <a:lnTo>
                    <a:pt x="432991" y="193327"/>
                  </a:lnTo>
                  <a:lnTo>
                    <a:pt x="433687" y="203404"/>
                  </a:lnTo>
                  <a:lnTo>
                    <a:pt x="434383" y="213480"/>
                  </a:lnTo>
                  <a:lnTo>
                    <a:pt x="435079" y="222261"/>
                  </a:lnTo>
                  <a:lnTo>
                    <a:pt x="435775" y="230521"/>
                  </a:lnTo>
                  <a:lnTo>
                    <a:pt x="436472" y="239214"/>
                  </a:lnTo>
                  <a:lnTo>
                    <a:pt x="437168" y="246366"/>
                  </a:lnTo>
                  <a:lnTo>
                    <a:pt x="437864" y="253518"/>
                  </a:lnTo>
                  <a:lnTo>
                    <a:pt x="438560" y="260671"/>
                  </a:lnTo>
                  <a:lnTo>
                    <a:pt x="439256" y="268038"/>
                  </a:lnTo>
                  <a:lnTo>
                    <a:pt x="439953" y="275406"/>
                  </a:lnTo>
                  <a:lnTo>
                    <a:pt x="440649" y="280017"/>
                  </a:lnTo>
                  <a:lnTo>
                    <a:pt x="441345" y="285030"/>
                  </a:lnTo>
                  <a:lnTo>
                    <a:pt x="442041" y="289641"/>
                  </a:lnTo>
                  <a:lnTo>
                    <a:pt x="442737" y="294035"/>
                  </a:lnTo>
                  <a:lnTo>
                    <a:pt x="443433" y="297478"/>
                  </a:lnTo>
                  <a:lnTo>
                    <a:pt x="444130" y="304040"/>
                  </a:lnTo>
                  <a:lnTo>
                    <a:pt x="444826" y="309735"/>
                  </a:lnTo>
                  <a:lnTo>
                    <a:pt x="445522" y="319394"/>
                  </a:lnTo>
                  <a:lnTo>
                    <a:pt x="446218" y="329526"/>
                  </a:lnTo>
                  <a:lnTo>
                    <a:pt x="446914" y="339093"/>
                  </a:lnTo>
                  <a:lnTo>
                    <a:pt x="447610" y="348188"/>
                  </a:lnTo>
                  <a:lnTo>
                    <a:pt x="448307" y="356854"/>
                  </a:lnTo>
                  <a:lnTo>
                    <a:pt x="448477" y="358870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702004" y="3161210"/>
              <a:ext cx="313135" cy="701970"/>
            </a:xfrm>
            <a:custGeom>
              <a:avLst/>
              <a:pathLst>
                <a:path w="313135" h="701970">
                  <a:moveTo>
                    <a:pt x="0" y="701970"/>
                  </a:moveTo>
                  <a:lnTo>
                    <a:pt x="643" y="694269"/>
                  </a:lnTo>
                  <a:lnTo>
                    <a:pt x="1339" y="685939"/>
                  </a:lnTo>
                  <a:lnTo>
                    <a:pt x="2035" y="677610"/>
                  </a:lnTo>
                  <a:lnTo>
                    <a:pt x="2732" y="669709"/>
                  </a:lnTo>
                  <a:lnTo>
                    <a:pt x="3428" y="661809"/>
                  </a:lnTo>
                  <a:lnTo>
                    <a:pt x="4124" y="653909"/>
                  </a:lnTo>
                  <a:lnTo>
                    <a:pt x="4820" y="646009"/>
                  </a:lnTo>
                  <a:lnTo>
                    <a:pt x="5516" y="639880"/>
                  </a:lnTo>
                  <a:lnTo>
                    <a:pt x="6212" y="633896"/>
                  </a:lnTo>
                  <a:lnTo>
                    <a:pt x="6909" y="627334"/>
                  </a:lnTo>
                  <a:lnTo>
                    <a:pt x="7605" y="621639"/>
                  </a:lnTo>
                  <a:lnTo>
                    <a:pt x="8301" y="615899"/>
                  </a:lnTo>
                  <a:lnTo>
                    <a:pt x="8997" y="609909"/>
                  </a:lnTo>
                  <a:lnTo>
                    <a:pt x="9693" y="604485"/>
                  </a:lnTo>
                  <a:lnTo>
                    <a:pt x="10390" y="600409"/>
                  </a:lnTo>
                  <a:lnTo>
                    <a:pt x="11086" y="597526"/>
                  </a:lnTo>
                  <a:lnTo>
                    <a:pt x="11782" y="593839"/>
                  </a:lnTo>
                  <a:lnTo>
                    <a:pt x="12478" y="588525"/>
                  </a:lnTo>
                  <a:lnTo>
                    <a:pt x="13174" y="583212"/>
                  </a:lnTo>
                  <a:lnTo>
                    <a:pt x="13870" y="578268"/>
                  </a:lnTo>
                  <a:lnTo>
                    <a:pt x="14567" y="573325"/>
                  </a:lnTo>
                  <a:lnTo>
                    <a:pt x="15263" y="569760"/>
                  </a:lnTo>
                  <a:lnTo>
                    <a:pt x="15959" y="566307"/>
                  </a:lnTo>
                  <a:lnTo>
                    <a:pt x="16655" y="561566"/>
                  </a:lnTo>
                  <a:lnTo>
                    <a:pt x="17351" y="557042"/>
                  </a:lnTo>
                  <a:lnTo>
                    <a:pt x="18047" y="552853"/>
                  </a:lnTo>
                  <a:lnTo>
                    <a:pt x="18744" y="548879"/>
                  </a:lnTo>
                  <a:lnTo>
                    <a:pt x="19440" y="544940"/>
                  </a:lnTo>
                  <a:lnTo>
                    <a:pt x="20136" y="540413"/>
                  </a:lnTo>
                  <a:lnTo>
                    <a:pt x="20832" y="535887"/>
                  </a:lnTo>
                  <a:lnTo>
                    <a:pt x="21528" y="531913"/>
                  </a:lnTo>
                  <a:lnTo>
                    <a:pt x="22225" y="528569"/>
                  </a:lnTo>
                  <a:lnTo>
                    <a:pt x="22921" y="527052"/>
                  </a:lnTo>
                  <a:lnTo>
                    <a:pt x="23617" y="525534"/>
                  </a:lnTo>
                  <a:lnTo>
                    <a:pt x="24313" y="524228"/>
                  </a:lnTo>
                  <a:lnTo>
                    <a:pt x="25009" y="523140"/>
                  </a:lnTo>
                  <a:lnTo>
                    <a:pt x="25705" y="522052"/>
                  </a:lnTo>
                  <a:lnTo>
                    <a:pt x="26402" y="521134"/>
                  </a:lnTo>
                  <a:lnTo>
                    <a:pt x="27098" y="522157"/>
                  </a:lnTo>
                  <a:lnTo>
                    <a:pt x="27794" y="523180"/>
                  </a:lnTo>
                  <a:lnTo>
                    <a:pt x="28490" y="523515"/>
                  </a:lnTo>
                  <a:lnTo>
                    <a:pt x="29186" y="523850"/>
                  </a:lnTo>
                  <a:lnTo>
                    <a:pt x="29882" y="523850"/>
                  </a:lnTo>
                  <a:lnTo>
                    <a:pt x="30579" y="526725"/>
                  </a:lnTo>
                  <a:lnTo>
                    <a:pt x="31275" y="528795"/>
                  </a:lnTo>
                  <a:lnTo>
                    <a:pt x="31971" y="530531"/>
                  </a:lnTo>
                  <a:lnTo>
                    <a:pt x="32667" y="532048"/>
                  </a:lnTo>
                  <a:lnTo>
                    <a:pt x="33363" y="533821"/>
                  </a:lnTo>
                  <a:lnTo>
                    <a:pt x="34060" y="534938"/>
                  </a:lnTo>
                  <a:lnTo>
                    <a:pt x="34756" y="536342"/>
                  </a:lnTo>
                  <a:lnTo>
                    <a:pt x="35452" y="538842"/>
                  </a:lnTo>
                  <a:lnTo>
                    <a:pt x="36148" y="541827"/>
                  </a:lnTo>
                  <a:lnTo>
                    <a:pt x="36844" y="544961"/>
                  </a:lnTo>
                  <a:lnTo>
                    <a:pt x="37540" y="548095"/>
                  </a:lnTo>
                  <a:lnTo>
                    <a:pt x="38237" y="550983"/>
                  </a:lnTo>
                  <a:lnTo>
                    <a:pt x="38933" y="554057"/>
                  </a:lnTo>
                  <a:lnTo>
                    <a:pt x="39629" y="557346"/>
                  </a:lnTo>
                  <a:lnTo>
                    <a:pt x="40325" y="560634"/>
                  </a:lnTo>
                  <a:lnTo>
                    <a:pt x="41021" y="562152"/>
                  </a:lnTo>
                  <a:lnTo>
                    <a:pt x="41717" y="564140"/>
                  </a:lnTo>
                  <a:lnTo>
                    <a:pt x="42414" y="566128"/>
                  </a:lnTo>
                  <a:lnTo>
                    <a:pt x="43110" y="568116"/>
                  </a:lnTo>
                  <a:lnTo>
                    <a:pt x="43806" y="569889"/>
                  </a:lnTo>
                  <a:lnTo>
                    <a:pt x="44502" y="571877"/>
                  </a:lnTo>
                  <a:lnTo>
                    <a:pt x="45198" y="574083"/>
                  </a:lnTo>
                  <a:lnTo>
                    <a:pt x="45894" y="575275"/>
                  </a:lnTo>
                  <a:lnTo>
                    <a:pt x="46591" y="575745"/>
                  </a:lnTo>
                  <a:lnTo>
                    <a:pt x="47287" y="576549"/>
                  </a:lnTo>
                  <a:lnTo>
                    <a:pt x="47983" y="579895"/>
                  </a:lnTo>
                  <a:lnTo>
                    <a:pt x="48679" y="583241"/>
                  </a:lnTo>
                  <a:lnTo>
                    <a:pt x="49375" y="586805"/>
                  </a:lnTo>
                  <a:lnTo>
                    <a:pt x="50072" y="589898"/>
                  </a:lnTo>
                  <a:lnTo>
                    <a:pt x="50768" y="592991"/>
                  </a:lnTo>
                  <a:lnTo>
                    <a:pt x="51464" y="596445"/>
                  </a:lnTo>
                  <a:lnTo>
                    <a:pt x="52160" y="601739"/>
                  </a:lnTo>
                  <a:lnTo>
                    <a:pt x="52856" y="606816"/>
                  </a:lnTo>
                  <a:lnTo>
                    <a:pt x="53552" y="611557"/>
                  </a:lnTo>
                  <a:lnTo>
                    <a:pt x="54249" y="616299"/>
                  </a:lnTo>
                  <a:lnTo>
                    <a:pt x="54945" y="621375"/>
                  </a:lnTo>
                  <a:lnTo>
                    <a:pt x="55641" y="626669"/>
                  </a:lnTo>
                  <a:lnTo>
                    <a:pt x="56337" y="631629"/>
                  </a:lnTo>
                  <a:lnTo>
                    <a:pt x="57033" y="636370"/>
                  </a:lnTo>
                  <a:lnTo>
                    <a:pt x="57729" y="640482"/>
                  </a:lnTo>
                  <a:lnTo>
                    <a:pt x="58426" y="642552"/>
                  </a:lnTo>
                  <a:lnTo>
                    <a:pt x="59122" y="644287"/>
                  </a:lnTo>
                  <a:lnTo>
                    <a:pt x="59818" y="645593"/>
                  </a:lnTo>
                  <a:lnTo>
                    <a:pt x="60514" y="647233"/>
                  </a:lnTo>
                  <a:lnTo>
                    <a:pt x="61210" y="649345"/>
                  </a:lnTo>
                  <a:lnTo>
                    <a:pt x="61907" y="651286"/>
                  </a:lnTo>
                  <a:lnTo>
                    <a:pt x="62603" y="649829"/>
                  </a:lnTo>
                  <a:lnTo>
                    <a:pt x="63299" y="648135"/>
                  </a:lnTo>
                  <a:lnTo>
                    <a:pt x="63995" y="647445"/>
                  </a:lnTo>
                  <a:lnTo>
                    <a:pt x="64691" y="645141"/>
                  </a:lnTo>
                  <a:lnTo>
                    <a:pt x="65387" y="641267"/>
                  </a:lnTo>
                  <a:lnTo>
                    <a:pt x="66084" y="636435"/>
                  </a:lnTo>
                  <a:lnTo>
                    <a:pt x="66780" y="631603"/>
                  </a:lnTo>
                  <a:lnTo>
                    <a:pt x="67476" y="627106"/>
                  </a:lnTo>
                  <a:lnTo>
                    <a:pt x="68172" y="621935"/>
                  </a:lnTo>
                  <a:lnTo>
                    <a:pt x="68868" y="616134"/>
                  </a:lnTo>
                  <a:lnTo>
                    <a:pt x="69564" y="608432"/>
                  </a:lnTo>
                  <a:lnTo>
                    <a:pt x="70261" y="596263"/>
                  </a:lnTo>
                  <a:lnTo>
                    <a:pt x="70957" y="583719"/>
                  </a:lnTo>
                  <a:lnTo>
                    <a:pt x="71653" y="570278"/>
                  </a:lnTo>
                  <a:lnTo>
                    <a:pt x="72349" y="556069"/>
                  </a:lnTo>
                  <a:lnTo>
                    <a:pt x="73045" y="541795"/>
                  </a:lnTo>
                  <a:lnTo>
                    <a:pt x="73741" y="527434"/>
                  </a:lnTo>
                  <a:lnTo>
                    <a:pt x="74438" y="512355"/>
                  </a:lnTo>
                  <a:lnTo>
                    <a:pt x="75134" y="498059"/>
                  </a:lnTo>
                  <a:lnTo>
                    <a:pt x="75830" y="484609"/>
                  </a:lnTo>
                  <a:lnTo>
                    <a:pt x="76526" y="470573"/>
                  </a:lnTo>
                  <a:lnTo>
                    <a:pt x="77222" y="456810"/>
                  </a:lnTo>
                  <a:lnTo>
                    <a:pt x="77919" y="443048"/>
                  </a:lnTo>
                  <a:lnTo>
                    <a:pt x="78615" y="429809"/>
                  </a:lnTo>
                  <a:lnTo>
                    <a:pt x="79311" y="417326"/>
                  </a:lnTo>
                  <a:lnTo>
                    <a:pt x="80007" y="406181"/>
                  </a:lnTo>
                  <a:lnTo>
                    <a:pt x="80703" y="400031"/>
                  </a:lnTo>
                  <a:lnTo>
                    <a:pt x="81399" y="395382"/>
                  </a:lnTo>
                  <a:lnTo>
                    <a:pt x="82096" y="392021"/>
                  </a:lnTo>
                  <a:lnTo>
                    <a:pt x="82792" y="389994"/>
                  </a:lnTo>
                  <a:lnTo>
                    <a:pt x="83488" y="388834"/>
                  </a:lnTo>
                  <a:lnTo>
                    <a:pt x="84184" y="387673"/>
                  </a:lnTo>
                  <a:lnTo>
                    <a:pt x="84880" y="386513"/>
                  </a:lnTo>
                  <a:lnTo>
                    <a:pt x="85576" y="385289"/>
                  </a:lnTo>
                  <a:lnTo>
                    <a:pt x="86273" y="384066"/>
                  </a:lnTo>
                  <a:lnTo>
                    <a:pt x="86969" y="384710"/>
                  </a:lnTo>
                  <a:lnTo>
                    <a:pt x="87665" y="384040"/>
                  </a:lnTo>
                  <a:lnTo>
                    <a:pt x="88361" y="381969"/>
                  </a:lnTo>
                  <a:lnTo>
                    <a:pt x="89057" y="379429"/>
                  </a:lnTo>
                  <a:lnTo>
                    <a:pt x="89754" y="376888"/>
                  </a:lnTo>
                  <a:lnTo>
                    <a:pt x="90450" y="374012"/>
                  </a:lnTo>
                  <a:lnTo>
                    <a:pt x="91146" y="370518"/>
                  </a:lnTo>
                  <a:lnTo>
                    <a:pt x="91842" y="367359"/>
                  </a:lnTo>
                  <a:lnTo>
                    <a:pt x="92538" y="363532"/>
                  </a:lnTo>
                  <a:lnTo>
                    <a:pt x="93234" y="359704"/>
                  </a:lnTo>
                  <a:lnTo>
                    <a:pt x="93931" y="355571"/>
                  </a:lnTo>
                  <a:lnTo>
                    <a:pt x="94627" y="349989"/>
                  </a:lnTo>
                  <a:lnTo>
                    <a:pt x="95323" y="343989"/>
                  </a:lnTo>
                  <a:lnTo>
                    <a:pt x="96019" y="337655"/>
                  </a:lnTo>
                  <a:lnTo>
                    <a:pt x="96715" y="331156"/>
                  </a:lnTo>
                  <a:lnTo>
                    <a:pt x="97411" y="324991"/>
                  </a:lnTo>
                  <a:lnTo>
                    <a:pt x="98108" y="321567"/>
                  </a:lnTo>
                  <a:lnTo>
                    <a:pt x="98804" y="318492"/>
                  </a:lnTo>
                  <a:lnTo>
                    <a:pt x="99500" y="313486"/>
                  </a:lnTo>
                  <a:lnTo>
                    <a:pt x="100196" y="310095"/>
                  </a:lnTo>
                  <a:lnTo>
                    <a:pt x="100892" y="308460"/>
                  </a:lnTo>
                  <a:lnTo>
                    <a:pt x="101589" y="307783"/>
                  </a:lnTo>
                  <a:lnTo>
                    <a:pt x="102285" y="307106"/>
                  </a:lnTo>
                  <a:lnTo>
                    <a:pt x="102981" y="306644"/>
                  </a:lnTo>
                  <a:lnTo>
                    <a:pt x="103677" y="307073"/>
                  </a:lnTo>
                  <a:lnTo>
                    <a:pt x="104373" y="308348"/>
                  </a:lnTo>
                  <a:lnTo>
                    <a:pt x="105069" y="313446"/>
                  </a:lnTo>
                  <a:lnTo>
                    <a:pt x="105766" y="323658"/>
                  </a:lnTo>
                  <a:lnTo>
                    <a:pt x="106462" y="332298"/>
                  </a:lnTo>
                  <a:lnTo>
                    <a:pt x="107158" y="341732"/>
                  </a:lnTo>
                  <a:lnTo>
                    <a:pt x="107854" y="351076"/>
                  </a:lnTo>
                  <a:lnTo>
                    <a:pt x="108550" y="358850"/>
                  </a:lnTo>
                  <a:lnTo>
                    <a:pt x="109246" y="366441"/>
                  </a:lnTo>
                  <a:lnTo>
                    <a:pt x="109943" y="375054"/>
                  </a:lnTo>
                  <a:lnTo>
                    <a:pt x="110639" y="382884"/>
                  </a:lnTo>
                  <a:lnTo>
                    <a:pt x="111335" y="389652"/>
                  </a:lnTo>
                  <a:lnTo>
                    <a:pt x="112031" y="397005"/>
                  </a:lnTo>
                  <a:lnTo>
                    <a:pt x="112727" y="404085"/>
                  </a:lnTo>
                  <a:lnTo>
                    <a:pt x="113423" y="411165"/>
                  </a:lnTo>
                  <a:lnTo>
                    <a:pt x="114120" y="417721"/>
                  </a:lnTo>
                  <a:lnTo>
                    <a:pt x="114816" y="423955"/>
                  </a:lnTo>
                  <a:lnTo>
                    <a:pt x="115512" y="428970"/>
                  </a:lnTo>
                  <a:lnTo>
                    <a:pt x="116208" y="429243"/>
                  </a:lnTo>
                  <a:lnTo>
                    <a:pt x="116904" y="429517"/>
                  </a:lnTo>
                  <a:lnTo>
                    <a:pt x="117601" y="427667"/>
                  </a:lnTo>
                  <a:lnTo>
                    <a:pt x="118297" y="425265"/>
                  </a:lnTo>
                  <a:lnTo>
                    <a:pt x="118993" y="423414"/>
                  </a:lnTo>
                  <a:lnTo>
                    <a:pt x="119689" y="422784"/>
                  </a:lnTo>
                  <a:lnTo>
                    <a:pt x="120385" y="423140"/>
                  </a:lnTo>
                  <a:lnTo>
                    <a:pt x="121081" y="424028"/>
                  </a:lnTo>
                  <a:lnTo>
                    <a:pt x="121778" y="424916"/>
                  </a:lnTo>
                  <a:lnTo>
                    <a:pt x="122474" y="424272"/>
                  </a:lnTo>
                  <a:lnTo>
                    <a:pt x="123170" y="424943"/>
                  </a:lnTo>
                  <a:lnTo>
                    <a:pt x="123866" y="426678"/>
                  </a:lnTo>
                  <a:lnTo>
                    <a:pt x="124562" y="429219"/>
                  </a:lnTo>
                  <a:lnTo>
                    <a:pt x="125258" y="431425"/>
                  </a:lnTo>
                  <a:lnTo>
                    <a:pt x="125955" y="433532"/>
                  </a:lnTo>
                  <a:lnTo>
                    <a:pt x="126651" y="436073"/>
                  </a:lnTo>
                  <a:lnTo>
                    <a:pt x="127347" y="438613"/>
                  </a:lnTo>
                  <a:lnTo>
                    <a:pt x="128043" y="441673"/>
                  </a:lnTo>
                  <a:lnTo>
                    <a:pt x="128739" y="444733"/>
                  </a:lnTo>
                  <a:lnTo>
                    <a:pt x="129436" y="448098"/>
                  </a:lnTo>
                  <a:lnTo>
                    <a:pt x="130132" y="453247"/>
                  </a:lnTo>
                  <a:lnTo>
                    <a:pt x="130828" y="459028"/>
                  </a:lnTo>
                  <a:lnTo>
                    <a:pt x="131524" y="464595"/>
                  </a:lnTo>
                  <a:lnTo>
                    <a:pt x="132220" y="469855"/>
                  </a:lnTo>
                  <a:lnTo>
                    <a:pt x="132916" y="474596"/>
                  </a:lnTo>
                  <a:lnTo>
                    <a:pt x="133613" y="478239"/>
                  </a:lnTo>
                  <a:lnTo>
                    <a:pt x="134309" y="481985"/>
                  </a:lnTo>
                  <a:lnTo>
                    <a:pt x="135005" y="486912"/>
                  </a:lnTo>
                  <a:lnTo>
                    <a:pt x="135701" y="491839"/>
                  </a:lnTo>
                  <a:lnTo>
                    <a:pt x="136397" y="496581"/>
                  </a:lnTo>
                  <a:lnTo>
                    <a:pt x="137093" y="501537"/>
                  </a:lnTo>
                  <a:lnTo>
                    <a:pt x="137790" y="506712"/>
                  </a:lnTo>
                  <a:lnTo>
                    <a:pt x="138486" y="511453"/>
                  </a:lnTo>
                  <a:lnTo>
                    <a:pt x="139182" y="516194"/>
                  </a:lnTo>
                  <a:lnTo>
                    <a:pt x="139878" y="520936"/>
                  </a:lnTo>
                  <a:lnTo>
                    <a:pt x="140574" y="523941"/>
                  </a:lnTo>
                  <a:lnTo>
                    <a:pt x="141270" y="526699"/>
                  </a:lnTo>
                  <a:lnTo>
                    <a:pt x="141967" y="531890"/>
                  </a:lnTo>
                  <a:lnTo>
                    <a:pt x="142663" y="537655"/>
                  </a:lnTo>
                  <a:lnTo>
                    <a:pt x="143359" y="544126"/>
                  </a:lnTo>
                  <a:lnTo>
                    <a:pt x="144055" y="552233"/>
                  </a:lnTo>
                  <a:lnTo>
                    <a:pt x="144751" y="559956"/>
                  </a:lnTo>
                  <a:lnTo>
                    <a:pt x="145448" y="567191"/>
                  </a:lnTo>
                  <a:lnTo>
                    <a:pt x="146144" y="574209"/>
                  </a:lnTo>
                  <a:lnTo>
                    <a:pt x="146840" y="581444"/>
                  </a:lnTo>
                  <a:lnTo>
                    <a:pt x="147536" y="587958"/>
                  </a:lnTo>
                  <a:lnTo>
                    <a:pt x="148232" y="592653"/>
                  </a:lnTo>
                  <a:lnTo>
                    <a:pt x="148928" y="597818"/>
                  </a:lnTo>
                  <a:lnTo>
                    <a:pt x="149625" y="602983"/>
                  </a:lnTo>
                  <a:lnTo>
                    <a:pt x="150321" y="608360"/>
                  </a:lnTo>
                  <a:lnTo>
                    <a:pt x="151017" y="613403"/>
                  </a:lnTo>
                  <a:lnTo>
                    <a:pt x="151713" y="617545"/>
                  </a:lnTo>
                  <a:lnTo>
                    <a:pt x="152409" y="619378"/>
                  </a:lnTo>
                  <a:lnTo>
                    <a:pt x="153105" y="621932"/>
                  </a:lnTo>
                  <a:lnTo>
                    <a:pt x="153802" y="620241"/>
                  </a:lnTo>
                  <a:lnTo>
                    <a:pt x="154498" y="616195"/>
                  </a:lnTo>
                  <a:lnTo>
                    <a:pt x="155194" y="609995"/>
                  </a:lnTo>
                  <a:lnTo>
                    <a:pt x="155890" y="602741"/>
                  </a:lnTo>
                  <a:lnTo>
                    <a:pt x="156586" y="594936"/>
                  </a:lnTo>
                  <a:lnTo>
                    <a:pt x="157283" y="587132"/>
                  </a:lnTo>
                  <a:lnTo>
                    <a:pt x="157979" y="579147"/>
                  </a:lnTo>
                  <a:lnTo>
                    <a:pt x="158675" y="572045"/>
                  </a:lnTo>
                  <a:lnTo>
                    <a:pt x="159371" y="562832"/>
                  </a:lnTo>
                  <a:lnTo>
                    <a:pt x="160067" y="552725"/>
                  </a:lnTo>
                  <a:lnTo>
                    <a:pt x="160763" y="539877"/>
                  </a:lnTo>
                  <a:lnTo>
                    <a:pt x="161460" y="525746"/>
                  </a:lnTo>
                  <a:lnTo>
                    <a:pt x="162156" y="510852"/>
                  </a:lnTo>
                  <a:lnTo>
                    <a:pt x="162852" y="495622"/>
                  </a:lnTo>
                  <a:lnTo>
                    <a:pt x="163548" y="478510"/>
                  </a:lnTo>
                  <a:lnTo>
                    <a:pt x="164244" y="462535"/>
                  </a:lnTo>
                  <a:lnTo>
                    <a:pt x="164940" y="447051"/>
                  </a:lnTo>
                  <a:lnTo>
                    <a:pt x="165637" y="432123"/>
                  </a:lnTo>
                  <a:lnTo>
                    <a:pt x="166333" y="416822"/>
                  </a:lnTo>
                  <a:lnTo>
                    <a:pt x="167029" y="400918"/>
                  </a:lnTo>
                  <a:lnTo>
                    <a:pt x="167725" y="384186"/>
                  </a:lnTo>
                  <a:lnTo>
                    <a:pt x="168421" y="367639"/>
                  </a:lnTo>
                  <a:lnTo>
                    <a:pt x="169118" y="350907"/>
                  </a:lnTo>
                  <a:lnTo>
                    <a:pt x="169814" y="334246"/>
                  </a:lnTo>
                  <a:lnTo>
                    <a:pt x="170510" y="316908"/>
                  </a:lnTo>
                  <a:lnTo>
                    <a:pt x="171206" y="301613"/>
                  </a:lnTo>
                  <a:lnTo>
                    <a:pt x="171902" y="288475"/>
                  </a:lnTo>
                  <a:lnTo>
                    <a:pt x="172598" y="275481"/>
                  </a:lnTo>
                  <a:lnTo>
                    <a:pt x="173295" y="261933"/>
                  </a:lnTo>
                  <a:lnTo>
                    <a:pt x="173991" y="250587"/>
                  </a:lnTo>
                  <a:lnTo>
                    <a:pt x="174687" y="238396"/>
                  </a:lnTo>
                  <a:lnTo>
                    <a:pt x="175383" y="226207"/>
                  </a:lnTo>
                  <a:lnTo>
                    <a:pt x="176079" y="212459"/>
                  </a:lnTo>
                  <a:lnTo>
                    <a:pt x="176775" y="198537"/>
                  </a:lnTo>
                  <a:lnTo>
                    <a:pt x="177472" y="185172"/>
                  </a:lnTo>
                  <a:lnTo>
                    <a:pt x="178168" y="171958"/>
                  </a:lnTo>
                  <a:lnTo>
                    <a:pt x="178864" y="158744"/>
                  </a:lnTo>
                  <a:lnTo>
                    <a:pt x="179560" y="145646"/>
                  </a:lnTo>
                  <a:lnTo>
                    <a:pt x="180256" y="134446"/>
                  </a:lnTo>
                  <a:lnTo>
                    <a:pt x="180952" y="123903"/>
                  </a:lnTo>
                  <a:lnTo>
                    <a:pt x="181649" y="113359"/>
                  </a:lnTo>
                  <a:lnTo>
                    <a:pt x="182345" y="102602"/>
                  </a:lnTo>
                  <a:lnTo>
                    <a:pt x="183041" y="92195"/>
                  </a:lnTo>
                  <a:lnTo>
                    <a:pt x="183737" y="83977"/>
                  </a:lnTo>
                  <a:lnTo>
                    <a:pt x="184433" y="75330"/>
                  </a:lnTo>
                  <a:lnTo>
                    <a:pt x="185130" y="68027"/>
                  </a:lnTo>
                  <a:lnTo>
                    <a:pt x="185826" y="60481"/>
                  </a:lnTo>
                  <a:lnTo>
                    <a:pt x="186522" y="54671"/>
                  </a:lnTo>
                  <a:lnTo>
                    <a:pt x="187218" y="48293"/>
                  </a:lnTo>
                  <a:lnTo>
                    <a:pt x="187914" y="41695"/>
                  </a:lnTo>
                  <a:lnTo>
                    <a:pt x="188610" y="34327"/>
                  </a:lnTo>
                  <a:lnTo>
                    <a:pt x="189307" y="29546"/>
                  </a:lnTo>
                  <a:lnTo>
                    <a:pt x="190003" y="24563"/>
                  </a:lnTo>
                  <a:lnTo>
                    <a:pt x="190699" y="19718"/>
                  </a:lnTo>
                  <a:lnTo>
                    <a:pt x="191395" y="16030"/>
                  </a:lnTo>
                  <a:lnTo>
                    <a:pt x="192091" y="12893"/>
                  </a:lnTo>
                  <a:lnTo>
                    <a:pt x="192787" y="9755"/>
                  </a:lnTo>
                  <a:lnTo>
                    <a:pt x="193484" y="7074"/>
                  </a:lnTo>
                  <a:lnTo>
                    <a:pt x="194180" y="2898"/>
                  </a:lnTo>
                  <a:lnTo>
                    <a:pt x="194876" y="1170"/>
                  </a:lnTo>
                  <a:lnTo>
                    <a:pt x="195572" y="0"/>
                  </a:lnTo>
                  <a:lnTo>
                    <a:pt x="196268" y="1599"/>
                  </a:lnTo>
                  <a:lnTo>
                    <a:pt x="196965" y="4916"/>
                  </a:lnTo>
                  <a:lnTo>
                    <a:pt x="197661" y="10105"/>
                  </a:lnTo>
                  <a:lnTo>
                    <a:pt x="198357" y="17562"/>
                  </a:lnTo>
                  <a:lnTo>
                    <a:pt x="199053" y="27166"/>
                  </a:lnTo>
                  <a:lnTo>
                    <a:pt x="199749" y="37268"/>
                  </a:lnTo>
                  <a:lnTo>
                    <a:pt x="200445" y="47817"/>
                  </a:lnTo>
                  <a:lnTo>
                    <a:pt x="201142" y="59379"/>
                  </a:lnTo>
                  <a:lnTo>
                    <a:pt x="201838" y="71099"/>
                  </a:lnTo>
                  <a:lnTo>
                    <a:pt x="202534" y="83639"/>
                  </a:lnTo>
                  <a:lnTo>
                    <a:pt x="203230" y="97005"/>
                  </a:lnTo>
                  <a:lnTo>
                    <a:pt x="203926" y="111592"/>
                  </a:lnTo>
                  <a:lnTo>
                    <a:pt x="204622" y="127501"/>
                  </a:lnTo>
                  <a:lnTo>
                    <a:pt x="205319" y="143121"/>
                  </a:lnTo>
                  <a:lnTo>
                    <a:pt x="206015" y="159635"/>
                  </a:lnTo>
                  <a:lnTo>
                    <a:pt x="206711" y="174104"/>
                  </a:lnTo>
                  <a:lnTo>
                    <a:pt x="207407" y="186417"/>
                  </a:lnTo>
                  <a:lnTo>
                    <a:pt x="208103" y="198372"/>
                  </a:lnTo>
                  <a:lnTo>
                    <a:pt x="208799" y="210661"/>
                  </a:lnTo>
                  <a:lnTo>
                    <a:pt x="209496" y="220967"/>
                  </a:lnTo>
                  <a:lnTo>
                    <a:pt x="210192" y="232117"/>
                  </a:lnTo>
                  <a:lnTo>
                    <a:pt x="210888" y="243268"/>
                  </a:lnTo>
                  <a:lnTo>
                    <a:pt x="211584" y="255975"/>
                  </a:lnTo>
                  <a:lnTo>
                    <a:pt x="212280" y="268638"/>
                  </a:lnTo>
                  <a:lnTo>
                    <a:pt x="212977" y="280411"/>
                  </a:lnTo>
                  <a:lnTo>
                    <a:pt x="213673" y="291561"/>
                  </a:lnTo>
                  <a:lnTo>
                    <a:pt x="214369" y="302712"/>
                  </a:lnTo>
                  <a:lnTo>
                    <a:pt x="215065" y="313748"/>
                  </a:lnTo>
                  <a:lnTo>
                    <a:pt x="215761" y="323355"/>
                  </a:lnTo>
                  <a:lnTo>
                    <a:pt x="216457" y="332305"/>
                  </a:lnTo>
                  <a:lnTo>
                    <a:pt x="217154" y="341255"/>
                  </a:lnTo>
                  <a:lnTo>
                    <a:pt x="217850" y="350420"/>
                  </a:lnTo>
                  <a:lnTo>
                    <a:pt x="218546" y="359956"/>
                  </a:lnTo>
                  <a:lnTo>
                    <a:pt x="219242" y="369121"/>
                  </a:lnTo>
                  <a:lnTo>
                    <a:pt x="219938" y="378246"/>
                  </a:lnTo>
                  <a:lnTo>
                    <a:pt x="220634" y="386026"/>
                  </a:lnTo>
                  <a:lnTo>
                    <a:pt x="221331" y="393620"/>
                  </a:lnTo>
                  <a:lnTo>
                    <a:pt x="222027" y="399478"/>
                  </a:lnTo>
                  <a:lnTo>
                    <a:pt x="222723" y="406333"/>
                  </a:lnTo>
                  <a:lnTo>
                    <a:pt x="223419" y="413879"/>
                  </a:lnTo>
                  <a:lnTo>
                    <a:pt x="224115" y="420271"/>
                  </a:lnTo>
                  <a:lnTo>
                    <a:pt x="224812" y="427038"/>
                  </a:lnTo>
                  <a:lnTo>
                    <a:pt x="225508" y="434781"/>
                  </a:lnTo>
                  <a:lnTo>
                    <a:pt x="226204" y="443318"/>
                  </a:lnTo>
                  <a:lnTo>
                    <a:pt x="226900" y="450767"/>
                  </a:lnTo>
                  <a:lnTo>
                    <a:pt x="227596" y="458216"/>
                  </a:lnTo>
                  <a:lnTo>
                    <a:pt x="228292" y="465666"/>
                  </a:lnTo>
                  <a:lnTo>
                    <a:pt x="228989" y="472504"/>
                  </a:lnTo>
                  <a:lnTo>
                    <a:pt x="229685" y="479954"/>
                  </a:lnTo>
                  <a:lnTo>
                    <a:pt x="230381" y="485940"/>
                  </a:lnTo>
                  <a:lnTo>
                    <a:pt x="231077" y="491188"/>
                  </a:lnTo>
                  <a:lnTo>
                    <a:pt x="231773" y="496743"/>
                  </a:lnTo>
                  <a:lnTo>
                    <a:pt x="232469" y="502447"/>
                  </a:lnTo>
                  <a:lnTo>
                    <a:pt x="233166" y="507411"/>
                  </a:lnTo>
                  <a:lnTo>
                    <a:pt x="233862" y="510443"/>
                  </a:lnTo>
                  <a:lnTo>
                    <a:pt x="234558" y="514308"/>
                  </a:lnTo>
                  <a:lnTo>
                    <a:pt x="235254" y="517454"/>
                  </a:lnTo>
                  <a:lnTo>
                    <a:pt x="235950" y="519482"/>
                  </a:lnTo>
                  <a:lnTo>
                    <a:pt x="236646" y="519938"/>
                  </a:lnTo>
                  <a:lnTo>
                    <a:pt x="237343" y="520394"/>
                  </a:lnTo>
                  <a:lnTo>
                    <a:pt x="238039" y="520850"/>
                  </a:lnTo>
                  <a:lnTo>
                    <a:pt x="238735" y="520391"/>
                  </a:lnTo>
                  <a:lnTo>
                    <a:pt x="239431" y="517608"/>
                  </a:lnTo>
                  <a:lnTo>
                    <a:pt x="240127" y="513691"/>
                  </a:lnTo>
                  <a:lnTo>
                    <a:pt x="240824" y="511604"/>
                  </a:lnTo>
                  <a:lnTo>
                    <a:pt x="241520" y="510657"/>
                  </a:lnTo>
                  <a:lnTo>
                    <a:pt x="242216" y="509709"/>
                  </a:lnTo>
                  <a:lnTo>
                    <a:pt x="242912" y="508762"/>
                  </a:lnTo>
                  <a:lnTo>
                    <a:pt x="243608" y="507814"/>
                  </a:lnTo>
                  <a:lnTo>
                    <a:pt x="244304" y="506866"/>
                  </a:lnTo>
                  <a:lnTo>
                    <a:pt x="245001" y="503718"/>
                  </a:lnTo>
                  <a:lnTo>
                    <a:pt x="245697" y="500632"/>
                  </a:lnTo>
                  <a:lnTo>
                    <a:pt x="246393" y="494872"/>
                  </a:lnTo>
                  <a:lnTo>
                    <a:pt x="247089" y="488945"/>
                  </a:lnTo>
                  <a:lnTo>
                    <a:pt x="247785" y="483436"/>
                  </a:lnTo>
                  <a:lnTo>
                    <a:pt x="248481" y="478461"/>
                  </a:lnTo>
                  <a:lnTo>
                    <a:pt x="249178" y="474158"/>
                  </a:lnTo>
                  <a:lnTo>
                    <a:pt x="249874" y="470385"/>
                  </a:lnTo>
                  <a:lnTo>
                    <a:pt x="250570" y="466613"/>
                  </a:lnTo>
                  <a:lnTo>
                    <a:pt x="251266" y="462423"/>
                  </a:lnTo>
                  <a:lnTo>
                    <a:pt x="251962" y="456914"/>
                  </a:lnTo>
                  <a:lnTo>
                    <a:pt x="252659" y="449416"/>
                  </a:lnTo>
                  <a:lnTo>
                    <a:pt x="253355" y="441748"/>
                  </a:lnTo>
                  <a:lnTo>
                    <a:pt x="254051" y="433233"/>
                  </a:lnTo>
                  <a:lnTo>
                    <a:pt x="254747" y="424719"/>
                  </a:lnTo>
                  <a:lnTo>
                    <a:pt x="255443" y="417639"/>
                  </a:lnTo>
                  <a:lnTo>
                    <a:pt x="256139" y="410861"/>
                  </a:lnTo>
                  <a:lnTo>
                    <a:pt x="256836" y="406907"/>
                  </a:lnTo>
                  <a:lnTo>
                    <a:pt x="257532" y="403134"/>
                  </a:lnTo>
                  <a:lnTo>
                    <a:pt x="258228" y="398944"/>
                  </a:lnTo>
                  <a:lnTo>
                    <a:pt x="258924" y="394324"/>
                  </a:lnTo>
                  <a:lnTo>
                    <a:pt x="259620" y="391276"/>
                  </a:lnTo>
                  <a:lnTo>
                    <a:pt x="260316" y="390044"/>
                  </a:lnTo>
                  <a:lnTo>
                    <a:pt x="261013" y="388506"/>
                  </a:lnTo>
                  <a:lnTo>
                    <a:pt x="261709" y="386967"/>
                  </a:lnTo>
                  <a:lnTo>
                    <a:pt x="262405" y="386863"/>
                  </a:lnTo>
                  <a:lnTo>
                    <a:pt x="263101" y="389468"/>
                  </a:lnTo>
                  <a:lnTo>
                    <a:pt x="263797" y="393574"/>
                  </a:lnTo>
                  <a:lnTo>
                    <a:pt x="264494" y="399252"/>
                  </a:lnTo>
                  <a:lnTo>
                    <a:pt x="265190" y="404397"/>
                  </a:lnTo>
                  <a:lnTo>
                    <a:pt x="265886" y="411538"/>
                  </a:lnTo>
                  <a:lnTo>
                    <a:pt x="266582" y="418884"/>
                  </a:lnTo>
                  <a:lnTo>
                    <a:pt x="267278" y="426762"/>
                  </a:lnTo>
                  <a:lnTo>
                    <a:pt x="267974" y="435078"/>
                  </a:lnTo>
                  <a:lnTo>
                    <a:pt x="268671" y="440538"/>
                  </a:lnTo>
                  <a:lnTo>
                    <a:pt x="269367" y="444940"/>
                  </a:lnTo>
                  <a:lnTo>
                    <a:pt x="270063" y="448237"/>
                  </a:lnTo>
                  <a:lnTo>
                    <a:pt x="270759" y="449993"/>
                  </a:lnTo>
                  <a:lnTo>
                    <a:pt x="271455" y="452682"/>
                  </a:lnTo>
                  <a:lnTo>
                    <a:pt x="272151" y="455787"/>
                  </a:lnTo>
                  <a:lnTo>
                    <a:pt x="272848" y="457443"/>
                  </a:lnTo>
                  <a:lnTo>
                    <a:pt x="273544" y="458671"/>
                  </a:lnTo>
                  <a:lnTo>
                    <a:pt x="274240" y="459940"/>
                  </a:lnTo>
                  <a:lnTo>
                    <a:pt x="274936" y="461752"/>
                  </a:lnTo>
                  <a:lnTo>
                    <a:pt x="275632" y="463379"/>
                  </a:lnTo>
                  <a:lnTo>
                    <a:pt x="276328" y="463175"/>
                  </a:lnTo>
                  <a:lnTo>
                    <a:pt x="277025" y="461765"/>
                  </a:lnTo>
                  <a:lnTo>
                    <a:pt x="277721" y="459103"/>
                  </a:lnTo>
                  <a:lnTo>
                    <a:pt x="278417" y="456441"/>
                  </a:lnTo>
                  <a:lnTo>
                    <a:pt x="279113" y="454466"/>
                  </a:lnTo>
                  <a:lnTo>
                    <a:pt x="279809" y="452213"/>
                  </a:lnTo>
                  <a:lnTo>
                    <a:pt x="280506" y="451573"/>
                  </a:lnTo>
                  <a:lnTo>
                    <a:pt x="281202" y="450590"/>
                  </a:lnTo>
                  <a:lnTo>
                    <a:pt x="281898" y="451465"/>
                  </a:lnTo>
                  <a:lnTo>
                    <a:pt x="282594" y="452041"/>
                  </a:lnTo>
                  <a:lnTo>
                    <a:pt x="283290" y="452187"/>
                  </a:lnTo>
                  <a:lnTo>
                    <a:pt x="283986" y="452187"/>
                  </a:lnTo>
                  <a:lnTo>
                    <a:pt x="284683" y="452000"/>
                  </a:lnTo>
                  <a:lnTo>
                    <a:pt x="285379" y="452534"/>
                  </a:lnTo>
                  <a:lnTo>
                    <a:pt x="286075" y="452534"/>
                  </a:lnTo>
                  <a:lnTo>
                    <a:pt x="286771" y="452534"/>
                  </a:lnTo>
                  <a:lnTo>
                    <a:pt x="287467" y="453945"/>
                  </a:lnTo>
                  <a:lnTo>
                    <a:pt x="288163" y="459611"/>
                  </a:lnTo>
                  <a:lnTo>
                    <a:pt x="288860" y="465982"/>
                  </a:lnTo>
                  <a:lnTo>
                    <a:pt x="289556" y="473784"/>
                  </a:lnTo>
                  <a:lnTo>
                    <a:pt x="290252" y="483084"/>
                  </a:lnTo>
                  <a:lnTo>
                    <a:pt x="290948" y="491067"/>
                  </a:lnTo>
                  <a:lnTo>
                    <a:pt x="291644" y="501151"/>
                  </a:lnTo>
                  <a:lnTo>
                    <a:pt x="292341" y="507598"/>
                  </a:lnTo>
                  <a:lnTo>
                    <a:pt x="293037" y="513864"/>
                  </a:lnTo>
                  <a:lnTo>
                    <a:pt x="293733" y="520410"/>
                  </a:lnTo>
                  <a:lnTo>
                    <a:pt x="294429" y="525399"/>
                  </a:lnTo>
                  <a:lnTo>
                    <a:pt x="295125" y="530930"/>
                  </a:lnTo>
                  <a:lnTo>
                    <a:pt x="295821" y="535689"/>
                  </a:lnTo>
                  <a:lnTo>
                    <a:pt x="296518" y="541257"/>
                  </a:lnTo>
                  <a:lnTo>
                    <a:pt x="297214" y="549422"/>
                  </a:lnTo>
                  <a:lnTo>
                    <a:pt x="297910" y="556153"/>
                  </a:lnTo>
                  <a:lnTo>
                    <a:pt x="298606" y="562761"/>
                  </a:lnTo>
                  <a:lnTo>
                    <a:pt x="299302" y="569367"/>
                  </a:lnTo>
                  <a:lnTo>
                    <a:pt x="299998" y="572902"/>
                  </a:lnTo>
                  <a:lnTo>
                    <a:pt x="300695" y="576969"/>
                  </a:lnTo>
                  <a:lnTo>
                    <a:pt x="301391" y="580503"/>
                  </a:lnTo>
                  <a:lnTo>
                    <a:pt x="302087" y="584571"/>
                  </a:lnTo>
                  <a:lnTo>
                    <a:pt x="302783" y="588105"/>
                  </a:lnTo>
                  <a:lnTo>
                    <a:pt x="303479" y="591052"/>
                  </a:lnTo>
                  <a:lnTo>
                    <a:pt x="304175" y="596776"/>
                  </a:lnTo>
                  <a:lnTo>
                    <a:pt x="304872" y="607155"/>
                  </a:lnTo>
                  <a:lnTo>
                    <a:pt x="305568" y="617956"/>
                  </a:lnTo>
                  <a:lnTo>
                    <a:pt x="306264" y="629820"/>
                  </a:lnTo>
                  <a:lnTo>
                    <a:pt x="306960" y="640934"/>
                  </a:lnTo>
                  <a:lnTo>
                    <a:pt x="307656" y="649048"/>
                  </a:lnTo>
                  <a:lnTo>
                    <a:pt x="308353" y="657631"/>
                  </a:lnTo>
                  <a:lnTo>
                    <a:pt x="309049" y="664214"/>
                  </a:lnTo>
                  <a:lnTo>
                    <a:pt x="309745" y="669976"/>
                  </a:lnTo>
                  <a:lnTo>
                    <a:pt x="310441" y="676297"/>
                  </a:lnTo>
                  <a:lnTo>
                    <a:pt x="311137" y="682618"/>
                  </a:lnTo>
                  <a:lnTo>
                    <a:pt x="311833" y="688939"/>
                  </a:lnTo>
                  <a:lnTo>
                    <a:pt x="312530" y="695328"/>
                  </a:lnTo>
                  <a:lnTo>
                    <a:pt x="313135" y="701970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3042238" y="2036227"/>
              <a:ext cx="3516460" cy="1826954"/>
            </a:xfrm>
            <a:custGeom>
              <a:avLst/>
              <a:pathLst>
                <a:path w="3516460" h="1826954">
                  <a:moveTo>
                    <a:pt x="0" y="1826954"/>
                  </a:moveTo>
                  <a:lnTo>
                    <a:pt x="142" y="1824590"/>
                  </a:lnTo>
                  <a:lnTo>
                    <a:pt x="839" y="1812833"/>
                  </a:lnTo>
                  <a:lnTo>
                    <a:pt x="1535" y="1800637"/>
                  </a:lnTo>
                  <a:lnTo>
                    <a:pt x="2231" y="1788441"/>
                  </a:lnTo>
                  <a:lnTo>
                    <a:pt x="2927" y="1778829"/>
                  </a:lnTo>
                  <a:lnTo>
                    <a:pt x="3623" y="1769727"/>
                  </a:lnTo>
                  <a:lnTo>
                    <a:pt x="4320" y="1762717"/>
                  </a:lnTo>
                  <a:lnTo>
                    <a:pt x="5016" y="1757404"/>
                  </a:lnTo>
                  <a:lnTo>
                    <a:pt x="5712" y="1751873"/>
                  </a:lnTo>
                  <a:lnTo>
                    <a:pt x="6408" y="1748079"/>
                  </a:lnTo>
                  <a:lnTo>
                    <a:pt x="7104" y="1744687"/>
                  </a:lnTo>
                  <a:lnTo>
                    <a:pt x="7800" y="1741296"/>
                  </a:lnTo>
                  <a:lnTo>
                    <a:pt x="8497" y="1737905"/>
                  </a:lnTo>
                  <a:lnTo>
                    <a:pt x="9193" y="1734513"/>
                  </a:lnTo>
                  <a:lnTo>
                    <a:pt x="9889" y="1731122"/>
                  </a:lnTo>
                  <a:lnTo>
                    <a:pt x="10585" y="1728318"/>
                  </a:lnTo>
                  <a:lnTo>
                    <a:pt x="11281" y="1726281"/>
                  </a:lnTo>
                  <a:lnTo>
                    <a:pt x="11977" y="1725145"/>
                  </a:lnTo>
                  <a:lnTo>
                    <a:pt x="12674" y="1724008"/>
                  </a:lnTo>
                  <a:lnTo>
                    <a:pt x="13370" y="1723206"/>
                  </a:lnTo>
                  <a:lnTo>
                    <a:pt x="14066" y="1722404"/>
                  </a:lnTo>
                  <a:lnTo>
                    <a:pt x="14762" y="1721451"/>
                  </a:lnTo>
                  <a:lnTo>
                    <a:pt x="15458" y="1720497"/>
                  </a:lnTo>
                  <a:lnTo>
                    <a:pt x="16155" y="1719878"/>
                  </a:lnTo>
                  <a:lnTo>
                    <a:pt x="16851" y="1719077"/>
                  </a:lnTo>
                  <a:lnTo>
                    <a:pt x="17547" y="1717940"/>
                  </a:lnTo>
                  <a:lnTo>
                    <a:pt x="18243" y="1716803"/>
                  </a:lnTo>
                  <a:lnTo>
                    <a:pt x="18939" y="1715046"/>
                  </a:lnTo>
                  <a:lnTo>
                    <a:pt x="19635" y="1713289"/>
                  </a:lnTo>
                  <a:lnTo>
                    <a:pt x="20332" y="1711532"/>
                  </a:lnTo>
                  <a:lnTo>
                    <a:pt x="21028" y="1709345"/>
                  </a:lnTo>
                  <a:lnTo>
                    <a:pt x="21724" y="1707158"/>
                  </a:lnTo>
                  <a:lnTo>
                    <a:pt x="22420" y="1704972"/>
                  </a:lnTo>
                  <a:lnTo>
                    <a:pt x="23116" y="1702785"/>
                  </a:lnTo>
                  <a:lnTo>
                    <a:pt x="23812" y="1700598"/>
                  </a:lnTo>
                  <a:lnTo>
                    <a:pt x="24509" y="1698411"/>
                  </a:lnTo>
                  <a:lnTo>
                    <a:pt x="25205" y="1698102"/>
                  </a:lnTo>
                  <a:lnTo>
                    <a:pt x="25901" y="1698150"/>
                  </a:lnTo>
                  <a:lnTo>
                    <a:pt x="26597" y="1698198"/>
                  </a:lnTo>
                  <a:lnTo>
                    <a:pt x="27293" y="1698245"/>
                  </a:lnTo>
                  <a:lnTo>
                    <a:pt x="27990" y="1698293"/>
                  </a:lnTo>
                  <a:lnTo>
                    <a:pt x="28686" y="1698341"/>
                  </a:lnTo>
                  <a:lnTo>
                    <a:pt x="29382" y="1698389"/>
                  </a:lnTo>
                  <a:lnTo>
                    <a:pt x="30078" y="1698437"/>
                  </a:lnTo>
                  <a:lnTo>
                    <a:pt x="30774" y="1698485"/>
                  </a:lnTo>
                  <a:lnTo>
                    <a:pt x="31470" y="1700533"/>
                  </a:lnTo>
                  <a:lnTo>
                    <a:pt x="32167" y="1702782"/>
                  </a:lnTo>
                  <a:lnTo>
                    <a:pt x="32863" y="1705030"/>
                  </a:lnTo>
                  <a:lnTo>
                    <a:pt x="33559" y="1707279"/>
                  </a:lnTo>
                  <a:lnTo>
                    <a:pt x="34255" y="1709528"/>
                  </a:lnTo>
                  <a:lnTo>
                    <a:pt x="34951" y="1712512"/>
                  </a:lnTo>
                  <a:lnTo>
                    <a:pt x="35647" y="1713645"/>
                  </a:lnTo>
                  <a:lnTo>
                    <a:pt x="36344" y="1714429"/>
                  </a:lnTo>
                  <a:lnTo>
                    <a:pt x="37040" y="1715212"/>
                  </a:lnTo>
                  <a:lnTo>
                    <a:pt x="37736" y="1715996"/>
                  </a:lnTo>
                  <a:lnTo>
                    <a:pt x="38432" y="1717298"/>
                  </a:lnTo>
                  <a:lnTo>
                    <a:pt x="39128" y="1719286"/>
                  </a:lnTo>
                  <a:lnTo>
                    <a:pt x="39824" y="1721609"/>
                  </a:lnTo>
                  <a:lnTo>
                    <a:pt x="40521" y="1723931"/>
                  </a:lnTo>
                  <a:lnTo>
                    <a:pt x="41217" y="1726472"/>
                  </a:lnTo>
                  <a:lnTo>
                    <a:pt x="41913" y="1727276"/>
                  </a:lnTo>
                  <a:lnTo>
                    <a:pt x="42609" y="1727895"/>
                  </a:lnTo>
                  <a:lnTo>
                    <a:pt x="43305" y="1728514"/>
                  </a:lnTo>
                  <a:lnTo>
                    <a:pt x="44002" y="1729467"/>
                  </a:lnTo>
                  <a:lnTo>
                    <a:pt x="44698" y="1730891"/>
                  </a:lnTo>
                  <a:lnTo>
                    <a:pt x="45394" y="1732745"/>
                  </a:lnTo>
                  <a:lnTo>
                    <a:pt x="46090" y="1735016"/>
                  </a:lnTo>
                  <a:lnTo>
                    <a:pt x="46786" y="1738003"/>
                  </a:lnTo>
                  <a:lnTo>
                    <a:pt x="47482" y="1740990"/>
                  </a:lnTo>
                  <a:lnTo>
                    <a:pt x="48179" y="1743977"/>
                  </a:lnTo>
                  <a:lnTo>
                    <a:pt x="48875" y="1746431"/>
                  </a:lnTo>
                  <a:lnTo>
                    <a:pt x="49571" y="1748468"/>
                  </a:lnTo>
                  <a:lnTo>
                    <a:pt x="50267" y="1750321"/>
                  </a:lnTo>
                  <a:lnTo>
                    <a:pt x="50963" y="1752175"/>
                  </a:lnTo>
                  <a:lnTo>
                    <a:pt x="51659" y="1754446"/>
                  </a:lnTo>
                  <a:lnTo>
                    <a:pt x="52356" y="1757433"/>
                  </a:lnTo>
                  <a:lnTo>
                    <a:pt x="53052" y="1760420"/>
                  </a:lnTo>
                  <a:lnTo>
                    <a:pt x="53748" y="1763408"/>
                  </a:lnTo>
                  <a:lnTo>
                    <a:pt x="54444" y="1766012"/>
                  </a:lnTo>
                  <a:lnTo>
                    <a:pt x="55140" y="1768616"/>
                  </a:lnTo>
                  <a:lnTo>
                    <a:pt x="55837" y="1770802"/>
                  </a:lnTo>
                  <a:lnTo>
                    <a:pt x="56533" y="1772560"/>
                  </a:lnTo>
                  <a:lnTo>
                    <a:pt x="57229" y="1773846"/>
                  </a:lnTo>
                  <a:lnTo>
                    <a:pt x="57925" y="1775133"/>
                  </a:lnTo>
                  <a:lnTo>
                    <a:pt x="58621" y="1774724"/>
                  </a:lnTo>
                  <a:lnTo>
                    <a:pt x="59317" y="1773470"/>
                  </a:lnTo>
                  <a:lnTo>
                    <a:pt x="60014" y="1772687"/>
                  </a:lnTo>
                  <a:lnTo>
                    <a:pt x="60710" y="1772639"/>
                  </a:lnTo>
                  <a:lnTo>
                    <a:pt x="61406" y="1772591"/>
                  </a:lnTo>
                  <a:lnTo>
                    <a:pt x="62102" y="1772543"/>
                  </a:lnTo>
                  <a:lnTo>
                    <a:pt x="62798" y="1771596"/>
                  </a:lnTo>
                  <a:lnTo>
                    <a:pt x="63494" y="1769732"/>
                  </a:lnTo>
                  <a:lnTo>
                    <a:pt x="64191" y="1766583"/>
                  </a:lnTo>
                  <a:lnTo>
                    <a:pt x="64887" y="1763434"/>
                  </a:lnTo>
                  <a:lnTo>
                    <a:pt x="65583" y="1760286"/>
                  </a:lnTo>
                  <a:lnTo>
                    <a:pt x="66279" y="1757137"/>
                  </a:lnTo>
                  <a:lnTo>
                    <a:pt x="66975" y="1753989"/>
                  </a:lnTo>
                  <a:lnTo>
                    <a:pt x="67671" y="1750840"/>
                  </a:lnTo>
                  <a:lnTo>
                    <a:pt x="68368" y="1747691"/>
                  </a:lnTo>
                  <a:lnTo>
                    <a:pt x="69064" y="1745939"/>
                  </a:lnTo>
                  <a:lnTo>
                    <a:pt x="69760" y="1744991"/>
                  </a:lnTo>
                  <a:lnTo>
                    <a:pt x="70456" y="1743184"/>
                  </a:lnTo>
                  <a:lnTo>
                    <a:pt x="71152" y="1740977"/>
                  </a:lnTo>
                  <a:lnTo>
                    <a:pt x="71849" y="1739171"/>
                  </a:lnTo>
                  <a:lnTo>
                    <a:pt x="72545" y="1737582"/>
                  </a:lnTo>
                  <a:lnTo>
                    <a:pt x="73241" y="1736328"/>
                  </a:lnTo>
                  <a:lnTo>
                    <a:pt x="73937" y="1735524"/>
                  </a:lnTo>
                  <a:lnTo>
                    <a:pt x="74633" y="1735742"/>
                  </a:lnTo>
                  <a:lnTo>
                    <a:pt x="75329" y="1736295"/>
                  </a:lnTo>
                  <a:lnTo>
                    <a:pt x="76026" y="1736848"/>
                  </a:lnTo>
                  <a:lnTo>
                    <a:pt x="76722" y="1737401"/>
                  </a:lnTo>
                  <a:lnTo>
                    <a:pt x="77418" y="1737618"/>
                  </a:lnTo>
                  <a:lnTo>
                    <a:pt x="78114" y="1737618"/>
                  </a:lnTo>
                  <a:lnTo>
                    <a:pt x="78810" y="1737619"/>
                  </a:lnTo>
                  <a:lnTo>
                    <a:pt x="79506" y="1737284"/>
                  </a:lnTo>
                  <a:lnTo>
                    <a:pt x="80203" y="1736813"/>
                  </a:lnTo>
                  <a:lnTo>
                    <a:pt x="80899" y="1735913"/>
                  </a:lnTo>
                  <a:lnTo>
                    <a:pt x="81595" y="1735066"/>
                  </a:lnTo>
                  <a:lnTo>
                    <a:pt x="82291" y="1734116"/>
                  </a:lnTo>
                  <a:lnTo>
                    <a:pt x="82987" y="1731595"/>
                  </a:lnTo>
                  <a:lnTo>
                    <a:pt x="83684" y="1728520"/>
                  </a:lnTo>
                  <a:lnTo>
                    <a:pt x="84380" y="1725176"/>
                  </a:lnTo>
                  <a:lnTo>
                    <a:pt x="85076" y="1719187"/>
                  </a:lnTo>
                  <a:lnTo>
                    <a:pt x="85772" y="1712922"/>
                  </a:lnTo>
                  <a:lnTo>
                    <a:pt x="86468" y="1706656"/>
                  </a:lnTo>
                  <a:lnTo>
                    <a:pt x="87164" y="1699974"/>
                  </a:lnTo>
                  <a:lnTo>
                    <a:pt x="87861" y="1692757"/>
                  </a:lnTo>
                  <a:lnTo>
                    <a:pt x="88557" y="1686075"/>
                  </a:lnTo>
                  <a:lnTo>
                    <a:pt x="89253" y="1679392"/>
                  </a:lnTo>
                  <a:lnTo>
                    <a:pt x="89949" y="1673243"/>
                  </a:lnTo>
                  <a:lnTo>
                    <a:pt x="90645" y="1667093"/>
                  </a:lnTo>
                  <a:lnTo>
                    <a:pt x="91341" y="1661361"/>
                  </a:lnTo>
                  <a:lnTo>
                    <a:pt x="92038" y="1654571"/>
                  </a:lnTo>
                  <a:lnTo>
                    <a:pt x="92734" y="1647469"/>
                  </a:lnTo>
                  <a:lnTo>
                    <a:pt x="93430" y="1641387"/>
                  </a:lnTo>
                  <a:lnTo>
                    <a:pt x="94126" y="1637300"/>
                  </a:lnTo>
                  <a:lnTo>
                    <a:pt x="94822" y="1634282"/>
                  </a:lnTo>
                  <a:lnTo>
                    <a:pt x="95519" y="1633932"/>
                  </a:lnTo>
                  <a:lnTo>
                    <a:pt x="96215" y="1633932"/>
                  </a:lnTo>
                  <a:lnTo>
                    <a:pt x="96911" y="1633502"/>
                  </a:lnTo>
                  <a:lnTo>
                    <a:pt x="97607" y="1633073"/>
                  </a:lnTo>
                  <a:lnTo>
                    <a:pt x="98303" y="1633543"/>
                  </a:lnTo>
                  <a:lnTo>
                    <a:pt x="98999" y="1634929"/>
                  </a:lnTo>
                  <a:lnTo>
                    <a:pt x="99696" y="1638030"/>
                  </a:lnTo>
                  <a:lnTo>
                    <a:pt x="100392" y="1641131"/>
                  </a:lnTo>
                  <a:lnTo>
                    <a:pt x="101088" y="1643803"/>
                  </a:lnTo>
                  <a:lnTo>
                    <a:pt x="101784" y="1646474"/>
                  </a:lnTo>
                  <a:lnTo>
                    <a:pt x="102480" y="1650809"/>
                  </a:lnTo>
                  <a:lnTo>
                    <a:pt x="103176" y="1655550"/>
                  </a:lnTo>
                  <a:lnTo>
                    <a:pt x="103873" y="1660292"/>
                  </a:lnTo>
                  <a:lnTo>
                    <a:pt x="104569" y="1663636"/>
                  </a:lnTo>
                  <a:lnTo>
                    <a:pt x="105265" y="1666177"/>
                  </a:lnTo>
                  <a:lnTo>
                    <a:pt x="105961" y="1669270"/>
                  </a:lnTo>
                  <a:lnTo>
                    <a:pt x="106657" y="1672764"/>
                  </a:lnTo>
                  <a:lnTo>
                    <a:pt x="107353" y="1675858"/>
                  </a:lnTo>
                  <a:lnTo>
                    <a:pt x="108050" y="1679203"/>
                  </a:lnTo>
                  <a:lnTo>
                    <a:pt x="108746" y="1682644"/>
                  </a:lnTo>
                  <a:lnTo>
                    <a:pt x="109442" y="1685115"/>
                  </a:lnTo>
                  <a:lnTo>
                    <a:pt x="110138" y="1685920"/>
                  </a:lnTo>
                  <a:lnTo>
                    <a:pt x="110834" y="1686391"/>
                  </a:lnTo>
                  <a:lnTo>
                    <a:pt x="111531" y="1687290"/>
                  </a:lnTo>
                  <a:lnTo>
                    <a:pt x="112227" y="1688190"/>
                  </a:lnTo>
                  <a:lnTo>
                    <a:pt x="112923" y="1689425"/>
                  </a:lnTo>
                  <a:lnTo>
                    <a:pt x="113619" y="1690660"/>
                  </a:lnTo>
                  <a:lnTo>
                    <a:pt x="114315" y="1692312"/>
                  </a:lnTo>
                  <a:lnTo>
                    <a:pt x="115011" y="1693964"/>
                  </a:lnTo>
                  <a:lnTo>
                    <a:pt x="115708" y="1695282"/>
                  </a:lnTo>
                  <a:lnTo>
                    <a:pt x="116404" y="1696599"/>
                  </a:lnTo>
                  <a:lnTo>
                    <a:pt x="117100" y="1697446"/>
                  </a:lnTo>
                  <a:lnTo>
                    <a:pt x="117796" y="1697863"/>
                  </a:lnTo>
                  <a:lnTo>
                    <a:pt x="118492" y="1699852"/>
                  </a:lnTo>
                  <a:lnTo>
                    <a:pt x="119188" y="1701975"/>
                  </a:lnTo>
                  <a:lnTo>
                    <a:pt x="119885" y="1704902"/>
                  </a:lnTo>
                  <a:lnTo>
                    <a:pt x="120581" y="1710891"/>
                  </a:lnTo>
                  <a:lnTo>
                    <a:pt x="121277" y="1717156"/>
                  </a:lnTo>
                  <a:lnTo>
                    <a:pt x="121973" y="1721238"/>
                  </a:lnTo>
                  <a:lnTo>
                    <a:pt x="122669" y="1724047"/>
                  </a:lnTo>
                  <a:lnTo>
                    <a:pt x="123366" y="1725141"/>
                  </a:lnTo>
                  <a:lnTo>
                    <a:pt x="124062" y="1725702"/>
                  </a:lnTo>
                  <a:lnTo>
                    <a:pt x="124758" y="1725793"/>
                  </a:lnTo>
                  <a:lnTo>
                    <a:pt x="125454" y="1725883"/>
                  </a:lnTo>
                  <a:lnTo>
                    <a:pt x="126150" y="1724310"/>
                  </a:lnTo>
                  <a:lnTo>
                    <a:pt x="126846" y="1722459"/>
                  </a:lnTo>
                  <a:lnTo>
                    <a:pt x="127543" y="1721849"/>
                  </a:lnTo>
                  <a:lnTo>
                    <a:pt x="128239" y="1721002"/>
                  </a:lnTo>
                  <a:lnTo>
                    <a:pt x="128935" y="1718665"/>
                  </a:lnTo>
                  <a:lnTo>
                    <a:pt x="129631" y="1714609"/>
                  </a:lnTo>
                  <a:lnTo>
                    <a:pt x="130327" y="1709213"/>
                  </a:lnTo>
                  <a:lnTo>
                    <a:pt x="131023" y="1699487"/>
                  </a:lnTo>
                  <a:lnTo>
                    <a:pt x="131720" y="1685966"/>
                  </a:lnTo>
                  <a:lnTo>
                    <a:pt x="132416" y="1673670"/>
                  </a:lnTo>
                  <a:lnTo>
                    <a:pt x="133112" y="1662401"/>
                  </a:lnTo>
                  <a:lnTo>
                    <a:pt x="133808" y="1652357"/>
                  </a:lnTo>
                  <a:lnTo>
                    <a:pt x="134504" y="1642314"/>
                  </a:lnTo>
                  <a:lnTo>
                    <a:pt x="135200" y="1631840"/>
                  </a:lnTo>
                  <a:lnTo>
                    <a:pt x="135897" y="1621366"/>
                  </a:lnTo>
                  <a:lnTo>
                    <a:pt x="136593" y="1612355"/>
                  </a:lnTo>
                  <a:lnTo>
                    <a:pt x="137289" y="1602999"/>
                  </a:lnTo>
                  <a:lnTo>
                    <a:pt x="137985" y="1592576"/>
                  </a:lnTo>
                  <a:lnTo>
                    <a:pt x="138681" y="1581151"/>
                  </a:lnTo>
                  <a:lnTo>
                    <a:pt x="139378" y="1569575"/>
                  </a:lnTo>
                  <a:lnTo>
                    <a:pt x="140074" y="1559143"/>
                  </a:lnTo>
                  <a:lnTo>
                    <a:pt x="140770" y="1550157"/>
                  </a:lnTo>
                  <a:lnTo>
                    <a:pt x="141466" y="1542455"/>
                  </a:lnTo>
                  <a:lnTo>
                    <a:pt x="142162" y="1539946"/>
                  </a:lnTo>
                  <a:lnTo>
                    <a:pt x="142858" y="1537643"/>
                  </a:lnTo>
                  <a:lnTo>
                    <a:pt x="143555" y="1534869"/>
                  </a:lnTo>
                  <a:lnTo>
                    <a:pt x="144251" y="1531665"/>
                  </a:lnTo>
                  <a:lnTo>
                    <a:pt x="144947" y="1528461"/>
                  </a:lnTo>
                  <a:lnTo>
                    <a:pt x="145643" y="1525687"/>
                  </a:lnTo>
                  <a:lnTo>
                    <a:pt x="146339" y="1522951"/>
                  </a:lnTo>
                  <a:lnTo>
                    <a:pt x="147035" y="1516764"/>
                  </a:lnTo>
                  <a:lnTo>
                    <a:pt x="147732" y="1510895"/>
                  </a:lnTo>
                  <a:lnTo>
                    <a:pt x="148428" y="1504942"/>
                  </a:lnTo>
                  <a:lnTo>
                    <a:pt x="149124" y="1499758"/>
                  </a:lnTo>
                  <a:lnTo>
                    <a:pt x="149820" y="1495089"/>
                  </a:lnTo>
                  <a:lnTo>
                    <a:pt x="150516" y="1491223"/>
                  </a:lnTo>
                  <a:lnTo>
                    <a:pt x="151213" y="1487358"/>
                  </a:lnTo>
                  <a:lnTo>
                    <a:pt x="151909" y="1484302"/>
                  </a:lnTo>
                  <a:lnTo>
                    <a:pt x="152605" y="1480934"/>
                  </a:lnTo>
                  <a:lnTo>
                    <a:pt x="153301" y="1474095"/>
                  </a:lnTo>
                  <a:lnTo>
                    <a:pt x="153997" y="1466596"/>
                  </a:lnTo>
                  <a:lnTo>
                    <a:pt x="154693" y="1459514"/>
                  </a:lnTo>
                  <a:lnTo>
                    <a:pt x="155390" y="1452432"/>
                  </a:lnTo>
                  <a:lnTo>
                    <a:pt x="156086" y="1445350"/>
                  </a:lnTo>
                  <a:lnTo>
                    <a:pt x="156782" y="1439503"/>
                  </a:lnTo>
                  <a:lnTo>
                    <a:pt x="157478" y="1437749"/>
                  </a:lnTo>
                  <a:lnTo>
                    <a:pt x="158174" y="1434300"/>
                  </a:lnTo>
                  <a:lnTo>
                    <a:pt x="158870" y="1431836"/>
                  </a:lnTo>
                  <a:lnTo>
                    <a:pt x="159567" y="1431022"/>
                  </a:lnTo>
                  <a:lnTo>
                    <a:pt x="160263" y="1429748"/>
                  </a:lnTo>
                  <a:lnTo>
                    <a:pt x="160959" y="1426840"/>
                  </a:lnTo>
                  <a:lnTo>
                    <a:pt x="161655" y="1427043"/>
                  </a:lnTo>
                  <a:lnTo>
                    <a:pt x="162351" y="1426487"/>
                  </a:lnTo>
                  <a:lnTo>
                    <a:pt x="163048" y="1426457"/>
                  </a:lnTo>
                  <a:lnTo>
                    <a:pt x="163744" y="1431300"/>
                  </a:lnTo>
                  <a:lnTo>
                    <a:pt x="164440" y="1435347"/>
                  </a:lnTo>
                  <a:lnTo>
                    <a:pt x="165136" y="1440693"/>
                  </a:lnTo>
                  <a:lnTo>
                    <a:pt x="165832" y="1446353"/>
                  </a:lnTo>
                  <a:lnTo>
                    <a:pt x="166528" y="1453798"/>
                  </a:lnTo>
                  <a:lnTo>
                    <a:pt x="167225" y="1461984"/>
                  </a:lnTo>
                  <a:lnTo>
                    <a:pt x="167921" y="1469338"/>
                  </a:lnTo>
                  <a:lnTo>
                    <a:pt x="168617" y="1475408"/>
                  </a:lnTo>
                  <a:lnTo>
                    <a:pt x="169313" y="1478636"/>
                  </a:lnTo>
                  <a:lnTo>
                    <a:pt x="170009" y="1481462"/>
                  </a:lnTo>
                  <a:lnTo>
                    <a:pt x="170705" y="1483972"/>
                  </a:lnTo>
                  <a:lnTo>
                    <a:pt x="171402" y="1485761"/>
                  </a:lnTo>
                  <a:lnTo>
                    <a:pt x="172098" y="1485051"/>
                  </a:lnTo>
                  <a:lnTo>
                    <a:pt x="172794" y="1484445"/>
                  </a:lnTo>
                  <a:lnTo>
                    <a:pt x="173490" y="1482543"/>
                  </a:lnTo>
                  <a:lnTo>
                    <a:pt x="174186" y="1480697"/>
                  </a:lnTo>
                  <a:lnTo>
                    <a:pt x="174882" y="1478826"/>
                  </a:lnTo>
                  <a:lnTo>
                    <a:pt x="175579" y="1475522"/>
                  </a:lnTo>
                  <a:lnTo>
                    <a:pt x="176275" y="1470488"/>
                  </a:lnTo>
                  <a:lnTo>
                    <a:pt x="176971" y="1464583"/>
                  </a:lnTo>
                  <a:lnTo>
                    <a:pt x="177667" y="1452066"/>
                  </a:lnTo>
                  <a:lnTo>
                    <a:pt x="178363" y="1439525"/>
                  </a:lnTo>
                  <a:lnTo>
                    <a:pt x="179060" y="1426921"/>
                  </a:lnTo>
                  <a:lnTo>
                    <a:pt x="179756" y="1416050"/>
                  </a:lnTo>
                  <a:lnTo>
                    <a:pt x="180452" y="1402912"/>
                  </a:lnTo>
                  <a:lnTo>
                    <a:pt x="181148" y="1387869"/>
                  </a:lnTo>
                  <a:lnTo>
                    <a:pt x="181844" y="1371891"/>
                  </a:lnTo>
                  <a:lnTo>
                    <a:pt x="182540" y="1359813"/>
                  </a:lnTo>
                  <a:lnTo>
                    <a:pt x="183237" y="1346187"/>
                  </a:lnTo>
                  <a:lnTo>
                    <a:pt x="183933" y="1334052"/>
                  </a:lnTo>
                  <a:lnTo>
                    <a:pt x="184629" y="1321311"/>
                  </a:lnTo>
                  <a:lnTo>
                    <a:pt x="185325" y="1308520"/>
                  </a:lnTo>
                  <a:lnTo>
                    <a:pt x="186021" y="1295522"/>
                  </a:lnTo>
                  <a:lnTo>
                    <a:pt x="186717" y="1282958"/>
                  </a:lnTo>
                  <a:lnTo>
                    <a:pt x="187414" y="1269918"/>
                  </a:lnTo>
                  <a:lnTo>
                    <a:pt x="188110" y="1257805"/>
                  </a:lnTo>
                  <a:lnTo>
                    <a:pt x="188806" y="1250824"/>
                  </a:lnTo>
                  <a:lnTo>
                    <a:pt x="189502" y="1244497"/>
                  </a:lnTo>
                  <a:lnTo>
                    <a:pt x="190198" y="1239000"/>
                  </a:lnTo>
                  <a:lnTo>
                    <a:pt x="190895" y="1234915"/>
                  </a:lnTo>
                  <a:lnTo>
                    <a:pt x="191591" y="1232112"/>
                  </a:lnTo>
                  <a:lnTo>
                    <a:pt x="192287" y="1228706"/>
                  </a:lnTo>
                  <a:lnTo>
                    <a:pt x="192983" y="1223496"/>
                  </a:lnTo>
                  <a:lnTo>
                    <a:pt x="193679" y="1220689"/>
                  </a:lnTo>
                  <a:lnTo>
                    <a:pt x="194375" y="1215897"/>
                  </a:lnTo>
                  <a:lnTo>
                    <a:pt x="195072" y="1208318"/>
                  </a:lnTo>
                  <a:lnTo>
                    <a:pt x="195768" y="1201927"/>
                  </a:lnTo>
                  <a:lnTo>
                    <a:pt x="196464" y="1197463"/>
                  </a:lnTo>
                  <a:lnTo>
                    <a:pt x="197160" y="1189991"/>
                  </a:lnTo>
                  <a:lnTo>
                    <a:pt x="197856" y="1183722"/>
                  </a:lnTo>
                  <a:lnTo>
                    <a:pt x="198552" y="1178034"/>
                  </a:lnTo>
                  <a:lnTo>
                    <a:pt x="199249" y="1168109"/>
                  </a:lnTo>
                  <a:lnTo>
                    <a:pt x="199945" y="1158425"/>
                  </a:lnTo>
                  <a:lnTo>
                    <a:pt x="200641" y="1148071"/>
                  </a:lnTo>
                  <a:lnTo>
                    <a:pt x="201337" y="1138776"/>
                  </a:lnTo>
                  <a:lnTo>
                    <a:pt x="202033" y="1129692"/>
                  </a:lnTo>
                  <a:lnTo>
                    <a:pt x="202729" y="1121603"/>
                  </a:lnTo>
                  <a:lnTo>
                    <a:pt x="203426" y="1114413"/>
                  </a:lnTo>
                  <a:lnTo>
                    <a:pt x="204122" y="1109600"/>
                  </a:lnTo>
                  <a:lnTo>
                    <a:pt x="204818" y="1108966"/>
                  </a:lnTo>
                  <a:lnTo>
                    <a:pt x="205514" y="1110735"/>
                  </a:lnTo>
                  <a:lnTo>
                    <a:pt x="206210" y="1112821"/>
                  </a:lnTo>
                  <a:lnTo>
                    <a:pt x="206907" y="1115626"/>
                  </a:lnTo>
                  <a:lnTo>
                    <a:pt x="207603" y="1121453"/>
                  </a:lnTo>
                  <a:lnTo>
                    <a:pt x="208299" y="1127702"/>
                  </a:lnTo>
                  <a:lnTo>
                    <a:pt x="208995" y="1134222"/>
                  </a:lnTo>
                  <a:lnTo>
                    <a:pt x="209691" y="1142815"/>
                  </a:lnTo>
                  <a:lnTo>
                    <a:pt x="210387" y="1153143"/>
                  </a:lnTo>
                  <a:lnTo>
                    <a:pt x="211084" y="1165239"/>
                  </a:lnTo>
                  <a:lnTo>
                    <a:pt x="211780" y="1177190"/>
                  </a:lnTo>
                  <a:lnTo>
                    <a:pt x="212476" y="1189156"/>
                  </a:lnTo>
                  <a:lnTo>
                    <a:pt x="213172" y="1204674"/>
                  </a:lnTo>
                  <a:lnTo>
                    <a:pt x="213868" y="1219989"/>
                  </a:lnTo>
                  <a:lnTo>
                    <a:pt x="214564" y="1235796"/>
                  </a:lnTo>
                  <a:lnTo>
                    <a:pt x="215261" y="1249872"/>
                  </a:lnTo>
                  <a:lnTo>
                    <a:pt x="215957" y="1266214"/>
                  </a:lnTo>
                  <a:lnTo>
                    <a:pt x="216653" y="1284460"/>
                  </a:lnTo>
                  <a:lnTo>
                    <a:pt x="217349" y="1303602"/>
                  </a:lnTo>
                  <a:lnTo>
                    <a:pt x="218045" y="1321867"/>
                  </a:lnTo>
                  <a:lnTo>
                    <a:pt x="218742" y="1342314"/>
                  </a:lnTo>
                  <a:lnTo>
                    <a:pt x="219438" y="1361352"/>
                  </a:lnTo>
                  <a:lnTo>
                    <a:pt x="220134" y="1380228"/>
                  </a:lnTo>
                  <a:lnTo>
                    <a:pt x="220830" y="1398223"/>
                  </a:lnTo>
                  <a:lnTo>
                    <a:pt x="221526" y="1415086"/>
                  </a:lnTo>
                  <a:lnTo>
                    <a:pt x="222222" y="1431516"/>
                  </a:lnTo>
                  <a:lnTo>
                    <a:pt x="222919" y="1447193"/>
                  </a:lnTo>
                  <a:lnTo>
                    <a:pt x="223615" y="1461828"/>
                  </a:lnTo>
                  <a:lnTo>
                    <a:pt x="224311" y="1474802"/>
                  </a:lnTo>
                  <a:lnTo>
                    <a:pt x="225007" y="1487781"/>
                  </a:lnTo>
                  <a:lnTo>
                    <a:pt x="225703" y="1499459"/>
                  </a:lnTo>
                  <a:lnTo>
                    <a:pt x="226399" y="1509726"/>
                  </a:lnTo>
                  <a:lnTo>
                    <a:pt x="227096" y="1518711"/>
                  </a:lnTo>
                  <a:lnTo>
                    <a:pt x="227792" y="1527064"/>
                  </a:lnTo>
                  <a:lnTo>
                    <a:pt x="228488" y="1535312"/>
                  </a:lnTo>
                  <a:lnTo>
                    <a:pt x="229184" y="1543572"/>
                  </a:lnTo>
                  <a:lnTo>
                    <a:pt x="229880" y="1554546"/>
                  </a:lnTo>
                  <a:lnTo>
                    <a:pt x="230576" y="1566442"/>
                  </a:lnTo>
                  <a:lnTo>
                    <a:pt x="231273" y="1577895"/>
                  </a:lnTo>
                  <a:lnTo>
                    <a:pt x="231969" y="1589241"/>
                  </a:lnTo>
                  <a:lnTo>
                    <a:pt x="232665" y="1602362"/>
                  </a:lnTo>
                  <a:lnTo>
                    <a:pt x="233361" y="1615318"/>
                  </a:lnTo>
                  <a:lnTo>
                    <a:pt x="234057" y="1627965"/>
                  </a:lnTo>
                  <a:lnTo>
                    <a:pt x="234754" y="1641466"/>
                  </a:lnTo>
                  <a:lnTo>
                    <a:pt x="235450" y="1656421"/>
                  </a:lnTo>
                  <a:lnTo>
                    <a:pt x="236146" y="1672170"/>
                  </a:lnTo>
                  <a:lnTo>
                    <a:pt x="236842" y="1687659"/>
                  </a:lnTo>
                  <a:lnTo>
                    <a:pt x="237538" y="1702343"/>
                  </a:lnTo>
                  <a:lnTo>
                    <a:pt x="238234" y="1718308"/>
                  </a:lnTo>
                  <a:lnTo>
                    <a:pt x="238931" y="1733410"/>
                  </a:lnTo>
                  <a:lnTo>
                    <a:pt x="239627" y="1747343"/>
                  </a:lnTo>
                  <a:lnTo>
                    <a:pt x="240323" y="1757142"/>
                  </a:lnTo>
                  <a:lnTo>
                    <a:pt x="241019" y="1762358"/>
                  </a:lnTo>
                  <a:lnTo>
                    <a:pt x="241715" y="1767573"/>
                  </a:lnTo>
                  <a:lnTo>
                    <a:pt x="242411" y="1771757"/>
                  </a:lnTo>
                  <a:lnTo>
                    <a:pt x="243108" y="1773477"/>
                  </a:lnTo>
                  <a:lnTo>
                    <a:pt x="243804" y="1775460"/>
                  </a:lnTo>
                  <a:lnTo>
                    <a:pt x="244500" y="1777427"/>
                  </a:lnTo>
                  <a:lnTo>
                    <a:pt x="245196" y="1777860"/>
                  </a:lnTo>
                  <a:lnTo>
                    <a:pt x="245892" y="1776734"/>
                  </a:lnTo>
                  <a:lnTo>
                    <a:pt x="246589" y="1774130"/>
                  </a:lnTo>
                  <a:lnTo>
                    <a:pt x="247285" y="1771955"/>
                  </a:lnTo>
                  <a:lnTo>
                    <a:pt x="247981" y="1769350"/>
                  </a:lnTo>
                  <a:lnTo>
                    <a:pt x="248677" y="1764612"/>
                  </a:lnTo>
                  <a:lnTo>
                    <a:pt x="249373" y="1759897"/>
                  </a:lnTo>
                  <a:lnTo>
                    <a:pt x="250069" y="1754165"/>
                  </a:lnTo>
                  <a:lnTo>
                    <a:pt x="250766" y="1749570"/>
                  </a:lnTo>
                  <a:lnTo>
                    <a:pt x="251462" y="1746912"/>
                  </a:lnTo>
                  <a:lnTo>
                    <a:pt x="252158" y="1742171"/>
                  </a:lnTo>
                  <a:lnTo>
                    <a:pt x="252854" y="1739052"/>
                  </a:lnTo>
                  <a:lnTo>
                    <a:pt x="253550" y="1736464"/>
                  </a:lnTo>
                  <a:lnTo>
                    <a:pt x="254246" y="1731190"/>
                  </a:lnTo>
                  <a:lnTo>
                    <a:pt x="254943" y="1725915"/>
                  </a:lnTo>
                  <a:lnTo>
                    <a:pt x="255639" y="1721173"/>
                  </a:lnTo>
                  <a:lnTo>
                    <a:pt x="256335" y="1717019"/>
                  </a:lnTo>
                  <a:lnTo>
                    <a:pt x="257031" y="1713398"/>
                  </a:lnTo>
                  <a:lnTo>
                    <a:pt x="257727" y="1709190"/>
                  </a:lnTo>
                  <a:lnTo>
                    <a:pt x="258424" y="1705399"/>
                  </a:lnTo>
                  <a:lnTo>
                    <a:pt x="259120" y="1702038"/>
                  </a:lnTo>
                  <a:lnTo>
                    <a:pt x="259816" y="1698677"/>
                  </a:lnTo>
                  <a:lnTo>
                    <a:pt x="260512" y="1695316"/>
                  </a:lnTo>
                  <a:lnTo>
                    <a:pt x="261208" y="1692425"/>
                  </a:lnTo>
                  <a:lnTo>
                    <a:pt x="261904" y="1689637"/>
                  </a:lnTo>
                  <a:lnTo>
                    <a:pt x="262601" y="1689535"/>
                  </a:lnTo>
                  <a:lnTo>
                    <a:pt x="263297" y="1688845"/>
                  </a:lnTo>
                  <a:lnTo>
                    <a:pt x="263993" y="1688632"/>
                  </a:lnTo>
                  <a:lnTo>
                    <a:pt x="264689" y="1691036"/>
                  </a:lnTo>
                  <a:lnTo>
                    <a:pt x="265385" y="1693439"/>
                  </a:lnTo>
                  <a:lnTo>
                    <a:pt x="266081" y="1695107"/>
                  </a:lnTo>
                  <a:lnTo>
                    <a:pt x="266778" y="1696061"/>
                  </a:lnTo>
                  <a:lnTo>
                    <a:pt x="267474" y="1696829"/>
                  </a:lnTo>
                  <a:lnTo>
                    <a:pt x="268170" y="1697381"/>
                  </a:lnTo>
                  <a:lnTo>
                    <a:pt x="268866" y="1698404"/>
                  </a:lnTo>
                  <a:lnTo>
                    <a:pt x="269562" y="1698404"/>
                  </a:lnTo>
                  <a:lnTo>
                    <a:pt x="270258" y="1697934"/>
                  </a:lnTo>
                  <a:lnTo>
                    <a:pt x="270955" y="1697033"/>
                  </a:lnTo>
                  <a:lnTo>
                    <a:pt x="271651" y="1696133"/>
                  </a:lnTo>
                  <a:lnTo>
                    <a:pt x="272347" y="1695704"/>
                  </a:lnTo>
                  <a:lnTo>
                    <a:pt x="273043" y="1695274"/>
                  </a:lnTo>
                  <a:lnTo>
                    <a:pt x="273739" y="1695274"/>
                  </a:lnTo>
                  <a:lnTo>
                    <a:pt x="274436" y="1695691"/>
                  </a:lnTo>
                  <a:lnTo>
                    <a:pt x="275132" y="1694741"/>
                  </a:lnTo>
                  <a:lnTo>
                    <a:pt x="275828" y="1694931"/>
                  </a:lnTo>
                  <a:lnTo>
                    <a:pt x="276524" y="1697705"/>
                  </a:lnTo>
                  <a:lnTo>
                    <a:pt x="277220" y="1700479"/>
                  </a:lnTo>
                  <a:lnTo>
                    <a:pt x="277916" y="1704285"/>
                  </a:lnTo>
                  <a:lnTo>
                    <a:pt x="278613" y="1709430"/>
                  </a:lnTo>
                  <a:lnTo>
                    <a:pt x="279309" y="1714129"/>
                  </a:lnTo>
                  <a:lnTo>
                    <a:pt x="280005" y="1719274"/>
                  </a:lnTo>
                  <a:lnTo>
                    <a:pt x="280701" y="1724419"/>
                  </a:lnTo>
                  <a:lnTo>
                    <a:pt x="281397" y="1729564"/>
                  </a:lnTo>
                  <a:lnTo>
                    <a:pt x="282093" y="1734279"/>
                  </a:lnTo>
                  <a:lnTo>
                    <a:pt x="282790" y="1739424"/>
                  </a:lnTo>
                  <a:lnTo>
                    <a:pt x="283486" y="1744140"/>
                  </a:lnTo>
                  <a:lnTo>
                    <a:pt x="284182" y="1748385"/>
                  </a:lnTo>
                  <a:lnTo>
                    <a:pt x="284878" y="1752078"/>
                  </a:lnTo>
                  <a:lnTo>
                    <a:pt x="285574" y="1756357"/>
                  </a:lnTo>
                  <a:lnTo>
                    <a:pt x="286271" y="1759499"/>
                  </a:lnTo>
                  <a:lnTo>
                    <a:pt x="286967" y="1760922"/>
                  </a:lnTo>
                  <a:lnTo>
                    <a:pt x="287663" y="1764429"/>
                  </a:lnTo>
                  <a:lnTo>
                    <a:pt x="288359" y="1766313"/>
                  </a:lnTo>
                  <a:lnTo>
                    <a:pt x="289055" y="1767448"/>
                  </a:lnTo>
                  <a:lnTo>
                    <a:pt x="289751" y="1770320"/>
                  </a:lnTo>
                  <a:lnTo>
                    <a:pt x="290448" y="1773191"/>
                  </a:lnTo>
                  <a:lnTo>
                    <a:pt x="291144" y="1775530"/>
                  </a:lnTo>
                  <a:lnTo>
                    <a:pt x="291840" y="1776138"/>
                  </a:lnTo>
                  <a:lnTo>
                    <a:pt x="292536" y="1773908"/>
                  </a:lnTo>
                  <a:lnTo>
                    <a:pt x="293232" y="1771504"/>
                  </a:lnTo>
                  <a:lnTo>
                    <a:pt x="293928" y="1767814"/>
                  </a:lnTo>
                  <a:lnTo>
                    <a:pt x="294625" y="1763687"/>
                  </a:lnTo>
                  <a:lnTo>
                    <a:pt x="295321" y="1759560"/>
                  </a:lnTo>
                  <a:lnTo>
                    <a:pt x="296017" y="1755768"/>
                  </a:lnTo>
                  <a:lnTo>
                    <a:pt x="296713" y="1751976"/>
                  </a:lnTo>
                  <a:lnTo>
                    <a:pt x="297409" y="1748081"/>
                  </a:lnTo>
                  <a:lnTo>
                    <a:pt x="298105" y="1741972"/>
                  </a:lnTo>
                  <a:lnTo>
                    <a:pt x="298802" y="1736450"/>
                  </a:lnTo>
                  <a:lnTo>
                    <a:pt x="299498" y="1729559"/>
                  </a:lnTo>
                  <a:lnTo>
                    <a:pt x="300194" y="1718264"/>
                  </a:lnTo>
                  <a:lnTo>
                    <a:pt x="300890" y="1705459"/>
                  </a:lnTo>
                  <a:lnTo>
                    <a:pt x="301586" y="1692933"/>
                  </a:lnTo>
                  <a:lnTo>
                    <a:pt x="302283" y="1681035"/>
                  </a:lnTo>
                  <a:lnTo>
                    <a:pt x="302979" y="1670896"/>
                  </a:lnTo>
                  <a:lnTo>
                    <a:pt x="303675" y="1660905"/>
                  </a:lnTo>
                  <a:lnTo>
                    <a:pt x="304371" y="1650296"/>
                  </a:lnTo>
                  <a:lnTo>
                    <a:pt x="305067" y="1639009"/>
                  </a:lnTo>
                  <a:lnTo>
                    <a:pt x="305763" y="1625044"/>
                  </a:lnTo>
                  <a:lnTo>
                    <a:pt x="306460" y="1611079"/>
                  </a:lnTo>
                  <a:lnTo>
                    <a:pt x="307156" y="1597114"/>
                  </a:lnTo>
                  <a:lnTo>
                    <a:pt x="307852" y="1581652"/>
                  </a:lnTo>
                  <a:lnTo>
                    <a:pt x="308548" y="1565745"/>
                  </a:lnTo>
                  <a:lnTo>
                    <a:pt x="309244" y="1549097"/>
                  </a:lnTo>
                  <a:lnTo>
                    <a:pt x="309940" y="1530375"/>
                  </a:lnTo>
                  <a:lnTo>
                    <a:pt x="310637" y="1511784"/>
                  </a:lnTo>
                  <a:lnTo>
                    <a:pt x="311333" y="1493671"/>
                  </a:lnTo>
                  <a:lnTo>
                    <a:pt x="312029" y="1475558"/>
                  </a:lnTo>
                  <a:lnTo>
                    <a:pt x="312725" y="1457923"/>
                  </a:lnTo>
                  <a:lnTo>
                    <a:pt x="313421" y="1440758"/>
                  </a:lnTo>
                  <a:lnTo>
                    <a:pt x="314118" y="1423164"/>
                  </a:lnTo>
                  <a:lnTo>
                    <a:pt x="314814" y="1405139"/>
                  </a:lnTo>
                  <a:lnTo>
                    <a:pt x="315510" y="1386973"/>
                  </a:lnTo>
                  <a:lnTo>
                    <a:pt x="316206" y="1370377"/>
                  </a:lnTo>
                  <a:lnTo>
                    <a:pt x="316902" y="1353375"/>
                  </a:lnTo>
                  <a:lnTo>
                    <a:pt x="317598" y="1334661"/>
                  </a:lnTo>
                  <a:lnTo>
                    <a:pt x="318295" y="1315233"/>
                  </a:lnTo>
                  <a:lnTo>
                    <a:pt x="318991" y="1295765"/>
                  </a:lnTo>
                  <a:lnTo>
                    <a:pt x="319687" y="1277296"/>
                  </a:lnTo>
                  <a:lnTo>
                    <a:pt x="320383" y="1261427"/>
                  </a:lnTo>
                  <a:lnTo>
                    <a:pt x="321079" y="1247907"/>
                  </a:lnTo>
                  <a:lnTo>
                    <a:pt x="321775" y="1234369"/>
                  </a:lnTo>
                  <a:lnTo>
                    <a:pt x="322472" y="1220502"/>
                  </a:lnTo>
                  <a:lnTo>
                    <a:pt x="323168" y="1206634"/>
                  </a:lnTo>
                  <a:lnTo>
                    <a:pt x="323864" y="1192338"/>
                  </a:lnTo>
                  <a:lnTo>
                    <a:pt x="324560" y="1178258"/>
                  </a:lnTo>
                  <a:lnTo>
                    <a:pt x="325256" y="1165554"/>
                  </a:lnTo>
                  <a:lnTo>
                    <a:pt x="325953" y="1154480"/>
                  </a:lnTo>
                  <a:lnTo>
                    <a:pt x="326649" y="1144079"/>
                  </a:lnTo>
                  <a:lnTo>
                    <a:pt x="327345" y="1134548"/>
                  </a:lnTo>
                  <a:lnTo>
                    <a:pt x="328041" y="1129549"/>
                  </a:lnTo>
                  <a:lnTo>
                    <a:pt x="328737" y="1126998"/>
                  </a:lnTo>
                  <a:lnTo>
                    <a:pt x="329433" y="1124489"/>
                  </a:lnTo>
                  <a:lnTo>
                    <a:pt x="330130" y="1119537"/>
                  </a:lnTo>
                  <a:lnTo>
                    <a:pt x="330826" y="1113490"/>
                  </a:lnTo>
                  <a:lnTo>
                    <a:pt x="331522" y="1106329"/>
                  </a:lnTo>
                  <a:lnTo>
                    <a:pt x="332218" y="1099524"/>
                  </a:lnTo>
                  <a:lnTo>
                    <a:pt x="332914" y="1093464"/>
                  </a:lnTo>
                  <a:lnTo>
                    <a:pt x="333610" y="1086932"/>
                  </a:lnTo>
                  <a:lnTo>
                    <a:pt x="334307" y="1079417"/>
                  </a:lnTo>
                  <a:lnTo>
                    <a:pt x="335003" y="1072222"/>
                  </a:lnTo>
                  <a:lnTo>
                    <a:pt x="335699" y="1067341"/>
                  </a:lnTo>
                  <a:lnTo>
                    <a:pt x="336395" y="1063446"/>
                  </a:lnTo>
                  <a:lnTo>
                    <a:pt x="337091" y="1058747"/>
                  </a:lnTo>
                  <a:lnTo>
                    <a:pt x="337787" y="1054415"/>
                  </a:lnTo>
                  <a:lnTo>
                    <a:pt x="338484" y="1048193"/>
                  </a:lnTo>
                  <a:lnTo>
                    <a:pt x="339180" y="1042015"/>
                  </a:lnTo>
                  <a:lnTo>
                    <a:pt x="339876" y="1036889"/>
                  </a:lnTo>
                  <a:lnTo>
                    <a:pt x="340572" y="1034306"/>
                  </a:lnTo>
                  <a:lnTo>
                    <a:pt x="341268" y="1034346"/>
                  </a:lnTo>
                  <a:lnTo>
                    <a:pt x="341965" y="1034442"/>
                  </a:lnTo>
                  <a:lnTo>
                    <a:pt x="342661" y="1034763"/>
                  </a:lnTo>
                  <a:lnTo>
                    <a:pt x="343357" y="1035553"/>
                  </a:lnTo>
                  <a:lnTo>
                    <a:pt x="344053" y="1035468"/>
                  </a:lnTo>
                  <a:lnTo>
                    <a:pt x="344749" y="1035320"/>
                  </a:lnTo>
                  <a:lnTo>
                    <a:pt x="345445" y="1036173"/>
                  </a:lnTo>
                  <a:lnTo>
                    <a:pt x="346142" y="1037660"/>
                  </a:lnTo>
                  <a:lnTo>
                    <a:pt x="346838" y="1039137"/>
                  </a:lnTo>
                  <a:lnTo>
                    <a:pt x="347534" y="1041298"/>
                  </a:lnTo>
                  <a:lnTo>
                    <a:pt x="348230" y="1042767"/>
                  </a:lnTo>
                  <a:lnTo>
                    <a:pt x="348926" y="1044343"/>
                  </a:lnTo>
                  <a:lnTo>
                    <a:pt x="349622" y="1046407"/>
                  </a:lnTo>
                  <a:lnTo>
                    <a:pt x="350319" y="1048574"/>
                  </a:lnTo>
                  <a:lnTo>
                    <a:pt x="351015" y="1050990"/>
                  </a:lnTo>
                  <a:lnTo>
                    <a:pt x="351711" y="1052900"/>
                  </a:lnTo>
                  <a:lnTo>
                    <a:pt x="352407" y="1054647"/>
                  </a:lnTo>
                  <a:lnTo>
                    <a:pt x="353103" y="1058819"/>
                  </a:lnTo>
                  <a:lnTo>
                    <a:pt x="353800" y="1063852"/>
                  </a:lnTo>
                  <a:lnTo>
                    <a:pt x="354496" y="1070427"/>
                  </a:lnTo>
                  <a:lnTo>
                    <a:pt x="355192" y="1078348"/>
                  </a:lnTo>
                  <a:lnTo>
                    <a:pt x="355888" y="1085055"/>
                  </a:lnTo>
                  <a:lnTo>
                    <a:pt x="356584" y="1087856"/>
                  </a:lnTo>
                  <a:lnTo>
                    <a:pt x="357280" y="1089396"/>
                  </a:lnTo>
                  <a:lnTo>
                    <a:pt x="357977" y="1091634"/>
                  </a:lnTo>
                  <a:lnTo>
                    <a:pt x="358673" y="1095293"/>
                  </a:lnTo>
                  <a:lnTo>
                    <a:pt x="359369" y="1099382"/>
                  </a:lnTo>
                  <a:lnTo>
                    <a:pt x="360065" y="1102666"/>
                  </a:lnTo>
                  <a:lnTo>
                    <a:pt x="360761" y="1104149"/>
                  </a:lnTo>
                  <a:lnTo>
                    <a:pt x="361457" y="1104831"/>
                  </a:lnTo>
                  <a:lnTo>
                    <a:pt x="362154" y="1104842"/>
                  </a:lnTo>
                  <a:lnTo>
                    <a:pt x="362850" y="1106048"/>
                  </a:lnTo>
                  <a:lnTo>
                    <a:pt x="363546" y="1105257"/>
                  </a:lnTo>
                  <a:lnTo>
                    <a:pt x="364242" y="1102380"/>
                  </a:lnTo>
                  <a:lnTo>
                    <a:pt x="364938" y="1100516"/>
                  </a:lnTo>
                  <a:lnTo>
                    <a:pt x="365634" y="1101532"/>
                  </a:lnTo>
                  <a:lnTo>
                    <a:pt x="366331" y="1104488"/>
                  </a:lnTo>
                  <a:lnTo>
                    <a:pt x="367027" y="1109816"/>
                  </a:lnTo>
                  <a:lnTo>
                    <a:pt x="367723" y="1116819"/>
                  </a:lnTo>
                  <a:lnTo>
                    <a:pt x="368419" y="1123350"/>
                  </a:lnTo>
                  <a:lnTo>
                    <a:pt x="369115" y="1130728"/>
                  </a:lnTo>
                  <a:lnTo>
                    <a:pt x="369812" y="1137436"/>
                  </a:lnTo>
                  <a:lnTo>
                    <a:pt x="370508" y="1145306"/>
                  </a:lnTo>
                  <a:lnTo>
                    <a:pt x="371204" y="1154265"/>
                  </a:lnTo>
                  <a:lnTo>
                    <a:pt x="371900" y="1163748"/>
                  </a:lnTo>
                  <a:lnTo>
                    <a:pt x="372596" y="1174708"/>
                  </a:lnTo>
                  <a:lnTo>
                    <a:pt x="373292" y="1185851"/>
                  </a:lnTo>
                  <a:lnTo>
                    <a:pt x="373989" y="1198371"/>
                  </a:lnTo>
                  <a:lnTo>
                    <a:pt x="374685" y="1211760"/>
                  </a:lnTo>
                  <a:lnTo>
                    <a:pt x="375381" y="1225385"/>
                  </a:lnTo>
                  <a:lnTo>
                    <a:pt x="376077" y="1237614"/>
                  </a:lnTo>
                  <a:lnTo>
                    <a:pt x="376773" y="1249898"/>
                  </a:lnTo>
                  <a:lnTo>
                    <a:pt x="377469" y="1262544"/>
                  </a:lnTo>
                  <a:lnTo>
                    <a:pt x="378166" y="1274546"/>
                  </a:lnTo>
                  <a:lnTo>
                    <a:pt x="378862" y="1287108"/>
                  </a:lnTo>
                  <a:lnTo>
                    <a:pt x="379558" y="1300559"/>
                  </a:lnTo>
                  <a:lnTo>
                    <a:pt x="380254" y="1316317"/>
                  </a:lnTo>
                  <a:lnTo>
                    <a:pt x="380950" y="1332871"/>
                  </a:lnTo>
                  <a:lnTo>
                    <a:pt x="381647" y="1349073"/>
                  </a:lnTo>
                  <a:lnTo>
                    <a:pt x="382343" y="1365239"/>
                  </a:lnTo>
                  <a:lnTo>
                    <a:pt x="383039" y="1378902"/>
                  </a:lnTo>
                  <a:lnTo>
                    <a:pt x="383735" y="1389856"/>
                  </a:lnTo>
                  <a:lnTo>
                    <a:pt x="384431" y="1400233"/>
                  </a:lnTo>
                  <a:lnTo>
                    <a:pt x="385127" y="1410123"/>
                  </a:lnTo>
                  <a:lnTo>
                    <a:pt x="385824" y="1418156"/>
                  </a:lnTo>
                  <a:lnTo>
                    <a:pt x="386520" y="1425987"/>
                  </a:lnTo>
                  <a:lnTo>
                    <a:pt x="387216" y="1432538"/>
                  </a:lnTo>
                  <a:lnTo>
                    <a:pt x="387912" y="1439657"/>
                  </a:lnTo>
                  <a:lnTo>
                    <a:pt x="388608" y="1446494"/>
                  </a:lnTo>
                  <a:lnTo>
                    <a:pt x="389304" y="1452879"/>
                  </a:lnTo>
                  <a:lnTo>
                    <a:pt x="390001" y="1456720"/>
                  </a:lnTo>
                  <a:lnTo>
                    <a:pt x="390697" y="1457055"/>
                  </a:lnTo>
                  <a:lnTo>
                    <a:pt x="391393" y="1455815"/>
                  </a:lnTo>
                  <a:lnTo>
                    <a:pt x="392089" y="1456562"/>
                  </a:lnTo>
                  <a:lnTo>
                    <a:pt x="392785" y="1457984"/>
                  </a:lnTo>
                  <a:lnTo>
                    <a:pt x="393481" y="1459017"/>
                  </a:lnTo>
                  <a:lnTo>
                    <a:pt x="394178" y="1460082"/>
                  </a:lnTo>
                  <a:lnTo>
                    <a:pt x="394874" y="1460518"/>
                  </a:lnTo>
                  <a:lnTo>
                    <a:pt x="395570" y="1462291"/>
                  </a:lnTo>
                  <a:lnTo>
                    <a:pt x="396266" y="1465703"/>
                  </a:lnTo>
                  <a:lnTo>
                    <a:pt x="396962" y="1465071"/>
                  </a:lnTo>
                  <a:lnTo>
                    <a:pt x="397659" y="1462654"/>
                  </a:lnTo>
                  <a:lnTo>
                    <a:pt x="398355" y="1457825"/>
                  </a:lnTo>
                  <a:lnTo>
                    <a:pt x="399051" y="1453835"/>
                  </a:lnTo>
                  <a:lnTo>
                    <a:pt x="399747" y="1450294"/>
                  </a:lnTo>
                  <a:lnTo>
                    <a:pt x="400443" y="1447833"/>
                  </a:lnTo>
                  <a:lnTo>
                    <a:pt x="401139" y="1445701"/>
                  </a:lnTo>
                  <a:lnTo>
                    <a:pt x="401836" y="1442754"/>
                  </a:lnTo>
                  <a:lnTo>
                    <a:pt x="402532" y="1436474"/>
                  </a:lnTo>
                  <a:lnTo>
                    <a:pt x="403228" y="1428422"/>
                  </a:lnTo>
                  <a:lnTo>
                    <a:pt x="403924" y="1419786"/>
                  </a:lnTo>
                  <a:lnTo>
                    <a:pt x="404620" y="1410462"/>
                  </a:lnTo>
                  <a:lnTo>
                    <a:pt x="405316" y="1403280"/>
                  </a:lnTo>
                  <a:lnTo>
                    <a:pt x="406013" y="1394065"/>
                  </a:lnTo>
                  <a:lnTo>
                    <a:pt x="406709" y="1383839"/>
                  </a:lnTo>
                  <a:lnTo>
                    <a:pt x="407405" y="1375888"/>
                  </a:lnTo>
                  <a:lnTo>
                    <a:pt x="408101" y="1369107"/>
                  </a:lnTo>
                  <a:lnTo>
                    <a:pt x="408797" y="1363242"/>
                  </a:lnTo>
                  <a:lnTo>
                    <a:pt x="409494" y="1356130"/>
                  </a:lnTo>
                  <a:lnTo>
                    <a:pt x="410190" y="1347148"/>
                  </a:lnTo>
                  <a:lnTo>
                    <a:pt x="410886" y="1337377"/>
                  </a:lnTo>
                  <a:lnTo>
                    <a:pt x="411582" y="1328104"/>
                  </a:lnTo>
                  <a:lnTo>
                    <a:pt x="412278" y="1318809"/>
                  </a:lnTo>
                  <a:lnTo>
                    <a:pt x="412974" y="1311196"/>
                  </a:lnTo>
                  <a:lnTo>
                    <a:pt x="413671" y="1304666"/>
                  </a:lnTo>
                  <a:lnTo>
                    <a:pt x="414367" y="1300095"/>
                  </a:lnTo>
                  <a:lnTo>
                    <a:pt x="415063" y="1295953"/>
                  </a:lnTo>
                  <a:lnTo>
                    <a:pt x="415759" y="1289877"/>
                  </a:lnTo>
                  <a:lnTo>
                    <a:pt x="416455" y="1285503"/>
                  </a:lnTo>
                  <a:lnTo>
                    <a:pt x="417151" y="1279661"/>
                  </a:lnTo>
                  <a:lnTo>
                    <a:pt x="417848" y="1274628"/>
                  </a:lnTo>
                  <a:lnTo>
                    <a:pt x="418544" y="1273023"/>
                  </a:lnTo>
                  <a:lnTo>
                    <a:pt x="419240" y="1271421"/>
                  </a:lnTo>
                  <a:lnTo>
                    <a:pt x="419936" y="1269061"/>
                  </a:lnTo>
                  <a:lnTo>
                    <a:pt x="420632" y="1266700"/>
                  </a:lnTo>
                  <a:lnTo>
                    <a:pt x="421329" y="1267057"/>
                  </a:lnTo>
                  <a:lnTo>
                    <a:pt x="422025" y="1266860"/>
                  </a:lnTo>
                  <a:lnTo>
                    <a:pt x="422721" y="1266960"/>
                  </a:lnTo>
                  <a:lnTo>
                    <a:pt x="423417" y="1266055"/>
                  </a:lnTo>
                  <a:lnTo>
                    <a:pt x="424113" y="1263672"/>
                  </a:lnTo>
                  <a:lnTo>
                    <a:pt x="424809" y="1259103"/>
                  </a:lnTo>
                  <a:lnTo>
                    <a:pt x="425506" y="1254994"/>
                  </a:lnTo>
                  <a:lnTo>
                    <a:pt x="426202" y="1250687"/>
                  </a:lnTo>
                  <a:lnTo>
                    <a:pt x="426898" y="1244537"/>
                  </a:lnTo>
                  <a:lnTo>
                    <a:pt x="427594" y="1236904"/>
                  </a:lnTo>
                  <a:lnTo>
                    <a:pt x="428290" y="1229396"/>
                  </a:lnTo>
                  <a:lnTo>
                    <a:pt x="428986" y="1221531"/>
                  </a:lnTo>
                  <a:lnTo>
                    <a:pt x="429683" y="1213474"/>
                  </a:lnTo>
                  <a:lnTo>
                    <a:pt x="430379" y="1206434"/>
                  </a:lnTo>
                  <a:lnTo>
                    <a:pt x="431075" y="1198860"/>
                  </a:lnTo>
                  <a:lnTo>
                    <a:pt x="431771" y="1189327"/>
                  </a:lnTo>
                  <a:lnTo>
                    <a:pt x="432467" y="1183454"/>
                  </a:lnTo>
                  <a:lnTo>
                    <a:pt x="433163" y="1179440"/>
                  </a:lnTo>
                  <a:lnTo>
                    <a:pt x="433860" y="1177715"/>
                  </a:lnTo>
                  <a:lnTo>
                    <a:pt x="434556" y="1175457"/>
                  </a:lnTo>
                  <a:lnTo>
                    <a:pt x="435252" y="1174067"/>
                  </a:lnTo>
                  <a:lnTo>
                    <a:pt x="435948" y="1173158"/>
                  </a:lnTo>
                  <a:lnTo>
                    <a:pt x="436644" y="1173415"/>
                  </a:lnTo>
                  <a:lnTo>
                    <a:pt x="437341" y="1177305"/>
                  </a:lnTo>
                  <a:lnTo>
                    <a:pt x="438037" y="1185890"/>
                  </a:lnTo>
                  <a:lnTo>
                    <a:pt x="438733" y="1195278"/>
                  </a:lnTo>
                  <a:lnTo>
                    <a:pt x="439429" y="1205855"/>
                  </a:lnTo>
                  <a:lnTo>
                    <a:pt x="440125" y="1214797"/>
                  </a:lnTo>
                  <a:lnTo>
                    <a:pt x="440821" y="1224166"/>
                  </a:lnTo>
                  <a:lnTo>
                    <a:pt x="441518" y="1234978"/>
                  </a:lnTo>
                  <a:lnTo>
                    <a:pt x="442214" y="1246203"/>
                  </a:lnTo>
                  <a:lnTo>
                    <a:pt x="442910" y="1256095"/>
                  </a:lnTo>
                  <a:lnTo>
                    <a:pt x="443606" y="1264816"/>
                  </a:lnTo>
                  <a:lnTo>
                    <a:pt x="444302" y="1272666"/>
                  </a:lnTo>
                  <a:lnTo>
                    <a:pt x="444998" y="1281979"/>
                  </a:lnTo>
                  <a:lnTo>
                    <a:pt x="445695" y="1292098"/>
                  </a:lnTo>
                  <a:lnTo>
                    <a:pt x="446391" y="1301869"/>
                  </a:lnTo>
                  <a:lnTo>
                    <a:pt x="447087" y="1311559"/>
                  </a:lnTo>
                  <a:lnTo>
                    <a:pt x="447783" y="1321806"/>
                  </a:lnTo>
                  <a:lnTo>
                    <a:pt x="448479" y="1330539"/>
                  </a:lnTo>
                  <a:lnTo>
                    <a:pt x="449176" y="1338606"/>
                  </a:lnTo>
                  <a:lnTo>
                    <a:pt x="449872" y="1344128"/>
                  </a:lnTo>
                  <a:lnTo>
                    <a:pt x="450568" y="1351518"/>
                  </a:lnTo>
                  <a:lnTo>
                    <a:pt x="451264" y="1359047"/>
                  </a:lnTo>
                  <a:lnTo>
                    <a:pt x="451960" y="1364738"/>
                  </a:lnTo>
                  <a:lnTo>
                    <a:pt x="452656" y="1372431"/>
                  </a:lnTo>
                  <a:lnTo>
                    <a:pt x="453353" y="1380347"/>
                  </a:lnTo>
                  <a:lnTo>
                    <a:pt x="454049" y="1387221"/>
                  </a:lnTo>
                  <a:lnTo>
                    <a:pt x="454745" y="1398586"/>
                  </a:lnTo>
                  <a:lnTo>
                    <a:pt x="455441" y="1408843"/>
                  </a:lnTo>
                  <a:lnTo>
                    <a:pt x="456137" y="1418866"/>
                  </a:lnTo>
                  <a:lnTo>
                    <a:pt x="456833" y="1426388"/>
                  </a:lnTo>
                  <a:lnTo>
                    <a:pt x="457530" y="1434557"/>
                  </a:lnTo>
                  <a:lnTo>
                    <a:pt x="458226" y="1441896"/>
                  </a:lnTo>
                  <a:lnTo>
                    <a:pt x="458922" y="1450238"/>
                  </a:lnTo>
                  <a:lnTo>
                    <a:pt x="459618" y="1460060"/>
                  </a:lnTo>
                  <a:lnTo>
                    <a:pt x="460314" y="1473733"/>
                  </a:lnTo>
                  <a:lnTo>
                    <a:pt x="461010" y="1490221"/>
                  </a:lnTo>
                  <a:lnTo>
                    <a:pt x="461707" y="1508584"/>
                  </a:lnTo>
                  <a:lnTo>
                    <a:pt x="462403" y="1526674"/>
                  </a:lnTo>
                  <a:lnTo>
                    <a:pt x="463099" y="1539989"/>
                  </a:lnTo>
                  <a:lnTo>
                    <a:pt x="463795" y="1557659"/>
                  </a:lnTo>
                  <a:lnTo>
                    <a:pt x="464491" y="1573062"/>
                  </a:lnTo>
                  <a:lnTo>
                    <a:pt x="465188" y="1587126"/>
                  </a:lnTo>
                  <a:lnTo>
                    <a:pt x="465884" y="1598880"/>
                  </a:lnTo>
                  <a:lnTo>
                    <a:pt x="466580" y="1609789"/>
                  </a:lnTo>
                  <a:lnTo>
                    <a:pt x="467276" y="1621814"/>
                  </a:lnTo>
                  <a:lnTo>
                    <a:pt x="467972" y="1633390"/>
                  </a:lnTo>
                  <a:lnTo>
                    <a:pt x="468668" y="1644892"/>
                  </a:lnTo>
                  <a:lnTo>
                    <a:pt x="469365" y="1655206"/>
                  </a:lnTo>
                  <a:lnTo>
                    <a:pt x="470061" y="1665011"/>
                  </a:lnTo>
                  <a:lnTo>
                    <a:pt x="470757" y="1672937"/>
                  </a:lnTo>
                  <a:lnTo>
                    <a:pt x="471453" y="1678386"/>
                  </a:lnTo>
                  <a:lnTo>
                    <a:pt x="472149" y="1682573"/>
                  </a:lnTo>
                  <a:lnTo>
                    <a:pt x="472845" y="1683843"/>
                  </a:lnTo>
                  <a:lnTo>
                    <a:pt x="473542" y="1684436"/>
                  </a:lnTo>
                  <a:lnTo>
                    <a:pt x="474238" y="1682589"/>
                  </a:lnTo>
                  <a:lnTo>
                    <a:pt x="474934" y="1679663"/>
                  </a:lnTo>
                  <a:lnTo>
                    <a:pt x="475630" y="1676989"/>
                  </a:lnTo>
                  <a:lnTo>
                    <a:pt x="476326" y="1674411"/>
                  </a:lnTo>
                  <a:lnTo>
                    <a:pt x="477023" y="1671212"/>
                  </a:lnTo>
                  <a:lnTo>
                    <a:pt x="477719" y="1666559"/>
                  </a:lnTo>
                  <a:lnTo>
                    <a:pt x="478415" y="1659462"/>
                  </a:lnTo>
                  <a:lnTo>
                    <a:pt x="479111" y="1652365"/>
                  </a:lnTo>
                  <a:lnTo>
                    <a:pt x="479807" y="1645752"/>
                  </a:lnTo>
                  <a:lnTo>
                    <a:pt x="480503" y="1638828"/>
                  </a:lnTo>
                  <a:lnTo>
                    <a:pt x="481200" y="1632261"/>
                  </a:lnTo>
                  <a:lnTo>
                    <a:pt x="481896" y="1628565"/>
                  </a:lnTo>
                  <a:lnTo>
                    <a:pt x="482592" y="1623787"/>
                  </a:lnTo>
                  <a:lnTo>
                    <a:pt x="483288" y="1619389"/>
                  </a:lnTo>
                  <a:lnTo>
                    <a:pt x="483984" y="1615207"/>
                  </a:lnTo>
                  <a:lnTo>
                    <a:pt x="484680" y="1612221"/>
                  </a:lnTo>
                  <a:lnTo>
                    <a:pt x="485377" y="1610363"/>
                  </a:lnTo>
                  <a:lnTo>
                    <a:pt x="486073" y="1606637"/>
                  </a:lnTo>
                  <a:lnTo>
                    <a:pt x="486769" y="1602772"/>
                  </a:lnTo>
                  <a:lnTo>
                    <a:pt x="487465" y="1599444"/>
                  </a:lnTo>
                  <a:lnTo>
                    <a:pt x="488161" y="1593873"/>
                  </a:lnTo>
                  <a:lnTo>
                    <a:pt x="488858" y="1585069"/>
                  </a:lnTo>
                  <a:lnTo>
                    <a:pt x="489554" y="1574571"/>
                  </a:lnTo>
                  <a:lnTo>
                    <a:pt x="490250" y="1562501"/>
                  </a:lnTo>
                  <a:lnTo>
                    <a:pt x="490946" y="1552481"/>
                  </a:lnTo>
                  <a:lnTo>
                    <a:pt x="491642" y="1540216"/>
                  </a:lnTo>
                  <a:lnTo>
                    <a:pt x="492338" y="1529002"/>
                  </a:lnTo>
                  <a:lnTo>
                    <a:pt x="493035" y="1520107"/>
                  </a:lnTo>
                  <a:lnTo>
                    <a:pt x="493731" y="1511803"/>
                  </a:lnTo>
                  <a:lnTo>
                    <a:pt x="494427" y="1505298"/>
                  </a:lnTo>
                  <a:lnTo>
                    <a:pt x="495123" y="1498201"/>
                  </a:lnTo>
                  <a:lnTo>
                    <a:pt x="495819" y="1488333"/>
                  </a:lnTo>
                  <a:lnTo>
                    <a:pt x="496515" y="1476172"/>
                  </a:lnTo>
                  <a:lnTo>
                    <a:pt x="497212" y="1463965"/>
                  </a:lnTo>
                  <a:lnTo>
                    <a:pt x="497908" y="1454760"/>
                  </a:lnTo>
                  <a:lnTo>
                    <a:pt x="498604" y="1451383"/>
                  </a:lnTo>
                  <a:lnTo>
                    <a:pt x="499300" y="1444357"/>
                  </a:lnTo>
                  <a:lnTo>
                    <a:pt x="499996" y="1440348"/>
                  </a:lnTo>
                  <a:lnTo>
                    <a:pt x="500692" y="1436415"/>
                  </a:lnTo>
                  <a:lnTo>
                    <a:pt x="501389" y="1435065"/>
                  </a:lnTo>
                  <a:lnTo>
                    <a:pt x="502085" y="1436638"/>
                  </a:lnTo>
                  <a:lnTo>
                    <a:pt x="502781" y="1439036"/>
                  </a:lnTo>
                  <a:lnTo>
                    <a:pt x="503477" y="1441210"/>
                  </a:lnTo>
                  <a:lnTo>
                    <a:pt x="504173" y="1443849"/>
                  </a:lnTo>
                  <a:lnTo>
                    <a:pt x="504870" y="1445864"/>
                  </a:lnTo>
                  <a:lnTo>
                    <a:pt x="505566" y="1448840"/>
                  </a:lnTo>
                  <a:lnTo>
                    <a:pt x="506262" y="1452520"/>
                  </a:lnTo>
                  <a:lnTo>
                    <a:pt x="506958" y="1457124"/>
                  </a:lnTo>
                  <a:lnTo>
                    <a:pt x="507654" y="1459451"/>
                  </a:lnTo>
                  <a:lnTo>
                    <a:pt x="508350" y="1459710"/>
                  </a:lnTo>
                  <a:lnTo>
                    <a:pt x="509047" y="1459451"/>
                  </a:lnTo>
                  <a:lnTo>
                    <a:pt x="509743" y="1460569"/>
                  </a:lnTo>
                  <a:lnTo>
                    <a:pt x="510439" y="1461888"/>
                  </a:lnTo>
                  <a:lnTo>
                    <a:pt x="511135" y="1464614"/>
                  </a:lnTo>
                  <a:lnTo>
                    <a:pt x="511831" y="1466329"/>
                  </a:lnTo>
                  <a:lnTo>
                    <a:pt x="512527" y="1468665"/>
                  </a:lnTo>
                  <a:lnTo>
                    <a:pt x="513224" y="1471990"/>
                  </a:lnTo>
                  <a:lnTo>
                    <a:pt x="513920" y="1476816"/>
                  </a:lnTo>
                  <a:lnTo>
                    <a:pt x="514616" y="1481642"/>
                  </a:lnTo>
                  <a:lnTo>
                    <a:pt x="515312" y="1485664"/>
                  </a:lnTo>
                  <a:lnTo>
                    <a:pt x="516008" y="1486328"/>
                  </a:lnTo>
                  <a:lnTo>
                    <a:pt x="516705" y="1486368"/>
                  </a:lnTo>
                  <a:lnTo>
                    <a:pt x="517401" y="1484469"/>
                  </a:lnTo>
                  <a:lnTo>
                    <a:pt x="518097" y="1483985"/>
                  </a:lnTo>
                  <a:lnTo>
                    <a:pt x="518793" y="1483997"/>
                  </a:lnTo>
                  <a:lnTo>
                    <a:pt x="519489" y="1483541"/>
                  </a:lnTo>
                  <a:lnTo>
                    <a:pt x="520185" y="1481784"/>
                  </a:lnTo>
                  <a:lnTo>
                    <a:pt x="520882" y="1477650"/>
                  </a:lnTo>
                  <a:lnTo>
                    <a:pt x="521578" y="1473515"/>
                  </a:lnTo>
                  <a:lnTo>
                    <a:pt x="522274" y="1469046"/>
                  </a:lnTo>
                  <a:lnTo>
                    <a:pt x="522970" y="1463570"/>
                  </a:lnTo>
                  <a:lnTo>
                    <a:pt x="523666" y="1458149"/>
                  </a:lnTo>
                  <a:lnTo>
                    <a:pt x="524362" y="1453393"/>
                  </a:lnTo>
                  <a:lnTo>
                    <a:pt x="525059" y="1449917"/>
                  </a:lnTo>
                  <a:lnTo>
                    <a:pt x="525755" y="1446858"/>
                  </a:lnTo>
                  <a:lnTo>
                    <a:pt x="526451" y="1445012"/>
                  </a:lnTo>
                  <a:lnTo>
                    <a:pt x="527147" y="1445910"/>
                  </a:lnTo>
                  <a:lnTo>
                    <a:pt x="527843" y="1447081"/>
                  </a:lnTo>
                  <a:lnTo>
                    <a:pt x="528539" y="1445932"/>
                  </a:lnTo>
                  <a:lnTo>
                    <a:pt x="529236" y="1444943"/>
                  </a:lnTo>
                  <a:lnTo>
                    <a:pt x="529932" y="1442154"/>
                  </a:lnTo>
                  <a:lnTo>
                    <a:pt x="530628" y="1439605"/>
                  </a:lnTo>
                  <a:lnTo>
                    <a:pt x="531324" y="1439528"/>
                  </a:lnTo>
                  <a:lnTo>
                    <a:pt x="532020" y="1439944"/>
                  </a:lnTo>
                  <a:lnTo>
                    <a:pt x="532717" y="1440033"/>
                  </a:lnTo>
                  <a:lnTo>
                    <a:pt x="533413" y="1439420"/>
                  </a:lnTo>
                  <a:lnTo>
                    <a:pt x="534109" y="1440974"/>
                  </a:lnTo>
                  <a:lnTo>
                    <a:pt x="534805" y="1443820"/>
                  </a:lnTo>
                  <a:lnTo>
                    <a:pt x="535501" y="1446953"/>
                  </a:lnTo>
                  <a:lnTo>
                    <a:pt x="536197" y="1449614"/>
                  </a:lnTo>
                  <a:lnTo>
                    <a:pt x="536894" y="1451616"/>
                  </a:lnTo>
                  <a:lnTo>
                    <a:pt x="537590" y="1453391"/>
                  </a:lnTo>
                  <a:lnTo>
                    <a:pt x="538286" y="1454325"/>
                  </a:lnTo>
                  <a:lnTo>
                    <a:pt x="538982" y="1455952"/>
                  </a:lnTo>
                  <a:lnTo>
                    <a:pt x="539678" y="1457116"/>
                  </a:lnTo>
                  <a:lnTo>
                    <a:pt x="540374" y="1459291"/>
                  </a:lnTo>
                  <a:lnTo>
                    <a:pt x="541071" y="1461013"/>
                  </a:lnTo>
                  <a:lnTo>
                    <a:pt x="541767" y="1462989"/>
                  </a:lnTo>
                  <a:lnTo>
                    <a:pt x="542463" y="1466037"/>
                  </a:lnTo>
                  <a:lnTo>
                    <a:pt x="543159" y="1471605"/>
                  </a:lnTo>
                  <a:lnTo>
                    <a:pt x="543855" y="1480141"/>
                  </a:lnTo>
                  <a:lnTo>
                    <a:pt x="544552" y="1486919"/>
                  </a:lnTo>
                  <a:lnTo>
                    <a:pt x="545248" y="1493696"/>
                  </a:lnTo>
                  <a:lnTo>
                    <a:pt x="545944" y="1500045"/>
                  </a:lnTo>
                  <a:lnTo>
                    <a:pt x="546640" y="1506210"/>
                  </a:lnTo>
                  <a:lnTo>
                    <a:pt x="547336" y="1512376"/>
                  </a:lnTo>
                  <a:lnTo>
                    <a:pt x="548032" y="1518071"/>
                  </a:lnTo>
                  <a:lnTo>
                    <a:pt x="548729" y="1524237"/>
                  </a:lnTo>
                  <a:lnTo>
                    <a:pt x="549425" y="1530402"/>
                  </a:lnTo>
                  <a:lnTo>
                    <a:pt x="550121" y="1534934"/>
                  </a:lnTo>
                  <a:lnTo>
                    <a:pt x="550817" y="1538989"/>
                  </a:lnTo>
                  <a:lnTo>
                    <a:pt x="551513" y="1543895"/>
                  </a:lnTo>
                  <a:lnTo>
                    <a:pt x="552209" y="1548221"/>
                  </a:lnTo>
                  <a:lnTo>
                    <a:pt x="552906" y="1550714"/>
                  </a:lnTo>
                  <a:lnTo>
                    <a:pt x="553602" y="1552459"/>
                  </a:lnTo>
                  <a:lnTo>
                    <a:pt x="554298" y="1551037"/>
                  </a:lnTo>
                  <a:lnTo>
                    <a:pt x="554994" y="1549096"/>
                  </a:lnTo>
                  <a:lnTo>
                    <a:pt x="555690" y="1546924"/>
                  </a:lnTo>
                  <a:lnTo>
                    <a:pt x="556387" y="1545011"/>
                  </a:lnTo>
                  <a:lnTo>
                    <a:pt x="557083" y="1541170"/>
                  </a:lnTo>
                  <a:lnTo>
                    <a:pt x="557779" y="1538614"/>
                  </a:lnTo>
                  <a:lnTo>
                    <a:pt x="558475" y="1535399"/>
                  </a:lnTo>
                  <a:lnTo>
                    <a:pt x="559171" y="1532663"/>
                  </a:lnTo>
                  <a:lnTo>
                    <a:pt x="559867" y="1530421"/>
                  </a:lnTo>
                  <a:lnTo>
                    <a:pt x="560564" y="1526149"/>
                  </a:lnTo>
                  <a:lnTo>
                    <a:pt x="561260" y="1521408"/>
                  </a:lnTo>
                  <a:lnTo>
                    <a:pt x="561956" y="1515483"/>
                  </a:lnTo>
                  <a:lnTo>
                    <a:pt x="562652" y="1508976"/>
                  </a:lnTo>
                  <a:lnTo>
                    <a:pt x="563348" y="1503218"/>
                  </a:lnTo>
                  <a:lnTo>
                    <a:pt x="564044" y="1497460"/>
                  </a:lnTo>
                  <a:lnTo>
                    <a:pt x="564741" y="1493134"/>
                  </a:lnTo>
                  <a:lnTo>
                    <a:pt x="565437" y="1487909"/>
                  </a:lnTo>
                  <a:lnTo>
                    <a:pt x="566133" y="1481943"/>
                  </a:lnTo>
                  <a:lnTo>
                    <a:pt x="566829" y="1474006"/>
                  </a:lnTo>
                  <a:lnTo>
                    <a:pt x="567525" y="1466689"/>
                  </a:lnTo>
                  <a:lnTo>
                    <a:pt x="568221" y="1459269"/>
                  </a:lnTo>
                  <a:lnTo>
                    <a:pt x="568918" y="1453304"/>
                  </a:lnTo>
                  <a:lnTo>
                    <a:pt x="569614" y="1445770"/>
                  </a:lnTo>
                  <a:lnTo>
                    <a:pt x="570310" y="1437799"/>
                  </a:lnTo>
                  <a:lnTo>
                    <a:pt x="571006" y="1431709"/>
                  </a:lnTo>
                  <a:lnTo>
                    <a:pt x="571702" y="1426461"/>
                  </a:lnTo>
                  <a:lnTo>
                    <a:pt x="572399" y="1421212"/>
                  </a:lnTo>
                  <a:lnTo>
                    <a:pt x="573095" y="1413287"/>
                  </a:lnTo>
                  <a:lnTo>
                    <a:pt x="573791" y="1404403"/>
                  </a:lnTo>
                  <a:lnTo>
                    <a:pt x="574487" y="1394714"/>
                  </a:lnTo>
                  <a:lnTo>
                    <a:pt x="575183" y="1385429"/>
                  </a:lnTo>
                  <a:lnTo>
                    <a:pt x="575879" y="1377360"/>
                  </a:lnTo>
                  <a:lnTo>
                    <a:pt x="576576" y="1369950"/>
                  </a:lnTo>
                  <a:lnTo>
                    <a:pt x="577272" y="1365003"/>
                  </a:lnTo>
                  <a:lnTo>
                    <a:pt x="577968" y="1357805"/>
                  </a:lnTo>
                  <a:lnTo>
                    <a:pt x="578664" y="1350132"/>
                  </a:lnTo>
                  <a:lnTo>
                    <a:pt x="579360" y="1339831"/>
                  </a:lnTo>
                  <a:lnTo>
                    <a:pt x="580056" y="1328606"/>
                  </a:lnTo>
                  <a:lnTo>
                    <a:pt x="580753" y="1317716"/>
                  </a:lnTo>
                  <a:lnTo>
                    <a:pt x="581449" y="1306812"/>
                  </a:lnTo>
                  <a:lnTo>
                    <a:pt x="582145" y="1293789"/>
                  </a:lnTo>
                  <a:lnTo>
                    <a:pt x="582841" y="1280485"/>
                  </a:lnTo>
                  <a:lnTo>
                    <a:pt x="583537" y="1267777"/>
                  </a:lnTo>
                  <a:lnTo>
                    <a:pt x="584234" y="1254659"/>
                  </a:lnTo>
                  <a:lnTo>
                    <a:pt x="584930" y="1242075"/>
                  </a:lnTo>
                  <a:lnTo>
                    <a:pt x="585626" y="1230659"/>
                  </a:lnTo>
                  <a:lnTo>
                    <a:pt x="586322" y="1218140"/>
                  </a:lnTo>
                  <a:lnTo>
                    <a:pt x="587018" y="1206555"/>
                  </a:lnTo>
                  <a:lnTo>
                    <a:pt x="587714" y="1194766"/>
                  </a:lnTo>
                  <a:lnTo>
                    <a:pt x="588411" y="1183220"/>
                  </a:lnTo>
                  <a:lnTo>
                    <a:pt x="589107" y="1172240"/>
                  </a:lnTo>
                  <a:lnTo>
                    <a:pt x="589803" y="1161385"/>
                  </a:lnTo>
                  <a:lnTo>
                    <a:pt x="590499" y="1151554"/>
                  </a:lnTo>
                  <a:lnTo>
                    <a:pt x="591195" y="1142058"/>
                  </a:lnTo>
                  <a:lnTo>
                    <a:pt x="591891" y="1134378"/>
                  </a:lnTo>
                  <a:lnTo>
                    <a:pt x="592588" y="1129909"/>
                  </a:lnTo>
                  <a:lnTo>
                    <a:pt x="593284" y="1124793"/>
                  </a:lnTo>
                  <a:lnTo>
                    <a:pt x="593980" y="1121800"/>
                  </a:lnTo>
                  <a:lnTo>
                    <a:pt x="594676" y="1119961"/>
                  </a:lnTo>
                  <a:lnTo>
                    <a:pt x="595372" y="1119164"/>
                  </a:lnTo>
                  <a:lnTo>
                    <a:pt x="596068" y="1120637"/>
                  </a:lnTo>
                  <a:lnTo>
                    <a:pt x="596765" y="1123778"/>
                  </a:lnTo>
                  <a:lnTo>
                    <a:pt x="597461" y="1128364"/>
                  </a:lnTo>
                  <a:lnTo>
                    <a:pt x="598157" y="1135407"/>
                  </a:lnTo>
                  <a:lnTo>
                    <a:pt x="598853" y="1144720"/>
                  </a:lnTo>
                  <a:lnTo>
                    <a:pt x="599549" y="1153835"/>
                  </a:lnTo>
                  <a:lnTo>
                    <a:pt x="600246" y="1163179"/>
                  </a:lnTo>
                  <a:lnTo>
                    <a:pt x="600942" y="1172662"/>
                  </a:lnTo>
                  <a:lnTo>
                    <a:pt x="601638" y="1183241"/>
                  </a:lnTo>
                  <a:lnTo>
                    <a:pt x="602334" y="1192358"/>
                  </a:lnTo>
                  <a:lnTo>
                    <a:pt x="603030" y="1200521"/>
                  </a:lnTo>
                  <a:lnTo>
                    <a:pt x="603726" y="1208370"/>
                  </a:lnTo>
                  <a:lnTo>
                    <a:pt x="604423" y="1215647"/>
                  </a:lnTo>
                  <a:lnTo>
                    <a:pt x="605119" y="1221897"/>
                  </a:lnTo>
                  <a:lnTo>
                    <a:pt x="605815" y="1226597"/>
                  </a:lnTo>
                  <a:lnTo>
                    <a:pt x="606511" y="1228538"/>
                  </a:lnTo>
                  <a:lnTo>
                    <a:pt x="607207" y="1230579"/>
                  </a:lnTo>
                  <a:lnTo>
                    <a:pt x="607903" y="1232621"/>
                  </a:lnTo>
                  <a:lnTo>
                    <a:pt x="608600" y="1235018"/>
                  </a:lnTo>
                  <a:lnTo>
                    <a:pt x="609296" y="1237688"/>
                  </a:lnTo>
                  <a:lnTo>
                    <a:pt x="609992" y="1240342"/>
                  </a:lnTo>
                  <a:lnTo>
                    <a:pt x="610688" y="1245312"/>
                  </a:lnTo>
                  <a:lnTo>
                    <a:pt x="611384" y="1249573"/>
                  </a:lnTo>
                  <a:lnTo>
                    <a:pt x="612081" y="1253175"/>
                  </a:lnTo>
                  <a:lnTo>
                    <a:pt x="612777" y="1256051"/>
                  </a:lnTo>
                  <a:lnTo>
                    <a:pt x="613473" y="1260795"/>
                  </a:lnTo>
                  <a:lnTo>
                    <a:pt x="614169" y="1266632"/>
                  </a:lnTo>
                  <a:lnTo>
                    <a:pt x="614865" y="1274896"/>
                  </a:lnTo>
                  <a:lnTo>
                    <a:pt x="615561" y="1282893"/>
                  </a:lnTo>
                  <a:lnTo>
                    <a:pt x="616258" y="1287212"/>
                  </a:lnTo>
                  <a:lnTo>
                    <a:pt x="616954" y="1291617"/>
                  </a:lnTo>
                  <a:lnTo>
                    <a:pt x="617650" y="1296949"/>
                  </a:lnTo>
                  <a:lnTo>
                    <a:pt x="618346" y="1300145"/>
                  </a:lnTo>
                  <a:lnTo>
                    <a:pt x="619042" y="1299818"/>
                  </a:lnTo>
                  <a:lnTo>
                    <a:pt x="619738" y="1298586"/>
                  </a:lnTo>
                  <a:lnTo>
                    <a:pt x="620435" y="1297003"/>
                  </a:lnTo>
                  <a:lnTo>
                    <a:pt x="621131" y="1295693"/>
                  </a:lnTo>
                  <a:lnTo>
                    <a:pt x="621827" y="1295121"/>
                  </a:lnTo>
                  <a:lnTo>
                    <a:pt x="622523" y="1294910"/>
                  </a:lnTo>
                  <a:lnTo>
                    <a:pt x="623219" y="1293583"/>
                  </a:lnTo>
                  <a:lnTo>
                    <a:pt x="623915" y="1291855"/>
                  </a:lnTo>
                  <a:lnTo>
                    <a:pt x="624612" y="1289049"/>
                  </a:lnTo>
                  <a:lnTo>
                    <a:pt x="625308" y="1287238"/>
                  </a:lnTo>
                  <a:lnTo>
                    <a:pt x="626004" y="1284753"/>
                  </a:lnTo>
                  <a:lnTo>
                    <a:pt x="626700" y="1283538"/>
                  </a:lnTo>
                  <a:lnTo>
                    <a:pt x="627396" y="1280761"/>
                  </a:lnTo>
                  <a:lnTo>
                    <a:pt x="628093" y="1276485"/>
                  </a:lnTo>
                  <a:lnTo>
                    <a:pt x="628789" y="1273119"/>
                  </a:lnTo>
                  <a:lnTo>
                    <a:pt x="629485" y="1270302"/>
                  </a:lnTo>
                  <a:lnTo>
                    <a:pt x="630181" y="1265656"/>
                  </a:lnTo>
                  <a:lnTo>
                    <a:pt x="630877" y="1260359"/>
                  </a:lnTo>
                  <a:lnTo>
                    <a:pt x="631573" y="1254172"/>
                  </a:lnTo>
                  <a:lnTo>
                    <a:pt x="632270" y="1245553"/>
                  </a:lnTo>
                  <a:lnTo>
                    <a:pt x="632966" y="1234106"/>
                  </a:lnTo>
                  <a:lnTo>
                    <a:pt x="633662" y="1222261"/>
                  </a:lnTo>
                  <a:lnTo>
                    <a:pt x="634358" y="1208326"/>
                  </a:lnTo>
                  <a:lnTo>
                    <a:pt x="635054" y="1193733"/>
                  </a:lnTo>
                  <a:lnTo>
                    <a:pt x="635750" y="1175800"/>
                  </a:lnTo>
                  <a:lnTo>
                    <a:pt x="636447" y="1158410"/>
                  </a:lnTo>
                  <a:lnTo>
                    <a:pt x="637143" y="1140925"/>
                  </a:lnTo>
                  <a:lnTo>
                    <a:pt x="637839" y="1127149"/>
                  </a:lnTo>
                  <a:lnTo>
                    <a:pt x="638535" y="1113322"/>
                  </a:lnTo>
                  <a:lnTo>
                    <a:pt x="639231" y="1099398"/>
                  </a:lnTo>
                  <a:lnTo>
                    <a:pt x="639928" y="1085670"/>
                  </a:lnTo>
                  <a:lnTo>
                    <a:pt x="640624" y="1073180"/>
                  </a:lnTo>
                  <a:lnTo>
                    <a:pt x="641320" y="1061061"/>
                  </a:lnTo>
                  <a:lnTo>
                    <a:pt x="642016" y="1049164"/>
                  </a:lnTo>
                  <a:lnTo>
                    <a:pt x="642712" y="1036216"/>
                  </a:lnTo>
                  <a:lnTo>
                    <a:pt x="643408" y="1024132"/>
                  </a:lnTo>
                  <a:lnTo>
                    <a:pt x="644105" y="1012518"/>
                  </a:lnTo>
                  <a:lnTo>
                    <a:pt x="644801" y="1002080"/>
                  </a:lnTo>
                  <a:lnTo>
                    <a:pt x="645497" y="991867"/>
                  </a:lnTo>
                  <a:lnTo>
                    <a:pt x="646193" y="979749"/>
                  </a:lnTo>
                  <a:lnTo>
                    <a:pt x="646889" y="966140"/>
                  </a:lnTo>
                  <a:lnTo>
                    <a:pt x="647585" y="951835"/>
                  </a:lnTo>
                  <a:lnTo>
                    <a:pt x="648282" y="936261"/>
                  </a:lnTo>
                  <a:lnTo>
                    <a:pt x="648978" y="920101"/>
                  </a:lnTo>
                  <a:lnTo>
                    <a:pt x="649674" y="903462"/>
                  </a:lnTo>
                  <a:lnTo>
                    <a:pt x="650370" y="885605"/>
                  </a:lnTo>
                  <a:lnTo>
                    <a:pt x="651066" y="869935"/>
                  </a:lnTo>
                  <a:lnTo>
                    <a:pt x="651763" y="857825"/>
                  </a:lnTo>
                  <a:lnTo>
                    <a:pt x="652459" y="845194"/>
                  </a:lnTo>
                  <a:lnTo>
                    <a:pt x="653155" y="834771"/>
                  </a:lnTo>
                  <a:lnTo>
                    <a:pt x="653851" y="826597"/>
                  </a:lnTo>
                  <a:lnTo>
                    <a:pt x="654547" y="819226"/>
                  </a:lnTo>
                  <a:lnTo>
                    <a:pt x="655243" y="812895"/>
                  </a:lnTo>
                  <a:lnTo>
                    <a:pt x="655940" y="806617"/>
                  </a:lnTo>
                  <a:lnTo>
                    <a:pt x="656636" y="801900"/>
                  </a:lnTo>
                  <a:lnTo>
                    <a:pt x="657332" y="799222"/>
                  </a:lnTo>
                  <a:lnTo>
                    <a:pt x="658028" y="795771"/>
                  </a:lnTo>
                  <a:lnTo>
                    <a:pt x="658724" y="794072"/>
                  </a:lnTo>
                  <a:lnTo>
                    <a:pt x="659420" y="794484"/>
                  </a:lnTo>
                  <a:lnTo>
                    <a:pt x="660117" y="795109"/>
                  </a:lnTo>
                  <a:lnTo>
                    <a:pt x="660813" y="801598"/>
                  </a:lnTo>
                  <a:lnTo>
                    <a:pt x="661509" y="807821"/>
                  </a:lnTo>
                  <a:lnTo>
                    <a:pt x="662205" y="810505"/>
                  </a:lnTo>
                  <a:lnTo>
                    <a:pt x="662901" y="813953"/>
                  </a:lnTo>
                  <a:lnTo>
                    <a:pt x="663597" y="819026"/>
                  </a:lnTo>
                  <a:lnTo>
                    <a:pt x="664294" y="823488"/>
                  </a:lnTo>
                  <a:lnTo>
                    <a:pt x="664990" y="825839"/>
                  </a:lnTo>
                  <a:lnTo>
                    <a:pt x="665686" y="828971"/>
                  </a:lnTo>
                  <a:lnTo>
                    <a:pt x="666382" y="832953"/>
                  </a:lnTo>
                  <a:lnTo>
                    <a:pt x="667078" y="837222"/>
                  </a:lnTo>
                  <a:lnTo>
                    <a:pt x="667775" y="842331"/>
                  </a:lnTo>
                  <a:lnTo>
                    <a:pt x="668471" y="848626"/>
                  </a:lnTo>
                  <a:lnTo>
                    <a:pt x="669167" y="853153"/>
                  </a:lnTo>
                  <a:lnTo>
                    <a:pt x="669863" y="857317"/>
                  </a:lnTo>
                  <a:lnTo>
                    <a:pt x="670559" y="861534"/>
                  </a:lnTo>
                  <a:lnTo>
                    <a:pt x="671255" y="865269"/>
                  </a:lnTo>
                  <a:lnTo>
                    <a:pt x="671952" y="868137"/>
                  </a:lnTo>
                  <a:lnTo>
                    <a:pt x="672648" y="872788"/>
                  </a:lnTo>
                  <a:lnTo>
                    <a:pt x="673344" y="877279"/>
                  </a:lnTo>
                  <a:lnTo>
                    <a:pt x="674040" y="879737"/>
                  </a:lnTo>
                  <a:lnTo>
                    <a:pt x="674736" y="882432"/>
                  </a:lnTo>
                  <a:lnTo>
                    <a:pt x="675432" y="883708"/>
                  </a:lnTo>
                  <a:lnTo>
                    <a:pt x="676129" y="888134"/>
                  </a:lnTo>
                  <a:lnTo>
                    <a:pt x="676825" y="890885"/>
                  </a:lnTo>
                  <a:lnTo>
                    <a:pt x="677521" y="892381"/>
                  </a:lnTo>
                  <a:lnTo>
                    <a:pt x="678217" y="893437"/>
                  </a:lnTo>
                  <a:lnTo>
                    <a:pt x="678913" y="893422"/>
                  </a:lnTo>
                  <a:lnTo>
                    <a:pt x="679610" y="894036"/>
                  </a:lnTo>
                  <a:lnTo>
                    <a:pt x="680306" y="893822"/>
                  </a:lnTo>
                  <a:lnTo>
                    <a:pt x="681002" y="893509"/>
                  </a:lnTo>
                  <a:lnTo>
                    <a:pt x="681698" y="893061"/>
                  </a:lnTo>
                  <a:lnTo>
                    <a:pt x="682394" y="892514"/>
                  </a:lnTo>
                  <a:lnTo>
                    <a:pt x="683090" y="891508"/>
                  </a:lnTo>
                  <a:lnTo>
                    <a:pt x="683787" y="889813"/>
                  </a:lnTo>
                  <a:lnTo>
                    <a:pt x="684483" y="887204"/>
                  </a:lnTo>
                  <a:lnTo>
                    <a:pt x="685179" y="882537"/>
                  </a:lnTo>
                  <a:lnTo>
                    <a:pt x="685875" y="877009"/>
                  </a:lnTo>
                  <a:lnTo>
                    <a:pt x="686571" y="870470"/>
                  </a:lnTo>
                  <a:lnTo>
                    <a:pt x="687267" y="865211"/>
                  </a:lnTo>
                  <a:lnTo>
                    <a:pt x="687964" y="861054"/>
                  </a:lnTo>
                  <a:lnTo>
                    <a:pt x="688660" y="856735"/>
                  </a:lnTo>
                  <a:lnTo>
                    <a:pt x="689356" y="853133"/>
                  </a:lnTo>
                  <a:lnTo>
                    <a:pt x="690052" y="851571"/>
                  </a:lnTo>
                  <a:lnTo>
                    <a:pt x="690748" y="847742"/>
                  </a:lnTo>
                  <a:lnTo>
                    <a:pt x="691444" y="843736"/>
                  </a:lnTo>
                  <a:lnTo>
                    <a:pt x="692141" y="838236"/>
                  </a:lnTo>
                  <a:lnTo>
                    <a:pt x="692837" y="831134"/>
                  </a:lnTo>
                  <a:lnTo>
                    <a:pt x="693533" y="825720"/>
                  </a:lnTo>
                  <a:lnTo>
                    <a:pt x="694229" y="819497"/>
                  </a:lnTo>
                  <a:lnTo>
                    <a:pt x="694925" y="812191"/>
                  </a:lnTo>
                  <a:lnTo>
                    <a:pt x="695622" y="806173"/>
                  </a:lnTo>
                  <a:lnTo>
                    <a:pt x="696318" y="795426"/>
                  </a:lnTo>
                  <a:lnTo>
                    <a:pt x="697014" y="783751"/>
                  </a:lnTo>
                  <a:lnTo>
                    <a:pt x="697710" y="773156"/>
                  </a:lnTo>
                  <a:lnTo>
                    <a:pt x="698406" y="763094"/>
                  </a:lnTo>
                  <a:lnTo>
                    <a:pt x="699102" y="751098"/>
                  </a:lnTo>
                  <a:lnTo>
                    <a:pt x="699799" y="736833"/>
                  </a:lnTo>
                  <a:lnTo>
                    <a:pt x="700495" y="720912"/>
                  </a:lnTo>
                  <a:lnTo>
                    <a:pt x="701191" y="705815"/>
                  </a:lnTo>
                  <a:lnTo>
                    <a:pt x="701887" y="690711"/>
                  </a:lnTo>
                  <a:lnTo>
                    <a:pt x="702583" y="675298"/>
                  </a:lnTo>
                  <a:lnTo>
                    <a:pt x="703279" y="659469"/>
                  </a:lnTo>
                  <a:lnTo>
                    <a:pt x="703976" y="643516"/>
                  </a:lnTo>
                  <a:lnTo>
                    <a:pt x="704672" y="628021"/>
                  </a:lnTo>
                  <a:lnTo>
                    <a:pt x="705368" y="611982"/>
                  </a:lnTo>
                  <a:lnTo>
                    <a:pt x="706064" y="596307"/>
                  </a:lnTo>
                  <a:lnTo>
                    <a:pt x="706760" y="581582"/>
                  </a:lnTo>
                  <a:lnTo>
                    <a:pt x="707457" y="567830"/>
                  </a:lnTo>
                  <a:lnTo>
                    <a:pt x="708153" y="552167"/>
                  </a:lnTo>
                  <a:lnTo>
                    <a:pt x="708849" y="534321"/>
                  </a:lnTo>
                  <a:lnTo>
                    <a:pt x="709545" y="518571"/>
                  </a:lnTo>
                  <a:lnTo>
                    <a:pt x="710241" y="503774"/>
                  </a:lnTo>
                  <a:lnTo>
                    <a:pt x="710937" y="490739"/>
                  </a:lnTo>
                  <a:lnTo>
                    <a:pt x="711634" y="474673"/>
                  </a:lnTo>
                  <a:lnTo>
                    <a:pt x="712330" y="460666"/>
                  </a:lnTo>
                  <a:lnTo>
                    <a:pt x="713026" y="447788"/>
                  </a:lnTo>
                  <a:lnTo>
                    <a:pt x="713722" y="437042"/>
                  </a:lnTo>
                  <a:lnTo>
                    <a:pt x="714418" y="426320"/>
                  </a:lnTo>
                  <a:lnTo>
                    <a:pt x="715114" y="415115"/>
                  </a:lnTo>
                  <a:lnTo>
                    <a:pt x="715811" y="404919"/>
                  </a:lnTo>
                  <a:lnTo>
                    <a:pt x="716507" y="394766"/>
                  </a:lnTo>
                  <a:lnTo>
                    <a:pt x="717203" y="385541"/>
                  </a:lnTo>
                  <a:lnTo>
                    <a:pt x="717899" y="377967"/>
                  </a:lnTo>
                  <a:lnTo>
                    <a:pt x="718595" y="373514"/>
                  </a:lnTo>
                  <a:lnTo>
                    <a:pt x="719292" y="371101"/>
                  </a:lnTo>
                  <a:lnTo>
                    <a:pt x="719988" y="371204"/>
                  </a:lnTo>
                  <a:lnTo>
                    <a:pt x="720684" y="374261"/>
                  </a:lnTo>
                  <a:lnTo>
                    <a:pt x="721380" y="378940"/>
                  </a:lnTo>
                  <a:lnTo>
                    <a:pt x="722076" y="385695"/>
                  </a:lnTo>
                  <a:lnTo>
                    <a:pt x="722772" y="392724"/>
                  </a:lnTo>
                  <a:lnTo>
                    <a:pt x="723469" y="400439"/>
                  </a:lnTo>
                  <a:lnTo>
                    <a:pt x="724165" y="408029"/>
                  </a:lnTo>
                  <a:lnTo>
                    <a:pt x="724861" y="416364"/>
                  </a:lnTo>
                  <a:lnTo>
                    <a:pt x="725557" y="425947"/>
                  </a:lnTo>
                  <a:lnTo>
                    <a:pt x="726253" y="439074"/>
                  </a:lnTo>
                  <a:lnTo>
                    <a:pt x="726949" y="456407"/>
                  </a:lnTo>
                  <a:lnTo>
                    <a:pt x="727646" y="475435"/>
                  </a:lnTo>
                  <a:lnTo>
                    <a:pt x="728342" y="494871"/>
                  </a:lnTo>
                  <a:lnTo>
                    <a:pt x="729038" y="512595"/>
                  </a:lnTo>
                  <a:lnTo>
                    <a:pt x="729734" y="527112"/>
                  </a:lnTo>
                  <a:lnTo>
                    <a:pt x="730430" y="541627"/>
                  </a:lnTo>
                  <a:lnTo>
                    <a:pt x="731126" y="552962"/>
                  </a:lnTo>
                  <a:lnTo>
                    <a:pt x="731823" y="562181"/>
                  </a:lnTo>
                  <a:lnTo>
                    <a:pt x="732519" y="572430"/>
                  </a:lnTo>
                  <a:lnTo>
                    <a:pt x="733215" y="583757"/>
                  </a:lnTo>
                  <a:lnTo>
                    <a:pt x="733911" y="593902"/>
                  </a:lnTo>
                  <a:lnTo>
                    <a:pt x="734607" y="603490"/>
                  </a:lnTo>
                  <a:lnTo>
                    <a:pt x="735304" y="614558"/>
                  </a:lnTo>
                  <a:lnTo>
                    <a:pt x="736000" y="628292"/>
                  </a:lnTo>
                  <a:lnTo>
                    <a:pt x="736696" y="640581"/>
                  </a:lnTo>
                  <a:lnTo>
                    <a:pt x="737392" y="650717"/>
                  </a:lnTo>
                  <a:lnTo>
                    <a:pt x="738088" y="659790"/>
                  </a:lnTo>
                  <a:lnTo>
                    <a:pt x="738784" y="667875"/>
                  </a:lnTo>
                  <a:lnTo>
                    <a:pt x="739481" y="674845"/>
                  </a:lnTo>
                  <a:lnTo>
                    <a:pt x="740177" y="681909"/>
                  </a:lnTo>
                  <a:lnTo>
                    <a:pt x="740873" y="687804"/>
                  </a:lnTo>
                  <a:lnTo>
                    <a:pt x="741569" y="694892"/>
                  </a:lnTo>
                  <a:lnTo>
                    <a:pt x="742265" y="703239"/>
                  </a:lnTo>
                  <a:lnTo>
                    <a:pt x="742961" y="711182"/>
                  </a:lnTo>
                  <a:lnTo>
                    <a:pt x="743658" y="719460"/>
                  </a:lnTo>
                  <a:lnTo>
                    <a:pt x="744354" y="727313"/>
                  </a:lnTo>
                  <a:lnTo>
                    <a:pt x="745050" y="734609"/>
                  </a:lnTo>
                  <a:lnTo>
                    <a:pt x="745746" y="740174"/>
                  </a:lnTo>
                  <a:lnTo>
                    <a:pt x="746442" y="743834"/>
                  </a:lnTo>
                  <a:lnTo>
                    <a:pt x="747139" y="745939"/>
                  </a:lnTo>
                  <a:lnTo>
                    <a:pt x="747835" y="748236"/>
                  </a:lnTo>
                  <a:lnTo>
                    <a:pt x="748531" y="750736"/>
                  </a:lnTo>
                  <a:lnTo>
                    <a:pt x="749227" y="752534"/>
                  </a:lnTo>
                  <a:lnTo>
                    <a:pt x="749923" y="754662"/>
                  </a:lnTo>
                  <a:lnTo>
                    <a:pt x="750619" y="756514"/>
                  </a:lnTo>
                  <a:lnTo>
                    <a:pt x="751316" y="757145"/>
                  </a:lnTo>
                  <a:lnTo>
                    <a:pt x="752012" y="758218"/>
                  </a:lnTo>
                  <a:lnTo>
                    <a:pt x="752708" y="757137"/>
                  </a:lnTo>
                  <a:lnTo>
                    <a:pt x="753404" y="755561"/>
                  </a:lnTo>
                  <a:lnTo>
                    <a:pt x="754100" y="751749"/>
                  </a:lnTo>
                  <a:lnTo>
                    <a:pt x="754796" y="745487"/>
                  </a:lnTo>
                  <a:lnTo>
                    <a:pt x="755493" y="737987"/>
                  </a:lnTo>
                  <a:lnTo>
                    <a:pt x="756189" y="730210"/>
                  </a:lnTo>
                  <a:lnTo>
                    <a:pt x="756885" y="722854"/>
                  </a:lnTo>
                  <a:lnTo>
                    <a:pt x="757581" y="713911"/>
                  </a:lnTo>
                  <a:lnTo>
                    <a:pt x="758277" y="703643"/>
                  </a:lnTo>
                  <a:lnTo>
                    <a:pt x="758973" y="692115"/>
                  </a:lnTo>
                  <a:lnTo>
                    <a:pt x="759670" y="679819"/>
                  </a:lnTo>
                  <a:lnTo>
                    <a:pt x="760366" y="666828"/>
                  </a:lnTo>
                  <a:lnTo>
                    <a:pt x="761062" y="653217"/>
                  </a:lnTo>
                  <a:lnTo>
                    <a:pt x="761758" y="637246"/>
                  </a:lnTo>
                  <a:lnTo>
                    <a:pt x="762454" y="617600"/>
                  </a:lnTo>
                  <a:lnTo>
                    <a:pt x="763151" y="596959"/>
                  </a:lnTo>
                  <a:lnTo>
                    <a:pt x="763847" y="574899"/>
                  </a:lnTo>
                  <a:lnTo>
                    <a:pt x="764543" y="552588"/>
                  </a:lnTo>
                  <a:lnTo>
                    <a:pt x="765239" y="535459"/>
                  </a:lnTo>
                  <a:lnTo>
                    <a:pt x="765935" y="519124"/>
                  </a:lnTo>
                  <a:lnTo>
                    <a:pt x="766631" y="503215"/>
                  </a:lnTo>
                  <a:lnTo>
                    <a:pt x="767328" y="487553"/>
                  </a:lnTo>
                  <a:lnTo>
                    <a:pt x="768024" y="472416"/>
                  </a:lnTo>
                  <a:lnTo>
                    <a:pt x="768720" y="456893"/>
                  </a:lnTo>
                  <a:lnTo>
                    <a:pt x="769416" y="444166"/>
                  </a:lnTo>
                  <a:lnTo>
                    <a:pt x="770112" y="432927"/>
                  </a:lnTo>
                  <a:lnTo>
                    <a:pt x="770808" y="421861"/>
                  </a:lnTo>
                  <a:lnTo>
                    <a:pt x="771505" y="409405"/>
                  </a:lnTo>
                  <a:lnTo>
                    <a:pt x="772201" y="400003"/>
                  </a:lnTo>
                  <a:lnTo>
                    <a:pt x="772897" y="392876"/>
                  </a:lnTo>
                  <a:lnTo>
                    <a:pt x="773593" y="386759"/>
                  </a:lnTo>
                  <a:lnTo>
                    <a:pt x="774289" y="382368"/>
                  </a:lnTo>
                  <a:lnTo>
                    <a:pt x="774986" y="380178"/>
                  </a:lnTo>
                  <a:lnTo>
                    <a:pt x="775682" y="377351"/>
                  </a:lnTo>
                  <a:lnTo>
                    <a:pt x="776378" y="376382"/>
                  </a:lnTo>
                  <a:lnTo>
                    <a:pt x="777074" y="374509"/>
                  </a:lnTo>
                  <a:lnTo>
                    <a:pt x="777770" y="374255"/>
                  </a:lnTo>
                  <a:lnTo>
                    <a:pt x="778466" y="373590"/>
                  </a:lnTo>
                  <a:lnTo>
                    <a:pt x="779163" y="372153"/>
                  </a:lnTo>
                  <a:lnTo>
                    <a:pt x="779859" y="369727"/>
                  </a:lnTo>
                  <a:lnTo>
                    <a:pt x="780555" y="366845"/>
                  </a:lnTo>
                  <a:lnTo>
                    <a:pt x="781251" y="365244"/>
                  </a:lnTo>
                  <a:lnTo>
                    <a:pt x="781947" y="365055"/>
                  </a:lnTo>
                  <a:lnTo>
                    <a:pt x="782643" y="365293"/>
                  </a:lnTo>
                  <a:lnTo>
                    <a:pt x="783340" y="364234"/>
                  </a:lnTo>
                  <a:lnTo>
                    <a:pt x="784036" y="363652"/>
                  </a:lnTo>
                  <a:lnTo>
                    <a:pt x="784732" y="363458"/>
                  </a:lnTo>
                  <a:lnTo>
                    <a:pt x="785428" y="362992"/>
                  </a:lnTo>
                  <a:lnTo>
                    <a:pt x="786124" y="362560"/>
                  </a:lnTo>
                  <a:lnTo>
                    <a:pt x="786820" y="363649"/>
                  </a:lnTo>
                  <a:lnTo>
                    <a:pt x="787517" y="365279"/>
                  </a:lnTo>
                  <a:lnTo>
                    <a:pt x="788213" y="367226"/>
                  </a:lnTo>
                  <a:lnTo>
                    <a:pt x="788909" y="369416"/>
                  </a:lnTo>
                  <a:lnTo>
                    <a:pt x="789605" y="373843"/>
                  </a:lnTo>
                  <a:lnTo>
                    <a:pt x="790301" y="380093"/>
                  </a:lnTo>
                  <a:lnTo>
                    <a:pt x="790998" y="387661"/>
                  </a:lnTo>
                  <a:lnTo>
                    <a:pt x="791694" y="395246"/>
                  </a:lnTo>
                  <a:lnTo>
                    <a:pt x="792390" y="402328"/>
                  </a:lnTo>
                  <a:lnTo>
                    <a:pt x="793086" y="408989"/>
                  </a:lnTo>
                  <a:lnTo>
                    <a:pt x="793782" y="415554"/>
                  </a:lnTo>
                  <a:lnTo>
                    <a:pt x="794478" y="423307"/>
                  </a:lnTo>
                  <a:lnTo>
                    <a:pt x="795175" y="430959"/>
                  </a:lnTo>
                  <a:lnTo>
                    <a:pt x="795871" y="438259"/>
                  </a:lnTo>
                  <a:lnTo>
                    <a:pt x="796567" y="445025"/>
                  </a:lnTo>
                  <a:lnTo>
                    <a:pt x="797263" y="453379"/>
                  </a:lnTo>
                  <a:lnTo>
                    <a:pt x="797959" y="461620"/>
                  </a:lnTo>
                  <a:lnTo>
                    <a:pt x="798655" y="470189"/>
                  </a:lnTo>
                  <a:lnTo>
                    <a:pt x="799352" y="480179"/>
                  </a:lnTo>
                  <a:lnTo>
                    <a:pt x="800048" y="490873"/>
                  </a:lnTo>
                  <a:lnTo>
                    <a:pt x="800744" y="502891"/>
                  </a:lnTo>
                  <a:lnTo>
                    <a:pt x="801440" y="516557"/>
                  </a:lnTo>
                  <a:lnTo>
                    <a:pt x="802136" y="529995"/>
                  </a:lnTo>
                  <a:lnTo>
                    <a:pt x="802833" y="543069"/>
                  </a:lnTo>
                  <a:lnTo>
                    <a:pt x="803529" y="554484"/>
                  </a:lnTo>
                  <a:lnTo>
                    <a:pt x="804225" y="567123"/>
                  </a:lnTo>
                  <a:lnTo>
                    <a:pt x="804921" y="578163"/>
                  </a:lnTo>
                  <a:lnTo>
                    <a:pt x="805617" y="589265"/>
                  </a:lnTo>
                  <a:lnTo>
                    <a:pt x="806313" y="602380"/>
                  </a:lnTo>
                  <a:lnTo>
                    <a:pt x="807010" y="617055"/>
                  </a:lnTo>
                  <a:lnTo>
                    <a:pt x="807706" y="629836"/>
                  </a:lnTo>
                  <a:lnTo>
                    <a:pt x="808402" y="641904"/>
                  </a:lnTo>
                  <a:lnTo>
                    <a:pt x="809098" y="652769"/>
                  </a:lnTo>
                  <a:lnTo>
                    <a:pt x="809794" y="662459"/>
                  </a:lnTo>
                  <a:lnTo>
                    <a:pt x="810490" y="670037"/>
                  </a:lnTo>
                  <a:lnTo>
                    <a:pt x="811187" y="678315"/>
                  </a:lnTo>
                  <a:lnTo>
                    <a:pt x="811883" y="685944"/>
                  </a:lnTo>
                  <a:lnTo>
                    <a:pt x="812579" y="695158"/>
                  </a:lnTo>
                  <a:lnTo>
                    <a:pt x="813275" y="703461"/>
                  </a:lnTo>
                  <a:lnTo>
                    <a:pt x="813971" y="711896"/>
                  </a:lnTo>
                  <a:lnTo>
                    <a:pt x="814668" y="717607"/>
                  </a:lnTo>
                  <a:lnTo>
                    <a:pt x="815364" y="721845"/>
                  </a:lnTo>
                  <a:lnTo>
                    <a:pt x="816060" y="724769"/>
                  </a:lnTo>
                  <a:lnTo>
                    <a:pt x="816756" y="726759"/>
                  </a:lnTo>
                  <a:lnTo>
                    <a:pt x="817452" y="728259"/>
                  </a:lnTo>
                  <a:lnTo>
                    <a:pt x="818148" y="729747"/>
                  </a:lnTo>
                  <a:lnTo>
                    <a:pt x="818845" y="732665"/>
                  </a:lnTo>
                  <a:lnTo>
                    <a:pt x="819541" y="735332"/>
                  </a:lnTo>
                  <a:lnTo>
                    <a:pt x="820237" y="736724"/>
                  </a:lnTo>
                  <a:lnTo>
                    <a:pt x="820933" y="737628"/>
                  </a:lnTo>
                  <a:lnTo>
                    <a:pt x="821629" y="736746"/>
                  </a:lnTo>
                  <a:lnTo>
                    <a:pt x="822325" y="733228"/>
                  </a:lnTo>
                  <a:lnTo>
                    <a:pt x="823022" y="727956"/>
                  </a:lnTo>
                  <a:lnTo>
                    <a:pt x="823718" y="722305"/>
                  </a:lnTo>
                  <a:lnTo>
                    <a:pt x="824414" y="714990"/>
                  </a:lnTo>
                  <a:lnTo>
                    <a:pt x="825110" y="707353"/>
                  </a:lnTo>
                  <a:lnTo>
                    <a:pt x="825806" y="700318"/>
                  </a:lnTo>
                  <a:lnTo>
                    <a:pt x="826502" y="694200"/>
                  </a:lnTo>
                  <a:lnTo>
                    <a:pt x="827199" y="688316"/>
                  </a:lnTo>
                  <a:lnTo>
                    <a:pt x="827895" y="681899"/>
                  </a:lnTo>
                  <a:lnTo>
                    <a:pt x="828591" y="676104"/>
                  </a:lnTo>
                  <a:lnTo>
                    <a:pt x="829287" y="668440"/>
                  </a:lnTo>
                  <a:lnTo>
                    <a:pt x="829983" y="659837"/>
                  </a:lnTo>
                  <a:lnTo>
                    <a:pt x="830680" y="650677"/>
                  </a:lnTo>
                  <a:lnTo>
                    <a:pt x="831376" y="642132"/>
                  </a:lnTo>
                  <a:lnTo>
                    <a:pt x="832072" y="635242"/>
                  </a:lnTo>
                  <a:lnTo>
                    <a:pt x="832768" y="629926"/>
                  </a:lnTo>
                  <a:lnTo>
                    <a:pt x="833464" y="624993"/>
                  </a:lnTo>
                  <a:lnTo>
                    <a:pt x="834160" y="621846"/>
                  </a:lnTo>
                  <a:lnTo>
                    <a:pt x="834857" y="619912"/>
                  </a:lnTo>
                  <a:lnTo>
                    <a:pt x="835553" y="616555"/>
                  </a:lnTo>
                  <a:lnTo>
                    <a:pt x="836249" y="608909"/>
                  </a:lnTo>
                  <a:lnTo>
                    <a:pt x="836945" y="596735"/>
                  </a:lnTo>
                  <a:lnTo>
                    <a:pt x="837641" y="584007"/>
                  </a:lnTo>
                  <a:lnTo>
                    <a:pt x="838337" y="571264"/>
                  </a:lnTo>
                  <a:lnTo>
                    <a:pt x="839034" y="559811"/>
                  </a:lnTo>
                  <a:lnTo>
                    <a:pt x="839730" y="547653"/>
                  </a:lnTo>
                  <a:lnTo>
                    <a:pt x="840426" y="534483"/>
                  </a:lnTo>
                  <a:lnTo>
                    <a:pt x="841122" y="520256"/>
                  </a:lnTo>
                  <a:lnTo>
                    <a:pt x="841818" y="503277"/>
                  </a:lnTo>
                  <a:lnTo>
                    <a:pt x="842515" y="485296"/>
                  </a:lnTo>
                  <a:lnTo>
                    <a:pt x="843211" y="467843"/>
                  </a:lnTo>
                  <a:lnTo>
                    <a:pt x="843907" y="449110"/>
                  </a:lnTo>
                  <a:lnTo>
                    <a:pt x="844603" y="430405"/>
                  </a:lnTo>
                  <a:lnTo>
                    <a:pt x="845299" y="411976"/>
                  </a:lnTo>
                  <a:lnTo>
                    <a:pt x="845995" y="394085"/>
                  </a:lnTo>
                  <a:lnTo>
                    <a:pt x="846692" y="374717"/>
                  </a:lnTo>
                  <a:lnTo>
                    <a:pt x="847388" y="355240"/>
                  </a:lnTo>
                  <a:lnTo>
                    <a:pt x="848084" y="334623"/>
                  </a:lnTo>
                  <a:lnTo>
                    <a:pt x="848780" y="313162"/>
                  </a:lnTo>
                  <a:lnTo>
                    <a:pt x="849476" y="291897"/>
                  </a:lnTo>
                  <a:lnTo>
                    <a:pt x="850172" y="273761"/>
                  </a:lnTo>
                  <a:lnTo>
                    <a:pt x="850869" y="259607"/>
                  </a:lnTo>
                  <a:lnTo>
                    <a:pt x="851565" y="248847"/>
                  </a:lnTo>
                  <a:lnTo>
                    <a:pt x="852261" y="239455"/>
                  </a:lnTo>
                  <a:lnTo>
                    <a:pt x="852957" y="230585"/>
                  </a:lnTo>
                  <a:lnTo>
                    <a:pt x="853653" y="221252"/>
                  </a:lnTo>
                  <a:lnTo>
                    <a:pt x="854349" y="210889"/>
                  </a:lnTo>
                  <a:lnTo>
                    <a:pt x="855046" y="199136"/>
                  </a:lnTo>
                  <a:lnTo>
                    <a:pt x="855742" y="187981"/>
                  </a:lnTo>
                  <a:lnTo>
                    <a:pt x="856438" y="177703"/>
                  </a:lnTo>
                  <a:lnTo>
                    <a:pt x="857134" y="170044"/>
                  </a:lnTo>
                  <a:lnTo>
                    <a:pt x="857830" y="164971"/>
                  </a:lnTo>
                  <a:lnTo>
                    <a:pt x="858527" y="161867"/>
                  </a:lnTo>
                  <a:lnTo>
                    <a:pt x="859223" y="160383"/>
                  </a:lnTo>
                  <a:lnTo>
                    <a:pt x="859919" y="160481"/>
                  </a:lnTo>
                  <a:lnTo>
                    <a:pt x="860615" y="158578"/>
                  </a:lnTo>
                  <a:lnTo>
                    <a:pt x="861311" y="154069"/>
                  </a:lnTo>
                  <a:lnTo>
                    <a:pt x="862007" y="146225"/>
                  </a:lnTo>
                  <a:lnTo>
                    <a:pt x="862704" y="137086"/>
                  </a:lnTo>
                  <a:lnTo>
                    <a:pt x="863400" y="127898"/>
                  </a:lnTo>
                  <a:lnTo>
                    <a:pt x="864096" y="118677"/>
                  </a:lnTo>
                  <a:lnTo>
                    <a:pt x="864792" y="112431"/>
                  </a:lnTo>
                  <a:lnTo>
                    <a:pt x="865488" y="108354"/>
                  </a:lnTo>
                  <a:lnTo>
                    <a:pt x="866184" y="104486"/>
                  </a:lnTo>
                  <a:lnTo>
                    <a:pt x="866881" y="99124"/>
                  </a:lnTo>
                  <a:lnTo>
                    <a:pt x="867577" y="92891"/>
                  </a:lnTo>
                  <a:lnTo>
                    <a:pt x="868273" y="83845"/>
                  </a:lnTo>
                  <a:lnTo>
                    <a:pt x="868969" y="73157"/>
                  </a:lnTo>
                  <a:lnTo>
                    <a:pt x="869665" y="59746"/>
                  </a:lnTo>
                  <a:lnTo>
                    <a:pt x="870362" y="45482"/>
                  </a:lnTo>
                  <a:lnTo>
                    <a:pt x="871058" y="33320"/>
                  </a:lnTo>
                  <a:lnTo>
                    <a:pt x="871754" y="24236"/>
                  </a:lnTo>
                  <a:lnTo>
                    <a:pt x="872450" y="17493"/>
                  </a:lnTo>
                  <a:lnTo>
                    <a:pt x="873146" y="13364"/>
                  </a:lnTo>
                  <a:lnTo>
                    <a:pt x="873842" y="9343"/>
                  </a:lnTo>
                  <a:lnTo>
                    <a:pt x="874539" y="5378"/>
                  </a:lnTo>
                  <a:lnTo>
                    <a:pt x="875235" y="1765"/>
                  </a:lnTo>
                  <a:lnTo>
                    <a:pt x="875931" y="0"/>
                  </a:lnTo>
                  <a:lnTo>
                    <a:pt x="876627" y="442"/>
                  </a:lnTo>
                  <a:lnTo>
                    <a:pt x="877323" y="1972"/>
                  </a:lnTo>
                  <a:lnTo>
                    <a:pt x="878019" y="3899"/>
                  </a:lnTo>
                  <a:lnTo>
                    <a:pt x="878716" y="6653"/>
                  </a:lnTo>
                  <a:lnTo>
                    <a:pt x="879412" y="10658"/>
                  </a:lnTo>
                  <a:lnTo>
                    <a:pt x="880108" y="15910"/>
                  </a:lnTo>
                  <a:lnTo>
                    <a:pt x="880804" y="23279"/>
                  </a:lnTo>
                  <a:lnTo>
                    <a:pt x="881500" y="30530"/>
                  </a:lnTo>
                  <a:lnTo>
                    <a:pt x="882197" y="39583"/>
                  </a:lnTo>
                  <a:lnTo>
                    <a:pt x="882893" y="50518"/>
                  </a:lnTo>
                  <a:lnTo>
                    <a:pt x="883589" y="61901"/>
                  </a:lnTo>
                  <a:lnTo>
                    <a:pt x="884285" y="72845"/>
                  </a:lnTo>
                  <a:lnTo>
                    <a:pt x="884981" y="84509"/>
                  </a:lnTo>
                  <a:lnTo>
                    <a:pt x="885677" y="96120"/>
                  </a:lnTo>
                  <a:lnTo>
                    <a:pt x="886374" y="107570"/>
                  </a:lnTo>
                  <a:lnTo>
                    <a:pt x="887070" y="119070"/>
                  </a:lnTo>
                  <a:lnTo>
                    <a:pt x="887766" y="130442"/>
                  </a:lnTo>
                  <a:lnTo>
                    <a:pt x="888462" y="140550"/>
                  </a:lnTo>
                  <a:lnTo>
                    <a:pt x="889158" y="151725"/>
                  </a:lnTo>
                  <a:lnTo>
                    <a:pt x="889854" y="163101"/>
                  </a:lnTo>
                  <a:lnTo>
                    <a:pt x="890551" y="175095"/>
                  </a:lnTo>
                  <a:lnTo>
                    <a:pt x="891247" y="186598"/>
                  </a:lnTo>
                  <a:lnTo>
                    <a:pt x="891943" y="198121"/>
                  </a:lnTo>
                  <a:lnTo>
                    <a:pt x="892639" y="209203"/>
                  </a:lnTo>
                  <a:lnTo>
                    <a:pt x="893335" y="219173"/>
                  </a:lnTo>
                  <a:lnTo>
                    <a:pt x="894031" y="227720"/>
                  </a:lnTo>
                  <a:lnTo>
                    <a:pt x="894728" y="236348"/>
                  </a:lnTo>
                  <a:lnTo>
                    <a:pt x="895424" y="244772"/>
                  </a:lnTo>
                  <a:lnTo>
                    <a:pt x="896120" y="254293"/>
                  </a:lnTo>
                  <a:lnTo>
                    <a:pt x="896816" y="264306"/>
                  </a:lnTo>
                  <a:lnTo>
                    <a:pt x="897512" y="274854"/>
                  </a:lnTo>
                  <a:lnTo>
                    <a:pt x="898209" y="284938"/>
                  </a:lnTo>
                  <a:lnTo>
                    <a:pt x="898905" y="295047"/>
                  </a:lnTo>
                  <a:lnTo>
                    <a:pt x="899601" y="304185"/>
                  </a:lnTo>
                  <a:lnTo>
                    <a:pt x="900297" y="311733"/>
                  </a:lnTo>
                  <a:lnTo>
                    <a:pt x="900993" y="316724"/>
                  </a:lnTo>
                  <a:lnTo>
                    <a:pt x="901689" y="322095"/>
                  </a:lnTo>
                  <a:lnTo>
                    <a:pt x="902386" y="327638"/>
                  </a:lnTo>
                  <a:lnTo>
                    <a:pt x="903082" y="333059"/>
                  </a:lnTo>
                  <a:lnTo>
                    <a:pt x="903778" y="338438"/>
                  </a:lnTo>
                  <a:lnTo>
                    <a:pt x="904474" y="344436"/>
                  </a:lnTo>
                  <a:lnTo>
                    <a:pt x="905170" y="350676"/>
                  </a:lnTo>
                  <a:lnTo>
                    <a:pt x="905866" y="356455"/>
                  </a:lnTo>
                  <a:lnTo>
                    <a:pt x="906563" y="361746"/>
                  </a:lnTo>
                  <a:lnTo>
                    <a:pt x="907259" y="366170"/>
                  </a:lnTo>
                  <a:lnTo>
                    <a:pt x="907955" y="369818"/>
                  </a:lnTo>
                  <a:lnTo>
                    <a:pt x="908651" y="373119"/>
                  </a:lnTo>
                  <a:lnTo>
                    <a:pt x="909347" y="378336"/>
                  </a:lnTo>
                  <a:lnTo>
                    <a:pt x="910044" y="383358"/>
                  </a:lnTo>
                  <a:lnTo>
                    <a:pt x="910740" y="388179"/>
                  </a:lnTo>
                  <a:lnTo>
                    <a:pt x="911436" y="392775"/>
                  </a:lnTo>
                  <a:lnTo>
                    <a:pt x="912132" y="396064"/>
                  </a:lnTo>
                  <a:lnTo>
                    <a:pt x="912828" y="398407"/>
                  </a:lnTo>
                  <a:lnTo>
                    <a:pt x="913524" y="401485"/>
                  </a:lnTo>
                  <a:lnTo>
                    <a:pt x="914221" y="402845"/>
                  </a:lnTo>
                  <a:lnTo>
                    <a:pt x="914917" y="404737"/>
                  </a:lnTo>
                  <a:lnTo>
                    <a:pt x="915613" y="407718"/>
                  </a:lnTo>
                  <a:lnTo>
                    <a:pt x="916309" y="409473"/>
                  </a:lnTo>
                  <a:lnTo>
                    <a:pt x="917005" y="412290"/>
                  </a:lnTo>
                  <a:lnTo>
                    <a:pt x="917701" y="414925"/>
                  </a:lnTo>
                  <a:lnTo>
                    <a:pt x="918398" y="412919"/>
                  </a:lnTo>
                  <a:lnTo>
                    <a:pt x="919094" y="409798"/>
                  </a:lnTo>
                  <a:lnTo>
                    <a:pt x="919790" y="407028"/>
                  </a:lnTo>
                  <a:lnTo>
                    <a:pt x="920486" y="403954"/>
                  </a:lnTo>
                  <a:lnTo>
                    <a:pt x="921182" y="399494"/>
                  </a:lnTo>
                  <a:lnTo>
                    <a:pt x="921878" y="394690"/>
                  </a:lnTo>
                  <a:lnTo>
                    <a:pt x="922575" y="389376"/>
                  </a:lnTo>
                  <a:lnTo>
                    <a:pt x="923271" y="382278"/>
                  </a:lnTo>
                  <a:lnTo>
                    <a:pt x="923967" y="375288"/>
                  </a:lnTo>
                  <a:lnTo>
                    <a:pt x="924663" y="367126"/>
                  </a:lnTo>
                  <a:lnTo>
                    <a:pt x="925359" y="358542"/>
                  </a:lnTo>
                  <a:lnTo>
                    <a:pt x="926056" y="350563"/>
                  </a:lnTo>
                  <a:lnTo>
                    <a:pt x="926752" y="342652"/>
                  </a:lnTo>
                  <a:lnTo>
                    <a:pt x="927448" y="334415"/>
                  </a:lnTo>
                  <a:lnTo>
                    <a:pt x="928144" y="325255"/>
                  </a:lnTo>
                  <a:lnTo>
                    <a:pt x="928840" y="315942"/>
                  </a:lnTo>
                  <a:lnTo>
                    <a:pt x="929536" y="306540"/>
                  </a:lnTo>
                  <a:lnTo>
                    <a:pt x="930233" y="295086"/>
                  </a:lnTo>
                  <a:lnTo>
                    <a:pt x="930929" y="282407"/>
                  </a:lnTo>
                  <a:lnTo>
                    <a:pt x="931625" y="268682"/>
                  </a:lnTo>
                  <a:lnTo>
                    <a:pt x="932321" y="255604"/>
                  </a:lnTo>
                  <a:lnTo>
                    <a:pt x="933017" y="243163"/>
                  </a:lnTo>
                  <a:lnTo>
                    <a:pt x="933713" y="231832"/>
                  </a:lnTo>
                  <a:lnTo>
                    <a:pt x="934410" y="220042"/>
                  </a:lnTo>
                  <a:lnTo>
                    <a:pt x="935106" y="209337"/>
                  </a:lnTo>
                  <a:lnTo>
                    <a:pt x="935802" y="199125"/>
                  </a:lnTo>
                  <a:lnTo>
                    <a:pt x="936498" y="189800"/>
                  </a:lnTo>
                  <a:lnTo>
                    <a:pt x="937194" y="180401"/>
                  </a:lnTo>
                  <a:lnTo>
                    <a:pt x="937891" y="172215"/>
                  </a:lnTo>
                  <a:lnTo>
                    <a:pt x="938587" y="163418"/>
                  </a:lnTo>
                  <a:lnTo>
                    <a:pt x="939283" y="156141"/>
                  </a:lnTo>
                  <a:lnTo>
                    <a:pt x="939979" y="150856"/>
                  </a:lnTo>
                  <a:lnTo>
                    <a:pt x="940675" y="147054"/>
                  </a:lnTo>
                  <a:lnTo>
                    <a:pt x="941371" y="144851"/>
                  </a:lnTo>
                  <a:lnTo>
                    <a:pt x="942068" y="142985"/>
                  </a:lnTo>
                  <a:lnTo>
                    <a:pt x="942764" y="141931"/>
                  </a:lnTo>
                  <a:lnTo>
                    <a:pt x="943460" y="140786"/>
                  </a:lnTo>
                  <a:lnTo>
                    <a:pt x="944156" y="139697"/>
                  </a:lnTo>
                  <a:lnTo>
                    <a:pt x="944852" y="139617"/>
                  </a:lnTo>
                  <a:lnTo>
                    <a:pt x="945548" y="139721"/>
                  </a:lnTo>
                  <a:lnTo>
                    <a:pt x="946245" y="140521"/>
                  </a:lnTo>
                  <a:lnTo>
                    <a:pt x="946941" y="141363"/>
                  </a:lnTo>
                  <a:lnTo>
                    <a:pt x="947637" y="141328"/>
                  </a:lnTo>
                  <a:lnTo>
                    <a:pt x="948333" y="142572"/>
                  </a:lnTo>
                  <a:lnTo>
                    <a:pt x="949029" y="143982"/>
                  </a:lnTo>
                  <a:lnTo>
                    <a:pt x="949726" y="145275"/>
                  </a:lnTo>
                  <a:lnTo>
                    <a:pt x="950422" y="145874"/>
                  </a:lnTo>
                  <a:lnTo>
                    <a:pt x="951118" y="145198"/>
                  </a:lnTo>
                  <a:lnTo>
                    <a:pt x="951814" y="143214"/>
                  </a:lnTo>
                  <a:lnTo>
                    <a:pt x="952510" y="141089"/>
                  </a:lnTo>
                  <a:lnTo>
                    <a:pt x="953206" y="137873"/>
                  </a:lnTo>
                  <a:lnTo>
                    <a:pt x="953903" y="139093"/>
                  </a:lnTo>
                  <a:lnTo>
                    <a:pt x="954599" y="142610"/>
                  </a:lnTo>
                  <a:lnTo>
                    <a:pt x="955295" y="146276"/>
                  </a:lnTo>
                  <a:lnTo>
                    <a:pt x="955991" y="150692"/>
                  </a:lnTo>
                  <a:lnTo>
                    <a:pt x="956687" y="156487"/>
                  </a:lnTo>
                  <a:lnTo>
                    <a:pt x="957383" y="162359"/>
                  </a:lnTo>
                  <a:lnTo>
                    <a:pt x="958080" y="167584"/>
                  </a:lnTo>
                  <a:lnTo>
                    <a:pt x="958776" y="174317"/>
                  </a:lnTo>
                  <a:lnTo>
                    <a:pt x="959472" y="182105"/>
                  </a:lnTo>
                  <a:lnTo>
                    <a:pt x="960168" y="190685"/>
                  </a:lnTo>
                  <a:lnTo>
                    <a:pt x="960864" y="200114"/>
                  </a:lnTo>
                  <a:lnTo>
                    <a:pt x="961560" y="208939"/>
                  </a:lnTo>
                  <a:lnTo>
                    <a:pt x="962257" y="218012"/>
                  </a:lnTo>
                  <a:lnTo>
                    <a:pt x="962953" y="225365"/>
                  </a:lnTo>
                  <a:lnTo>
                    <a:pt x="963649" y="233392"/>
                  </a:lnTo>
                  <a:lnTo>
                    <a:pt x="964345" y="240887"/>
                  </a:lnTo>
                  <a:lnTo>
                    <a:pt x="965041" y="247761"/>
                  </a:lnTo>
                  <a:lnTo>
                    <a:pt x="965738" y="254481"/>
                  </a:lnTo>
                  <a:lnTo>
                    <a:pt x="966434" y="262929"/>
                  </a:lnTo>
                  <a:lnTo>
                    <a:pt x="967130" y="272189"/>
                  </a:lnTo>
                  <a:lnTo>
                    <a:pt x="967826" y="280531"/>
                  </a:lnTo>
                  <a:lnTo>
                    <a:pt x="968522" y="288645"/>
                  </a:lnTo>
                  <a:lnTo>
                    <a:pt x="969218" y="295258"/>
                  </a:lnTo>
                  <a:lnTo>
                    <a:pt x="969915" y="300688"/>
                  </a:lnTo>
                  <a:lnTo>
                    <a:pt x="970611" y="304743"/>
                  </a:lnTo>
                  <a:lnTo>
                    <a:pt x="971307" y="308586"/>
                  </a:lnTo>
                  <a:lnTo>
                    <a:pt x="972003" y="312373"/>
                  </a:lnTo>
                  <a:lnTo>
                    <a:pt x="972699" y="315853"/>
                  </a:lnTo>
                  <a:lnTo>
                    <a:pt x="973395" y="319356"/>
                  </a:lnTo>
                  <a:lnTo>
                    <a:pt x="974092" y="323501"/>
                  </a:lnTo>
                  <a:lnTo>
                    <a:pt x="974788" y="327975"/>
                  </a:lnTo>
                  <a:lnTo>
                    <a:pt x="975484" y="332081"/>
                  </a:lnTo>
                  <a:lnTo>
                    <a:pt x="976180" y="334834"/>
                  </a:lnTo>
                  <a:lnTo>
                    <a:pt x="976876" y="336317"/>
                  </a:lnTo>
                  <a:lnTo>
                    <a:pt x="977573" y="336403"/>
                  </a:lnTo>
                  <a:lnTo>
                    <a:pt x="978269" y="335929"/>
                  </a:lnTo>
                  <a:lnTo>
                    <a:pt x="978965" y="335060"/>
                  </a:lnTo>
                  <a:lnTo>
                    <a:pt x="979661" y="334067"/>
                  </a:lnTo>
                  <a:lnTo>
                    <a:pt x="980357" y="332190"/>
                  </a:lnTo>
                  <a:lnTo>
                    <a:pt x="981053" y="331321"/>
                  </a:lnTo>
                  <a:lnTo>
                    <a:pt x="981750" y="330453"/>
                  </a:lnTo>
                  <a:lnTo>
                    <a:pt x="982446" y="329198"/>
                  </a:lnTo>
                  <a:lnTo>
                    <a:pt x="983142" y="329101"/>
                  </a:lnTo>
                  <a:lnTo>
                    <a:pt x="983838" y="328900"/>
                  </a:lnTo>
                  <a:lnTo>
                    <a:pt x="984534" y="327689"/>
                  </a:lnTo>
                  <a:lnTo>
                    <a:pt x="985230" y="326782"/>
                  </a:lnTo>
                  <a:lnTo>
                    <a:pt x="985927" y="325857"/>
                  </a:lnTo>
                  <a:lnTo>
                    <a:pt x="986623" y="325032"/>
                  </a:lnTo>
                  <a:lnTo>
                    <a:pt x="987319" y="324448"/>
                  </a:lnTo>
                  <a:lnTo>
                    <a:pt x="988015" y="325002"/>
                  </a:lnTo>
                  <a:lnTo>
                    <a:pt x="988711" y="326124"/>
                  </a:lnTo>
                  <a:lnTo>
                    <a:pt x="989407" y="327264"/>
                  </a:lnTo>
                  <a:lnTo>
                    <a:pt x="990104" y="327184"/>
                  </a:lnTo>
                  <a:lnTo>
                    <a:pt x="990800" y="327265"/>
                  </a:lnTo>
                  <a:lnTo>
                    <a:pt x="991496" y="326618"/>
                  </a:lnTo>
                  <a:lnTo>
                    <a:pt x="992192" y="325034"/>
                  </a:lnTo>
                  <a:lnTo>
                    <a:pt x="992888" y="323179"/>
                  </a:lnTo>
                  <a:lnTo>
                    <a:pt x="993585" y="322631"/>
                  </a:lnTo>
                  <a:lnTo>
                    <a:pt x="994281" y="322189"/>
                  </a:lnTo>
                  <a:lnTo>
                    <a:pt x="994977" y="322091"/>
                  </a:lnTo>
                  <a:lnTo>
                    <a:pt x="995673" y="322098"/>
                  </a:lnTo>
                  <a:lnTo>
                    <a:pt x="996369" y="321192"/>
                  </a:lnTo>
                  <a:lnTo>
                    <a:pt x="997065" y="321661"/>
                  </a:lnTo>
                  <a:lnTo>
                    <a:pt x="997762" y="323309"/>
                  </a:lnTo>
                  <a:lnTo>
                    <a:pt x="998458" y="326722"/>
                  </a:lnTo>
                  <a:lnTo>
                    <a:pt x="999154" y="329211"/>
                  </a:lnTo>
                  <a:lnTo>
                    <a:pt x="999850" y="332530"/>
                  </a:lnTo>
                  <a:lnTo>
                    <a:pt x="1000546" y="336245"/>
                  </a:lnTo>
                  <a:lnTo>
                    <a:pt x="1001242" y="341092"/>
                  </a:lnTo>
                  <a:lnTo>
                    <a:pt x="1001939" y="346125"/>
                  </a:lnTo>
                  <a:lnTo>
                    <a:pt x="1002635" y="351584"/>
                  </a:lnTo>
                  <a:lnTo>
                    <a:pt x="1003331" y="357429"/>
                  </a:lnTo>
                  <a:lnTo>
                    <a:pt x="1004027" y="363070"/>
                  </a:lnTo>
                  <a:lnTo>
                    <a:pt x="1004723" y="369210"/>
                  </a:lnTo>
                  <a:lnTo>
                    <a:pt x="1005420" y="375936"/>
                  </a:lnTo>
                  <a:lnTo>
                    <a:pt x="1006116" y="382513"/>
                  </a:lnTo>
                  <a:lnTo>
                    <a:pt x="1006812" y="388969"/>
                  </a:lnTo>
                  <a:lnTo>
                    <a:pt x="1007508" y="393940"/>
                  </a:lnTo>
                  <a:lnTo>
                    <a:pt x="1008204" y="399427"/>
                  </a:lnTo>
                  <a:lnTo>
                    <a:pt x="1008900" y="403200"/>
                  </a:lnTo>
                  <a:lnTo>
                    <a:pt x="1009597" y="407190"/>
                  </a:lnTo>
                  <a:lnTo>
                    <a:pt x="1010293" y="410139"/>
                  </a:lnTo>
                  <a:lnTo>
                    <a:pt x="1010989" y="411457"/>
                  </a:lnTo>
                  <a:lnTo>
                    <a:pt x="1011685" y="412578"/>
                  </a:lnTo>
                  <a:lnTo>
                    <a:pt x="1012381" y="412645"/>
                  </a:lnTo>
                  <a:lnTo>
                    <a:pt x="1013077" y="414171"/>
                  </a:lnTo>
                  <a:lnTo>
                    <a:pt x="1013774" y="416192"/>
                  </a:lnTo>
                  <a:lnTo>
                    <a:pt x="1014470" y="419469"/>
                  </a:lnTo>
                  <a:lnTo>
                    <a:pt x="1015166" y="423242"/>
                  </a:lnTo>
                  <a:lnTo>
                    <a:pt x="1015862" y="427371"/>
                  </a:lnTo>
                  <a:lnTo>
                    <a:pt x="1016558" y="432012"/>
                  </a:lnTo>
                  <a:lnTo>
                    <a:pt x="1017254" y="437791"/>
                  </a:lnTo>
                  <a:lnTo>
                    <a:pt x="1017951" y="445422"/>
                  </a:lnTo>
                  <a:lnTo>
                    <a:pt x="1018647" y="452768"/>
                  </a:lnTo>
                  <a:lnTo>
                    <a:pt x="1019343" y="460550"/>
                  </a:lnTo>
                  <a:lnTo>
                    <a:pt x="1020039" y="470369"/>
                  </a:lnTo>
                  <a:lnTo>
                    <a:pt x="1020735" y="481742"/>
                  </a:lnTo>
                  <a:lnTo>
                    <a:pt x="1021432" y="496274"/>
                  </a:lnTo>
                  <a:lnTo>
                    <a:pt x="1022128" y="514031"/>
                  </a:lnTo>
                  <a:lnTo>
                    <a:pt x="1022824" y="535293"/>
                  </a:lnTo>
                  <a:lnTo>
                    <a:pt x="1023520" y="555756"/>
                  </a:lnTo>
                  <a:lnTo>
                    <a:pt x="1024216" y="573879"/>
                  </a:lnTo>
                  <a:lnTo>
                    <a:pt x="1024912" y="589471"/>
                  </a:lnTo>
                  <a:lnTo>
                    <a:pt x="1025609" y="603026"/>
                  </a:lnTo>
                  <a:lnTo>
                    <a:pt x="1026305" y="613186"/>
                  </a:lnTo>
                  <a:lnTo>
                    <a:pt x="1027001" y="621552"/>
                  </a:lnTo>
                  <a:lnTo>
                    <a:pt x="1027697" y="631386"/>
                  </a:lnTo>
                  <a:lnTo>
                    <a:pt x="1028393" y="640091"/>
                  </a:lnTo>
                  <a:lnTo>
                    <a:pt x="1029089" y="647940"/>
                  </a:lnTo>
                  <a:lnTo>
                    <a:pt x="1029786" y="656870"/>
                  </a:lnTo>
                  <a:lnTo>
                    <a:pt x="1030482" y="664990"/>
                  </a:lnTo>
                  <a:lnTo>
                    <a:pt x="1031178" y="670480"/>
                  </a:lnTo>
                  <a:lnTo>
                    <a:pt x="1031874" y="675209"/>
                  </a:lnTo>
                  <a:lnTo>
                    <a:pt x="1032570" y="678080"/>
                  </a:lnTo>
                  <a:lnTo>
                    <a:pt x="1033267" y="678776"/>
                  </a:lnTo>
                  <a:lnTo>
                    <a:pt x="1033963" y="677703"/>
                  </a:lnTo>
                  <a:lnTo>
                    <a:pt x="1034659" y="676193"/>
                  </a:lnTo>
                  <a:lnTo>
                    <a:pt x="1035355" y="673080"/>
                  </a:lnTo>
                  <a:lnTo>
                    <a:pt x="1036051" y="670679"/>
                  </a:lnTo>
                  <a:lnTo>
                    <a:pt x="1036747" y="669584"/>
                  </a:lnTo>
                  <a:lnTo>
                    <a:pt x="1037444" y="666674"/>
                  </a:lnTo>
                  <a:lnTo>
                    <a:pt x="1038140" y="662427"/>
                  </a:lnTo>
                  <a:lnTo>
                    <a:pt x="1038836" y="657401"/>
                  </a:lnTo>
                  <a:lnTo>
                    <a:pt x="1039532" y="652094"/>
                  </a:lnTo>
                  <a:lnTo>
                    <a:pt x="1040228" y="646354"/>
                  </a:lnTo>
                  <a:lnTo>
                    <a:pt x="1040924" y="641511"/>
                  </a:lnTo>
                  <a:lnTo>
                    <a:pt x="1041621" y="637242"/>
                  </a:lnTo>
                  <a:lnTo>
                    <a:pt x="1042317" y="632724"/>
                  </a:lnTo>
                  <a:lnTo>
                    <a:pt x="1043013" y="628670"/>
                  </a:lnTo>
                  <a:lnTo>
                    <a:pt x="1043709" y="625612"/>
                  </a:lnTo>
                  <a:lnTo>
                    <a:pt x="1044405" y="622454"/>
                  </a:lnTo>
                  <a:lnTo>
                    <a:pt x="1045102" y="619873"/>
                  </a:lnTo>
                  <a:lnTo>
                    <a:pt x="1045798" y="617822"/>
                  </a:lnTo>
                  <a:lnTo>
                    <a:pt x="1046494" y="616115"/>
                  </a:lnTo>
                  <a:lnTo>
                    <a:pt x="1047190" y="613932"/>
                  </a:lnTo>
                  <a:lnTo>
                    <a:pt x="1047886" y="614070"/>
                  </a:lnTo>
                  <a:lnTo>
                    <a:pt x="1048582" y="613618"/>
                  </a:lnTo>
                  <a:lnTo>
                    <a:pt x="1049279" y="613173"/>
                  </a:lnTo>
                  <a:lnTo>
                    <a:pt x="1049975" y="613126"/>
                  </a:lnTo>
                  <a:lnTo>
                    <a:pt x="1050671" y="612720"/>
                  </a:lnTo>
                  <a:lnTo>
                    <a:pt x="1051367" y="611595"/>
                  </a:lnTo>
                  <a:lnTo>
                    <a:pt x="1052063" y="609798"/>
                  </a:lnTo>
                  <a:lnTo>
                    <a:pt x="1052759" y="606743"/>
                  </a:lnTo>
                  <a:lnTo>
                    <a:pt x="1053456" y="601727"/>
                  </a:lnTo>
                  <a:lnTo>
                    <a:pt x="1054152" y="596250"/>
                  </a:lnTo>
                  <a:lnTo>
                    <a:pt x="1054848" y="591340"/>
                  </a:lnTo>
                  <a:lnTo>
                    <a:pt x="1055544" y="584095"/>
                  </a:lnTo>
                  <a:lnTo>
                    <a:pt x="1056240" y="576282"/>
                  </a:lnTo>
                  <a:lnTo>
                    <a:pt x="1056936" y="566061"/>
                  </a:lnTo>
                  <a:lnTo>
                    <a:pt x="1057633" y="552903"/>
                  </a:lnTo>
                  <a:lnTo>
                    <a:pt x="1058329" y="537013"/>
                  </a:lnTo>
                  <a:lnTo>
                    <a:pt x="1059025" y="519944"/>
                  </a:lnTo>
                  <a:lnTo>
                    <a:pt x="1059721" y="505231"/>
                  </a:lnTo>
                  <a:lnTo>
                    <a:pt x="1060417" y="492529"/>
                  </a:lnTo>
                  <a:lnTo>
                    <a:pt x="1061114" y="481978"/>
                  </a:lnTo>
                  <a:lnTo>
                    <a:pt x="1061810" y="474501"/>
                  </a:lnTo>
                  <a:lnTo>
                    <a:pt x="1062506" y="468896"/>
                  </a:lnTo>
                  <a:lnTo>
                    <a:pt x="1063202" y="462916"/>
                  </a:lnTo>
                  <a:lnTo>
                    <a:pt x="1063898" y="458753"/>
                  </a:lnTo>
                  <a:lnTo>
                    <a:pt x="1064594" y="454792"/>
                  </a:lnTo>
                  <a:lnTo>
                    <a:pt x="1065291" y="448739"/>
                  </a:lnTo>
                  <a:lnTo>
                    <a:pt x="1065987" y="444388"/>
                  </a:lnTo>
                  <a:lnTo>
                    <a:pt x="1066683" y="443249"/>
                  </a:lnTo>
                  <a:lnTo>
                    <a:pt x="1067379" y="443091"/>
                  </a:lnTo>
                  <a:lnTo>
                    <a:pt x="1068075" y="443961"/>
                  </a:lnTo>
                  <a:lnTo>
                    <a:pt x="1068771" y="444957"/>
                  </a:lnTo>
                  <a:lnTo>
                    <a:pt x="1069468" y="447350"/>
                  </a:lnTo>
                  <a:lnTo>
                    <a:pt x="1070164" y="451898"/>
                  </a:lnTo>
                  <a:lnTo>
                    <a:pt x="1070860" y="457684"/>
                  </a:lnTo>
                  <a:lnTo>
                    <a:pt x="1071556" y="463098"/>
                  </a:lnTo>
                  <a:lnTo>
                    <a:pt x="1072252" y="467214"/>
                  </a:lnTo>
                  <a:lnTo>
                    <a:pt x="1072949" y="473283"/>
                  </a:lnTo>
                  <a:lnTo>
                    <a:pt x="1073645" y="478433"/>
                  </a:lnTo>
                  <a:lnTo>
                    <a:pt x="1074341" y="484325"/>
                  </a:lnTo>
                  <a:lnTo>
                    <a:pt x="1075037" y="490558"/>
                  </a:lnTo>
                  <a:lnTo>
                    <a:pt x="1075733" y="497961"/>
                  </a:lnTo>
                  <a:lnTo>
                    <a:pt x="1076429" y="505734"/>
                  </a:lnTo>
                  <a:lnTo>
                    <a:pt x="1077126" y="514055"/>
                  </a:lnTo>
                  <a:lnTo>
                    <a:pt x="1077822" y="523552"/>
                  </a:lnTo>
                  <a:lnTo>
                    <a:pt x="1078518" y="533673"/>
                  </a:lnTo>
                  <a:lnTo>
                    <a:pt x="1079214" y="544426"/>
                  </a:lnTo>
                  <a:lnTo>
                    <a:pt x="1079910" y="557816"/>
                  </a:lnTo>
                  <a:lnTo>
                    <a:pt x="1080606" y="570309"/>
                  </a:lnTo>
                  <a:lnTo>
                    <a:pt x="1081303" y="581980"/>
                  </a:lnTo>
                  <a:lnTo>
                    <a:pt x="1081999" y="594062"/>
                  </a:lnTo>
                  <a:lnTo>
                    <a:pt x="1082695" y="606850"/>
                  </a:lnTo>
                  <a:lnTo>
                    <a:pt x="1083391" y="618142"/>
                  </a:lnTo>
                  <a:lnTo>
                    <a:pt x="1084087" y="632310"/>
                  </a:lnTo>
                  <a:lnTo>
                    <a:pt x="1084783" y="647865"/>
                  </a:lnTo>
                  <a:lnTo>
                    <a:pt x="1085480" y="663225"/>
                  </a:lnTo>
                  <a:lnTo>
                    <a:pt x="1086176" y="678322"/>
                  </a:lnTo>
                  <a:lnTo>
                    <a:pt x="1086872" y="689775"/>
                  </a:lnTo>
                  <a:lnTo>
                    <a:pt x="1087568" y="700790"/>
                  </a:lnTo>
                  <a:lnTo>
                    <a:pt x="1088264" y="709738"/>
                  </a:lnTo>
                  <a:lnTo>
                    <a:pt x="1088961" y="718539"/>
                  </a:lnTo>
                  <a:lnTo>
                    <a:pt x="1089657" y="726841"/>
                  </a:lnTo>
                  <a:lnTo>
                    <a:pt x="1090353" y="733911"/>
                  </a:lnTo>
                  <a:lnTo>
                    <a:pt x="1091049" y="740964"/>
                  </a:lnTo>
                  <a:lnTo>
                    <a:pt x="1091745" y="748980"/>
                  </a:lnTo>
                  <a:lnTo>
                    <a:pt x="1092441" y="758032"/>
                  </a:lnTo>
                  <a:lnTo>
                    <a:pt x="1093138" y="765826"/>
                  </a:lnTo>
                  <a:lnTo>
                    <a:pt x="1093834" y="772863"/>
                  </a:lnTo>
                  <a:lnTo>
                    <a:pt x="1094530" y="780054"/>
                  </a:lnTo>
                  <a:lnTo>
                    <a:pt x="1095226" y="788000"/>
                  </a:lnTo>
                  <a:lnTo>
                    <a:pt x="1095922" y="796142"/>
                  </a:lnTo>
                  <a:lnTo>
                    <a:pt x="1096618" y="804804"/>
                  </a:lnTo>
                  <a:lnTo>
                    <a:pt x="1097315" y="815432"/>
                  </a:lnTo>
                  <a:lnTo>
                    <a:pt x="1098011" y="825133"/>
                  </a:lnTo>
                  <a:lnTo>
                    <a:pt x="1098707" y="835165"/>
                  </a:lnTo>
                  <a:lnTo>
                    <a:pt x="1099403" y="845220"/>
                  </a:lnTo>
                  <a:lnTo>
                    <a:pt x="1100099" y="855574"/>
                  </a:lnTo>
                  <a:lnTo>
                    <a:pt x="1100796" y="865706"/>
                  </a:lnTo>
                  <a:lnTo>
                    <a:pt x="1101492" y="873986"/>
                  </a:lnTo>
                  <a:lnTo>
                    <a:pt x="1102188" y="880308"/>
                  </a:lnTo>
                  <a:lnTo>
                    <a:pt x="1102884" y="887537"/>
                  </a:lnTo>
                  <a:lnTo>
                    <a:pt x="1103580" y="897008"/>
                  </a:lnTo>
                  <a:lnTo>
                    <a:pt x="1104276" y="907706"/>
                  </a:lnTo>
                  <a:lnTo>
                    <a:pt x="1104973" y="919190"/>
                  </a:lnTo>
                  <a:lnTo>
                    <a:pt x="1105669" y="928396"/>
                  </a:lnTo>
                  <a:lnTo>
                    <a:pt x="1106365" y="938488"/>
                  </a:lnTo>
                  <a:lnTo>
                    <a:pt x="1107061" y="949419"/>
                  </a:lnTo>
                  <a:lnTo>
                    <a:pt x="1107757" y="959428"/>
                  </a:lnTo>
                  <a:lnTo>
                    <a:pt x="1108453" y="970445"/>
                  </a:lnTo>
                  <a:lnTo>
                    <a:pt x="1109150" y="983564"/>
                  </a:lnTo>
                  <a:lnTo>
                    <a:pt x="1109846" y="1000048"/>
                  </a:lnTo>
                  <a:lnTo>
                    <a:pt x="1110542" y="1015366"/>
                  </a:lnTo>
                  <a:lnTo>
                    <a:pt x="1111238" y="1030714"/>
                  </a:lnTo>
                  <a:lnTo>
                    <a:pt x="1111934" y="1045690"/>
                  </a:lnTo>
                  <a:lnTo>
                    <a:pt x="1112631" y="1060124"/>
                  </a:lnTo>
                  <a:lnTo>
                    <a:pt x="1113327" y="1073601"/>
                  </a:lnTo>
                  <a:lnTo>
                    <a:pt x="1114023" y="1087137"/>
                  </a:lnTo>
                  <a:lnTo>
                    <a:pt x="1114719" y="1098991"/>
                  </a:lnTo>
                  <a:lnTo>
                    <a:pt x="1115415" y="1109677"/>
                  </a:lnTo>
                  <a:lnTo>
                    <a:pt x="1116111" y="1120678"/>
                  </a:lnTo>
                  <a:lnTo>
                    <a:pt x="1116808" y="1133513"/>
                  </a:lnTo>
                  <a:lnTo>
                    <a:pt x="1117504" y="1145727"/>
                  </a:lnTo>
                  <a:lnTo>
                    <a:pt x="1118200" y="1159766"/>
                  </a:lnTo>
                  <a:lnTo>
                    <a:pt x="1118896" y="1173648"/>
                  </a:lnTo>
                  <a:lnTo>
                    <a:pt x="1119592" y="1186466"/>
                  </a:lnTo>
                  <a:lnTo>
                    <a:pt x="1120288" y="1194165"/>
                  </a:lnTo>
                  <a:lnTo>
                    <a:pt x="1120985" y="1203575"/>
                  </a:lnTo>
                  <a:lnTo>
                    <a:pt x="1121681" y="1212625"/>
                  </a:lnTo>
                  <a:lnTo>
                    <a:pt x="1122377" y="1226493"/>
                  </a:lnTo>
                  <a:lnTo>
                    <a:pt x="1123073" y="1238910"/>
                  </a:lnTo>
                  <a:lnTo>
                    <a:pt x="1123769" y="1253349"/>
                  </a:lnTo>
                  <a:lnTo>
                    <a:pt x="1124465" y="1264693"/>
                  </a:lnTo>
                  <a:lnTo>
                    <a:pt x="1125162" y="1276647"/>
                  </a:lnTo>
                  <a:lnTo>
                    <a:pt x="1125858" y="1287642"/>
                  </a:lnTo>
                  <a:lnTo>
                    <a:pt x="1126554" y="1297546"/>
                  </a:lnTo>
                  <a:lnTo>
                    <a:pt x="1127250" y="1306692"/>
                  </a:lnTo>
                  <a:lnTo>
                    <a:pt x="1127946" y="1314242"/>
                  </a:lnTo>
                  <a:lnTo>
                    <a:pt x="1128643" y="1320407"/>
                  </a:lnTo>
                  <a:lnTo>
                    <a:pt x="1129339" y="1327280"/>
                  </a:lnTo>
                  <a:lnTo>
                    <a:pt x="1130035" y="1334504"/>
                  </a:lnTo>
                  <a:lnTo>
                    <a:pt x="1130731" y="1339919"/>
                  </a:lnTo>
                  <a:lnTo>
                    <a:pt x="1131427" y="1343542"/>
                  </a:lnTo>
                  <a:lnTo>
                    <a:pt x="1132123" y="1345737"/>
                  </a:lnTo>
                  <a:lnTo>
                    <a:pt x="1132820" y="1345465"/>
                  </a:lnTo>
                  <a:lnTo>
                    <a:pt x="1133516" y="1346447"/>
                  </a:lnTo>
                  <a:lnTo>
                    <a:pt x="1134212" y="1345557"/>
                  </a:lnTo>
                  <a:lnTo>
                    <a:pt x="1134908" y="1345117"/>
                  </a:lnTo>
                  <a:lnTo>
                    <a:pt x="1135604" y="1343596"/>
                  </a:lnTo>
                  <a:lnTo>
                    <a:pt x="1136300" y="1343364"/>
                  </a:lnTo>
                  <a:lnTo>
                    <a:pt x="1136997" y="1343724"/>
                  </a:lnTo>
                  <a:lnTo>
                    <a:pt x="1137693" y="1344883"/>
                  </a:lnTo>
                  <a:lnTo>
                    <a:pt x="1138389" y="1345633"/>
                  </a:lnTo>
                  <a:lnTo>
                    <a:pt x="1139085" y="1344203"/>
                  </a:lnTo>
                  <a:lnTo>
                    <a:pt x="1139781" y="1340752"/>
                  </a:lnTo>
                  <a:lnTo>
                    <a:pt x="1140478" y="1336813"/>
                  </a:lnTo>
                  <a:lnTo>
                    <a:pt x="1141174" y="1335239"/>
                  </a:lnTo>
                  <a:lnTo>
                    <a:pt x="1141870" y="1334086"/>
                  </a:lnTo>
                  <a:lnTo>
                    <a:pt x="1142566" y="1331008"/>
                  </a:lnTo>
                  <a:lnTo>
                    <a:pt x="1143262" y="1328743"/>
                  </a:lnTo>
                  <a:lnTo>
                    <a:pt x="1143958" y="1323926"/>
                  </a:lnTo>
                  <a:lnTo>
                    <a:pt x="1144655" y="1317869"/>
                  </a:lnTo>
                  <a:lnTo>
                    <a:pt x="1145351" y="1305808"/>
                  </a:lnTo>
                  <a:lnTo>
                    <a:pt x="1146047" y="1293791"/>
                  </a:lnTo>
                  <a:lnTo>
                    <a:pt x="1146743" y="1281353"/>
                  </a:lnTo>
                  <a:lnTo>
                    <a:pt x="1147439" y="1270416"/>
                  </a:lnTo>
                  <a:lnTo>
                    <a:pt x="1148135" y="1260042"/>
                  </a:lnTo>
                  <a:lnTo>
                    <a:pt x="1148832" y="1248963"/>
                  </a:lnTo>
                  <a:lnTo>
                    <a:pt x="1149528" y="1236651"/>
                  </a:lnTo>
                  <a:lnTo>
                    <a:pt x="1150224" y="1225219"/>
                  </a:lnTo>
                  <a:lnTo>
                    <a:pt x="1150920" y="1212599"/>
                  </a:lnTo>
                  <a:lnTo>
                    <a:pt x="1151616" y="1198995"/>
                  </a:lnTo>
                  <a:lnTo>
                    <a:pt x="1152312" y="1183221"/>
                  </a:lnTo>
                  <a:lnTo>
                    <a:pt x="1153009" y="1166797"/>
                  </a:lnTo>
                  <a:lnTo>
                    <a:pt x="1153705" y="1148238"/>
                  </a:lnTo>
                  <a:lnTo>
                    <a:pt x="1154401" y="1129178"/>
                  </a:lnTo>
                  <a:lnTo>
                    <a:pt x="1155097" y="1107850"/>
                  </a:lnTo>
                  <a:lnTo>
                    <a:pt x="1155793" y="1090342"/>
                  </a:lnTo>
                  <a:lnTo>
                    <a:pt x="1156490" y="1072695"/>
                  </a:lnTo>
                  <a:lnTo>
                    <a:pt x="1157186" y="1055501"/>
                  </a:lnTo>
                  <a:lnTo>
                    <a:pt x="1157882" y="1036371"/>
                  </a:lnTo>
                  <a:lnTo>
                    <a:pt x="1158578" y="1016907"/>
                  </a:lnTo>
                  <a:lnTo>
                    <a:pt x="1159274" y="996321"/>
                  </a:lnTo>
                  <a:lnTo>
                    <a:pt x="1159970" y="979064"/>
                  </a:lnTo>
                  <a:lnTo>
                    <a:pt x="1160667" y="962428"/>
                  </a:lnTo>
                  <a:lnTo>
                    <a:pt x="1161363" y="947085"/>
                  </a:lnTo>
                  <a:lnTo>
                    <a:pt x="1162059" y="933179"/>
                  </a:lnTo>
                  <a:lnTo>
                    <a:pt x="1162755" y="919932"/>
                  </a:lnTo>
                  <a:lnTo>
                    <a:pt x="1163451" y="907866"/>
                  </a:lnTo>
                  <a:lnTo>
                    <a:pt x="1164147" y="898744"/>
                  </a:lnTo>
                  <a:lnTo>
                    <a:pt x="1164844" y="891042"/>
                  </a:lnTo>
                  <a:lnTo>
                    <a:pt x="1165540" y="884953"/>
                  </a:lnTo>
                  <a:lnTo>
                    <a:pt x="1166236" y="881062"/>
                  </a:lnTo>
                  <a:lnTo>
                    <a:pt x="1166932" y="877951"/>
                  </a:lnTo>
                  <a:lnTo>
                    <a:pt x="1167628" y="875570"/>
                  </a:lnTo>
                  <a:lnTo>
                    <a:pt x="1168325" y="874116"/>
                  </a:lnTo>
                  <a:lnTo>
                    <a:pt x="1169021" y="873586"/>
                  </a:lnTo>
                  <a:lnTo>
                    <a:pt x="1169717" y="877086"/>
                  </a:lnTo>
                  <a:lnTo>
                    <a:pt x="1170413" y="881469"/>
                  </a:lnTo>
                  <a:lnTo>
                    <a:pt x="1171109" y="884811"/>
                  </a:lnTo>
                  <a:lnTo>
                    <a:pt x="1171805" y="887504"/>
                  </a:lnTo>
                  <a:lnTo>
                    <a:pt x="1172502" y="891252"/>
                  </a:lnTo>
                  <a:lnTo>
                    <a:pt x="1173198" y="894457"/>
                  </a:lnTo>
                  <a:lnTo>
                    <a:pt x="1173894" y="897653"/>
                  </a:lnTo>
                  <a:lnTo>
                    <a:pt x="1174590" y="900300"/>
                  </a:lnTo>
                  <a:lnTo>
                    <a:pt x="1175286" y="904951"/>
                  </a:lnTo>
                  <a:lnTo>
                    <a:pt x="1175982" y="909583"/>
                  </a:lnTo>
                  <a:lnTo>
                    <a:pt x="1176679" y="912589"/>
                  </a:lnTo>
                  <a:lnTo>
                    <a:pt x="1177375" y="912311"/>
                  </a:lnTo>
                  <a:lnTo>
                    <a:pt x="1178071" y="915326"/>
                  </a:lnTo>
                  <a:lnTo>
                    <a:pt x="1178767" y="918422"/>
                  </a:lnTo>
                  <a:lnTo>
                    <a:pt x="1179463" y="921704"/>
                  </a:lnTo>
                  <a:lnTo>
                    <a:pt x="1180159" y="925217"/>
                  </a:lnTo>
                  <a:lnTo>
                    <a:pt x="1180856" y="930933"/>
                  </a:lnTo>
                  <a:lnTo>
                    <a:pt x="1181552" y="939089"/>
                  </a:lnTo>
                  <a:lnTo>
                    <a:pt x="1182248" y="946785"/>
                  </a:lnTo>
                  <a:lnTo>
                    <a:pt x="1182944" y="951273"/>
                  </a:lnTo>
                  <a:lnTo>
                    <a:pt x="1183640" y="955895"/>
                  </a:lnTo>
                  <a:lnTo>
                    <a:pt x="1184337" y="960370"/>
                  </a:lnTo>
                  <a:lnTo>
                    <a:pt x="1185033" y="965125"/>
                  </a:lnTo>
                  <a:lnTo>
                    <a:pt x="1185729" y="968766"/>
                  </a:lnTo>
                  <a:lnTo>
                    <a:pt x="1186425" y="972751"/>
                  </a:lnTo>
                  <a:lnTo>
                    <a:pt x="1187121" y="977183"/>
                  </a:lnTo>
                  <a:lnTo>
                    <a:pt x="1187817" y="982969"/>
                  </a:lnTo>
                  <a:lnTo>
                    <a:pt x="1188514" y="986151"/>
                  </a:lnTo>
                  <a:lnTo>
                    <a:pt x="1189210" y="987976"/>
                  </a:lnTo>
                  <a:lnTo>
                    <a:pt x="1189906" y="988689"/>
                  </a:lnTo>
                  <a:lnTo>
                    <a:pt x="1190602" y="990498"/>
                  </a:lnTo>
                  <a:lnTo>
                    <a:pt x="1191298" y="991079"/>
                  </a:lnTo>
                  <a:lnTo>
                    <a:pt x="1191994" y="989545"/>
                  </a:lnTo>
                  <a:lnTo>
                    <a:pt x="1192691" y="988505"/>
                  </a:lnTo>
                  <a:lnTo>
                    <a:pt x="1193387" y="987457"/>
                  </a:lnTo>
                  <a:lnTo>
                    <a:pt x="1194083" y="986375"/>
                  </a:lnTo>
                  <a:lnTo>
                    <a:pt x="1194779" y="985641"/>
                  </a:lnTo>
                  <a:lnTo>
                    <a:pt x="1195475" y="984549"/>
                  </a:lnTo>
                  <a:lnTo>
                    <a:pt x="1196172" y="983175"/>
                  </a:lnTo>
                  <a:lnTo>
                    <a:pt x="1196868" y="979937"/>
                  </a:lnTo>
                  <a:lnTo>
                    <a:pt x="1197564" y="976910"/>
                  </a:lnTo>
                  <a:lnTo>
                    <a:pt x="1198260" y="970722"/>
                  </a:lnTo>
                  <a:lnTo>
                    <a:pt x="1198956" y="964189"/>
                  </a:lnTo>
                  <a:lnTo>
                    <a:pt x="1199652" y="956974"/>
                  </a:lnTo>
                  <a:lnTo>
                    <a:pt x="1200349" y="947825"/>
                  </a:lnTo>
                  <a:lnTo>
                    <a:pt x="1201045" y="937324"/>
                  </a:lnTo>
                  <a:lnTo>
                    <a:pt x="1201741" y="925518"/>
                  </a:lnTo>
                  <a:lnTo>
                    <a:pt x="1202437" y="913852"/>
                  </a:lnTo>
                  <a:lnTo>
                    <a:pt x="1203133" y="901391"/>
                  </a:lnTo>
                  <a:lnTo>
                    <a:pt x="1203829" y="889650"/>
                  </a:lnTo>
                  <a:lnTo>
                    <a:pt x="1204526" y="877959"/>
                  </a:lnTo>
                  <a:lnTo>
                    <a:pt x="1205222" y="863045"/>
                  </a:lnTo>
                  <a:lnTo>
                    <a:pt x="1205918" y="846831"/>
                  </a:lnTo>
                  <a:lnTo>
                    <a:pt x="1206614" y="832736"/>
                  </a:lnTo>
                  <a:lnTo>
                    <a:pt x="1207310" y="820356"/>
                  </a:lnTo>
                  <a:lnTo>
                    <a:pt x="1208007" y="807326"/>
                  </a:lnTo>
                  <a:lnTo>
                    <a:pt x="1208703" y="797913"/>
                  </a:lnTo>
                  <a:lnTo>
                    <a:pt x="1209399" y="790372"/>
                  </a:lnTo>
                  <a:lnTo>
                    <a:pt x="1210095" y="785506"/>
                  </a:lnTo>
                  <a:lnTo>
                    <a:pt x="1210791" y="780942"/>
                  </a:lnTo>
                  <a:lnTo>
                    <a:pt x="1211487" y="774772"/>
                  </a:lnTo>
                  <a:lnTo>
                    <a:pt x="1212184" y="770237"/>
                  </a:lnTo>
                  <a:lnTo>
                    <a:pt x="1212880" y="768445"/>
                  </a:lnTo>
                  <a:lnTo>
                    <a:pt x="1213576" y="765072"/>
                  </a:lnTo>
                  <a:lnTo>
                    <a:pt x="1214272" y="760638"/>
                  </a:lnTo>
                  <a:lnTo>
                    <a:pt x="1214968" y="756421"/>
                  </a:lnTo>
                  <a:lnTo>
                    <a:pt x="1215664" y="752446"/>
                  </a:lnTo>
                  <a:lnTo>
                    <a:pt x="1216361" y="748725"/>
                  </a:lnTo>
                  <a:lnTo>
                    <a:pt x="1217057" y="742273"/>
                  </a:lnTo>
                  <a:lnTo>
                    <a:pt x="1217753" y="736148"/>
                  </a:lnTo>
                  <a:lnTo>
                    <a:pt x="1218449" y="731378"/>
                  </a:lnTo>
                  <a:lnTo>
                    <a:pt x="1219145" y="726568"/>
                  </a:lnTo>
                  <a:lnTo>
                    <a:pt x="1219841" y="721991"/>
                  </a:lnTo>
                  <a:lnTo>
                    <a:pt x="1220538" y="718479"/>
                  </a:lnTo>
                  <a:lnTo>
                    <a:pt x="1221234" y="716627"/>
                  </a:lnTo>
                  <a:lnTo>
                    <a:pt x="1221930" y="716178"/>
                  </a:lnTo>
                  <a:lnTo>
                    <a:pt x="1222626" y="715774"/>
                  </a:lnTo>
                  <a:lnTo>
                    <a:pt x="1223322" y="713397"/>
                  </a:lnTo>
                  <a:lnTo>
                    <a:pt x="1224019" y="712632"/>
                  </a:lnTo>
                  <a:lnTo>
                    <a:pt x="1224715" y="713009"/>
                  </a:lnTo>
                  <a:lnTo>
                    <a:pt x="1225411" y="714813"/>
                  </a:lnTo>
                  <a:lnTo>
                    <a:pt x="1226107" y="715642"/>
                  </a:lnTo>
                  <a:lnTo>
                    <a:pt x="1226803" y="716818"/>
                  </a:lnTo>
                  <a:lnTo>
                    <a:pt x="1227499" y="718351"/>
                  </a:lnTo>
                  <a:lnTo>
                    <a:pt x="1228196" y="718803"/>
                  </a:lnTo>
                  <a:lnTo>
                    <a:pt x="1228892" y="720887"/>
                  </a:lnTo>
                  <a:lnTo>
                    <a:pt x="1229588" y="724111"/>
                  </a:lnTo>
                  <a:lnTo>
                    <a:pt x="1230284" y="726369"/>
                  </a:lnTo>
                  <a:lnTo>
                    <a:pt x="1230980" y="729931"/>
                  </a:lnTo>
                  <a:lnTo>
                    <a:pt x="1231676" y="731010"/>
                  </a:lnTo>
                  <a:lnTo>
                    <a:pt x="1232373" y="732372"/>
                  </a:lnTo>
                  <a:lnTo>
                    <a:pt x="1233069" y="733149"/>
                  </a:lnTo>
                  <a:lnTo>
                    <a:pt x="1233765" y="735765"/>
                  </a:lnTo>
                  <a:lnTo>
                    <a:pt x="1234461" y="738317"/>
                  </a:lnTo>
                  <a:lnTo>
                    <a:pt x="1235157" y="740936"/>
                  </a:lnTo>
                  <a:lnTo>
                    <a:pt x="1235854" y="744354"/>
                  </a:lnTo>
                  <a:lnTo>
                    <a:pt x="1236550" y="747518"/>
                  </a:lnTo>
                  <a:lnTo>
                    <a:pt x="1237246" y="749759"/>
                  </a:lnTo>
                  <a:lnTo>
                    <a:pt x="1237942" y="752055"/>
                  </a:lnTo>
                  <a:lnTo>
                    <a:pt x="1238638" y="754479"/>
                  </a:lnTo>
                  <a:lnTo>
                    <a:pt x="1239334" y="754596"/>
                  </a:lnTo>
                  <a:lnTo>
                    <a:pt x="1240031" y="753691"/>
                  </a:lnTo>
                  <a:lnTo>
                    <a:pt x="1240727" y="753255"/>
                  </a:lnTo>
                  <a:lnTo>
                    <a:pt x="1241423" y="751056"/>
                  </a:lnTo>
                  <a:lnTo>
                    <a:pt x="1242119" y="748829"/>
                  </a:lnTo>
                  <a:lnTo>
                    <a:pt x="1242815" y="746542"/>
                  </a:lnTo>
                  <a:lnTo>
                    <a:pt x="1243511" y="743683"/>
                  </a:lnTo>
                  <a:lnTo>
                    <a:pt x="1244208" y="737618"/>
                  </a:lnTo>
                  <a:lnTo>
                    <a:pt x="1244904" y="729726"/>
                  </a:lnTo>
                  <a:lnTo>
                    <a:pt x="1245600" y="720627"/>
                  </a:lnTo>
                  <a:lnTo>
                    <a:pt x="1246296" y="711377"/>
                  </a:lnTo>
                  <a:lnTo>
                    <a:pt x="1246992" y="703675"/>
                  </a:lnTo>
                  <a:lnTo>
                    <a:pt x="1247688" y="696446"/>
                  </a:lnTo>
                  <a:lnTo>
                    <a:pt x="1248385" y="689553"/>
                  </a:lnTo>
                  <a:lnTo>
                    <a:pt x="1249081" y="681848"/>
                  </a:lnTo>
                  <a:lnTo>
                    <a:pt x="1249777" y="676559"/>
                  </a:lnTo>
                  <a:lnTo>
                    <a:pt x="1250473" y="671389"/>
                  </a:lnTo>
                  <a:lnTo>
                    <a:pt x="1251169" y="667497"/>
                  </a:lnTo>
                  <a:lnTo>
                    <a:pt x="1251866" y="665605"/>
                  </a:lnTo>
                  <a:lnTo>
                    <a:pt x="1252562" y="666397"/>
                  </a:lnTo>
                  <a:lnTo>
                    <a:pt x="1253258" y="666845"/>
                  </a:lnTo>
                  <a:lnTo>
                    <a:pt x="1253954" y="669472"/>
                  </a:lnTo>
                  <a:lnTo>
                    <a:pt x="1254650" y="673773"/>
                  </a:lnTo>
                  <a:lnTo>
                    <a:pt x="1255346" y="680021"/>
                  </a:lnTo>
                  <a:lnTo>
                    <a:pt x="1256043" y="685971"/>
                  </a:lnTo>
                  <a:lnTo>
                    <a:pt x="1256739" y="691306"/>
                  </a:lnTo>
                  <a:lnTo>
                    <a:pt x="1257435" y="699036"/>
                  </a:lnTo>
                  <a:lnTo>
                    <a:pt x="1258131" y="707773"/>
                  </a:lnTo>
                  <a:lnTo>
                    <a:pt x="1258827" y="717531"/>
                  </a:lnTo>
                  <a:lnTo>
                    <a:pt x="1259523" y="730735"/>
                  </a:lnTo>
                  <a:lnTo>
                    <a:pt x="1260220" y="745102"/>
                  </a:lnTo>
                  <a:lnTo>
                    <a:pt x="1260916" y="759106"/>
                  </a:lnTo>
                  <a:lnTo>
                    <a:pt x="1261612" y="772611"/>
                  </a:lnTo>
                  <a:lnTo>
                    <a:pt x="1262308" y="786153"/>
                  </a:lnTo>
                  <a:lnTo>
                    <a:pt x="1263004" y="798060"/>
                  </a:lnTo>
                  <a:lnTo>
                    <a:pt x="1263701" y="810270"/>
                  </a:lnTo>
                  <a:lnTo>
                    <a:pt x="1264397" y="821950"/>
                  </a:lnTo>
                  <a:lnTo>
                    <a:pt x="1265093" y="835497"/>
                  </a:lnTo>
                  <a:lnTo>
                    <a:pt x="1265789" y="848127"/>
                  </a:lnTo>
                  <a:lnTo>
                    <a:pt x="1266485" y="859140"/>
                  </a:lnTo>
                  <a:lnTo>
                    <a:pt x="1267181" y="872561"/>
                  </a:lnTo>
                  <a:lnTo>
                    <a:pt x="1267878" y="886894"/>
                  </a:lnTo>
                  <a:lnTo>
                    <a:pt x="1268574" y="902007"/>
                  </a:lnTo>
                  <a:lnTo>
                    <a:pt x="1269270" y="916270"/>
                  </a:lnTo>
                  <a:lnTo>
                    <a:pt x="1269966" y="929100"/>
                  </a:lnTo>
                  <a:lnTo>
                    <a:pt x="1270662" y="942544"/>
                  </a:lnTo>
                  <a:lnTo>
                    <a:pt x="1271358" y="956794"/>
                  </a:lnTo>
                  <a:lnTo>
                    <a:pt x="1272055" y="969368"/>
                  </a:lnTo>
                  <a:lnTo>
                    <a:pt x="1272751" y="983142"/>
                  </a:lnTo>
                  <a:lnTo>
                    <a:pt x="1273447" y="998099"/>
                  </a:lnTo>
                  <a:lnTo>
                    <a:pt x="1274143" y="1011251"/>
                  </a:lnTo>
                  <a:lnTo>
                    <a:pt x="1274839" y="1024014"/>
                  </a:lnTo>
                  <a:lnTo>
                    <a:pt x="1275536" y="1035072"/>
                  </a:lnTo>
                  <a:lnTo>
                    <a:pt x="1276232" y="1046067"/>
                  </a:lnTo>
                  <a:lnTo>
                    <a:pt x="1276928" y="1055986"/>
                  </a:lnTo>
                  <a:lnTo>
                    <a:pt x="1277624" y="1064926"/>
                  </a:lnTo>
                  <a:lnTo>
                    <a:pt x="1278320" y="1072302"/>
                  </a:lnTo>
                  <a:lnTo>
                    <a:pt x="1279016" y="1078110"/>
                  </a:lnTo>
                  <a:lnTo>
                    <a:pt x="1279713" y="1083738"/>
                  </a:lnTo>
                  <a:lnTo>
                    <a:pt x="1280409" y="1089171"/>
                  </a:lnTo>
                  <a:lnTo>
                    <a:pt x="1281105" y="1092765"/>
                  </a:lnTo>
                  <a:lnTo>
                    <a:pt x="1281801" y="1095453"/>
                  </a:lnTo>
                  <a:lnTo>
                    <a:pt x="1282497" y="1099498"/>
                  </a:lnTo>
                  <a:lnTo>
                    <a:pt x="1283193" y="1101910"/>
                  </a:lnTo>
                  <a:lnTo>
                    <a:pt x="1283890" y="1103279"/>
                  </a:lnTo>
                  <a:lnTo>
                    <a:pt x="1284586" y="1106523"/>
                  </a:lnTo>
                  <a:lnTo>
                    <a:pt x="1285282" y="1109787"/>
                  </a:lnTo>
                  <a:lnTo>
                    <a:pt x="1285978" y="1114609"/>
                  </a:lnTo>
                  <a:lnTo>
                    <a:pt x="1286674" y="1120510"/>
                  </a:lnTo>
                  <a:lnTo>
                    <a:pt x="1287370" y="1128421"/>
                  </a:lnTo>
                  <a:lnTo>
                    <a:pt x="1288067" y="1134165"/>
                  </a:lnTo>
                  <a:lnTo>
                    <a:pt x="1288763" y="1139229"/>
                  </a:lnTo>
                  <a:lnTo>
                    <a:pt x="1289459" y="1142514"/>
                  </a:lnTo>
                  <a:lnTo>
                    <a:pt x="1290155" y="1145442"/>
                  </a:lnTo>
                  <a:lnTo>
                    <a:pt x="1290851" y="1148592"/>
                  </a:lnTo>
                  <a:lnTo>
                    <a:pt x="1291548" y="1151780"/>
                  </a:lnTo>
                  <a:lnTo>
                    <a:pt x="1292244" y="1154554"/>
                  </a:lnTo>
                  <a:lnTo>
                    <a:pt x="1292940" y="1153868"/>
                  </a:lnTo>
                  <a:lnTo>
                    <a:pt x="1293636" y="1150863"/>
                  </a:lnTo>
                  <a:lnTo>
                    <a:pt x="1294332" y="1148276"/>
                  </a:lnTo>
                  <a:lnTo>
                    <a:pt x="1295028" y="1143499"/>
                  </a:lnTo>
                  <a:lnTo>
                    <a:pt x="1295725" y="1138134"/>
                  </a:lnTo>
                  <a:lnTo>
                    <a:pt x="1296421" y="1133474"/>
                  </a:lnTo>
                  <a:lnTo>
                    <a:pt x="1297117" y="1129633"/>
                  </a:lnTo>
                  <a:lnTo>
                    <a:pt x="1297813" y="1125157"/>
                  </a:lnTo>
                  <a:lnTo>
                    <a:pt x="1298509" y="1121888"/>
                  </a:lnTo>
                  <a:lnTo>
                    <a:pt x="1299205" y="1121263"/>
                  </a:lnTo>
                  <a:lnTo>
                    <a:pt x="1299902" y="1122630"/>
                  </a:lnTo>
                  <a:lnTo>
                    <a:pt x="1300598" y="1120958"/>
                  </a:lnTo>
                  <a:lnTo>
                    <a:pt x="1301294" y="1121324"/>
                  </a:lnTo>
                  <a:lnTo>
                    <a:pt x="1301990" y="1123613"/>
                  </a:lnTo>
                  <a:lnTo>
                    <a:pt x="1302686" y="1125685"/>
                  </a:lnTo>
                  <a:lnTo>
                    <a:pt x="1303383" y="1127847"/>
                  </a:lnTo>
                  <a:lnTo>
                    <a:pt x="1304079" y="1131526"/>
                  </a:lnTo>
                  <a:lnTo>
                    <a:pt x="1304775" y="1134105"/>
                  </a:lnTo>
                  <a:lnTo>
                    <a:pt x="1305471" y="1136113"/>
                  </a:lnTo>
                  <a:lnTo>
                    <a:pt x="1306167" y="1136647"/>
                  </a:lnTo>
                  <a:lnTo>
                    <a:pt x="1306863" y="1134727"/>
                  </a:lnTo>
                  <a:lnTo>
                    <a:pt x="1307560" y="1135008"/>
                  </a:lnTo>
                  <a:lnTo>
                    <a:pt x="1308256" y="1133558"/>
                  </a:lnTo>
                  <a:lnTo>
                    <a:pt x="1308952" y="1131978"/>
                  </a:lnTo>
                  <a:lnTo>
                    <a:pt x="1309648" y="1131978"/>
                  </a:lnTo>
                  <a:lnTo>
                    <a:pt x="1310344" y="1132475"/>
                  </a:lnTo>
                  <a:lnTo>
                    <a:pt x="1311040" y="1134875"/>
                  </a:lnTo>
                  <a:lnTo>
                    <a:pt x="1311737" y="1135463"/>
                  </a:lnTo>
                  <a:lnTo>
                    <a:pt x="1312433" y="1137494"/>
                  </a:lnTo>
                  <a:lnTo>
                    <a:pt x="1313129" y="1137933"/>
                  </a:lnTo>
                  <a:lnTo>
                    <a:pt x="1313825" y="1137626"/>
                  </a:lnTo>
                  <a:lnTo>
                    <a:pt x="1314521" y="1137639"/>
                  </a:lnTo>
                  <a:lnTo>
                    <a:pt x="1315217" y="1138944"/>
                  </a:lnTo>
                  <a:lnTo>
                    <a:pt x="1315914" y="1141368"/>
                  </a:lnTo>
                  <a:lnTo>
                    <a:pt x="1316610" y="1144872"/>
                  </a:lnTo>
                  <a:lnTo>
                    <a:pt x="1317306" y="1149648"/>
                  </a:lnTo>
                  <a:lnTo>
                    <a:pt x="1318002" y="1152585"/>
                  </a:lnTo>
                  <a:lnTo>
                    <a:pt x="1318698" y="1156034"/>
                  </a:lnTo>
                  <a:lnTo>
                    <a:pt x="1319395" y="1159121"/>
                  </a:lnTo>
                  <a:lnTo>
                    <a:pt x="1320091" y="1158890"/>
                  </a:lnTo>
                  <a:lnTo>
                    <a:pt x="1320787" y="1156783"/>
                  </a:lnTo>
                  <a:lnTo>
                    <a:pt x="1321483" y="1153711"/>
                  </a:lnTo>
                  <a:lnTo>
                    <a:pt x="1322179" y="1150113"/>
                  </a:lnTo>
                  <a:lnTo>
                    <a:pt x="1322875" y="1142845"/>
                  </a:lnTo>
                  <a:lnTo>
                    <a:pt x="1323572" y="1137627"/>
                  </a:lnTo>
                  <a:lnTo>
                    <a:pt x="1324268" y="1133917"/>
                  </a:lnTo>
                  <a:lnTo>
                    <a:pt x="1324964" y="1130143"/>
                  </a:lnTo>
                  <a:lnTo>
                    <a:pt x="1325660" y="1124842"/>
                  </a:lnTo>
                  <a:lnTo>
                    <a:pt x="1326356" y="1117655"/>
                  </a:lnTo>
                  <a:lnTo>
                    <a:pt x="1327052" y="1109999"/>
                  </a:lnTo>
                  <a:lnTo>
                    <a:pt x="1327749" y="1101074"/>
                  </a:lnTo>
                  <a:lnTo>
                    <a:pt x="1328445" y="1092546"/>
                  </a:lnTo>
                  <a:lnTo>
                    <a:pt x="1329141" y="1086570"/>
                  </a:lnTo>
                  <a:lnTo>
                    <a:pt x="1329837" y="1079820"/>
                  </a:lnTo>
                  <a:lnTo>
                    <a:pt x="1330533" y="1075186"/>
                  </a:lnTo>
                  <a:lnTo>
                    <a:pt x="1331230" y="1071328"/>
                  </a:lnTo>
                  <a:lnTo>
                    <a:pt x="1331926" y="1067470"/>
                  </a:lnTo>
                  <a:lnTo>
                    <a:pt x="1332622" y="1064138"/>
                  </a:lnTo>
                  <a:lnTo>
                    <a:pt x="1333318" y="1061174"/>
                  </a:lnTo>
                  <a:lnTo>
                    <a:pt x="1334014" y="1059514"/>
                  </a:lnTo>
                  <a:lnTo>
                    <a:pt x="1334710" y="1056917"/>
                  </a:lnTo>
                  <a:lnTo>
                    <a:pt x="1335407" y="1052027"/>
                  </a:lnTo>
                  <a:lnTo>
                    <a:pt x="1336103" y="1048521"/>
                  </a:lnTo>
                  <a:lnTo>
                    <a:pt x="1336799" y="1044933"/>
                  </a:lnTo>
                  <a:lnTo>
                    <a:pt x="1337495" y="1040998"/>
                  </a:lnTo>
                  <a:lnTo>
                    <a:pt x="1338191" y="1038330"/>
                  </a:lnTo>
                  <a:lnTo>
                    <a:pt x="1338887" y="1035733"/>
                  </a:lnTo>
                  <a:lnTo>
                    <a:pt x="1339584" y="1031102"/>
                  </a:lnTo>
                  <a:lnTo>
                    <a:pt x="1340280" y="1029614"/>
                  </a:lnTo>
                  <a:lnTo>
                    <a:pt x="1340976" y="1031350"/>
                  </a:lnTo>
                  <a:lnTo>
                    <a:pt x="1341672" y="1033522"/>
                  </a:lnTo>
                  <a:lnTo>
                    <a:pt x="1342368" y="1037057"/>
                  </a:lnTo>
                  <a:lnTo>
                    <a:pt x="1343065" y="1040192"/>
                  </a:lnTo>
                  <a:lnTo>
                    <a:pt x="1343761" y="1046201"/>
                  </a:lnTo>
                  <a:lnTo>
                    <a:pt x="1344457" y="1051599"/>
                  </a:lnTo>
                  <a:lnTo>
                    <a:pt x="1345153" y="1057249"/>
                  </a:lnTo>
                  <a:lnTo>
                    <a:pt x="1345849" y="1065876"/>
                  </a:lnTo>
                  <a:lnTo>
                    <a:pt x="1346545" y="1073214"/>
                  </a:lnTo>
                  <a:lnTo>
                    <a:pt x="1347242" y="1082158"/>
                  </a:lnTo>
                  <a:lnTo>
                    <a:pt x="1347938" y="1089631"/>
                  </a:lnTo>
                  <a:lnTo>
                    <a:pt x="1348634" y="1096533"/>
                  </a:lnTo>
                  <a:lnTo>
                    <a:pt x="1349330" y="1104650"/>
                  </a:lnTo>
                  <a:lnTo>
                    <a:pt x="1350026" y="1113529"/>
                  </a:lnTo>
                  <a:lnTo>
                    <a:pt x="1350722" y="1121040"/>
                  </a:lnTo>
                  <a:lnTo>
                    <a:pt x="1351419" y="1127176"/>
                  </a:lnTo>
                  <a:lnTo>
                    <a:pt x="1352115" y="1130651"/>
                  </a:lnTo>
                  <a:lnTo>
                    <a:pt x="1352811" y="1133324"/>
                  </a:lnTo>
                  <a:lnTo>
                    <a:pt x="1353507" y="1136169"/>
                  </a:lnTo>
                  <a:lnTo>
                    <a:pt x="1354203" y="1137202"/>
                  </a:lnTo>
                  <a:lnTo>
                    <a:pt x="1354899" y="1137793"/>
                  </a:lnTo>
                  <a:lnTo>
                    <a:pt x="1355596" y="1140202"/>
                  </a:lnTo>
                  <a:lnTo>
                    <a:pt x="1356292" y="1142542"/>
                  </a:lnTo>
                  <a:lnTo>
                    <a:pt x="1356988" y="1144421"/>
                  </a:lnTo>
                  <a:lnTo>
                    <a:pt x="1357684" y="1144629"/>
                  </a:lnTo>
                  <a:lnTo>
                    <a:pt x="1358380" y="1146043"/>
                  </a:lnTo>
                  <a:lnTo>
                    <a:pt x="1359077" y="1148435"/>
                  </a:lnTo>
                  <a:lnTo>
                    <a:pt x="1359773" y="1150300"/>
                  </a:lnTo>
                  <a:lnTo>
                    <a:pt x="1360469" y="1152286"/>
                  </a:lnTo>
                  <a:lnTo>
                    <a:pt x="1361165" y="1154754"/>
                  </a:lnTo>
                  <a:lnTo>
                    <a:pt x="1361861" y="1158723"/>
                  </a:lnTo>
                  <a:lnTo>
                    <a:pt x="1362557" y="1166652"/>
                  </a:lnTo>
                  <a:lnTo>
                    <a:pt x="1363254" y="1175480"/>
                  </a:lnTo>
                  <a:lnTo>
                    <a:pt x="1363950" y="1183821"/>
                  </a:lnTo>
                  <a:lnTo>
                    <a:pt x="1364646" y="1193086"/>
                  </a:lnTo>
                  <a:lnTo>
                    <a:pt x="1365342" y="1204242"/>
                  </a:lnTo>
                  <a:lnTo>
                    <a:pt x="1366038" y="1214322"/>
                  </a:lnTo>
                  <a:lnTo>
                    <a:pt x="1366734" y="1223341"/>
                  </a:lnTo>
                  <a:lnTo>
                    <a:pt x="1367431" y="1231182"/>
                  </a:lnTo>
                  <a:lnTo>
                    <a:pt x="1368127" y="1238174"/>
                  </a:lnTo>
                  <a:lnTo>
                    <a:pt x="1368823" y="1243877"/>
                  </a:lnTo>
                  <a:lnTo>
                    <a:pt x="1369519" y="1248473"/>
                  </a:lnTo>
                  <a:lnTo>
                    <a:pt x="1370215" y="1252031"/>
                  </a:lnTo>
                  <a:lnTo>
                    <a:pt x="1370912" y="1255520"/>
                  </a:lnTo>
                  <a:lnTo>
                    <a:pt x="1371608" y="1258214"/>
                  </a:lnTo>
                  <a:lnTo>
                    <a:pt x="1372304" y="1259983"/>
                  </a:lnTo>
                  <a:lnTo>
                    <a:pt x="1373000" y="1260064"/>
                  </a:lnTo>
                  <a:lnTo>
                    <a:pt x="1373696" y="1258461"/>
                  </a:lnTo>
                  <a:lnTo>
                    <a:pt x="1374392" y="1257395"/>
                  </a:lnTo>
                  <a:lnTo>
                    <a:pt x="1375089" y="1256703"/>
                  </a:lnTo>
                  <a:lnTo>
                    <a:pt x="1375785" y="1253632"/>
                  </a:lnTo>
                  <a:lnTo>
                    <a:pt x="1376481" y="1248988"/>
                  </a:lnTo>
                  <a:lnTo>
                    <a:pt x="1377177" y="1245821"/>
                  </a:lnTo>
                  <a:lnTo>
                    <a:pt x="1377873" y="1244417"/>
                  </a:lnTo>
                  <a:lnTo>
                    <a:pt x="1378569" y="1241442"/>
                  </a:lnTo>
                  <a:lnTo>
                    <a:pt x="1379266" y="1238256"/>
                  </a:lnTo>
                  <a:lnTo>
                    <a:pt x="1379962" y="1232998"/>
                  </a:lnTo>
                  <a:lnTo>
                    <a:pt x="1380658" y="1228071"/>
                  </a:lnTo>
                  <a:lnTo>
                    <a:pt x="1381354" y="1221410"/>
                  </a:lnTo>
                  <a:lnTo>
                    <a:pt x="1382050" y="1215727"/>
                  </a:lnTo>
                  <a:lnTo>
                    <a:pt x="1382746" y="1212085"/>
                  </a:lnTo>
                  <a:lnTo>
                    <a:pt x="1383443" y="1211355"/>
                  </a:lnTo>
                  <a:lnTo>
                    <a:pt x="1384139" y="1213694"/>
                  </a:lnTo>
                  <a:lnTo>
                    <a:pt x="1384835" y="1216033"/>
                  </a:lnTo>
                  <a:lnTo>
                    <a:pt x="1385531" y="1219295"/>
                  </a:lnTo>
                  <a:lnTo>
                    <a:pt x="1386227" y="1225060"/>
                  </a:lnTo>
                  <a:lnTo>
                    <a:pt x="1386924" y="1231661"/>
                  </a:lnTo>
                  <a:lnTo>
                    <a:pt x="1387620" y="1238351"/>
                  </a:lnTo>
                  <a:lnTo>
                    <a:pt x="1388316" y="1242208"/>
                  </a:lnTo>
                  <a:lnTo>
                    <a:pt x="1389012" y="1246476"/>
                  </a:lnTo>
                  <a:lnTo>
                    <a:pt x="1389708" y="1252084"/>
                  </a:lnTo>
                  <a:lnTo>
                    <a:pt x="1390404" y="1258957"/>
                  </a:lnTo>
                  <a:lnTo>
                    <a:pt x="1391101" y="1264238"/>
                  </a:lnTo>
                  <a:lnTo>
                    <a:pt x="1391797" y="1270091"/>
                  </a:lnTo>
                  <a:lnTo>
                    <a:pt x="1392493" y="1275221"/>
                  </a:lnTo>
                  <a:lnTo>
                    <a:pt x="1393189" y="1278207"/>
                  </a:lnTo>
                  <a:lnTo>
                    <a:pt x="1393885" y="1279791"/>
                  </a:lnTo>
                  <a:lnTo>
                    <a:pt x="1394581" y="1279300"/>
                  </a:lnTo>
                  <a:lnTo>
                    <a:pt x="1395278" y="1278672"/>
                  </a:lnTo>
                  <a:lnTo>
                    <a:pt x="1395974" y="1275983"/>
                  </a:lnTo>
                  <a:lnTo>
                    <a:pt x="1396670" y="1271149"/>
                  </a:lnTo>
                  <a:lnTo>
                    <a:pt x="1397366" y="1265001"/>
                  </a:lnTo>
                  <a:lnTo>
                    <a:pt x="1398062" y="1255399"/>
                  </a:lnTo>
                  <a:lnTo>
                    <a:pt x="1398759" y="1246495"/>
                  </a:lnTo>
                  <a:lnTo>
                    <a:pt x="1399455" y="1237935"/>
                  </a:lnTo>
                  <a:lnTo>
                    <a:pt x="1400151" y="1227062"/>
                  </a:lnTo>
                  <a:lnTo>
                    <a:pt x="1400847" y="1213391"/>
                  </a:lnTo>
                  <a:lnTo>
                    <a:pt x="1401543" y="1199047"/>
                  </a:lnTo>
                  <a:lnTo>
                    <a:pt x="1402239" y="1183249"/>
                  </a:lnTo>
                  <a:lnTo>
                    <a:pt x="1402936" y="1169284"/>
                  </a:lnTo>
                  <a:lnTo>
                    <a:pt x="1403632" y="1157448"/>
                  </a:lnTo>
                  <a:lnTo>
                    <a:pt x="1404328" y="1146048"/>
                  </a:lnTo>
                  <a:lnTo>
                    <a:pt x="1405024" y="1133902"/>
                  </a:lnTo>
                  <a:lnTo>
                    <a:pt x="1405720" y="1121920"/>
                  </a:lnTo>
                  <a:lnTo>
                    <a:pt x="1406416" y="1110909"/>
                  </a:lnTo>
                  <a:lnTo>
                    <a:pt x="1407113" y="1101877"/>
                  </a:lnTo>
                  <a:lnTo>
                    <a:pt x="1407809" y="1093673"/>
                  </a:lnTo>
                  <a:lnTo>
                    <a:pt x="1408505" y="1086703"/>
                  </a:lnTo>
                  <a:lnTo>
                    <a:pt x="1409201" y="1080461"/>
                  </a:lnTo>
                  <a:lnTo>
                    <a:pt x="1409897" y="1073923"/>
                  </a:lnTo>
                  <a:lnTo>
                    <a:pt x="1410593" y="1067663"/>
                  </a:lnTo>
                  <a:lnTo>
                    <a:pt x="1411290" y="1064239"/>
                  </a:lnTo>
                  <a:lnTo>
                    <a:pt x="1411986" y="1062522"/>
                  </a:lnTo>
                  <a:lnTo>
                    <a:pt x="1412682" y="1061706"/>
                  </a:lnTo>
                  <a:lnTo>
                    <a:pt x="1413378" y="1058710"/>
                  </a:lnTo>
                  <a:lnTo>
                    <a:pt x="1414074" y="1057106"/>
                  </a:lnTo>
                  <a:lnTo>
                    <a:pt x="1414771" y="1056874"/>
                  </a:lnTo>
                  <a:lnTo>
                    <a:pt x="1415467" y="1059837"/>
                  </a:lnTo>
                  <a:lnTo>
                    <a:pt x="1416163" y="1062842"/>
                  </a:lnTo>
                  <a:lnTo>
                    <a:pt x="1416859" y="1067221"/>
                  </a:lnTo>
                  <a:lnTo>
                    <a:pt x="1417555" y="1071404"/>
                  </a:lnTo>
                  <a:lnTo>
                    <a:pt x="1418251" y="1075775"/>
                  </a:lnTo>
                  <a:lnTo>
                    <a:pt x="1418948" y="1079940"/>
                  </a:lnTo>
                  <a:lnTo>
                    <a:pt x="1419644" y="1084902"/>
                  </a:lnTo>
                  <a:lnTo>
                    <a:pt x="1420340" y="1091251"/>
                  </a:lnTo>
                  <a:lnTo>
                    <a:pt x="1421036" y="1097478"/>
                  </a:lnTo>
                  <a:lnTo>
                    <a:pt x="1421732" y="1102466"/>
                  </a:lnTo>
                  <a:lnTo>
                    <a:pt x="1422428" y="1106608"/>
                  </a:lnTo>
                  <a:lnTo>
                    <a:pt x="1423125" y="1112795"/>
                  </a:lnTo>
                  <a:lnTo>
                    <a:pt x="1423821" y="1122538"/>
                  </a:lnTo>
                  <a:lnTo>
                    <a:pt x="1424517" y="1134569"/>
                  </a:lnTo>
                  <a:lnTo>
                    <a:pt x="1425213" y="1146361"/>
                  </a:lnTo>
                  <a:lnTo>
                    <a:pt x="1425909" y="1155752"/>
                  </a:lnTo>
                  <a:lnTo>
                    <a:pt x="1426606" y="1165901"/>
                  </a:lnTo>
                  <a:lnTo>
                    <a:pt x="1427302" y="1176049"/>
                  </a:lnTo>
                  <a:lnTo>
                    <a:pt x="1427998" y="1185808"/>
                  </a:lnTo>
                  <a:lnTo>
                    <a:pt x="1428694" y="1196913"/>
                  </a:lnTo>
                  <a:lnTo>
                    <a:pt x="1429390" y="1208295"/>
                  </a:lnTo>
                  <a:lnTo>
                    <a:pt x="1430086" y="1219677"/>
                  </a:lnTo>
                  <a:lnTo>
                    <a:pt x="1430783" y="1230766"/>
                  </a:lnTo>
                  <a:lnTo>
                    <a:pt x="1431479" y="1240935"/>
                  </a:lnTo>
                  <a:lnTo>
                    <a:pt x="1432175" y="1248624"/>
                  </a:lnTo>
                  <a:lnTo>
                    <a:pt x="1432871" y="1255274"/>
                  </a:lnTo>
                  <a:lnTo>
                    <a:pt x="1433567" y="1259933"/>
                  </a:lnTo>
                  <a:lnTo>
                    <a:pt x="1434263" y="1262302"/>
                  </a:lnTo>
                  <a:lnTo>
                    <a:pt x="1434960" y="1264365"/>
                  </a:lnTo>
                  <a:lnTo>
                    <a:pt x="1435656" y="1267159"/>
                  </a:lnTo>
                  <a:lnTo>
                    <a:pt x="1436352" y="1271561"/>
                  </a:lnTo>
                  <a:lnTo>
                    <a:pt x="1437048" y="1273920"/>
                  </a:lnTo>
                  <a:lnTo>
                    <a:pt x="1437744" y="1277259"/>
                  </a:lnTo>
                  <a:lnTo>
                    <a:pt x="1438441" y="1280445"/>
                  </a:lnTo>
                  <a:lnTo>
                    <a:pt x="1439137" y="1281739"/>
                  </a:lnTo>
                  <a:lnTo>
                    <a:pt x="1439833" y="1284354"/>
                  </a:lnTo>
                  <a:lnTo>
                    <a:pt x="1440529" y="1287154"/>
                  </a:lnTo>
                  <a:lnTo>
                    <a:pt x="1441225" y="1289666"/>
                  </a:lnTo>
                  <a:lnTo>
                    <a:pt x="1441921" y="1291244"/>
                  </a:lnTo>
                  <a:lnTo>
                    <a:pt x="1442618" y="1293239"/>
                  </a:lnTo>
                  <a:lnTo>
                    <a:pt x="1443314" y="1295455"/>
                  </a:lnTo>
                  <a:lnTo>
                    <a:pt x="1444010" y="1298250"/>
                  </a:lnTo>
                  <a:lnTo>
                    <a:pt x="1444706" y="1302634"/>
                  </a:lnTo>
                  <a:lnTo>
                    <a:pt x="1445402" y="1306760"/>
                  </a:lnTo>
                  <a:lnTo>
                    <a:pt x="1446098" y="1310421"/>
                  </a:lnTo>
                  <a:lnTo>
                    <a:pt x="1446795" y="1312464"/>
                  </a:lnTo>
                  <a:lnTo>
                    <a:pt x="1447491" y="1315894"/>
                  </a:lnTo>
                  <a:lnTo>
                    <a:pt x="1448187" y="1319557"/>
                  </a:lnTo>
                  <a:lnTo>
                    <a:pt x="1448883" y="1323254"/>
                  </a:lnTo>
                  <a:lnTo>
                    <a:pt x="1449579" y="1329084"/>
                  </a:lnTo>
                  <a:lnTo>
                    <a:pt x="1450275" y="1332235"/>
                  </a:lnTo>
                  <a:lnTo>
                    <a:pt x="1450972" y="1334776"/>
                  </a:lnTo>
                  <a:lnTo>
                    <a:pt x="1451668" y="1337778"/>
                  </a:lnTo>
                  <a:lnTo>
                    <a:pt x="1452364" y="1341812"/>
                  </a:lnTo>
                  <a:lnTo>
                    <a:pt x="1453060" y="1345402"/>
                  </a:lnTo>
                  <a:lnTo>
                    <a:pt x="1453756" y="1349860"/>
                  </a:lnTo>
                  <a:lnTo>
                    <a:pt x="1454453" y="1354049"/>
                  </a:lnTo>
                  <a:lnTo>
                    <a:pt x="1455149" y="1356738"/>
                  </a:lnTo>
                  <a:lnTo>
                    <a:pt x="1455845" y="1358808"/>
                  </a:lnTo>
                  <a:lnTo>
                    <a:pt x="1456541" y="1359130"/>
                  </a:lnTo>
                  <a:lnTo>
                    <a:pt x="1457237" y="1357813"/>
                  </a:lnTo>
                  <a:lnTo>
                    <a:pt x="1457933" y="1356912"/>
                  </a:lnTo>
                  <a:lnTo>
                    <a:pt x="1458630" y="1354019"/>
                  </a:lnTo>
                  <a:lnTo>
                    <a:pt x="1459326" y="1349196"/>
                  </a:lnTo>
                  <a:lnTo>
                    <a:pt x="1460022" y="1340643"/>
                  </a:lnTo>
                  <a:lnTo>
                    <a:pt x="1460718" y="1331359"/>
                  </a:lnTo>
                  <a:lnTo>
                    <a:pt x="1461414" y="1323646"/>
                  </a:lnTo>
                  <a:lnTo>
                    <a:pt x="1462110" y="1316576"/>
                  </a:lnTo>
                  <a:lnTo>
                    <a:pt x="1462807" y="1309126"/>
                  </a:lnTo>
                  <a:lnTo>
                    <a:pt x="1463503" y="1301339"/>
                  </a:lnTo>
                  <a:lnTo>
                    <a:pt x="1464199" y="1292413"/>
                  </a:lnTo>
                  <a:lnTo>
                    <a:pt x="1464895" y="1282306"/>
                  </a:lnTo>
                  <a:lnTo>
                    <a:pt x="1465591" y="1270833"/>
                  </a:lnTo>
                  <a:lnTo>
                    <a:pt x="1466288" y="1259016"/>
                  </a:lnTo>
                  <a:lnTo>
                    <a:pt x="1466984" y="1250039"/>
                  </a:lnTo>
                  <a:lnTo>
                    <a:pt x="1467680" y="1244234"/>
                  </a:lnTo>
                  <a:lnTo>
                    <a:pt x="1468376" y="1238305"/>
                  </a:lnTo>
                  <a:lnTo>
                    <a:pt x="1469072" y="1234592"/>
                  </a:lnTo>
                  <a:lnTo>
                    <a:pt x="1469768" y="1231634"/>
                  </a:lnTo>
                  <a:lnTo>
                    <a:pt x="1470465" y="1228606"/>
                  </a:lnTo>
                  <a:lnTo>
                    <a:pt x="1471161" y="1224014"/>
                  </a:lnTo>
                  <a:lnTo>
                    <a:pt x="1471857" y="1218330"/>
                  </a:lnTo>
                  <a:lnTo>
                    <a:pt x="1472553" y="1215154"/>
                  </a:lnTo>
                  <a:lnTo>
                    <a:pt x="1473249" y="1212291"/>
                  </a:lnTo>
                  <a:lnTo>
                    <a:pt x="1473945" y="1208508"/>
                  </a:lnTo>
                  <a:lnTo>
                    <a:pt x="1474642" y="1204944"/>
                  </a:lnTo>
                  <a:lnTo>
                    <a:pt x="1475338" y="1200658"/>
                  </a:lnTo>
                  <a:lnTo>
                    <a:pt x="1476034" y="1195538"/>
                  </a:lnTo>
                  <a:lnTo>
                    <a:pt x="1476730" y="1190379"/>
                  </a:lnTo>
                  <a:lnTo>
                    <a:pt x="1477426" y="1184671"/>
                  </a:lnTo>
                  <a:lnTo>
                    <a:pt x="1478122" y="1177882"/>
                  </a:lnTo>
                  <a:lnTo>
                    <a:pt x="1478819" y="1171447"/>
                  </a:lnTo>
                  <a:lnTo>
                    <a:pt x="1479515" y="1162272"/>
                  </a:lnTo>
                  <a:lnTo>
                    <a:pt x="1480211" y="1151249"/>
                  </a:lnTo>
                  <a:lnTo>
                    <a:pt x="1480907" y="1139579"/>
                  </a:lnTo>
                  <a:lnTo>
                    <a:pt x="1481603" y="1127318"/>
                  </a:lnTo>
                  <a:lnTo>
                    <a:pt x="1482300" y="1114664"/>
                  </a:lnTo>
                  <a:lnTo>
                    <a:pt x="1482996" y="1097358"/>
                  </a:lnTo>
                  <a:lnTo>
                    <a:pt x="1483692" y="1078533"/>
                  </a:lnTo>
                  <a:lnTo>
                    <a:pt x="1484388" y="1060863"/>
                  </a:lnTo>
                  <a:lnTo>
                    <a:pt x="1485084" y="1041458"/>
                  </a:lnTo>
                  <a:lnTo>
                    <a:pt x="1485780" y="1022935"/>
                  </a:lnTo>
                  <a:lnTo>
                    <a:pt x="1486477" y="1005276"/>
                  </a:lnTo>
                  <a:lnTo>
                    <a:pt x="1487173" y="986878"/>
                  </a:lnTo>
                  <a:lnTo>
                    <a:pt x="1487869" y="964937"/>
                  </a:lnTo>
                  <a:lnTo>
                    <a:pt x="1488565" y="943289"/>
                  </a:lnTo>
                  <a:lnTo>
                    <a:pt x="1489261" y="919148"/>
                  </a:lnTo>
                  <a:lnTo>
                    <a:pt x="1489957" y="896818"/>
                  </a:lnTo>
                  <a:lnTo>
                    <a:pt x="1490654" y="874998"/>
                  </a:lnTo>
                  <a:lnTo>
                    <a:pt x="1491350" y="853955"/>
                  </a:lnTo>
                  <a:lnTo>
                    <a:pt x="1492046" y="834353"/>
                  </a:lnTo>
                  <a:lnTo>
                    <a:pt x="1492742" y="817253"/>
                  </a:lnTo>
                  <a:lnTo>
                    <a:pt x="1493438" y="800820"/>
                  </a:lnTo>
                  <a:lnTo>
                    <a:pt x="1494135" y="784923"/>
                  </a:lnTo>
                  <a:lnTo>
                    <a:pt x="1494831" y="768538"/>
                  </a:lnTo>
                  <a:lnTo>
                    <a:pt x="1495527" y="752923"/>
                  </a:lnTo>
                  <a:lnTo>
                    <a:pt x="1496223" y="739151"/>
                  </a:lnTo>
                  <a:lnTo>
                    <a:pt x="1496919" y="725181"/>
                  </a:lnTo>
                  <a:lnTo>
                    <a:pt x="1497615" y="711690"/>
                  </a:lnTo>
                  <a:lnTo>
                    <a:pt x="1498312" y="697409"/>
                  </a:lnTo>
                  <a:lnTo>
                    <a:pt x="1499008" y="683280"/>
                  </a:lnTo>
                  <a:lnTo>
                    <a:pt x="1499704" y="670191"/>
                  </a:lnTo>
                  <a:lnTo>
                    <a:pt x="1500400" y="657605"/>
                  </a:lnTo>
                  <a:lnTo>
                    <a:pt x="1501096" y="646341"/>
                  </a:lnTo>
                  <a:lnTo>
                    <a:pt x="1501792" y="634426"/>
                  </a:lnTo>
                  <a:lnTo>
                    <a:pt x="1502489" y="621636"/>
                  </a:lnTo>
                  <a:lnTo>
                    <a:pt x="1503185" y="608318"/>
                  </a:lnTo>
                  <a:lnTo>
                    <a:pt x="1503881" y="595239"/>
                  </a:lnTo>
                  <a:lnTo>
                    <a:pt x="1504577" y="581154"/>
                  </a:lnTo>
                  <a:lnTo>
                    <a:pt x="1505273" y="568540"/>
                  </a:lnTo>
                  <a:lnTo>
                    <a:pt x="1505970" y="555423"/>
                  </a:lnTo>
                  <a:lnTo>
                    <a:pt x="1506666" y="542762"/>
                  </a:lnTo>
                  <a:lnTo>
                    <a:pt x="1507362" y="530338"/>
                  </a:lnTo>
                  <a:lnTo>
                    <a:pt x="1508058" y="517238"/>
                  </a:lnTo>
                  <a:lnTo>
                    <a:pt x="1508754" y="503895"/>
                  </a:lnTo>
                  <a:lnTo>
                    <a:pt x="1509450" y="491301"/>
                  </a:lnTo>
                  <a:lnTo>
                    <a:pt x="1510147" y="479758"/>
                  </a:lnTo>
                  <a:lnTo>
                    <a:pt x="1510843" y="468578"/>
                  </a:lnTo>
                  <a:lnTo>
                    <a:pt x="1511539" y="458220"/>
                  </a:lnTo>
                  <a:lnTo>
                    <a:pt x="1512235" y="448100"/>
                  </a:lnTo>
                  <a:lnTo>
                    <a:pt x="1512931" y="440288"/>
                  </a:lnTo>
                  <a:lnTo>
                    <a:pt x="1513627" y="431384"/>
                  </a:lnTo>
                  <a:lnTo>
                    <a:pt x="1514324" y="423519"/>
                  </a:lnTo>
                  <a:lnTo>
                    <a:pt x="1515020" y="418533"/>
                  </a:lnTo>
                  <a:lnTo>
                    <a:pt x="1515716" y="412729"/>
                  </a:lnTo>
                  <a:lnTo>
                    <a:pt x="1516412" y="407016"/>
                  </a:lnTo>
                  <a:lnTo>
                    <a:pt x="1517108" y="401638"/>
                  </a:lnTo>
                  <a:lnTo>
                    <a:pt x="1517804" y="397204"/>
                  </a:lnTo>
                  <a:lnTo>
                    <a:pt x="1518501" y="394959"/>
                  </a:lnTo>
                  <a:lnTo>
                    <a:pt x="1519197" y="392472"/>
                  </a:lnTo>
                  <a:lnTo>
                    <a:pt x="1519893" y="389988"/>
                  </a:lnTo>
                  <a:lnTo>
                    <a:pt x="1520589" y="388770"/>
                  </a:lnTo>
                  <a:lnTo>
                    <a:pt x="1521285" y="387930"/>
                  </a:lnTo>
                  <a:lnTo>
                    <a:pt x="1521982" y="387177"/>
                  </a:lnTo>
                  <a:lnTo>
                    <a:pt x="1522678" y="388028"/>
                  </a:lnTo>
                  <a:lnTo>
                    <a:pt x="1523374" y="389892"/>
                  </a:lnTo>
                  <a:lnTo>
                    <a:pt x="1524070" y="391807"/>
                  </a:lnTo>
                  <a:lnTo>
                    <a:pt x="1524766" y="394446"/>
                  </a:lnTo>
                  <a:lnTo>
                    <a:pt x="1525462" y="395754"/>
                  </a:lnTo>
                  <a:lnTo>
                    <a:pt x="1526159" y="396805"/>
                  </a:lnTo>
                  <a:lnTo>
                    <a:pt x="1526855" y="395876"/>
                  </a:lnTo>
                  <a:lnTo>
                    <a:pt x="1527551" y="395241"/>
                  </a:lnTo>
                  <a:lnTo>
                    <a:pt x="1528247" y="393213"/>
                  </a:lnTo>
                  <a:lnTo>
                    <a:pt x="1528943" y="390585"/>
                  </a:lnTo>
                  <a:lnTo>
                    <a:pt x="1529639" y="389847"/>
                  </a:lnTo>
                  <a:lnTo>
                    <a:pt x="1530336" y="390975"/>
                  </a:lnTo>
                  <a:lnTo>
                    <a:pt x="1531032" y="393508"/>
                  </a:lnTo>
                  <a:lnTo>
                    <a:pt x="1531728" y="395562"/>
                  </a:lnTo>
                  <a:lnTo>
                    <a:pt x="1532424" y="398365"/>
                  </a:lnTo>
                  <a:lnTo>
                    <a:pt x="1533120" y="399957"/>
                  </a:lnTo>
                  <a:lnTo>
                    <a:pt x="1533817" y="402081"/>
                  </a:lnTo>
                  <a:lnTo>
                    <a:pt x="1534513" y="406084"/>
                  </a:lnTo>
                  <a:lnTo>
                    <a:pt x="1535209" y="410459"/>
                  </a:lnTo>
                  <a:lnTo>
                    <a:pt x="1535905" y="414436"/>
                  </a:lnTo>
                  <a:lnTo>
                    <a:pt x="1536601" y="417861"/>
                  </a:lnTo>
                  <a:lnTo>
                    <a:pt x="1537297" y="422614"/>
                  </a:lnTo>
                  <a:lnTo>
                    <a:pt x="1537994" y="428576"/>
                  </a:lnTo>
                  <a:lnTo>
                    <a:pt x="1538690" y="436408"/>
                  </a:lnTo>
                  <a:lnTo>
                    <a:pt x="1539386" y="445288"/>
                  </a:lnTo>
                  <a:lnTo>
                    <a:pt x="1540082" y="455143"/>
                  </a:lnTo>
                  <a:lnTo>
                    <a:pt x="1540778" y="464575"/>
                  </a:lnTo>
                  <a:lnTo>
                    <a:pt x="1541474" y="473193"/>
                  </a:lnTo>
                  <a:lnTo>
                    <a:pt x="1542171" y="481386"/>
                  </a:lnTo>
                  <a:lnTo>
                    <a:pt x="1542867" y="489666"/>
                  </a:lnTo>
                  <a:lnTo>
                    <a:pt x="1543563" y="497953"/>
                  </a:lnTo>
                  <a:lnTo>
                    <a:pt x="1544259" y="508098"/>
                  </a:lnTo>
                  <a:lnTo>
                    <a:pt x="1544955" y="517694"/>
                  </a:lnTo>
                  <a:lnTo>
                    <a:pt x="1545651" y="526730"/>
                  </a:lnTo>
                  <a:lnTo>
                    <a:pt x="1546348" y="534871"/>
                  </a:lnTo>
                  <a:lnTo>
                    <a:pt x="1547044" y="543741"/>
                  </a:lnTo>
                  <a:lnTo>
                    <a:pt x="1547740" y="552577"/>
                  </a:lnTo>
                  <a:lnTo>
                    <a:pt x="1548436" y="559099"/>
                  </a:lnTo>
                  <a:lnTo>
                    <a:pt x="1549132" y="566713"/>
                  </a:lnTo>
                  <a:lnTo>
                    <a:pt x="1549829" y="571777"/>
                  </a:lnTo>
                  <a:lnTo>
                    <a:pt x="1550525" y="575908"/>
                  </a:lnTo>
                  <a:lnTo>
                    <a:pt x="1551221" y="579930"/>
                  </a:lnTo>
                  <a:lnTo>
                    <a:pt x="1551917" y="583578"/>
                  </a:lnTo>
                  <a:lnTo>
                    <a:pt x="1552613" y="587051"/>
                  </a:lnTo>
                  <a:lnTo>
                    <a:pt x="1553309" y="590903"/>
                  </a:lnTo>
                  <a:lnTo>
                    <a:pt x="1554006" y="595228"/>
                  </a:lnTo>
                  <a:lnTo>
                    <a:pt x="1554702" y="599398"/>
                  </a:lnTo>
                  <a:lnTo>
                    <a:pt x="1555398" y="602923"/>
                  </a:lnTo>
                  <a:lnTo>
                    <a:pt x="1556094" y="606163"/>
                  </a:lnTo>
                  <a:lnTo>
                    <a:pt x="1556790" y="609563"/>
                  </a:lnTo>
                  <a:lnTo>
                    <a:pt x="1557486" y="612059"/>
                  </a:lnTo>
                  <a:lnTo>
                    <a:pt x="1558183" y="612653"/>
                  </a:lnTo>
                  <a:lnTo>
                    <a:pt x="1558879" y="613967"/>
                  </a:lnTo>
                  <a:lnTo>
                    <a:pt x="1559575" y="615422"/>
                  </a:lnTo>
                  <a:lnTo>
                    <a:pt x="1560271" y="616109"/>
                  </a:lnTo>
                  <a:lnTo>
                    <a:pt x="1560967" y="616570"/>
                  </a:lnTo>
                  <a:lnTo>
                    <a:pt x="1561664" y="618582"/>
                  </a:lnTo>
                  <a:lnTo>
                    <a:pt x="1562360" y="622762"/>
                  </a:lnTo>
                  <a:lnTo>
                    <a:pt x="1563056" y="627576"/>
                  </a:lnTo>
                  <a:lnTo>
                    <a:pt x="1563752" y="632455"/>
                  </a:lnTo>
                  <a:lnTo>
                    <a:pt x="1564448" y="637599"/>
                  </a:lnTo>
                  <a:lnTo>
                    <a:pt x="1565144" y="642310"/>
                  </a:lnTo>
                  <a:lnTo>
                    <a:pt x="1565841" y="648188"/>
                  </a:lnTo>
                  <a:lnTo>
                    <a:pt x="1566537" y="650804"/>
                  </a:lnTo>
                  <a:lnTo>
                    <a:pt x="1567233" y="651084"/>
                  </a:lnTo>
                  <a:lnTo>
                    <a:pt x="1567929" y="650020"/>
                  </a:lnTo>
                  <a:lnTo>
                    <a:pt x="1568625" y="649489"/>
                  </a:lnTo>
                  <a:lnTo>
                    <a:pt x="1569321" y="649373"/>
                  </a:lnTo>
                  <a:lnTo>
                    <a:pt x="1570018" y="649244"/>
                  </a:lnTo>
                  <a:lnTo>
                    <a:pt x="1570714" y="649054"/>
                  </a:lnTo>
                  <a:lnTo>
                    <a:pt x="1571410" y="650616"/>
                  </a:lnTo>
                  <a:lnTo>
                    <a:pt x="1572106" y="653027"/>
                  </a:lnTo>
                  <a:lnTo>
                    <a:pt x="1572802" y="655205"/>
                  </a:lnTo>
                  <a:lnTo>
                    <a:pt x="1573498" y="657497"/>
                  </a:lnTo>
                  <a:lnTo>
                    <a:pt x="1574195" y="659226"/>
                  </a:lnTo>
                  <a:lnTo>
                    <a:pt x="1574891" y="659228"/>
                  </a:lnTo>
                  <a:lnTo>
                    <a:pt x="1575587" y="659592"/>
                  </a:lnTo>
                  <a:lnTo>
                    <a:pt x="1576283" y="659436"/>
                  </a:lnTo>
                  <a:lnTo>
                    <a:pt x="1576979" y="660743"/>
                  </a:lnTo>
                  <a:lnTo>
                    <a:pt x="1577676" y="663895"/>
                  </a:lnTo>
                  <a:lnTo>
                    <a:pt x="1578372" y="668055"/>
                  </a:lnTo>
                  <a:lnTo>
                    <a:pt x="1579068" y="672965"/>
                  </a:lnTo>
                  <a:lnTo>
                    <a:pt x="1579764" y="676383"/>
                  </a:lnTo>
                  <a:lnTo>
                    <a:pt x="1580460" y="679168"/>
                  </a:lnTo>
                  <a:lnTo>
                    <a:pt x="1581156" y="681729"/>
                  </a:lnTo>
                  <a:lnTo>
                    <a:pt x="1581853" y="684424"/>
                  </a:lnTo>
                  <a:lnTo>
                    <a:pt x="1582549" y="686943"/>
                  </a:lnTo>
                  <a:lnTo>
                    <a:pt x="1583245" y="688583"/>
                  </a:lnTo>
                  <a:lnTo>
                    <a:pt x="1583941" y="691340"/>
                  </a:lnTo>
                  <a:lnTo>
                    <a:pt x="1584637" y="693951"/>
                  </a:lnTo>
                  <a:lnTo>
                    <a:pt x="1585333" y="697712"/>
                  </a:lnTo>
                  <a:lnTo>
                    <a:pt x="1586030" y="701893"/>
                  </a:lnTo>
                  <a:lnTo>
                    <a:pt x="1586726" y="708129"/>
                  </a:lnTo>
                  <a:lnTo>
                    <a:pt x="1587422" y="715229"/>
                  </a:lnTo>
                  <a:lnTo>
                    <a:pt x="1588118" y="723082"/>
                  </a:lnTo>
                  <a:lnTo>
                    <a:pt x="1588814" y="729202"/>
                  </a:lnTo>
                  <a:lnTo>
                    <a:pt x="1589511" y="733055"/>
                  </a:lnTo>
                  <a:lnTo>
                    <a:pt x="1590207" y="737685"/>
                  </a:lnTo>
                  <a:lnTo>
                    <a:pt x="1590903" y="744476"/>
                  </a:lnTo>
                  <a:lnTo>
                    <a:pt x="1591599" y="751731"/>
                  </a:lnTo>
                  <a:lnTo>
                    <a:pt x="1592295" y="759029"/>
                  </a:lnTo>
                  <a:lnTo>
                    <a:pt x="1592991" y="766769"/>
                  </a:lnTo>
                  <a:lnTo>
                    <a:pt x="1593688" y="776318"/>
                  </a:lnTo>
                  <a:lnTo>
                    <a:pt x="1594384" y="784262"/>
                  </a:lnTo>
                  <a:lnTo>
                    <a:pt x="1595080" y="791317"/>
                  </a:lnTo>
                  <a:lnTo>
                    <a:pt x="1595776" y="798738"/>
                  </a:lnTo>
                  <a:lnTo>
                    <a:pt x="1596472" y="806175"/>
                  </a:lnTo>
                  <a:lnTo>
                    <a:pt x="1597168" y="813482"/>
                  </a:lnTo>
                  <a:lnTo>
                    <a:pt x="1597865" y="819621"/>
                  </a:lnTo>
                  <a:lnTo>
                    <a:pt x="1598561" y="824711"/>
                  </a:lnTo>
                  <a:lnTo>
                    <a:pt x="1599257" y="831768"/>
                  </a:lnTo>
                  <a:lnTo>
                    <a:pt x="1599953" y="841118"/>
                  </a:lnTo>
                  <a:lnTo>
                    <a:pt x="1600649" y="850469"/>
                  </a:lnTo>
                  <a:lnTo>
                    <a:pt x="1601346" y="858481"/>
                  </a:lnTo>
                  <a:lnTo>
                    <a:pt x="1602042" y="869076"/>
                  </a:lnTo>
                  <a:lnTo>
                    <a:pt x="1602738" y="881793"/>
                  </a:lnTo>
                  <a:lnTo>
                    <a:pt x="1603434" y="895670"/>
                  </a:lnTo>
                  <a:lnTo>
                    <a:pt x="1604130" y="910266"/>
                  </a:lnTo>
                  <a:lnTo>
                    <a:pt x="1604826" y="927411"/>
                  </a:lnTo>
                  <a:lnTo>
                    <a:pt x="1605523" y="945773"/>
                  </a:lnTo>
                  <a:lnTo>
                    <a:pt x="1606219" y="964449"/>
                  </a:lnTo>
                  <a:lnTo>
                    <a:pt x="1606915" y="983803"/>
                  </a:lnTo>
                  <a:lnTo>
                    <a:pt x="1607611" y="1002005"/>
                  </a:lnTo>
                  <a:lnTo>
                    <a:pt x="1608307" y="1020537"/>
                  </a:lnTo>
                  <a:lnTo>
                    <a:pt x="1609003" y="1038012"/>
                  </a:lnTo>
                  <a:lnTo>
                    <a:pt x="1609700" y="1053676"/>
                  </a:lnTo>
                  <a:lnTo>
                    <a:pt x="1610396" y="1070757"/>
                  </a:lnTo>
                  <a:lnTo>
                    <a:pt x="1611092" y="1087388"/>
                  </a:lnTo>
                  <a:lnTo>
                    <a:pt x="1611788" y="1101489"/>
                  </a:lnTo>
                  <a:lnTo>
                    <a:pt x="1612484" y="1115136"/>
                  </a:lnTo>
                  <a:lnTo>
                    <a:pt x="1613180" y="1126980"/>
                  </a:lnTo>
                  <a:lnTo>
                    <a:pt x="1613877" y="1137628"/>
                  </a:lnTo>
                  <a:lnTo>
                    <a:pt x="1614573" y="1147777"/>
                  </a:lnTo>
                  <a:lnTo>
                    <a:pt x="1615269" y="1156401"/>
                  </a:lnTo>
                  <a:lnTo>
                    <a:pt x="1615965" y="1164519"/>
                  </a:lnTo>
                  <a:lnTo>
                    <a:pt x="1616661" y="1169293"/>
                  </a:lnTo>
                  <a:lnTo>
                    <a:pt x="1617358" y="1175474"/>
                  </a:lnTo>
                  <a:lnTo>
                    <a:pt x="1618054" y="1181132"/>
                  </a:lnTo>
                  <a:lnTo>
                    <a:pt x="1618750" y="1187107"/>
                  </a:lnTo>
                  <a:lnTo>
                    <a:pt x="1619446" y="1191944"/>
                  </a:lnTo>
                  <a:lnTo>
                    <a:pt x="1620142" y="1196798"/>
                  </a:lnTo>
                  <a:lnTo>
                    <a:pt x="1620838" y="1201748"/>
                  </a:lnTo>
                  <a:lnTo>
                    <a:pt x="1621535" y="1206144"/>
                  </a:lnTo>
                  <a:lnTo>
                    <a:pt x="1622231" y="1210813"/>
                  </a:lnTo>
                  <a:lnTo>
                    <a:pt x="1622927" y="1214364"/>
                  </a:lnTo>
                  <a:lnTo>
                    <a:pt x="1623623" y="1217805"/>
                  </a:lnTo>
                  <a:lnTo>
                    <a:pt x="1624319" y="1222136"/>
                  </a:lnTo>
                  <a:lnTo>
                    <a:pt x="1625015" y="1227117"/>
                  </a:lnTo>
                  <a:lnTo>
                    <a:pt x="1625712" y="1232348"/>
                  </a:lnTo>
                  <a:lnTo>
                    <a:pt x="1626408" y="1235454"/>
                  </a:lnTo>
                  <a:lnTo>
                    <a:pt x="1627104" y="1241193"/>
                  </a:lnTo>
                  <a:lnTo>
                    <a:pt x="1627800" y="1245565"/>
                  </a:lnTo>
                  <a:lnTo>
                    <a:pt x="1628496" y="1247827"/>
                  </a:lnTo>
                  <a:lnTo>
                    <a:pt x="1629193" y="1248063"/>
                  </a:lnTo>
                  <a:lnTo>
                    <a:pt x="1629889" y="1249667"/>
                  </a:lnTo>
                  <a:lnTo>
                    <a:pt x="1630585" y="1251868"/>
                  </a:lnTo>
                  <a:lnTo>
                    <a:pt x="1631281" y="1253839"/>
                  </a:lnTo>
                  <a:lnTo>
                    <a:pt x="1631977" y="1254868"/>
                  </a:lnTo>
                  <a:lnTo>
                    <a:pt x="1632673" y="1254199"/>
                  </a:lnTo>
                  <a:lnTo>
                    <a:pt x="1633370" y="1253926"/>
                  </a:lnTo>
                  <a:lnTo>
                    <a:pt x="1634066" y="1254152"/>
                  </a:lnTo>
                  <a:lnTo>
                    <a:pt x="1634762" y="1252557"/>
                  </a:lnTo>
                  <a:lnTo>
                    <a:pt x="1635458" y="1247015"/>
                  </a:lnTo>
                  <a:lnTo>
                    <a:pt x="1636154" y="1240278"/>
                  </a:lnTo>
                  <a:lnTo>
                    <a:pt x="1636850" y="1235270"/>
                  </a:lnTo>
                  <a:lnTo>
                    <a:pt x="1637547" y="1229730"/>
                  </a:lnTo>
                  <a:lnTo>
                    <a:pt x="1638243" y="1223772"/>
                  </a:lnTo>
                  <a:lnTo>
                    <a:pt x="1638939" y="1218972"/>
                  </a:lnTo>
                  <a:lnTo>
                    <a:pt x="1639635" y="1215300"/>
                  </a:lnTo>
                  <a:lnTo>
                    <a:pt x="1640331" y="1207839"/>
                  </a:lnTo>
                  <a:lnTo>
                    <a:pt x="1641027" y="1198382"/>
                  </a:lnTo>
                  <a:lnTo>
                    <a:pt x="1641724" y="1187650"/>
                  </a:lnTo>
                  <a:lnTo>
                    <a:pt x="1642420" y="1174563"/>
                  </a:lnTo>
                  <a:lnTo>
                    <a:pt x="1643116" y="1162571"/>
                  </a:lnTo>
                  <a:lnTo>
                    <a:pt x="1643812" y="1151830"/>
                  </a:lnTo>
                  <a:lnTo>
                    <a:pt x="1644508" y="1139737"/>
                  </a:lnTo>
                  <a:lnTo>
                    <a:pt x="1645205" y="1127935"/>
                  </a:lnTo>
                  <a:lnTo>
                    <a:pt x="1645901" y="1117035"/>
                  </a:lnTo>
                  <a:lnTo>
                    <a:pt x="1646597" y="1106279"/>
                  </a:lnTo>
                  <a:lnTo>
                    <a:pt x="1647293" y="1097802"/>
                  </a:lnTo>
                  <a:lnTo>
                    <a:pt x="1647989" y="1089985"/>
                  </a:lnTo>
                  <a:lnTo>
                    <a:pt x="1648685" y="1082853"/>
                  </a:lnTo>
                  <a:lnTo>
                    <a:pt x="1649382" y="1076330"/>
                  </a:lnTo>
                  <a:lnTo>
                    <a:pt x="1650078" y="1070124"/>
                  </a:lnTo>
                  <a:lnTo>
                    <a:pt x="1650774" y="1066599"/>
                  </a:lnTo>
                  <a:lnTo>
                    <a:pt x="1651470" y="1063277"/>
                  </a:lnTo>
                  <a:lnTo>
                    <a:pt x="1652166" y="1064761"/>
                  </a:lnTo>
                  <a:lnTo>
                    <a:pt x="1652862" y="1066700"/>
                  </a:lnTo>
                  <a:lnTo>
                    <a:pt x="1653559" y="1068238"/>
                  </a:lnTo>
                  <a:lnTo>
                    <a:pt x="1654255" y="1069733"/>
                  </a:lnTo>
                  <a:lnTo>
                    <a:pt x="1654951" y="1073552"/>
                  </a:lnTo>
                  <a:lnTo>
                    <a:pt x="1655647" y="1079189"/>
                  </a:lnTo>
                  <a:lnTo>
                    <a:pt x="1656343" y="1084236"/>
                  </a:lnTo>
                  <a:lnTo>
                    <a:pt x="1657040" y="1091140"/>
                  </a:lnTo>
                  <a:lnTo>
                    <a:pt x="1657736" y="1096763"/>
                  </a:lnTo>
                  <a:lnTo>
                    <a:pt x="1658432" y="1103525"/>
                  </a:lnTo>
                  <a:lnTo>
                    <a:pt x="1659128" y="1109051"/>
                  </a:lnTo>
                  <a:lnTo>
                    <a:pt x="1659824" y="1114099"/>
                  </a:lnTo>
                  <a:lnTo>
                    <a:pt x="1660520" y="1119444"/>
                  </a:lnTo>
                  <a:lnTo>
                    <a:pt x="1661217" y="1124332"/>
                  </a:lnTo>
                  <a:lnTo>
                    <a:pt x="1661913" y="1131496"/>
                  </a:lnTo>
                  <a:lnTo>
                    <a:pt x="1662609" y="1134632"/>
                  </a:lnTo>
                  <a:lnTo>
                    <a:pt x="1663305" y="1137888"/>
                  </a:lnTo>
                  <a:lnTo>
                    <a:pt x="1664001" y="1142136"/>
                  </a:lnTo>
                  <a:lnTo>
                    <a:pt x="1664697" y="1146431"/>
                  </a:lnTo>
                  <a:lnTo>
                    <a:pt x="1665394" y="1148799"/>
                  </a:lnTo>
                  <a:lnTo>
                    <a:pt x="1666090" y="1151540"/>
                  </a:lnTo>
                  <a:lnTo>
                    <a:pt x="1666786" y="1155790"/>
                  </a:lnTo>
                  <a:lnTo>
                    <a:pt x="1667482" y="1161420"/>
                  </a:lnTo>
                  <a:lnTo>
                    <a:pt x="1668178" y="1167624"/>
                  </a:lnTo>
                  <a:lnTo>
                    <a:pt x="1668875" y="1172868"/>
                  </a:lnTo>
                  <a:lnTo>
                    <a:pt x="1669571" y="1178846"/>
                  </a:lnTo>
                  <a:lnTo>
                    <a:pt x="1670267" y="1185433"/>
                  </a:lnTo>
                  <a:lnTo>
                    <a:pt x="1670963" y="1193341"/>
                  </a:lnTo>
                  <a:lnTo>
                    <a:pt x="1671659" y="1202913"/>
                  </a:lnTo>
                  <a:lnTo>
                    <a:pt x="1672355" y="1210757"/>
                  </a:lnTo>
                  <a:lnTo>
                    <a:pt x="1673052" y="1219562"/>
                  </a:lnTo>
                  <a:lnTo>
                    <a:pt x="1673748" y="1228356"/>
                  </a:lnTo>
                  <a:lnTo>
                    <a:pt x="1674444" y="1237728"/>
                  </a:lnTo>
                  <a:lnTo>
                    <a:pt x="1675140" y="1244734"/>
                  </a:lnTo>
                  <a:lnTo>
                    <a:pt x="1675836" y="1254539"/>
                  </a:lnTo>
                  <a:lnTo>
                    <a:pt x="1676532" y="1264817"/>
                  </a:lnTo>
                  <a:lnTo>
                    <a:pt x="1677229" y="1276004"/>
                  </a:lnTo>
                  <a:lnTo>
                    <a:pt x="1677925" y="1286501"/>
                  </a:lnTo>
                  <a:lnTo>
                    <a:pt x="1678621" y="1295739"/>
                  </a:lnTo>
                  <a:lnTo>
                    <a:pt x="1679317" y="1303522"/>
                  </a:lnTo>
                  <a:lnTo>
                    <a:pt x="1680013" y="1307622"/>
                  </a:lnTo>
                  <a:lnTo>
                    <a:pt x="1680709" y="1312188"/>
                  </a:lnTo>
                  <a:lnTo>
                    <a:pt x="1681406" y="1316188"/>
                  </a:lnTo>
                  <a:lnTo>
                    <a:pt x="1682102" y="1319828"/>
                  </a:lnTo>
                  <a:lnTo>
                    <a:pt x="1682798" y="1323844"/>
                  </a:lnTo>
                  <a:lnTo>
                    <a:pt x="1683494" y="1326650"/>
                  </a:lnTo>
                  <a:lnTo>
                    <a:pt x="1684190" y="1329283"/>
                  </a:lnTo>
                  <a:lnTo>
                    <a:pt x="1684887" y="1331916"/>
                  </a:lnTo>
                  <a:lnTo>
                    <a:pt x="1685583" y="1335446"/>
                  </a:lnTo>
                  <a:lnTo>
                    <a:pt x="1686279" y="1335199"/>
                  </a:lnTo>
                  <a:lnTo>
                    <a:pt x="1686975" y="1335247"/>
                  </a:lnTo>
                  <a:lnTo>
                    <a:pt x="1687671" y="1333231"/>
                  </a:lnTo>
                  <a:lnTo>
                    <a:pt x="1688367" y="1330643"/>
                  </a:lnTo>
                  <a:lnTo>
                    <a:pt x="1689064" y="1329431"/>
                  </a:lnTo>
                  <a:lnTo>
                    <a:pt x="1689760" y="1328894"/>
                  </a:lnTo>
                  <a:lnTo>
                    <a:pt x="1690456" y="1329613"/>
                  </a:lnTo>
                  <a:lnTo>
                    <a:pt x="1691152" y="1325776"/>
                  </a:lnTo>
                  <a:lnTo>
                    <a:pt x="1691848" y="1322497"/>
                  </a:lnTo>
                  <a:lnTo>
                    <a:pt x="1692544" y="1316908"/>
                  </a:lnTo>
                  <a:lnTo>
                    <a:pt x="1693241" y="1309014"/>
                  </a:lnTo>
                  <a:lnTo>
                    <a:pt x="1693937" y="1300710"/>
                  </a:lnTo>
                  <a:lnTo>
                    <a:pt x="1694633" y="1293786"/>
                  </a:lnTo>
                  <a:lnTo>
                    <a:pt x="1695329" y="1287089"/>
                  </a:lnTo>
                  <a:lnTo>
                    <a:pt x="1696025" y="1279017"/>
                  </a:lnTo>
                  <a:lnTo>
                    <a:pt x="1696722" y="1273801"/>
                  </a:lnTo>
                  <a:lnTo>
                    <a:pt x="1697418" y="1266791"/>
                  </a:lnTo>
                  <a:lnTo>
                    <a:pt x="1698114" y="1260354"/>
                  </a:lnTo>
                  <a:lnTo>
                    <a:pt x="1698810" y="1254025"/>
                  </a:lnTo>
                  <a:lnTo>
                    <a:pt x="1699506" y="1247509"/>
                  </a:lnTo>
                  <a:lnTo>
                    <a:pt x="1700202" y="1241364"/>
                  </a:lnTo>
                  <a:lnTo>
                    <a:pt x="1700899" y="1237634"/>
                  </a:lnTo>
                  <a:lnTo>
                    <a:pt x="1701595" y="1237016"/>
                  </a:lnTo>
                  <a:lnTo>
                    <a:pt x="1702291" y="1235361"/>
                  </a:lnTo>
                  <a:lnTo>
                    <a:pt x="1702987" y="1233009"/>
                  </a:lnTo>
                  <a:lnTo>
                    <a:pt x="1703683" y="1233572"/>
                  </a:lnTo>
                  <a:lnTo>
                    <a:pt x="1704379" y="1236413"/>
                  </a:lnTo>
                  <a:lnTo>
                    <a:pt x="1705076" y="1238436"/>
                  </a:lnTo>
                  <a:lnTo>
                    <a:pt x="1705772" y="1240383"/>
                  </a:lnTo>
                  <a:lnTo>
                    <a:pt x="1706468" y="1246435"/>
                  </a:lnTo>
                  <a:lnTo>
                    <a:pt x="1707164" y="1251606"/>
                  </a:lnTo>
                  <a:lnTo>
                    <a:pt x="1707860" y="1256777"/>
                  </a:lnTo>
                  <a:lnTo>
                    <a:pt x="1708556" y="1261089"/>
                  </a:lnTo>
                  <a:lnTo>
                    <a:pt x="1709253" y="1265831"/>
                  </a:lnTo>
                  <a:lnTo>
                    <a:pt x="1709949" y="1268836"/>
                  </a:lnTo>
                  <a:lnTo>
                    <a:pt x="1710645" y="1272947"/>
                  </a:lnTo>
                  <a:lnTo>
                    <a:pt x="1711341" y="1276151"/>
                  </a:lnTo>
                  <a:lnTo>
                    <a:pt x="1712037" y="1279121"/>
                  </a:lnTo>
                  <a:lnTo>
                    <a:pt x="1712734" y="1280687"/>
                  </a:lnTo>
                  <a:lnTo>
                    <a:pt x="1713430" y="1282848"/>
                  </a:lnTo>
                  <a:lnTo>
                    <a:pt x="1714126" y="1285601"/>
                  </a:lnTo>
                  <a:lnTo>
                    <a:pt x="1714822" y="1288559"/>
                  </a:lnTo>
                  <a:lnTo>
                    <a:pt x="1715518" y="1296236"/>
                  </a:lnTo>
                  <a:lnTo>
                    <a:pt x="1716214" y="1305120"/>
                  </a:lnTo>
                  <a:lnTo>
                    <a:pt x="1716911" y="1312010"/>
                  </a:lnTo>
                  <a:lnTo>
                    <a:pt x="1717607" y="1316426"/>
                  </a:lnTo>
                  <a:lnTo>
                    <a:pt x="1718303" y="1320049"/>
                  </a:lnTo>
                  <a:lnTo>
                    <a:pt x="1718999" y="1325061"/>
                  </a:lnTo>
                  <a:lnTo>
                    <a:pt x="1719695" y="1330521"/>
                  </a:lnTo>
                  <a:lnTo>
                    <a:pt x="1720391" y="1335982"/>
                  </a:lnTo>
                  <a:lnTo>
                    <a:pt x="1721088" y="1340229"/>
                  </a:lnTo>
                  <a:lnTo>
                    <a:pt x="1721784" y="1346046"/>
                  </a:lnTo>
                  <a:lnTo>
                    <a:pt x="1722480" y="1351815"/>
                  </a:lnTo>
                  <a:lnTo>
                    <a:pt x="1723176" y="1358237"/>
                  </a:lnTo>
                  <a:lnTo>
                    <a:pt x="1723872" y="1364015"/>
                  </a:lnTo>
                  <a:lnTo>
                    <a:pt x="1724569" y="1369361"/>
                  </a:lnTo>
                  <a:lnTo>
                    <a:pt x="1725265" y="1374596"/>
                  </a:lnTo>
                  <a:lnTo>
                    <a:pt x="1725961" y="1376790"/>
                  </a:lnTo>
                  <a:lnTo>
                    <a:pt x="1726657" y="1380643"/>
                  </a:lnTo>
                  <a:lnTo>
                    <a:pt x="1727353" y="1384286"/>
                  </a:lnTo>
                  <a:lnTo>
                    <a:pt x="1728049" y="1390072"/>
                  </a:lnTo>
                  <a:lnTo>
                    <a:pt x="1728746" y="1399108"/>
                  </a:lnTo>
                  <a:lnTo>
                    <a:pt x="1729442" y="1407980"/>
                  </a:lnTo>
                  <a:lnTo>
                    <a:pt x="1730138" y="1416964"/>
                  </a:lnTo>
                  <a:lnTo>
                    <a:pt x="1730834" y="1426255"/>
                  </a:lnTo>
                  <a:lnTo>
                    <a:pt x="1731530" y="1437136"/>
                  </a:lnTo>
                  <a:lnTo>
                    <a:pt x="1732226" y="1445955"/>
                  </a:lnTo>
                  <a:lnTo>
                    <a:pt x="1732923" y="1453953"/>
                  </a:lnTo>
                  <a:lnTo>
                    <a:pt x="1733619" y="1462089"/>
                  </a:lnTo>
                  <a:lnTo>
                    <a:pt x="1734315" y="1471783"/>
                  </a:lnTo>
                  <a:lnTo>
                    <a:pt x="1735011" y="1480400"/>
                  </a:lnTo>
                  <a:lnTo>
                    <a:pt x="1735707" y="1487682"/>
                  </a:lnTo>
                  <a:lnTo>
                    <a:pt x="1736404" y="1494119"/>
                  </a:lnTo>
                  <a:lnTo>
                    <a:pt x="1737100" y="1498646"/>
                  </a:lnTo>
                  <a:lnTo>
                    <a:pt x="1737796" y="1503425"/>
                  </a:lnTo>
                  <a:lnTo>
                    <a:pt x="1738492" y="1505482"/>
                  </a:lnTo>
                  <a:lnTo>
                    <a:pt x="1739188" y="1502458"/>
                  </a:lnTo>
                  <a:lnTo>
                    <a:pt x="1739884" y="1493180"/>
                  </a:lnTo>
                  <a:lnTo>
                    <a:pt x="1740581" y="1480593"/>
                  </a:lnTo>
                  <a:lnTo>
                    <a:pt x="1741277" y="1466223"/>
                  </a:lnTo>
                  <a:lnTo>
                    <a:pt x="1741973" y="1447748"/>
                  </a:lnTo>
                  <a:lnTo>
                    <a:pt x="1742669" y="1429683"/>
                  </a:lnTo>
                  <a:lnTo>
                    <a:pt x="1743365" y="1413211"/>
                  </a:lnTo>
                  <a:lnTo>
                    <a:pt x="1744061" y="1397475"/>
                  </a:lnTo>
                  <a:lnTo>
                    <a:pt x="1744758" y="1380789"/>
                  </a:lnTo>
                  <a:lnTo>
                    <a:pt x="1745454" y="1362856"/>
                  </a:lnTo>
                  <a:lnTo>
                    <a:pt x="1746150" y="1344025"/>
                  </a:lnTo>
                  <a:lnTo>
                    <a:pt x="1746846" y="1323755"/>
                  </a:lnTo>
                  <a:lnTo>
                    <a:pt x="1747542" y="1302341"/>
                  </a:lnTo>
                  <a:lnTo>
                    <a:pt x="1748238" y="1283219"/>
                  </a:lnTo>
                  <a:lnTo>
                    <a:pt x="1748935" y="1266236"/>
                  </a:lnTo>
                  <a:lnTo>
                    <a:pt x="1749631" y="1251159"/>
                  </a:lnTo>
                  <a:lnTo>
                    <a:pt x="1750327" y="1238146"/>
                  </a:lnTo>
                  <a:lnTo>
                    <a:pt x="1751023" y="1228632"/>
                  </a:lnTo>
                  <a:lnTo>
                    <a:pt x="1751719" y="1220832"/>
                  </a:lnTo>
                  <a:lnTo>
                    <a:pt x="1752416" y="1214712"/>
                  </a:lnTo>
                  <a:lnTo>
                    <a:pt x="1753112" y="1210374"/>
                  </a:lnTo>
                  <a:lnTo>
                    <a:pt x="1753808" y="1207014"/>
                  </a:lnTo>
                  <a:lnTo>
                    <a:pt x="1754504" y="1203319"/>
                  </a:lnTo>
                  <a:lnTo>
                    <a:pt x="1755200" y="1200249"/>
                  </a:lnTo>
                  <a:lnTo>
                    <a:pt x="1755896" y="1200071"/>
                  </a:lnTo>
                  <a:lnTo>
                    <a:pt x="1756593" y="1203296"/>
                  </a:lnTo>
                  <a:lnTo>
                    <a:pt x="1757289" y="1209888"/>
                  </a:lnTo>
                  <a:lnTo>
                    <a:pt x="1757985" y="1219485"/>
                  </a:lnTo>
                  <a:lnTo>
                    <a:pt x="1758681" y="1229047"/>
                  </a:lnTo>
                  <a:lnTo>
                    <a:pt x="1759377" y="1238881"/>
                  </a:lnTo>
                  <a:lnTo>
                    <a:pt x="1760073" y="1248716"/>
                  </a:lnTo>
                  <a:lnTo>
                    <a:pt x="1760770" y="1258549"/>
                  </a:lnTo>
                  <a:lnTo>
                    <a:pt x="1761466" y="1268384"/>
                  </a:lnTo>
                  <a:lnTo>
                    <a:pt x="1762162" y="1278226"/>
                  </a:lnTo>
                  <a:lnTo>
                    <a:pt x="1762858" y="1288275"/>
                  </a:lnTo>
                  <a:lnTo>
                    <a:pt x="1763554" y="1297809"/>
                  </a:lnTo>
                  <a:lnTo>
                    <a:pt x="1764251" y="1305422"/>
                  </a:lnTo>
                  <a:lnTo>
                    <a:pt x="1764947" y="1313507"/>
                  </a:lnTo>
                  <a:lnTo>
                    <a:pt x="1765643" y="1321455"/>
                  </a:lnTo>
                  <a:lnTo>
                    <a:pt x="1766339" y="1329404"/>
                  </a:lnTo>
                  <a:lnTo>
                    <a:pt x="1767035" y="1336800"/>
                  </a:lnTo>
                  <a:lnTo>
                    <a:pt x="1767731" y="1343176"/>
                  </a:lnTo>
                  <a:lnTo>
                    <a:pt x="1768428" y="1349727"/>
                  </a:lnTo>
                  <a:lnTo>
                    <a:pt x="1769124" y="1354784"/>
                  </a:lnTo>
                  <a:lnTo>
                    <a:pt x="1769820" y="1355838"/>
                  </a:lnTo>
                  <a:lnTo>
                    <a:pt x="1770516" y="1356312"/>
                  </a:lnTo>
                  <a:lnTo>
                    <a:pt x="1771212" y="1357618"/>
                  </a:lnTo>
                  <a:lnTo>
                    <a:pt x="1771908" y="1358445"/>
                  </a:lnTo>
                  <a:lnTo>
                    <a:pt x="1772605" y="1358862"/>
                  </a:lnTo>
                  <a:lnTo>
                    <a:pt x="1773301" y="1357486"/>
                  </a:lnTo>
                  <a:lnTo>
                    <a:pt x="1773997" y="1358496"/>
                  </a:lnTo>
                  <a:lnTo>
                    <a:pt x="1774693" y="1362999"/>
                  </a:lnTo>
                  <a:lnTo>
                    <a:pt x="1775389" y="1371955"/>
                  </a:lnTo>
                  <a:lnTo>
                    <a:pt x="1776085" y="1382504"/>
                  </a:lnTo>
                  <a:lnTo>
                    <a:pt x="1776782" y="1395210"/>
                  </a:lnTo>
                  <a:lnTo>
                    <a:pt x="1777478" y="1408143"/>
                  </a:lnTo>
                  <a:lnTo>
                    <a:pt x="1778174" y="1419982"/>
                  </a:lnTo>
                  <a:lnTo>
                    <a:pt x="1778870" y="1429228"/>
                  </a:lnTo>
                  <a:lnTo>
                    <a:pt x="1779566" y="1438100"/>
                  </a:lnTo>
                  <a:lnTo>
                    <a:pt x="1780263" y="1447826"/>
                  </a:lnTo>
                  <a:lnTo>
                    <a:pt x="1780959" y="1458781"/>
                  </a:lnTo>
                  <a:lnTo>
                    <a:pt x="1781655" y="1470428"/>
                  </a:lnTo>
                  <a:lnTo>
                    <a:pt x="1782351" y="1482426"/>
                  </a:lnTo>
                  <a:lnTo>
                    <a:pt x="1783047" y="1495040"/>
                  </a:lnTo>
                  <a:lnTo>
                    <a:pt x="1783743" y="1507839"/>
                  </a:lnTo>
                  <a:lnTo>
                    <a:pt x="1784440" y="1519541"/>
                  </a:lnTo>
                  <a:lnTo>
                    <a:pt x="1785136" y="1529823"/>
                  </a:lnTo>
                  <a:lnTo>
                    <a:pt x="1785832" y="1539407"/>
                  </a:lnTo>
                  <a:lnTo>
                    <a:pt x="1786528" y="1547835"/>
                  </a:lnTo>
                  <a:lnTo>
                    <a:pt x="1787224" y="1555944"/>
                  </a:lnTo>
                  <a:lnTo>
                    <a:pt x="1787920" y="1564638"/>
                  </a:lnTo>
                  <a:lnTo>
                    <a:pt x="1788617" y="1577255"/>
                  </a:lnTo>
                  <a:lnTo>
                    <a:pt x="1789313" y="1589998"/>
                  </a:lnTo>
                  <a:lnTo>
                    <a:pt x="1790009" y="1602884"/>
                  </a:lnTo>
                  <a:lnTo>
                    <a:pt x="1790705" y="1614602"/>
                  </a:lnTo>
                  <a:lnTo>
                    <a:pt x="1791401" y="1623694"/>
                  </a:lnTo>
                  <a:lnTo>
                    <a:pt x="1792098" y="1630852"/>
                  </a:lnTo>
                  <a:lnTo>
                    <a:pt x="1792794" y="1634167"/>
                  </a:lnTo>
                  <a:lnTo>
                    <a:pt x="1793490" y="1635762"/>
                  </a:lnTo>
                  <a:lnTo>
                    <a:pt x="1794186" y="1636663"/>
                  </a:lnTo>
                  <a:lnTo>
                    <a:pt x="1794882" y="1641261"/>
                  </a:lnTo>
                  <a:lnTo>
                    <a:pt x="1795578" y="1646010"/>
                  </a:lnTo>
                  <a:lnTo>
                    <a:pt x="1796275" y="1649955"/>
                  </a:lnTo>
                  <a:lnTo>
                    <a:pt x="1796971" y="1651873"/>
                  </a:lnTo>
                  <a:lnTo>
                    <a:pt x="1797667" y="1652386"/>
                  </a:lnTo>
                  <a:lnTo>
                    <a:pt x="1798363" y="1652717"/>
                  </a:lnTo>
                  <a:lnTo>
                    <a:pt x="1799059" y="1650508"/>
                  </a:lnTo>
                  <a:lnTo>
                    <a:pt x="1799755" y="1646375"/>
                  </a:lnTo>
                  <a:lnTo>
                    <a:pt x="1800452" y="1641174"/>
                  </a:lnTo>
                  <a:lnTo>
                    <a:pt x="1801148" y="1635638"/>
                  </a:lnTo>
                  <a:lnTo>
                    <a:pt x="1801844" y="1630102"/>
                  </a:lnTo>
                  <a:lnTo>
                    <a:pt x="1802540" y="1625119"/>
                  </a:lnTo>
                  <a:lnTo>
                    <a:pt x="1803236" y="1620135"/>
                  </a:lnTo>
                  <a:lnTo>
                    <a:pt x="1803932" y="1615152"/>
                  </a:lnTo>
                  <a:lnTo>
                    <a:pt x="1804629" y="1610234"/>
                  </a:lnTo>
                  <a:lnTo>
                    <a:pt x="1805325" y="1606883"/>
                  </a:lnTo>
                  <a:lnTo>
                    <a:pt x="1806021" y="1604655"/>
                  </a:lnTo>
                  <a:lnTo>
                    <a:pt x="1806717" y="1603185"/>
                  </a:lnTo>
                  <a:lnTo>
                    <a:pt x="1807413" y="1603965"/>
                  </a:lnTo>
                  <a:lnTo>
                    <a:pt x="1808110" y="1605170"/>
                  </a:lnTo>
                  <a:lnTo>
                    <a:pt x="1808806" y="1608398"/>
                  </a:lnTo>
                  <a:lnTo>
                    <a:pt x="1809502" y="1611132"/>
                  </a:lnTo>
                  <a:lnTo>
                    <a:pt x="1810198" y="1611773"/>
                  </a:lnTo>
                  <a:lnTo>
                    <a:pt x="1810894" y="1612629"/>
                  </a:lnTo>
                  <a:lnTo>
                    <a:pt x="1811590" y="1614996"/>
                  </a:lnTo>
                  <a:lnTo>
                    <a:pt x="1812287" y="1616363"/>
                  </a:lnTo>
                  <a:lnTo>
                    <a:pt x="1812983" y="1617285"/>
                  </a:lnTo>
                  <a:lnTo>
                    <a:pt x="1813679" y="1618393"/>
                  </a:lnTo>
                  <a:lnTo>
                    <a:pt x="1814375" y="1619470"/>
                  </a:lnTo>
                  <a:lnTo>
                    <a:pt x="1815071" y="1619181"/>
                  </a:lnTo>
                  <a:lnTo>
                    <a:pt x="1815767" y="1618989"/>
                  </a:lnTo>
                  <a:lnTo>
                    <a:pt x="1816464" y="1618813"/>
                  </a:lnTo>
                  <a:lnTo>
                    <a:pt x="1817160" y="1618844"/>
                  </a:lnTo>
                  <a:lnTo>
                    <a:pt x="1817856" y="1619533"/>
                  </a:lnTo>
                  <a:lnTo>
                    <a:pt x="1818552" y="1620209"/>
                  </a:lnTo>
                  <a:lnTo>
                    <a:pt x="1819248" y="1619747"/>
                  </a:lnTo>
                  <a:lnTo>
                    <a:pt x="1819945" y="1619415"/>
                  </a:lnTo>
                  <a:lnTo>
                    <a:pt x="1820641" y="1620360"/>
                  </a:lnTo>
                  <a:lnTo>
                    <a:pt x="1821337" y="1620030"/>
                  </a:lnTo>
                  <a:lnTo>
                    <a:pt x="1822033" y="1618697"/>
                  </a:lnTo>
                  <a:lnTo>
                    <a:pt x="1822729" y="1615752"/>
                  </a:lnTo>
                  <a:lnTo>
                    <a:pt x="1823425" y="1613643"/>
                  </a:lnTo>
                  <a:lnTo>
                    <a:pt x="1824122" y="1608784"/>
                  </a:lnTo>
                  <a:lnTo>
                    <a:pt x="1824818" y="1603272"/>
                  </a:lnTo>
                  <a:lnTo>
                    <a:pt x="1825514" y="1598618"/>
                  </a:lnTo>
                  <a:lnTo>
                    <a:pt x="1826210" y="1594507"/>
                  </a:lnTo>
                  <a:lnTo>
                    <a:pt x="1826906" y="1590129"/>
                  </a:lnTo>
                  <a:lnTo>
                    <a:pt x="1827602" y="1585405"/>
                  </a:lnTo>
                  <a:lnTo>
                    <a:pt x="1828299" y="1579713"/>
                  </a:lnTo>
                  <a:lnTo>
                    <a:pt x="1828995" y="1570935"/>
                  </a:lnTo>
                  <a:lnTo>
                    <a:pt x="1829691" y="1564150"/>
                  </a:lnTo>
                  <a:lnTo>
                    <a:pt x="1830387" y="1553942"/>
                  </a:lnTo>
                  <a:lnTo>
                    <a:pt x="1831083" y="1544600"/>
                  </a:lnTo>
                  <a:lnTo>
                    <a:pt x="1831780" y="1535279"/>
                  </a:lnTo>
                  <a:lnTo>
                    <a:pt x="1832476" y="1528848"/>
                  </a:lnTo>
                  <a:lnTo>
                    <a:pt x="1833172" y="1522052"/>
                  </a:lnTo>
                  <a:lnTo>
                    <a:pt x="1833868" y="1513056"/>
                  </a:lnTo>
                  <a:lnTo>
                    <a:pt x="1834564" y="1504289"/>
                  </a:lnTo>
                  <a:lnTo>
                    <a:pt x="1835260" y="1497488"/>
                  </a:lnTo>
                  <a:lnTo>
                    <a:pt x="1835957" y="1490115"/>
                  </a:lnTo>
                  <a:lnTo>
                    <a:pt x="1836653" y="1482127"/>
                  </a:lnTo>
                  <a:lnTo>
                    <a:pt x="1837349" y="1474300"/>
                  </a:lnTo>
                  <a:lnTo>
                    <a:pt x="1838045" y="1466736"/>
                  </a:lnTo>
                  <a:lnTo>
                    <a:pt x="1838741" y="1458393"/>
                  </a:lnTo>
                  <a:lnTo>
                    <a:pt x="1839437" y="1451262"/>
                  </a:lnTo>
                  <a:lnTo>
                    <a:pt x="1840134" y="1444328"/>
                  </a:lnTo>
                  <a:lnTo>
                    <a:pt x="1840830" y="1437735"/>
                  </a:lnTo>
                  <a:lnTo>
                    <a:pt x="1841526" y="1431644"/>
                  </a:lnTo>
                  <a:lnTo>
                    <a:pt x="1842222" y="1424409"/>
                  </a:lnTo>
                  <a:lnTo>
                    <a:pt x="1842918" y="1415144"/>
                  </a:lnTo>
                  <a:lnTo>
                    <a:pt x="1843614" y="1405793"/>
                  </a:lnTo>
                  <a:lnTo>
                    <a:pt x="1844311" y="1396561"/>
                  </a:lnTo>
                  <a:lnTo>
                    <a:pt x="1845007" y="1388907"/>
                  </a:lnTo>
                  <a:lnTo>
                    <a:pt x="1845703" y="1382897"/>
                  </a:lnTo>
                  <a:lnTo>
                    <a:pt x="1846399" y="1378620"/>
                  </a:lnTo>
                  <a:lnTo>
                    <a:pt x="1847095" y="1376420"/>
                  </a:lnTo>
                  <a:lnTo>
                    <a:pt x="1847792" y="1374374"/>
                  </a:lnTo>
                  <a:lnTo>
                    <a:pt x="1848488" y="1372518"/>
                  </a:lnTo>
                  <a:lnTo>
                    <a:pt x="1849184" y="1374590"/>
                  </a:lnTo>
                  <a:lnTo>
                    <a:pt x="1849880" y="1378473"/>
                  </a:lnTo>
                  <a:lnTo>
                    <a:pt x="1850576" y="1383631"/>
                  </a:lnTo>
                  <a:lnTo>
                    <a:pt x="1851272" y="1389436"/>
                  </a:lnTo>
                  <a:lnTo>
                    <a:pt x="1851969" y="1395323"/>
                  </a:lnTo>
                  <a:lnTo>
                    <a:pt x="1852665" y="1405163"/>
                  </a:lnTo>
                  <a:lnTo>
                    <a:pt x="1853361" y="1415905"/>
                  </a:lnTo>
                  <a:lnTo>
                    <a:pt x="1854057" y="1425928"/>
                  </a:lnTo>
                  <a:lnTo>
                    <a:pt x="1854753" y="1436488"/>
                  </a:lnTo>
                  <a:lnTo>
                    <a:pt x="1855449" y="1445992"/>
                  </a:lnTo>
                  <a:lnTo>
                    <a:pt x="1856146" y="1453336"/>
                  </a:lnTo>
                  <a:lnTo>
                    <a:pt x="1856842" y="1460589"/>
                  </a:lnTo>
                  <a:lnTo>
                    <a:pt x="1857538" y="1466521"/>
                  </a:lnTo>
                  <a:lnTo>
                    <a:pt x="1858234" y="1471851"/>
                  </a:lnTo>
                  <a:lnTo>
                    <a:pt x="1858930" y="1477488"/>
                  </a:lnTo>
                  <a:lnTo>
                    <a:pt x="1859627" y="1481237"/>
                  </a:lnTo>
                  <a:lnTo>
                    <a:pt x="1860323" y="1486952"/>
                  </a:lnTo>
                  <a:lnTo>
                    <a:pt x="1861019" y="1491402"/>
                  </a:lnTo>
                  <a:lnTo>
                    <a:pt x="1861715" y="1494298"/>
                  </a:lnTo>
                  <a:lnTo>
                    <a:pt x="1862411" y="1497194"/>
                  </a:lnTo>
                  <a:lnTo>
                    <a:pt x="1863107" y="1497230"/>
                  </a:lnTo>
                  <a:lnTo>
                    <a:pt x="1863804" y="1499671"/>
                  </a:lnTo>
                  <a:lnTo>
                    <a:pt x="1864500" y="1504820"/>
                  </a:lnTo>
                  <a:lnTo>
                    <a:pt x="1865196" y="1507919"/>
                  </a:lnTo>
                  <a:lnTo>
                    <a:pt x="1865892" y="1511497"/>
                  </a:lnTo>
                  <a:lnTo>
                    <a:pt x="1866588" y="1514054"/>
                  </a:lnTo>
                  <a:lnTo>
                    <a:pt x="1867284" y="1517397"/>
                  </a:lnTo>
                  <a:lnTo>
                    <a:pt x="1867981" y="1518366"/>
                  </a:lnTo>
                  <a:lnTo>
                    <a:pt x="1868677" y="1520606"/>
                  </a:lnTo>
                  <a:lnTo>
                    <a:pt x="1869373" y="1523086"/>
                  </a:lnTo>
                  <a:lnTo>
                    <a:pt x="1870069" y="1526196"/>
                  </a:lnTo>
                  <a:lnTo>
                    <a:pt x="1870765" y="1528943"/>
                  </a:lnTo>
                  <a:lnTo>
                    <a:pt x="1871461" y="1533698"/>
                  </a:lnTo>
                  <a:lnTo>
                    <a:pt x="1872158" y="1539820"/>
                  </a:lnTo>
                  <a:lnTo>
                    <a:pt x="1872854" y="1545778"/>
                  </a:lnTo>
                  <a:lnTo>
                    <a:pt x="1873550" y="1552697"/>
                  </a:lnTo>
                  <a:lnTo>
                    <a:pt x="1874246" y="1560394"/>
                  </a:lnTo>
                  <a:lnTo>
                    <a:pt x="1874942" y="1564302"/>
                  </a:lnTo>
                  <a:lnTo>
                    <a:pt x="1875639" y="1568593"/>
                  </a:lnTo>
                  <a:lnTo>
                    <a:pt x="1876335" y="1573028"/>
                  </a:lnTo>
                  <a:lnTo>
                    <a:pt x="1877031" y="1575701"/>
                  </a:lnTo>
                  <a:lnTo>
                    <a:pt x="1877727" y="1577983"/>
                  </a:lnTo>
                  <a:lnTo>
                    <a:pt x="1878423" y="1580909"/>
                  </a:lnTo>
                  <a:lnTo>
                    <a:pt x="1879119" y="1582510"/>
                  </a:lnTo>
                  <a:lnTo>
                    <a:pt x="1879816" y="1582267"/>
                  </a:lnTo>
                  <a:lnTo>
                    <a:pt x="1880512" y="1579135"/>
                  </a:lnTo>
                  <a:lnTo>
                    <a:pt x="1881208" y="1572061"/>
                  </a:lnTo>
                  <a:lnTo>
                    <a:pt x="1881904" y="1561175"/>
                  </a:lnTo>
                  <a:lnTo>
                    <a:pt x="1882600" y="1548861"/>
                  </a:lnTo>
                  <a:lnTo>
                    <a:pt x="1883296" y="1536395"/>
                  </a:lnTo>
                  <a:lnTo>
                    <a:pt x="1883993" y="1523954"/>
                  </a:lnTo>
                  <a:lnTo>
                    <a:pt x="1884689" y="1508494"/>
                  </a:lnTo>
                  <a:lnTo>
                    <a:pt x="1885385" y="1492776"/>
                  </a:lnTo>
                  <a:lnTo>
                    <a:pt x="1886081" y="1477147"/>
                  </a:lnTo>
                  <a:lnTo>
                    <a:pt x="1886777" y="1460941"/>
                  </a:lnTo>
                  <a:lnTo>
                    <a:pt x="1887474" y="1445980"/>
                  </a:lnTo>
                  <a:lnTo>
                    <a:pt x="1888170" y="1426504"/>
                  </a:lnTo>
                  <a:lnTo>
                    <a:pt x="1888866" y="1406466"/>
                  </a:lnTo>
                  <a:lnTo>
                    <a:pt x="1889562" y="1388813"/>
                  </a:lnTo>
                  <a:lnTo>
                    <a:pt x="1890258" y="1371387"/>
                  </a:lnTo>
                  <a:lnTo>
                    <a:pt x="1890954" y="1356367"/>
                  </a:lnTo>
                  <a:lnTo>
                    <a:pt x="1891651" y="1345466"/>
                  </a:lnTo>
                  <a:lnTo>
                    <a:pt x="1892347" y="1337108"/>
                  </a:lnTo>
                  <a:lnTo>
                    <a:pt x="1893043" y="1328636"/>
                  </a:lnTo>
                  <a:lnTo>
                    <a:pt x="1893739" y="1320015"/>
                  </a:lnTo>
                  <a:lnTo>
                    <a:pt x="1894435" y="1309979"/>
                  </a:lnTo>
                  <a:lnTo>
                    <a:pt x="1895131" y="1301566"/>
                  </a:lnTo>
                  <a:lnTo>
                    <a:pt x="1895828" y="1291363"/>
                  </a:lnTo>
                  <a:lnTo>
                    <a:pt x="1896524" y="1280859"/>
                  </a:lnTo>
                  <a:lnTo>
                    <a:pt x="1897220" y="1270880"/>
                  </a:lnTo>
                  <a:lnTo>
                    <a:pt x="1897916" y="1261709"/>
                  </a:lnTo>
                  <a:lnTo>
                    <a:pt x="1898612" y="1254840"/>
                  </a:lnTo>
                  <a:lnTo>
                    <a:pt x="1899309" y="1249385"/>
                  </a:lnTo>
                  <a:lnTo>
                    <a:pt x="1900005" y="1242569"/>
                  </a:lnTo>
                  <a:lnTo>
                    <a:pt x="1900701" y="1234694"/>
                  </a:lnTo>
                  <a:lnTo>
                    <a:pt x="1901397" y="1227112"/>
                  </a:lnTo>
                  <a:lnTo>
                    <a:pt x="1902093" y="1219915"/>
                  </a:lnTo>
                  <a:lnTo>
                    <a:pt x="1902789" y="1213360"/>
                  </a:lnTo>
                  <a:lnTo>
                    <a:pt x="1903486" y="1207732"/>
                  </a:lnTo>
                  <a:lnTo>
                    <a:pt x="1904182" y="1204075"/>
                  </a:lnTo>
                  <a:lnTo>
                    <a:pt x="1904878" y="1201472"/>
                  </a:lnTo>
                  <a:lnTo>
                    <a:pt x="1905574" y="1198688"/>
                  </a:lnTo>
                  <a:lnTo>
                    <a:pt x="1906270" y="1195595"/>
                  </a:lnTo>
                  <a:lnTo>
                    <a:pt x="1906966" y="1193512"/>
                  </a:lnTo>
                  <a:lnTo>
                    <a:pt x="1907663" y="1188936"/>
                  </a:lnTo>
                  <a:lnTo>
                    <a:pt x="1908359" y="1184308"/>
                  </a:lnTo>
                  <a:lnTo>
                    <a:pt x="1909055" y="1177951"/>
                  </a:lnTo>
                  <a:lnTo>
                    <a:pt x="1909751" y="1169313"/>
                  </a:lnTo>
                  <a:lnTo>
                    <a:pt x="1910447" y="1163122"/>
                  </a:lnTo>
                  <a:lnTo>
                    <a:pt x="1911143" y="1159721"/>
                  </a:lnTo>
                  <a:lnTo>
                    <a:pt x="1911840" y="1155797"/>
                  </a:lnTo>
                  <a:lnTo>
                    <a:pt x="1912536" y="1152972"/>
                  </a:lnTo>
                  <a:lnTo>
                    <a:pt x="1913232" y="1151203"/>
                  </a:lnTo>
                  <a:lnTo>
                    <a:pt x="1913928" y="1148644"/>
                  </a:lnTo>
                  <a:lnTo>
                    <a:pt x="1914624" y="1146493"/>
                  </a:lnTo>
                  <a:lnTo>
                    <a:pt x="1915321" y="1145829"/>
                  </a:lnTo>
                  <a:lnTo>
                    <a:pt x="1916017" y="1146768"/>
                  </a:lnTo>
                  <a:lnTo>
                    <a:pt x="1916713" y="1151821"/>
                  </a:lnTo>
                  <a:lnTo>
                    <a:pt x="1917409" y="1157656"/>
                  </a:lnTo>
                  <a:lnTo>
                    <a:pt x="1918105" y="1163649"/>
                  </a:lnTo>
                  <a:lnTo>
                    <a:pt x="1918801" y="1168224"/>
                  </a:lnTo>
                  <a:lnTo>
                    <a:pt x="1919498" y="1172322"/>
                  </a:lnTo>
                  <a:lnTo>
                    <a:pt x="1920194" y="1178581"/>
                  </a:lnTo>
                  <a:lnTo>
                    <a:pt x="1920890" y="1184643"/>
                  </a:lnTo>
                  <a:lnTo>
                    <a:pt x="1921586" y="1190421"/>
                  </a:lnTo>
                  <a:lnTo>
                    <a:pt x="1922282" y="1196482"/>
                  </a:lnTo>
                  <a:lnTo>
                    <a:pt x="1922978" y="1201395"/>
                  </a:lnTo>
                  <a:lnTo>
                    <a:pt x="1923675" y="1207854"/>
                  </a:lnTo>
                  <a:lnTo>
                    <a:pt x="1924371" y="1213351"/>
                  </a:lnTo>
                  <a:lnTo>
                    <a:pt x="1925067" y="1215985"/>
                  </a:lnTo>
                  <a:lnTo>
                    <a:pt x="1925763" y="1217947"/>
                  </a:lnTo>
                  <a:lnTo>
                    <a:pt x="1926459" y="1218683"/>
                  </a:lnTo>
                  <a:lnTo>
                    <a:pt x="1927156" y="1216515"/>
                  </a:lnTo>
                  <a:lnTo>
                    <a:pt x="1927852" y="1212712"/>
                  </a:lnTo>
                  <a:lnTo>
                    <a:pt x="1928548" y="1210735"/>
                  </a:lnTo>
                  <a:lnTo>
                    <a:pt x="1929244" y="1208824"/>
                  </a:lnTo>
                  <a:lnTo>
                    <a:pt x="1929940" y="1207738"/>
                  </a:lnTo>
                  <a:lnTo>
                    <a:pt x="1930636" y="1206651"/>
                  </a:lnTo>
                  <a:lnTo>
                    <a:pt x="1931333" y="1206931"/>
                  </a:lnTo>
                  <a:lnTo>
                    <a:pt x="1932029" y="1207778"/>
                  </a:lnTo>
                  <a:lnTo>
                    <a:pt x="1932725" y="1210265"/>
                  </a:lnTo>
                  <a:lnTo>
                    <a:pt x="1933421" y="1212474"/>
                  </a:lnTo>
                  <a:lnTo>
                    <a:pt x="1934117" y="1213648"/>
                  </a:lnTo>
                  <a:lnTo>
                    <a:pt x="1934813" y="1214725"/>
                  </a:lnTo>
                  <a:lnTo>
                    <a:pt x="1935510" y="1219994"/>
                  </a:lnTo>
                  <a:lnTo>
                    <a:pt x="1936206" y="1227072"/>
                  </a:lnTo>
                  <a:lnTo>
                    <a:pt x="1936902" y="1233107"/>
                  </a:lnTo>
                  <a:lnTo>
                    <a:pt x="1937598" y="1239186"/>
                  </a:lnTo>
                  <a:lnTo>
                    <a:pt x="1938294" y="1245041"/>
                  </a:lnTo>
                  <a:lnTo>
                    <a:pt x="1938990" y="1251163"/>
                  </a:lnTo>
                  <a:lnTo>
                    <a:pt x="1939687" y="1259167"/>
                  </a:lnTo>
                  <a:lnTo>
                    <a:pt x="1940383" y="1269897"/>
                  </a:lnTo>
                  <a:lnTo>
                    <a:pt x="1941079" y="1280548"/>
                  </a:lnTo>
                  <a:lnTo>
                    <a:pt x="1941775" y="1293061"/>
                  </a:lnTo>
                  <a:lnTo>
                    <a:pt x="1942471" y="1304199"/>
                  </a:lnTo>
                  <a:lnTo>
                    <a:pt x="1943168" y="1317078"/>
                  </a:lnTo>
                  <a:lnTo>
                    <a:pt x="1943864" y="1330008"/>
                  </a:lnTo>
                  <a:lnTo>
                    <a:pt x="1944560" y="1343446"/>
                  </a:lnTo>
                  <a:lnTo>
                    <a:pt x="1945256" y="1359166"/>
                  </a:lnTo>
                  <a:lnTo>
                    <a:pt x="1945952" y="1375016"/>
                  </a:lnTo>
                  <a:lnTo>
                    <a:pt x="1946648" y="1387512"/>
                  </a:lnTo>
                  <a:lnTo>
                    <a:pt x="1947345" y="1401063"/>
                  </a:lnTo>
                  <a:lnTo>
                    <a:pt x="1948041" y="1415307"/>
                  </a:lnTo>
                  <a:lnTo>
                    <a:pt x="1948737" y="1429347"/>
                  </a:lnTo>
                  <a:lnTo>
                    <a:pt x="1949433" y="1443790"/>
                  </a:lnTo>
                  <a:lnTo>
                    <a:pt x="1950129" y="1458002"/>
                  </a:lnTo>
                  <a:lnTo>
                    <a:pt x="1950825" y="1471933"/>
                  </a:lnTo>
                  <a:lnTo>
                    <a:pt x="1951522" y="1486664"/>
                  </a:lnTo>
                  <a:lnTo>
                    <a:pt x="1952218" y="1500012"/>
                  </a:lnTo>
                  <a:lnTo>
                    <a:pt x="1952914" y="1513967"/>
                  </a:lnTo>
                  <a:lnTo>
                    <a:pt x="1953610" y="1526481"/>
                  </a:lnTo>
                  <a:lnTo>
                    <a:pt x="1954306" y="1540411"/>
                  </a:lnTo>
                  <a:lnTo>
                    <a:pt x="1955003" y="1554819"/>
                  </a:lnTo>
                  <a:lnTo>
                    <a:pt x="1955699" y="1566637"/>
                  </a:lnTo>
                  <a:lnTo>
                    <a:pt x="1956395" y="1578559"/>
                  </a:lnTo>
                  <a:lnTo>
                    <a:pt x="1957091" y="1591252"/>
                  </a:lnTo>
                  <a:lnTo>
                    <a:pt x="1957787" y="1603175"/>
                  </a:lnTo>
                  <a:lnTo>
                    <a:pt x="1958483" y="1614919"/>
                  </a:lnTo>
                  <a:lnTo>
                    <a:pt x="1959180" y="1625679"/>
                  </a:lnTo>
                  <a:lnTo>
                    <a:pt x="1959876" y="1637061"/>
                  </a:lnTo>
                  <a:lnTo>
                    <a:pt x="1960572" y="1650180"/>
                  </a:lnTo>
                  <a:lnTo>
                    <a:pt x="1961268" y="1663314"/>
                  </a:lnTo>
                  <a:lnTo>
                    <a:pt x="1961964" y="1675778"/>
                  </a:lnTo>
                  <a:lnTo>
                    <a:pt x="1962660" y="1687892"/>
                  </a:lnTo>
                  <a:lnTo>
                    <a:pt x="1963357" y="1699099"/>
                  </a:lnTo>
                  <a:lnTo>
                    <a:pt x="1964053" y="1709346"/>
                  </a:lnTo>
                  <a:lnTo>
                    <a:pt x="1964749" y="1720277"/>
                  </a:lnTo>
                  <a:lnTo>
                    <a:pt x="1965445" y="1730384"/>
                  </a:lnTo>
                  <a:lnTo>
                    <a:pt x="1966141" y="1740156"/>
                  </a:lnTo>
                  <a:lnTo>
                    <a:pt x="1966838" y="1748478"/>
                  </a:lnTo>
                  <a:lnTo>
                    <a:pt x="1967534" y="1756615"/>
                  </a:lnTo>
                  <a:lnTo>
                    <a:pt x="1968230" y="1764141"/>
                  </a:lnTo>
                  <a:lnTo>
                    <a:pt x="1968926" y="1771321"/>
                  </a:lnTo>
                  <a:lnTo>
                    <a:pt x="1969622" y="1778973"/>
                  </a:lnTo>
                  <a:lnTo>
                    <a:pt x="1970318" y="1785308"/>
                  </a:lnTo>
                  <a:lnTo>
                    <a:pt x="1971015" y="1788811"/>
                  </a:lnTo>
                  <a:lnTo>
                    <a:pt x="1971711" y="1792315"/>
                  </a:lnTo>
                  <a:lnTo>
                    <a:pt x="1972407" y="1795818"/>
                  </a:lnTo>
                  <a:lnTo>
                    <a:pt x="1973103" y="1798705"/>
                  </a:lnTo>
                  <a:lnTo>
                    <a:pt x="1973799" y="1798790"/>
                  </a:lnTo>
                  <a:lnTo>
                    <a:pt x="1974495" y="1797786"/>
                  </a:lnTo>
                  <a:lnTo>
                    <a:pt x="1975192" y="1794434"/>
                  </a:lnTo>
                  <a:lnTo>
                    <a:pt x="1975888" y="1789693"/>
                  </a:lnTo>
                  <a:lnTo>
                    <a:pt x="1976584" y="1785391"/>
                  </a:lnTo>
                  <a:lnTo>
                    <a:pt x="1977280" y="1779126"/>
                  </a:lnTo>
                  <a:lnTo>
                    <a:pt x="1977976" y="1772861"/>
                  </a:lnTo>
                  <a:lnTo>
                    <a:pt x="1978672" y="1766595"/>
                  </a:lnTo>
                  <a:lnTo>
                    <a:pt x="1979369" y="1758425"/>
                  </a:lnTo>
                  <a:lnTo>
                    <a:pt x="1980065" y="1749360"/>
                  </a:lnTo>
                  <a:lnTo>
                    <a:pt x="1980761" y="1739787"/>
                  </a:lnTo>
                  <a:lnTo>
                    <a:pt x="1981457" y="1730214"/>
                  </a:lnTo>
                  <a:lnTo>
                    <a:pt x="1982153" y="1720338"/>
                  </a:lnTo>
                  <a:lnTo>
                    <a:pt x="1982850" y="1709331"/>
                  </a:lnTo>
                  <a:lnTo>
                    <a:pt x="1983546" y="1698858"/>
                  </a:lnTo>
                  <a:lnTo>
                    <a:pt x="1984242" y="1690017"/>
                  </a:lnTo>
                  <a:lnTo>
                    <a:pt x="1984938" y="1682444"/>
                  </a:lnTo>
                  <a:lnTo>
                    <a:pt x="1985634" y="1674455"/>
                  </a:lnTo>
                  <a:lnTo>
                    <a:pt x="1986330" y="1665606"/>
                  </a:lnTo>
                  <a:lnTo>
                    <a:pt x="1987027" y="1656202"/>
                  </a:lnTo>
                  <a:lnTo>
                    <a:pt x="1987723" y="1648203"/>
                  </a:lnTo>
                  <a:lnTo>
                    <a:pt x="1988419" y="1640203"/>
                  </a:lnTo>
                  <a:lnTo>
                    <a:pt x="1989115" y="1632620"/>
                  </a:lnTo>
                  <a:lnTo>
                    <a:pt x="1989811" y="1626672"/>
                  </a:lnTo>
                  <a:lnTo>
                    <a:pt x="1990507" y="1621876"/>
                  </a:lnTo>
                  <a:lnTo>
                    <a:pt x="1991204" y="1618531"/>
                  </a:lnTo>
                  <a:lnTo>
                    <a:pt x="1991900" y="1614755"/>
                  </a:lnTo>
                  <a:lnTo>
                    <a:pt x="1992596" y="1611784"/>
                  </a:lnTo>
                  <a:lnTo>
                    <a:pt x="1993292" y="1610884"/>
                  </a:lnTo>
                  <a:lnTo>
                    <a:pt x="1993988" y="1609215"/>
                  </a:lnTo>
                  <a:lnTo>
                    <a:pt x="1994685" y="1607548"/>
                  </a:lnTo>
                  <a:lnTo>
                    <a:pt x="1995381" y="1605511"/>
                  </a:lnTo>
                  <a:lnTo>
                    <a:pt x="1996077" y="1603475"/>
                  </a:lnTo>
                  <a:lnTo>
                    <a:pt x="1996773" y="1601868"/>
                  </a:lnTo>
                  <a:lnTo>
                    <a:pt x="1997469" y="1600731"/>
                  </a:lnTo>
                  <a:lnTo>
                    <a:pt x="1998165" y="1599594"/>
                  </a:lnTo>
                  <a:lnTo>
                    <a:pt x="1998862" y="1598640"/>
                  </a:lnTo>
                  <a:lnTo>
                    <a:pt x="1999558" y="1597686"/>
                  </a:lnTo>
                  <a:lnTo>
                    <a:pt x="2000254" y="1596550"/>
                  </a:lnTo>
                  <a:lnTo>
                    <a:pt x="2000950" y="1595414"/>
                  </a:lnTo>
                  <a:lnTo>
                    <a:pt x="2001646" y="1594475"/>
                  </a:lnTo>
                  <a:lnTo>
                    <a:pt x="2002342" y="1590210"/>
                  </a:lnTo>
                  <a:lnTo>
                    <a:pt x="2003039" y="1585469"/>
                  </a:lnTo>
                  <a:lnTo>
                    <a:pt x="2003735" y="1580545"/>
                  </a:lnTo>
                  <a:lnTo>
                    <a:pt x="2004431" y="1575434"/>
                  </a:lnTo>
                  <a:lnTo>
                    <a:pt x="2005127" y="1570324"/>
                  </a:lnTo>
                  <a:lnTo>
                    <a:pt x="2005823" y="1565214"/>
                  </a:lnTo>
                  <a:lnTo>
                    <a:pt x="2006519" y="1560104"/>
                  </a:lnTo>
                  <a:lnTo>
                    <a:pt x="2007216" y="1553802"/>
                  </a:lnTo>
                  <a:lnTo>
                    <a:pt x="2007912" y="1545013"/>
                  </a:lnTo>
                  <a:lnTo>
                    <a:pt x="2008608" y="1536412"/>
                  </a:lnTo>
                  <a:lnTo>
                    <a:pt x="2009304" y="1530045"/>
                  </a:lnTo>
                  <a:lnTo>
                    <a:pt x="2010000" y="1525081"/>
                  </a:lnTo>
                  <a:lnTo>
                    <a:pt x="2010697" y="1519646"/>
                  </a:lnTo>
                  <a:lnTo>
                    <a:pt x="2011393" y="1513781"/>
                  </a:lnTo>
                  <a:lnTo>
                    <a:pt x="2012089" y="1508139"/>
                  </a:lnTo>
                  <a:lnTo>
                    <a:pt x="2012785" y="1506822"/>
                  </a:lnTo>
                  <a:lnTo>
                    <a:pt x="2013481" y="1506160"/>
                  </a:lnTo>
                  <a:lnTo>
                    <a:pt x="2014177" y="1505497"/>
                  </a:lnTo>
                  <a:lnTo>
                    <a:pt x="2014874" y="1507072"/>
                  </a:lnTo>
                  <a:lnTo>
                    <a:pt x="2015570" y="1509729"/>
                  </a:lnTo>
                  <a:lnTo>
                    <a:pt x="2016266" y="1512892"/>
                  </a:lnTo>
                  <a:lnTo>
                    <a:pt x="2016962" y="1516055"/>
                  </a:lnTo>
                  <a:lnTo>
                    <a:pt x="2017658" y="1521237"/>
                  </a:lnTo>
                  <a:lnTo>
                    <a:pt x="2018354" y="1530791"/>
                  </a:lnTo>
                  <a:lnTo>
                    <a:pt x="2019051" y="1540835"/>
                  </a:lnTo>
                  <a:lnTo>
                    <a:pt x="2019747" y="1549539"/>
                  </a:lnTo>
                  <a:lnTo>
                    <a:pt x="2020443" y="1552893"/>
                  </a:lnTo>
                  <a:lnTo>
                    <a:pt x="2021139" y="1556142"/>
                  </a:lnTo>
                  <a:lnTo>
                    <a:pt x="2021835" y="1559015"/>
                  </a:lnTo>
                  <a:lnTo>
                    <a:pt x="2022532" y="1560889"/>
                  </a:lnTo>
                  <a:lnTo>
                    <a:pt x="2023228" y="1561360"/>
                  </a:lnTo>
                  <a:lnTo>
                    <a:pt x="2023924" y="1561830"/>
                  </a:lnTo>
                  <a:lnTo>
                    <a:pt x="2024620" y="1562301"/>
                  </a:lnTo>
                  <a:lnTo>
                    <a:pt x="2025316" y="1560666"/>
                  </a:lnTo>
                  <a:lnTo>
                    <a:pt x="2026012" y="1557458"/>
                  </a:lnTo>
                  <a:lnTo>
                    <a:pt x="2026709" y="1552385"/>
                  </a:lnTo>
                  <a:lnTo>
                    <a:pt x="2027405" y="1545800"/>
                  </a:lnTo>
                  <a:lnTo>
                    <a:pt x="2028101" y="1535866"/>
                  </a:lnTo>
                  <a:lnTo>
                    <a:pt x="2028797" y="1523593"/>
                  </a:lnTo>
                  <a:lnTo>
                    <a:pt x="2029493" y="1510299"/>
                  </a:lnTo>
                  <a:lnTo>
                    <a:pt x="2030189" y="1497160"/>
                  </a:lnTo>
                  <a:lnTo>
                    <a:pt x="2030886" y="1486533"/>
                  </a:lnTo>
                  <a:lnTo>
                    <a:pt x="2031582" y="1476246"/>
                  </a:lnTo>
                  <a:lnTo>
                    <a:pt x="2032278" y="1466517"/>
                  </a:lnTo>
                  <a:lnTo>
                    <a:pt x="2032974" y="1458134"/>
                  </a:lnTo>
                  <a:lnTo>
                    <a:pt x="2033670" y="1449750"/>
                  </a:lnTo>
                  <a:lnTo>
                    <a:pt x="2034366" y="1441184"/>
                  </a:lnTo>
                  <a:lnTo>
                    <a:pt x="2035063" y="1432618"/>
                  </a:lnTo>
                  <a:lnTo>
                    <a:pt x="2035759" y="1423008"/>
                  </a:lnTo>
                  <a:lnTo>
                    <a:pt x="2036455" y="1413422"/>
                  </a:lnTo>
                  <a:lnTo>
                    <a:pt x="2037151" y="1404371"/>
                  </a:lnTo>
                  <a:lnTo>
                    <a:pt x="2037847" y="1401067"/>
                  </a:lnTo>
                  <a:lnTo>
                    <a:pt x="2038544" y="1401279"/>
                  </a:lnTo>
                  <a:lnTo>
                    <a:pt x="2039240" y="1402415"/>
                  </a:lnTo>
                  <a:lnTo>
                    <a:pt x="2039936" y="1402451"/>
                  </a:lnTo>
                  <a:lnTo>
                    <a:pt x="2040632" y="1398439"/>
                  </a:lnTo>
                  <a:lnTo>
                    <a:pt x="2041328" y="1393793"/>
                  </a:lnTo>
                  <a:lnTo>
                    <a:pt x="2042024" y="1389146"/>
                  </a:lnTo>
                  <a:lnTo>
                    <a:pt x="2042721" y="1385262"/>
                  </a:lnTo>
                  <a:lnTo>
                    <a:pt x="2043417" y="1383864"/>
                  </a:lnTo>
                  <a:lnTo>
                    <a:pt x="2044113" y="1382467"/>
                  </a:lnTo>
                  <a:lnTo>
                    <a:pt x="2044809" y="1381219"/>
                  </a:lnTo>
                  <a:lnTo>
                    <a:pt x="2045505" y="1379971"/>
                  </a:lnTo>
                  <a:lnTo>
                    <a:pt x="2046201" y="1379934"/>
                  </a:lnTo>
                  <a:lnTo>
                    <a:pt x="2046898" y="1380107"/>
                  </a:lnTo>
                  <a:lnTo>
                    <a:pt x="2047594" y="1379473"/>
                  </a:lnTo>
                  <a:lnTo>
                    <a:pt x="2048290" y="1375631"/>
                  </a:lnTo>
                  <a:lnTo>
                    <a:pt x="2048986" y="1370266"/>
                  </a:lnTo>
                  <a:lnTo>
                    <a:pt x="2049682" y="1363832"/>
                  </a:lnTo>
                  <a:lnTo>
                    <a:pt x="2050379" y="1358033"/>
                  </a:lnTo>
                  <a:lnTo>
                    <a:pt x="2051075" y="1355540"/>
                  </a:lnTo>
                  <a:lnTo>
                    <a:pt x="2051771" y="1354031"/>
                  </a:lnTo>
                  <a:lnTo>
                    <a:pt x="2052467" y="1352523"/>
                  </a:lnTo>
                  <a:lnTo>
                    <a:pt x="2053163" y="1349730"/>
                  </a:lnTo>
                  <a:lnTo>
                    <a:pt x="2053859" y="1342197"/>
                  </a:lnTo>
                  <a:lnTo>
                    <a:pt x="2054556" y="1332192"/>
                  </a:lnTo>
                  <a:lnTo>
                    <a:pt x="2055252" y="1321868"/>
                  </a:lnTo>
                  <a:lnTo>
                    <a:pt x="2055948" y="1316096"/>
                  </a:lnTo>
                  <a:lnTo>
                    <a:pt x="2056644" y="1310772"/>
                  </a:lnTo>
                  <a:lnTo>
                    <a:pt x="2057340" y="1305311"/>
                  </a:lnTo>
                  <a:lnTo>
                    <a:pt x="2058036" y="1302063"/>
                  </a:lnTo>
                  <a:lnTo>
                    <a:pt x="2058733" y="1298169"/>
                  </a:lnTo>
                  <a:lnTo>
                    <a:pt x="2059429" y="1295192"/>
                  </a:lnTo>
                  <a:lnTo>
                    <a:pt x="2060125" y="1292749"/>
                  </a:lnTo>
                  <a:lnTo>
                    <a:pt x="2060821" y="1291292"/>
                  </a:lnTo>
                  <a:lnTo>
                    <a:pt x="2061517" y="1290256"/>
                  </a:lnTo>
                  <a:lnTo>
                    <a:pt x="2062214" y="1289842"/>
                  </a:lnTo>
                  <a:lnTo>
                    <a:pt x="2062910" y="1289729"/>
                  </a:lnTo>
                  <a:lnTo>
                    <a:pt x="2063606" y="1291743"/>
                  </a:lnTo>
                  <a:lnTo>
                    <a:pt x="2064302" y="1295580"/>
                  </a:lnTo>
                  <a:lnTo>
                    <a:pt x="2064998" y="1302053"/>
                  </a:lnTo>
                  <a:lnTo>
                    <a:pt x="2065694" y="1308857"/>
                  </a:lnTo>
                  <a:lnTo>
                    <a:pt x="2066391" y="1313102"/>
                  </a:lnTo>
                  <a:lnTo>
                    <a:pt x="2067087" y="1317089"/>
                  </a:lnTo>
                  <a:lnTo>
                    <a:pt x="2067783" y="1322172"/>
                  </a:lnTo>
                  <a:lnTo>
                    <a:pt x="2068479" y="1325473"/>
                  </a:lnTo>
                  <a:lnTo>
                    <a:pt x="2069175" y="1330252"/>
                  </a:lnTo>
                  <a:lnTo>
                    <a:pt x="2069871" y="1334695"/>
                  </a:lnTo>
                  <a:lnTo>
                    <a:pt x="2070568" y="1339036"/>
                  </a:lnTo>
                  <a:lnTo>
                    <a:pt x="2071264" y="1345041"/>
                  </a:lnTo>
                  <a:lnTo>
                    <a:pt x="2071960" y="1351023"/>
                  </a:lnTo>
                  <a:lnTo>
                    <a:pt x="2072656" y="1356918"/>
                  </a:lnTo>
                  <a:lnTo>
                    <a:pt x="2073352" y="1362714"/>
                  </a:lnTo>
                  <a:lnTo>
                    <a:pt x="2074048" y="1365657"/>
                  </a:lnTo>
                  <a:lnTo>
                    <a:pt x="2074745" y="1367857"/>
                  </a:lnTo>
                  <a:lnTo>
                    <a:pt x="2075441" y="1371158"/>
                  </a:lnTo>
                  <a:lnTo>
                    <a:pt x="2076137" y="1378508"/>
                  </a:lnTo>
                  <a:lnTo>
                    <a:pt x="2076833" y="1386491"/>
                  </a:lnTo>
                  <a:lnTo>
                    <a:pt x="2077529" y="1394475"/>
                  </a:lnTo>
                  <a:lnTo>
                    <a:pt x="2078226" y="1402888"/>
                  </a:lnTo>
                  <a:lnTo>
                    <a:pt x="2078922" y="1411301"/>
                  </a:lnTo>
                  <a:lnTo>
                    <a:pt x="2079618" y="1419714"/>
                  </a:lnTo>
                  <a:lnTo>
                    <a:pt x="2080314" y="1428598"/>
                  </a:lnTo>
                  <a:lnTo>
                    <a:pt x="2081010" y="1438360"/>
                  </a:lnTo>
                  <a:lnTo>
                    <a:pt x="2081706" y="1447768"/>
                  </a:lnTo>
                  <a:lnTo>
                    <a:pt x="2082403" y="1456967"/>
                  </a:lnTo>
                  <a:lnTo>
                    <a:pt x="2083099" y="1466738"/>
                  </a:lnTo>
                  <a:lnTo>
                    <a:pt x="2083795" y="1476710"/>
                  </a:lnTo>
                  <a:lnTo>
                    <a:pt x="2084491" y="1487551"/>
                  </a:lnTo>
                  <a:lnTo>
                    <a:pt x="2085187" y="1499460"/>
                  </a:lnTo>
                  <a:lnTo>
                    <a:pt x="2085883" y="1509556"/>
                  </a:lnTo>
                  <a:lnTo>
                    <a:pt x="2086580" y="1514683"/>
                  </a:lnTo>
                  <a:lnTo>
                    <a:pt x="2087276" y="1518607"/>
                  </a:lnTo>
                  <a:lnTo>
                    <a:pt x="2087972" y="1522749"/>
                  </a:lnTo>
                  <a:lnTo>
                    <a:pt x="2088668" y="1526673"/>
                  </a:lnTo>
                  <a:lnTo>
                    <a:pt x="2089364" y="1531666"/>
                  </a:lnTo>
                  <a:lnTo>
                    <a:pt x="2090061" y="1538107"/>
                  </a:lnTo>
                  <a:lnTo>
                    <a:pt x="2090757" y="1545004"/>
                  </a:lnTo>
                  <a:lnTo>
                    <a:pt x="2091453" y="1551430"/>
                  </a:lnTo>
                  <a:lnTo>
                    <a:pt x="2092149" y="1556156"/>
                  </a:lnTo>
                  <a:lnTo>
                    <a:pt x="2092845" y="1558355"/>
                  </a:lnTo>
                  <a:lnTo>
                    <a:pt x="2093541" y="1557825"/>
                  </a:lnTo>
                  <a:lnTo>
                    <a:pt x="2094238" y="1557608"/>
                  </a:lnTo>
                  <a:lnTo>
                    <a:pt x="2094934" y="1556806"/>
                  </a:lnTo>
                  <a:lnTo>
                    <a:pt x="2095630" y="1555472"/>
                  </a:lnTo>
                  <a:lnTo>
                    <a:pt x="2096326" y="1553897"/>
                  </a:lnTo>
                  <a:lnTo>
                    <a:pt x="2097022" y="1553282"/>
                  </a:lnTo>
                  <a:lnTo>
                    <a:pt x="2097718" y="1553225"/>
                  </a:lnTo>
                  <a:lnTo>
                    <a:pt x="2098415" y="1554379"/>
                  </a:lnTo>
                  <a:lnTo>
                    <a:pt x="2099111" y="1555044"/>
                  </a:lnTo>
                  <a:lnTo>
                    <a:pt x="2099807" y="1553961"/>
                  </a:lnTo>
                  <a:lnTo>
                    <a:pt x="2100503" y="1551302"/>
                  </a:lnTo>
                  <a:lnTo>
                    <a:pt x="2101199" y="1547880"/>
                  </a:lnTo>
                  <a:lnTo>
                    <a:pt x="2101895" y="1544875"/>
                  </a:lnTo>
                  <a:lnTo>
                    <a:pt x="2102592" y="1543073"/>
                  </a:lnTo>
                  <a:lnTo>
                    <a:pt x="2103288" y="1543038"/>
                  </a:lnTo>
                  <a:lnTo>
                    <a:pt x="2103984" y="1544355"/>
                  </a:lnTo>
                  <a:lnTo>
                    <a:pt x="2104680" y="1543103"/>
                  </a:lnTo>
                  <a:lnTo>
                    <a:pt x="2105376" y="1539506"/>
                  </a:lnTo>
                  <a:lnTo>
                    <a:pt x="2106073" y="1536012"/>
                  </a:lnTo>
                  <a:lnTo>
                    <a:pt x="2106769" y="1532614"/>
                  </a:lnTo>
                  <a:lnTo>
                    <a:pt x="2107465" y="1529216"/>
                  </a:lnTo>
                  <a:lnTo>
                    <a:pt x="2108161" y="1525507"/>
                  </a:lnTo>
                  <a:lnTo>
                    <a:pt x="2108857" y="1519908"/>
                  </a:lnTo>
                  <a:lnTo>
                    <a:pt x="2109553" y="1515234"/>
                  </a:lnTo>
                  <a:lnTo>
                    <a:pt x="2110250" y="1511206"/>
                  </a:lnTo>
                  <a:lnTo>
                    <a:pt x="2110946" y="1508019"/>
                  </a:lnTo>
                  <a:lnTo>
                    <a:pt x="2111642" y="1505194"/>
                  </a:lnTo>
                  <a:lnTo>
                    <a:pt x="2112338" y="1501953"/>
                  </a:lnTo>
                  <a:lnTo>
                    <a:pt x="2113034" y="1498710"/>
                  </a:lnTo>
                  <a:lnTo>
                    <a:pt x="2113730" y="1495468"/>
                  </a:lnTo>
                  <a:lnTo>
                    <a:pt x="2114427" y="1493660"/>
                  </a:lnTo>
                  <a:lnTo>
                    <a:pt x="2115123" y="1493097"/>
                  </a:lnTo>
                  <a:lnTo>
                    <a:pt x="2115819" y="1496067"/>
                  </a:lnTo>
                  <a:lnTo>
                    <a:pt x="2116515" y="1499110"/>
                  </a:lnTo>
                  <a:lnTo>
                    <a:pt x="2117211" y="1500762"/>
                  </a:lnTo>
                  <a:lnTo>
                    <a:pt x="2117908" y="1501997"/>
                  </a:lnTo>
                  <a:lnTo>
                    <a:pt x="2118604" y="1503649"/>
                  </a:lnTo>
                  <a:lnTo>
                    <a:pt x="2119300" y="1505102"/>
                  </a:lnTo>
                  <a:lnTo>
                    <a:pt x="2119996" y="1504251"/>
                  </a:lnTo>
                  <a:lnTo>
                    <a:pt x="2120692" y="1503580"/>
                  </a:lnTo>
                  <a:lnTo>
                    <a:pt x="2121388" y="1504289"/>
                  </a:lnTo>
                  <a:lnTo>
                    <a:pt x="2122085" y="1506474"/>
                  </a:lnTo>
                  <a:lnTo>
                    <a:pt x="2122781" y="1508878"/>
                  </a:lnTo>
                  <a:lnTo>
                    <a:pt x="2123477" y="1511063"/>
                  </a:lnTo>
                  <a:lnTo>
                    <a:pt x="2124173" y="1513466"/>
                  </a:lnTo>
                  <a:lnTo>
                    <a:pt x="2124869" y="1515336"/>
                  </a:lnTo>
                  <a:lnTo>
                    <a:pt x="2125565" y="1515851"/>
                  </a:lnTo>
                  <a:lnTo>
                    <a:pt x="2126262" y="1516053"/>
                  </a:lnTo>
                  <a:lnTo>
                    <a:pt x="2126958" y="1516255"/>
                  </a:lnTo>
                  <a:lnTo>
                    <a:pt x="2127654" y="1518233"/>
                  </a:lnTo>
                  <a:lnTo>
                    <a:pt x="2128350" y="1523679"/>
                  </a:lnTo>
                  <a:lnTo>
                    <a:pt x="2129046" y="1530778"/>
                  </a:lnTo>
                  <a:lnTo>
                    <a:pt x="2129743" y="1537679"/>
                  </a:lnTo>
                  <a:lnTo>
                    <a:pt x="2130439" y="1545795"/>
                  </a:lnTo>
                  <a:lnTo>
                    <a:pt x="2131135" y="1554144"/>
                  </a:lnTo>
                  <a:lnTo>
                    <a:pt x="2131831" y="1562218"/>
                  </a:lnTo>
                  <a:lnTo>
                    <a:pt x="2132527" y="1569332"/>
                  </a:lnTo>
                  <a:lnTo>
                    <a:pt x="2133223" y="1576111"/>
                  </a:lnTo>
                  <a:lnTo>
                    <a:pt x="2133920" y="1582889"/>
                  </a:lnTo>
                  <a:lnTo>
                    <a:pt x="2134616" y="1589729"/>
                  </a:lnTo>
                  <a:lnTo>
                    <a:pt x="2135312" y="1597178"/>
                  </a:lnTo>
                  <a:lnTo>
                    <a:pt x="2136008" y="1607018"/>
                  </a:lnTo>
                  <a:lnTo>
                    <a:pt x="2136704" y="1617542"/>
                  </a:lnTo>
                  <a:lnTo>
                    <a:pt x="2137400" y="1627298"/>
                  </a:lnTo>
                  <a:lnTo>
                    <a:pt x="2138097" y="1635770"/>
                  </a:lnTo>
                  <a:lnTo>
                    <a:pt x="2138793" y="1640633"/>
                  </a:lnTo>
                  <a:lnTo>
                    <a:pt x="2139489" y="1644767"/>
                  </a:lnTo>
                  <a:lnTo>
                    <a:pt x="2140185" y="1649993"/>
                  </a:lnTo>
                  <a:lnTo>
                    <a:pt x="2140881" y="1658113"/>
                  </a:lnTo>
                  <a:lnTo>
                    <a:pt x="2141577" y="1665832"/>
                  </a:lnTo>
                  <a:lnTo>
                    <a:pt x="2142274" y="1672835"/>
                  </a:lnTo>
                  <a:lnTo>
                    <a:pt x="2142970" y="1679838"/>
                  </a:lnTo>
                  <a:lnTo>
                    <a:pt x="2143666" y="1686840"/>
                  </a:lnTo>
                  <a:lnTo>
                    <a:pt x="2144362" y="1693843"/>
                  </a:lnTo>
                  <a:lnTo>
                    <a:pt x="2145058" y="1699922"/>
                  </a:lnTo>
                  <a:lnTo>
                    <a:pt x="2145755" y="1705354"/>
                  </a:lnTo>
                  <a:lnTo>
                    <a:pt x="2146451" y="1709945"/>
                  </a:lnTo>
                  <a:lnTo>
                    <a:pt x="2147147" y="1714174"/>
                  </a:lnTo>
                  <a:lnTo>
                    <a:pt x="2147843" y="1718820"/>
                  </a:lnTo>
                  <a:lnTo>
                    <a:pt x="2148539" y="1723466"/>
                  </a:lnTo>
                  <a:lnTo>
                    <a:pt x="2149235" y="1728112"/>
                  </a:lnTo>
                  <a:lnTo>
                    <a:pt x="2149932" y="1731173"/>
                  </a:lnTo>
                  <a:lnTo>
                    <a:pt x="2150628" y="1732991"/>
                  </a:lnTo>
                  <a:lnTo>
                    <a:pt x="2151324" y="1730498"/>
                  </a:lnTo>
                  <a:lnTo>
                    <a:pt x="2152020" y="1727055"/>
                  </a:lnTo>
                  <a:lnTo>
                    <a:pt x="2152716" y="1724145"/>
                  </a:lnTo>
                  <a:lnTo>
                    <a:pt x="2153412" y="1721652"/>
                  </a:lnTo>
                  <a:lnTo>
                    <a:pt x="2154109" y="1718742"/>
                  </a:lnTo>
                  <a:lnTo>
                    <a:pt x="2154805" y="1716249"/>
                  </a:lnTo>
                  <a:lnTo>
                    <a:pt x="2155501" y="1716060"/>
                  </a:lnTo>
                  <a:lnTo>
                    <a:pt x="2156197" y="1715690"/>
                  </a:lnTo>
                  <a:lnTo>
                    <a:pt x="2156893" y="1714788"/>
                  </a:lnTo>
                  <a:lnTo>
                    <a:pt x="2157590" y="1713885"/>
                  </a:lnTo>
                  <a:lnTo>
                    <a:pt x="2158286" y="1712982"/>
                  </a:lnTo>
                  <a:lnTo>
                    <a:pt x="2158982" y="1712079"/>
                  </a:lnTo>
                  <a:lnTo>
                    <a:pt x="2159678" y="1711176"/>
                  </a:lnTo>
                  <a:lnTo>
                    <a:pt x="2160374" y="1710807"/>
                  </a:lnTo>
                  <a:lnTo>
                    <a:pt x="2161070" y="1711793"/>
                  </a:lnTo>
                  <a:lnTo>
                    <a:pt x="2161767" y="1713091"/>
                  </a:lnTo>
                  <a:lnTo>
                    <a:pt x="2162463" y="1714389"/>
                  </a:lnTo>
                  <a:lnTo>
                    <a:pt x="2163159" y="1715687"/>
                  </a:lnTo>
                  <a:lnTo>
                    <a:pt x="2163855" y="1716985"/>
                  </a:lnTo>
                  <a:lnTo>
                    <a:pt x="2164551" y="1718283"/>
                  </a:lnTo>
                  <a:lnTo>
                    <a:pt x="2165247" y="1720115"/>
                  </a:lnTo>
                  <a:lnTo>
                    <a:pt x="2165944" y="1720396"/>
                  </a:lnTo>
                  <a:lnTo>
                    <a:pt x="2166640" y="1720444"/>
                  </a:lnTo>
                  <a:lnTo>
                    <a:pt x="2167336" y="1720492"/>
                  </a:lnTo>
                  <a:lnTo>
                    <a:pt x="2168032" y="1720540"/>
                  </a:lnTo>
                  <a:lnTo>
                    <a:pt x="2168728" y="1720588"/>
                  </a:lnTo>
                  <a:lnTo>
                    <a:pt x="2169424" y="1720636"/>
                  </a:lnTo>
                  <a:lnTo>
                    <a:pt x="2170121" y="1721113"/>
                  </a:lnTo>
                  <a:lnTo>
                    <a:pt x="2170817" y="1721590"/>
                  </a:lnTo>
                  <a:lnTo>
                    <a:pt x="2171513" y="1720404"/>
                  </a:lnTo>
                  <a:lnTo>
                    <a:pt x="2172209" y="1718539"/>
                  </a:lnTo>
                  <a:lnTo>
                    <a:pt x="2172905" y="1715173"/>
                  </a:lnTo>
                  <a:lnTo>
                    <a:pt x="2173602" y="1711808"/>
                  </a:lnTo>
                  <a:lnTo>
                    <a:pt x="2174298" y="1706530"/>
                  </a:lnTo>
                  <a:lnTo>
                    <a:pt x="2174994" y="1700964"/>
                  </a:lnTo>
                  <a:lnTo>
                    <a:pt x="2175690" y="1695397"/>
                  </a:lnTo>
                  <a:lnTo>
                    <a:pt x="2176386" y="1689616"/>
                  </a:lnTo>
                  <a:lnTo>
                    <a:pt x="2177082" y="1684235"/>
                  </a:lnTo>
                  <a:lnTo>
                    <a:pt x="2177779" y="1679037"/>
                  </a:lnTo>
                  <a:lnTo>
                    <a:pt x="2178475" y="1673839"/>
                  </a:lnTo>
                  <a:lnTo>
                    <a:pt x="2179171" y="1668642"/>
                  </a:lnTo>
                  <a:lnTo>
                    <a:pt x="2179867" y="1663444"/>
                  </a:lnTo>
                  <a:lnTo>
                    <a:pt x="2180563" y="1658246"/>
                  </a:lnTo>
                  <a:lnTo>
                    <a:pt x="2181259" y="1653049"/>
                  </a:lnTo>
                  <a:lnTo>
                    <a:pt x="2181956" y="1647851"/>
                  </a:lnTo>
                  <a:lnTo>
                    <a:pt x="2182652" y="1642861"/>
                  </a:lnTo>
                  <a:lnTo>
                    <a:pt x="2183348" y="1639864"/>
                  </a:lnTo>
                  <a:lnTo>
                    <a:pt x="2184044" y="1636867"/>
                  </a:lnTo>
                  <a:lnTo>
                    <a:pt x="2184740" y="1636274"/>
                  </a:lnTo>
                  <a:lnTo>
                    <a:pt x="2185437" y="1635968"/>
                  </a:lnTo>
                  <a:lnTo>
                    <a:pt x="2186133" y="1635662"/>
                  </a:lnTo>
                  <a:lnTo>
                    <a:pt x="2186829" y="1635662"/>
                  </a:lnTo>
                  <a:lnTo>
                    <a:pt x="2187525" y="1635662"/>
                  </a:lnTo>
                  <a:lnTo>
                    <a:pt x="2188221" y="1635662"/>
                  </a:lnTo>
                  <a:lnTo>
                    <a:pt x="2188917" y="1635662"/>
                  </a:lnTo>
                  <a:lnTo>
                    <a:pt x="2189614" y="1634216"/>
                  </a:lnTo>
                  <a:lnTo>
                    <a:pt x="2190310" y="1631676"/>
                  </a:lnTo>
                  <a:lnTo>
                    <a:pt x="2191006" y="1629135"/>
                  </a:lnTo>
                  <a:lnTo>
                    <a:pt x="2191702" y="1626595"/>
                  </a:lnTo>
                  <a:lnTo>
                    <a:pt x="2192398" y="1624054"/>
                  </a:lnTo>
                  <a:lnTo>
                    <a:pt x="2193094" y="1621513"/>
                  </a:lnTo>
                  <a:lnTo>
                    <a:pt x="2193791" y="1618973"/>
                  </a:lnTo>
                  <a:lnTo>
                    <a:pt x="2194487" y="1616432"/>
                  </a:lnTo>
                  <a:lnTo>
                    <a:pt x="2195183" y="1614197"/>
                  </a:lnTo>
                  <a:lnTo>
                    <a:pt x="2195879" y="1611271"/>
                  </a:lnTo>
                  <a:lnTo>
                    <a:pt x="2196575" y="1607168"/>
                  </a:lnTo>
                  <a:lnTo>
                    <a:pt x="2197271" y="1603066"/>
                  </a:lnTo>
                  <a:lnTo>
                    <a:pt x="2197968" y="1598964"/>
                  </a:lnTo>
                  <a:lnTo>
                    <a:pt x="2198664" y="1594862"/>
                  </a:lnTo>
                  <a:lnTo>
                    <a:pt x="2199360" y="1590759"/>
                  </a:lnTo>
                  <a:lnTo>
                    <a:pt x="2200056" y="1588017"/>
                  </a:lnTo>
                  <a:lnTo>
                    <a:pt x="2200752" y="1586516"/>
                  </a:lnTo>
                  <a:lnTo>
                    <a:pt x="2201449" y="1585016"/>
                  </a:lnTo>
                  <a:lnTo>
                    <a:pt x="2202145" y="1583515"/>
                  </a:lnTo>
                  <a:lnTo>
                    <a:pt x="2202841" y="1582568"/>
                  </a:lnTo>
                  <a:lnTo>
                    <a:pt x="2203537" y="1582520"/>
                  </a:lnTo>
                  <a:lnTo>
                    <a:pt x="2204233" y="1582472"/>
                  </a:lnTo>
                  <a:lnTo>
                    <a:pt x="2204929" y="1582425"/>
                  </a:lnTo>
                  <a:lnTo>
                    <a:pt x="2205626" y="1582377"/>
                  </a:lnTo>
                  <a:lnTo>
                    <a:pt x="2206322" y="1583051"/>
                  </a:lnTo>
                  <a:lnTo>
                    <a:pt x="2207018" y="1585544"/>
                  </a:lnTo>
                  <a:lnTo>
                    <a:pt x="2207714" y="1588309"/>
                  </a:lnTo>
                  <a:lnTo>
                    <a:pt x="2208410" y="1593342"/>
                  </a:lnTo>
                  <a:lnTo>
                    <a:pt x="2209106" y="1599326"/>
                  </a:lnTo>
                  <a:lnTo>
                    <a:pt x="2209803" y="1607408"/>
                  </a:lnTo>
                  <a:lnTo>
                    <a:pt x="2210499" y="1615593"/>
                  </a:lnTo>
                  <a:lnTo>
                    <a:pt x="2211195" y="1623778"/>
                  </a:lnTo>
                  <a:lnTo>
                    <a:pt x="2211891" y="1631963"/>
                  </a:lnTo>
                  <a:lnTo>
                    <a:pt x="2212587" y="1640148"/>
                  </a:lnTo>
                  <a:lnTo>
                    <a:pt x="2213284" y="1647800"/>
                  </a:lnTo>
                  <a:lnTo>
                    <a:pt x="2213980" y="1655034"/>
                  </a:lnTo>
                  <a:lnTo>
                    <a:pt x="2214676" y="1662268"/>
                  </a:lnTo>
                  <a:lnTo>
                    <a:pt x="2215372" y="1667199"/>
                  </a:lnTo>
                  <a:lnTo>
                    <a:pt x="2216068" y="1671893"/>
                  </a:lnTo>
                  <a:lnTo>
                    <a:pt x="2216764" y="1675895"/>
                  </a:lnTo>
                  <a:lnTo>
                    <a:pt x="2217461" y="1676017"/>
                  </a:lnTo>
                  <a:lnTo>
                    <a:pt x="2218157" y="1675212"/>
                  </a:lnTo>
                  <a:lnTo>
                    <a:pt x="2218853" y="1670449"/>
                  </a:lnTo>
                  <a:lnTo>
                    <a:pt x="2219549" y="1664058"/>
                  </a:lnTo>
                  <a:lnTo>
                    <a:pt x="2220245" y="1655681"/>
                  </a:lnTo>
                  <a:lnTo>
                    <a:pt x="2220941" y="1647167"/>
                  </a:lnTo>
                  <a:lnTo>
                    <a:pt x="2221638" y="1639186"/>
                  </a:lnTo>
                  <a:lnTo>
                    <a:pt x="2222334" y="1631205"/>
                  </a:lnTo>
                  <a:lnTo>
                    <a:pt x="2223030" y="1623225"/>
                  </a:lnTo>
                  <a:lnTo>
                    <a:pt x="2223726" y="1615244"/>
                  </a:lnTo>
                  <a:lnTo>
                    <a:pt x="2224422" y="1607263"/>
                  </a:lnTo>
                  <a:lnTo>
                    <a:pt x="2225119" y="1600728"/>
                  </a:lnTo>
                  <a:lnTo>
                    <a:pt x="2225815" y="1596573"/>
                  </a:lnTo>
                  <a:lnTo>
                    <a:pt x="2226511" y="1591834"/>
                  </a:lnTo>
                  <a:lnTo>
                    <a:pt x="2227207" y="1587398"/>
                  </a:lnTo>
                  <a:lnTo>
                    <a:pt x="2227903" y="1585144"/>
                  </a:lnTo>
                  <a:lnTo>
                    <a:pt x="2228599" y="1582729"/>
                  </a:lnTo>
                  <a:lnTo>
                    <a:pt x="2229296" y="1582894"/>
                  </a:lnTo>
                  <a:lnTo>
                    <a:pt x="2229992" y="1583436"/>
                  </a:lnTo>
                  <a:lnTo>
                    <a:pt x="2230688" y="1582432"/>
                  </a:lnTo>
                  <a:lnTo>
                    <a:pt x="2231384" y="1582027"/>
                  </a:lnTo>
                  <a:lnTo>
                    <a:pt x="2232080" y="1580620"/>
                  </a:lnTo>
                  <a:lnTo>
                    <a:pt x="2232776" y="1579214"/>
                  </a:lnTo>
                  <a:lnTo>
                    <a:pt x="2233473" y="1575744"/>
                  </a:lnTo>
                  <a:lnTo>
                    <a:pt x="2234169" y="1570914"/>
                  </a:lnTo>
                  <a:lnTo>
                    <a:pt x="2234865" y="1566085"/>
                  </a:lnTo>
                  <a:lnTo>
                    <a:pt x="2235561" y="1559467"/>
                  </a:lnTo>
                  <a:lnTo>
                    <a:pt x="2236257" y="1551606"/>
                  </a:lnTo>
                  <a:lnTo>
                    <a:pt x="2236953" y="1544447"/>
                  </a:lnTo>
                  <a:lnTo>
                    <a:pt x="2237650" y="1538451"/>
                  </a:lnTo>
                  <a:lnTo>
                    <a:pt x="2238346" y="1531851"/>
                  </a:lnTo>
                  <a:lnTo>
                    <a:pt x="2239042" y="1525542"/>
                  </a:lnTo>
                  <a:lnTo>
                    <a:pt x="2239738" y="1519234"/>
                  </a:lnTo>
                  <a:lnTo>
                    <a:pt x="2240434" y="1513563"/>
                  </a:lnTo>
                  <a:lnTo>
                    <a:pt x="2241131" y="1508991"/>
                  </a:lnTo>
                  <a:lnTo>
                    <a:pt x="2241827" y="1502464"/>
                  </a:lnTo>
                  <a:lnTo>
                    <a:pt x="2242523" y="1495781"/>
                  </a:lnTo>
                  <a:lnTo>
                    <a:pt x="2243219" y="1489098"/>
                  </a:lnTo>
                  <a:lnTo>
                    <a:pt x="2243915" y="1484460"/>
                  </a:lnTo>
                  <a:lnTo>
                    <a:pt x="2244611" y="1481386"/>
                  </a:lnTo>
                  <a:lnTo>
                    <a:pt x="2245308" y="1478312"/>
                  </a:lnTo>
                  <a:lnTo>
                    <a:pt x="2246004" y="1475238"/>
                  </a:lnTo>
                  <a:lnTo>
                    <a:pt x="2246700" y="1472697"/>
                  </a:lnTo>
                  <a:lnTo>
                    <a:pt x="2247396" y="1469624"/>
                  </a:lnTo>
                  <a:lnTo>
                    <a:pt x="2248092" y="1466132"/>
                  </a:lnTo>
                  <a:lnTo>
                    <a:pt x="2248788" y="1461808"/>
                  </a:lnTo>
                  <a:lnTo>
                    <a:pt x="2249485" y="1456559"/>
                  </a:lnTo>
                  <a:lnTo>
                    <a:pt x="2250181" y="1450293"/>
                  </a:lnTo>
                  <a:lnTo>
                    <a:pt x="2250877" y="1445914"/>
                  </a:lnTo>
                  <a:lnTo>
                    <a:pt x="2251573" y="1441772"/>
                  </a:lnTo>
                  <a:lnTo>
                    <a:pt x="2252269" y="1439756"/>
                  </a:lnTo>
                  <a:lnTo>
                    <a:pt x="2252966" y="1442127"/>
                  </a:lnTo>
                  <a:lnTo>
                    <a:pt x="2253662" y="1445217"/>
                  </a:lnTo>
                  <a:lnTo>
                    <a:pt x="2254358" y="1450271"/>
                  </a:lnTo>
                  <a:lnTo>
                    <a:pt x="2255054" y="1456954"/>
                  </a:lnTo>
                  <a:lnTo>
                    <a:pt x="2255750" y="1463219"/>
                  </a:lnTo>
                  <a:lnTo>
                    <a:pt x="2256446" y="1469485"/>
                  </a:lnTo>
                  <a:lnTo>
                    <a:pt x="2257143" y="1474788"/>
                  </a:lnTo>
                  <a:lnTo>
                    <a:pt x="2257839" y="1480090"/>
                  </a:lnTo>
                  <a:lnTo>
                    <a:pt x="2258535" y="1485393"/>
                  </a:lnTo>
                  <a:lnTo>
                    <a:pt x="2259231" y="1491962"/>
                  </a:lnTo>
                  <a:lnTo>
                    <a:pt x="2259927" y="1499595"/>
                  </a:lnTo>
                  <a:lnTo>
                    <a:pt x="2260623" y="1508833"/>
                  </a:lnTo>
                  <a:lnTo>
                    <a:pt x="2261320" y="1516787"/>
                  </a:lnTo>
                  <a:lnTo>
                    <a:pt x="2262016" y="1525324"/>
                  </a:lnTo>
                  <a:lnTo>
                    <a:pt x="2262712" y="1533558"/>
                  </a:lnTo>
                  <a:lnTo>
                    <a:pt x="2263408" y="1539612"/>
                  </a:lnTo>
                  <a:lnTo>
                    <a:pt x="2264104" y="1545608"/>
                  </a:lnTo>
                  <a:lnTo>
                    <a:pt x="2264800" y="1549576"/>
                  </a:lnTo>
                  <a:lnTo>
                    <a:pt x="2265497" y="1553168"/>
                  </a:lnTo>
                  <a:lnTo>
                    <a:pt x="2266193" y="1558000"/>
                  </a:lnTo>
                  <a:lnTo>
                    <a:pt x="2266889" y="1562924"/>
                  </a:lnTo>
                  <a:lnTo>
                    <a:pt x="2267585" y="1570496"/>
                  </a:lnTo>
                  <a:lnTo>
                    <a:pt x="2268281" y="1578497"/>
                  </a:lnTo>
                  <a:lnTo>
                    <a:pt x="2268978" y="1588562"/>
                  </a:lnTo>
                  <a:lnTo>
                    <a:pt x="2269674" y="1599557"/>
                  </a:lnTo>
                  <a:lnTo>
                    <a:pt x="2270370" y="1610981"/>
                  </a:lnTo>
                  <a:lnTo>
                    <a:pt x="2271066" y="1623252"/>
                  </a:lnTo>
                  <a:lnTo>
                    <a:pt x="2271762" y="1635523"/>
                  </a:lnTo>
                  <a:lnTo>
                    <a:pt x="2272458" y="1647092"/>
                  </a:lnTo>
                  <a:lnTo>
                    <a:pt x="2273155" y="1658033"/>
                  </a:lnTo>
                  <a:lnTo>
                    <a:pt x="2273851" y="1669024"/>
                  </a:lnTo>
                  <a:lnTo>
                    <a:pt x="2274547" y="1678824"/>
                  </a:lnTo>
                  <a:lnTo>
                    <a:pt x="2275243" y="1688623"/>
                  </a:lnTo>
                  <a:lnTo>
                    <a:pt x="2275939" y="1697785"/>
                  </a:lnTo>
                  <a:lnTo>
                    <a:pt x="2276635" y="1705848"/>
                  </a:lnTo>
                  <a:lnTo>
                    <a:pt x="2277332" y="1715146"/>
                  </a:lnTo>
                  <a:lnTo>
                    <a:pt x="2278028" y="1722246"/>
                  </a:lnTo>
                  <a:lnTo>
                    <a:pt x="2278724" y="1728928"/>
                  </a:lnTo>
                  <a:lnTo>
                    <a:pt x="2279420" y="1733566"/>
                  </a:lnTo>
                  <a:lnTo>
                    <a:pt x="2280116" y="1736106"/>
                  </a:lnTo>
                  <a:lnTo>
                    <a:pt x="2280813" y="1738647"/>
                  </a:lnTo>
                  <a:lnTo>
                    <a:pt x="2281509" y="1740770"/>
                  </a:lnTo>
                  <a:lnTo>
                    <a:pt x="2282205" y="1742778"/>
                  </a:lnTo>
                  <a:lnTo>
                    <a:pt x="2282901" y="1745318"/>
                  </a:lnTo>
                  <a:lnTo>
                    <a:pt x="2283597" y="1748276"/>
                  </a:lnTo>
                  <a:lnTo>
                    <a:pt x="2284293" y="1752601"/>
                  </a:lnTo>
                  <a:lnTo>
                    <a:pt x="2284990" y="1758267"/>
                  </a:lnTo>
                  <a:lnTo>
                    <a:pt x="2285686" y="1764102"/>
                  </a:lnTo>
                  <a:lnTo>
                    <a:pt x="2286382" y="1770112"/>
                  </a:lnTo>
                  <a:lnTo>
                    <a:pt x="2287078" y="1774255"/>
                  </a:lnTo>
                  <a:lnTo>
                    <a:pt x="2287774" y="1776963"/>
                  </a:lnTo>
                  <a:lnTo>
                    <a:pt x="2288470" y="1778120"/>
                  </a:lnTo>
                  <a:lnTo>
                    <a:pt x="2289167" y="1779658"/>
                  </a:lnTo>
                  <a:lnTo>
                    <a:pt x="2289863" y="1781196"/>
                  </a:lnTo>
                  <a:lnTo>
                    <a:pt x="2290559" y="1782147"/>
                  </a:lnTo>
                  <a:lnTo>
                    <a:pt x="2291255" y="1783097"/>
                  </a:lnTo>
                  <a:lnTo>
                    <a:pt x="2291951" y="1784635"/>
                  </a:lnTo>
                  <a:lnTo>
                    <a:pt x="2292648" y="1785016"/>
                  </a:lnTo>
                  <a:lnTo>
                    <a:pt x="2293344" y="1783052"/>
                  </a:lnTo>
                  <a:lnTo>
                    <a:pt x="2294040" y="1780754"/>
                  </a:lnTo>
                  <a:lnTo>
                    <a:pt x="2294736" y="1777190"/>
                  </a:lnTo>
                  <a:lnTo>
                    <a:pt x="2295432" y="1771143"/>
                  </a:lnTo>
                  <a:lnTo>
                    <a:pt x="2296128" y="1763338"/>
                  </a:lnTo>
                  <a:lnTo>
                    <a:pt x="2296825" y="1755913"/>
                  </a:lnTo>
                  <a:lnTo>
                    <a:pt x="2297521" y="1749679"/>
                  </a:lnTo>
                  <a:lnTo>
                    <a:pt x="2298217" y="1743868"/>
                  </a:lnTo>
                  <a:lnTo>
                    <a:pt x="2298913" y="1736597"/>
                  </a:lnTo>
                  <a:lnTo>
                    <a:pt x="2299609" y="1729010"/>
                  </a:lnTo>
                  <a:lnTo>
                    <a:pt x="2300305" y="1720871"/>
                  </a:lnTo>
                  <a:lnTo>
                    <a:pt x="2301002" y="1711435"/>
                  </a:lnTo>
                  <a:lnTo>
                    <a:pt x="2301698" y="1702449"/>
                  </a:lnTo>
                  <a:lnTo>
                    <a:pt x="2302394" y="1692875"/>
                  </a:lnTo>
                  <a:lnTo>
                    <a:pt x="2303090" y="1684119"/>
                  </a:lnTo>
                  <a:lnTo>
                    <a:pt x="2303786" y="1676911"/>
                  </a:lnTo>
                  <a:lnTo>
                    <a:pt x="2304482" y="1670030"/>
                  </a:lnTo>
                  <a:lnTo>
                    <a:pt x="2305179" y="1664024"/>
                  </a:lnTo>
                  <a:lnTo>
                    <a:pt x="2305875" y="1658697"/>
                  </a:lnTo>
                  <a:lnTo>
                    <a:pt x="2306571" y="1652261"/>
                  </a:lnTo>
                  <a:lnTo>
                    <a:pt x="2307267" y="1645407"/>
                  </a:lnTo>
                  <a:lnTo>
                    <a:pt x="2307963" y="1638554"/>
                  </a:lnTo>
                  <a:lnTo>
                    <a:pt x="2308660" y="1630887"/>
                  </a:lnTo>
                  <a:lnTo>
                    <a:pt x="2309356" y="1625831"/>
                  </a:lnTo>
                  <a:lnTo>
                    <a:pt x="2310052" y="1621677"/>
                  </a:lnTo>
                  <a:lnTo>
                    <a:pt x="2310748" y="1617522"/>
                  </a:lnTo>
                  <a:lnTo>
                    <a:pt x="2311444" y="1615335"/>
                  </a:lnTo>
                  <a:lnTo>
                    <a:pt x="2312140" y="1612795"/>
                  </a:lnTo>
                  <a:lnTo>
                    <a:pt x="2312837" y="1610254"/>
                  </a:lnTo>
                  <a:lnTo>
                    <a:pt x="2313533" y="1607296"/>
                  </a:lnTo>
                  <a:lnTo>
                    <a:pt x="2314229" y="1604755"/>
                  </a:lnTo>
                  <a:lnTo>
                    <a:pt x="2314925" y="1602215"/>
                  </a:lnTo>
                  <a:lnTo>
                    <a:pt x="2315621" y="1598827"/>
                  </a:lnTo>
                  <a:lnTo>
                    <a:pt x="2316317" y="1594969"/>
                  </a:lnTo>
                  <a:lnTo>
                    <a:pt x="2317014" y="1593396"/>
                  </a:lnTo>
                  <a:lnTo>
                    <a:pt x="2317710" y="1591744"/>
                  </a:lnTo>
                  <a:lnTo>
                    <a:pt x="2318406" y="1590092"/>
                  </a:lnTo>
                  <a:lnTo>
                    <a:pt x="2319102" y="1588007"/>
                  </a:lnTo>
                  <a:lnTo>
                    <a:pt x="2319798" y="1585736"/>
                  </a:lnTo>
                  <a:lnTo>
                    <a:pt x="2320495" y="1583465"/>
                  </a:lnTo>
                  <a:lnTo>
                    <a:pt x="2321191" y="1582227"/>
                  </a:lnTo>
                  <a:lnTo>
                    <a:pt x="2321887" y="1581046"/>
                  </a:lnTo>
                  <a:lnTo>
                    <a:pt x="2322583" y="1581733"/>
                  </a:lnTo>
                  <a:lnTo>
                    <a:pt x="2323279" y="1582605"/>
                  </a:lnTo>
                  <a:lnTo>
                    <a:pt x="2323975" y="1584736"/>
                  </a:lnTo>
                  <a:lnTo>
                    <a:pt x="2324672" y="1586272"/>
                  </a:lnTo>
                  <a:lnTo>
                    <a:pt x="2325368" y="1587808"/>
                  </a:lnTo>
                  <a:lnTo>
                    <a:pt x="2326064" y="1589745"/>
                  </a:lnTo>
                  <a:lnTo>
                    <a:pt x="2326760" y="1591682"/>
                  </a:lnTo>
                  <a:lnTo>
                    <a:pt x="2327456" y="1593032"/>
                  </a:lnTo>
                  <a:lnTo>
                    <a:pt x="2328152" y="1595969"/>
                  </a:lnTo>
                  <a:lnTo>
                    <a:pt x="2328849" y="1601251"/>
                  </a:lnTo>
                  <a:lnTo>
                    <a:pt x="2329545" y="1607051"/>
                  </a:lnTo>
                  <a:lnTo>
                    <a:pt x="2330241" y="1612852"/>
                  </a:lnTo>
                  <a:lnTo>
                    <a:pt x="2330937" y="1620073"/>
                  </a:lnTo>
                  <a:lnTo>
                    <a:pt x="2331633" y="1627259"/>
                  </a:lnTo>
                  <a:lnTo>
                    <a:pt x="2332329" y="1634066"/>
                  </a:lnTo>
                  <a:lnTo>
                    <a:pt x="2333026" y="1639681"/>
                  </a:lnTo>
                  <a:lnTo>
                    <a:pt x="2333722" y="1644690"/>
                  </a:lnTo>
                  <a:lnTo>
                    <a:pt x="2334418" y="1651010"/>
                  </a:lnTo>
                  <a:lnTo>
                    <a:pt x="2335114" y="1658195"/>
                  </a:lnTo>
                  <a:lnTo>
                    <a:pt x="2335810" y="1665381"/>
                  </a:lnTo>
                  <a:lnTo>
                    <a:pt x="2336507" y="1674049"/>
                  </a:lnTo>
                  <a:lnTo>
                    <a:pt x="2337203" y="1682267"/>
                  </a:lnTo>
                  <a:lnTo>
                    <a:pt x="2337899" y="1690572"/>
                  </a:lnTo>
                  <a:lnTo>
                    <a:pt x="2338595" y="1695981"/>
                  </a:lnTo>
                  <a:lnTo>
                    <a:pt x="2339291" y="1699749"/>
                  </a:lnTo>
                  <a:lnTo>
                    <a:pt x="2339987" y="1702855"/>
                  </a:lnTo>
                  <a:lnTo>
                    <a:pt x="2340684" y="1705850"/>
                  </a:lnTo>
                  <a:lnTo>
                    <a:pt x="2341380" y="1707736"/>
                  </a:lnTo>
                  <a:lnTo>
                    <a:pt x="2342076" y="1710315"/>
                  </a:lnTo>
                  <a:lnTo>
                    <a:pt x="2342772" y="1713780"/>
                  </a:lnTo>
                  <a:lnTo>
                    <a:pt x="2343468" y="1717676"/>
                  </a:lnTo>
                  <a:lnTo>
                    <a:pt x="2344164" y="1720605"/>
                  </a:lnTo>
                  <a:lnTo>
                    <a:pt x="2344861" y="1720386"/>
                  </a:lnTo>
                  <a:lnTo>
                    <a:pt x="2345557" y="1719265"/>
                  </a:lnTo>
                  <a:lnTo>
                    <a:pt x="2346253" y="1718145"/>
                  </a:lnTo>
                  <a:lnTo>
                    <a:pt x="2346949" y="1715058"/>
                  </a:lnTo>
                  <a:lnTo>
                    <a:pt x="2347645" y="1710753"/>
                  </a:lnTo>
                  <a:lnTo>
                    <a:pt x="2348342" y="1706314"/>
                  </a:lnTo>
                  <a:lnTo>
                    <a:pt x="2349038" y="1704113"/>
                  </a:lnTo>
                  <a:lnTo>
                    <a:pt x="2349734" y="1701912"/>
                  </a:lnTo>
                  <a:lnTo>
                    <a:pt x="2350430" y="1700129"/>
                  </a:lnTo>
                  <a:lnTo>
                    <a:pt x="2351126" y="1698358"/>
                  </a:lnTo>
                  <a:lnTo>
                    <a:pt x="2351822" y="1697474"/>
                  </a:lnTo>
                  <a:lnTo>
                    <a:pt x="2352519" y="1695256"/>
                  </a:lnTo>
                  <a:lnTo>
                    <a:pt x="2353215" y="1692700"/>
                  </a:lnTo>
                  <a:lnTo>
                    <a:pt x="2353911" y="1688857"/>
                  </a:lnTo>
                  <a:lnTo>
                    <a:pt x="2354607" y="1685832"/>
                  </a:lnTo>
                  <a:lnTo>
                    <a:pt x="2355303" y="1683362"/>
                  </a:lnTo>
                  <a:lnTo>
                    <a:pt x="2355999" y="1680891"/>
                  </a:lnTo>
                  <a:lnTo>
                    <a:pt x="2356696" y="1678768"/>
                  </a:lnTo>
                  <a:lnTo>
                    <a:pt x="2357392" y="1676297"/>
                  </a:lnTo>
                  <a:lnTo>
                    <a:pt x="2358088" y="1675563"/>
                  </a:lnTo>
                  <a:lnTo>
                    <a:pt x="2358784" y="1675641"/>
                  </a:lnTo>
                  <a:lnTo>
                    <a:pt x="2359480" y="1675504"/>
                  </a:lnTo>
                  <a:lnTo>
                    <a:pt x="2360177" y="1675048"/>
                  </a:lnTo>
                  <a:lnTo>
                    <a:pt x="2360873" y="1674592"/>
                  </a:lnTo>
                  <a:lnTo>
                    <a:pt x="2361569" y="1674322"/>
                  </a:lnTo>
                  <a:lnTo>
                    <a:pt x="2362265" y="1673636"/>
                  </a:lnTo>
                  <a:lnTo>
                    <a:pt x="2362961" y="1672948"/>
                  </a:lnTo>
                  <a:lnTo>
                    <a:pt x="2363657" y="1671832"/>
                  </a:lnTo>
                  <a:lnTo>
                    <a:pt x="2364354" y="1671851"/>
                  </a:lnTo>
                  <a:lnTo>
                    <a:pt x="2365050" y="1672619"/>
                  </a:lnTo>
                  <a:lnTo>
                    <a:pt x="2365746" y="1673857"/>
                  </a:lnTo>
                  <a:lnTo>
                    <a:pt x="2366442" y="1674353"/>
                  </a:lnTo>
                  <a:lnTo>
                    <a:pt x="2367138" y="1672432"/>
                  </a:lnTo>
                  <a:lnTo>
                    <a:pt x="2367834" y="1669114"/>
                  </a:lnTo>
                  <a:lnTo>
                    <a:pt x="2368531" y="1665797"/>
                  </a:lnTo>
                  <a:lnTo>
                    <a:pt x="2369227" y="1662192"/>
                  </a:lnTo>
                  <a:lnTo>
                    <a:pt x="2369923" y="1659207"/>
                  </a:lnTo>
                  <a:lnTo>
                    <a:pt x="2370619" y="1655890"/>
                  </a:lnTo>
                  <a:lnTo>
                    <a:pt x="2371315" y="1652573"/>
                  </a:lnTo>
                  <a:lnTo>
                    <a:pt x="2372011" y="1648599"/>
                  </a:lnTo>
                  <a:lnTo>
                    <a:pt x="2372708" y="1644993"/>
                  </a:lnTo>
                  <a:lnTo>
                    <a:pt x="2373404" y="1640480"/>
                  </a:lnTo>
                  <a:lnTo>
                    <a:pt x="2374100" y="1636251"/>
                  </a:lnTo>
                  <a:lnTo>
                    <a:pt x="2374796" y="1631690"/>
                  </a:lnTo>
                  <a:lnTo>
                    <a:pt x="2375492" y="1627464"/>
                  </a:lnTo>
                  <a:lnTo>
                    <a:pt x="2376189" y="1622902"/>
                  </a:lnTo>
                  <a:lnTo>
                    <a:pt x="2376885" y="1618507"/>
                  </a:lnTo>
                  <a:lnTo>
                    <a:pt x="2377581" y="1615918"/>
                  </a:lnTo>
                  <a:lnTo>
                    <a:pt x="2378277" y="1614147"/>
                  </a:lnTo>
                  <a:lnTo>
                    <a:pt x="2378973" y="1611947"/>
                  </a:lnTo>
                  <a:lnTo>
                    <a:pt x="2379669" y="1611410"/>
                  </a:lnTo>
                  <a:lnTo>
                    <a:pt x="2380366" y="1610993"/>
                  </a:lnTo>
                  <a:lnTo>
                    <a:pt x="2381062" y="1610575"/>
                  </a:lnTo>
                  <a:lnTo>
                    <a:pt x="2381758" y="1610158"/>
                  </a:lnTo>
                  <a:lnTo>
                    <a:pt x="2382454" y="1609741"/>
                  </a:lnTo>
                  <a:lnTo>
                    <a:pt x="2383150" y="1610569"/>
                  </a:lnTo>
                  <a:lnTo>
                    <a:pt x="2383846" y="1613157"/>
                  </a:lnTo>
                  <a:lnTo>
                    <a:pt x="2384543" y="1615679"/>
                  </a:lnTo>
                  <a:lnTo>
                    <a:pt x="2385239" y="1618968"/>
                  </a:lnTo>
                  <a:lnTo>
                    <a:pt x="2385935" y="1621624"/>
                  </a:lnTo>
                  <a:lnTo>
                    <a:pt x="2386631" y="1624913"/>
                  </a:lnTo>
                  <a:lnTo>
                    <a:pt x="2387327" y="1628337"/>
                  </a:lnTo>
                  <a:lnTo>
                    <a:pt x="2388024" y="1631228"/>
                  </a:lnTo>
                  <a:lnTo>
                    <a:pt x="2388720" y="1633784"/>
                  </a:lnTo>
                  <a:lnTo>
                    <a:pt x="2389416" y="1637627"/>
                  </a:lnTo>
                  <a:lnTo>
                    <a:pt x="2390112" y="1640868"/>
                  </a:lnTo>
                  <a:lnTo>
                    <a:pt x="2390808" y="1643957"/>
                  </a:lnTo>
                  <a:lnTo>
                    <a:pt x="2391504" y="1647381"/>
                  </a:lnTo>
                  <a:lnTo>
                    <a:pt x="2392201" y="1650272"/>
                  </a:lnTo>
                  <a:lnTo>
                    <a:pt x="2392897" y="1653697"/>
                  </a:lnTo>
                  <a:lnTo>
                    <a:pt x="2393593" y="1655384"/>
                  </a:lnTo>
                  <a:lnTo>
                    <a:pt x="2394289" y="1656074"/>
                  </a:lnTo>
                  <a:lnTo>
                    <a:pt x="2394985" y="1657235"/>
                  </a:lnTo>
                  <a:lnTo>
                    <a:pt x="2395681" y="1658928"/>
                  </a:lnTo>
                  <a:lnTo>
                    <a:pt x="2396378" y="1658511"/>
                  </a:lnTo>
                  <a:lnTo>
                    <a:pt x="2397074" y="1657664"/>
                  </a:lnTo>
                  <a:lnTo>
                    <a:pt x="2397770" y="1656764"/>
                  </a:lnTo>
                  <a:lnTo>
                    <a:pt x="2398466" y="1656334"/>
                  </a:lnTo>
                  <a:lnTo>
                    <a:pt x="2399162" y="1656334"/>
                  </a:lnTo>
                  <a:lnTo>
                    <a:pt x="2399858" y="1655198"/>
                  </a:lnTo>
                  <a:lnTo>
                    <a:pt x="2400555" y="1653557"/>
                  </a:lnTo>
                  <a:lnTo>
                    <a:pt x="2401251" y="1651017"/>
                  </a:lnTo>
                  <a:lnTo>
                    <a:pt x="2401947" y="1647121"/>
                  </a:lnTo>
                  <a:lnTo>
                    <a:pt x="2402643" y="1645725"/>
                  </a:lnTo>
                  <a:lnTo>
                    <a:pt x="2403339" y="1646154"/>
                  </a:lnTo>
                  <a:lnTo>
                    <a:pt x="2404036" y="1645977"/>
                  </a:lnTo>
                  <a:lnTo>
                    <a:pt x="2404732" y="1645887"/>
                  </a:lnTo>
                  <a:lnTo>
                    <a:pt x="2405428" y="1645326"/>
                  </a:lnTo>
                  <a:lnTo>
                    <a:pt x="2406124" y="1644231"/>
                  </a:lnTo>
                  <a:lnTo>
                    <a:pt x="2406820" y="1645078"/>
                  </a:lnTo>
                  <a:lnTo>
                    <a:pt x="2407516" y="1646395"/>
                  </a:lnTo>
                  <a:lnTo>
                    <a:pt x="2408213" y="1646420"/>
                  </a:lnTo>
                  <a:lnTo>
                    <a:pt x="2408909" y="1646838"/>
                  </a:lnTo>
                  <a:lnTo>
                    <a:pt x="2409605" y="1648158"/>
                  </a:lnTo>
                  <a:lnTo>
                    <a:pt x="2410301" y="1649477"/>
                  </a:lnTo>
                  <a:lnTo>
                    <a:pt x="2410997" y="1650797"/>
                  </a:lnTo>
                  <a:lnTo>
                    <a:pt x="2411693" y="1650462"/>
                  </a:lnTo>
                  <a:lnTo>
                    <a:pt x="2412390" y="1651524"/>
                  </a:lnTo>
                  <a:lnTo>
                    <a:pt x="2413086" y="1650871"/>
                  </a:lnTo>
                  <a:lnTo>
                    <a:pt x="2413782" y="1648929"/>
                  </a:lnTo>
                  <a:lnTo>
                    <a:pt x="2414478" y="1647117"/>
                  </a:lnTo>
                  <a:lnTo>
                    <a:pt x="2415174" y="1645800"/>
                  </a:lnTo>
                  <a:lnTo>
                    <a:pt x="2415871" y="1644565"/>
                  </a:lnTo>
                  <a:lnTo>
                    <a:pt x="2416567" y="1643359"/>
                  </a:lnTo>
                  <a:lnTo>
                    <a:pt x="2417263" y="1640518"/>
                  </a:lnTo>
                  <a:lnTo>
                    <a:pt x="2417959" y="1636189"/>
                  </a:lnTo>
                  <a:lnTo>
                    <a:pt x="2418655" y="1632355"/>
                  </a:lnTo>
                  <a:lnTo>
                    <a:pt x="2419351" y="1627878"/>
                  </a:lnTo>
                  <a:lnTo>
                    <a:pt x="2420048" y="1622179"/>
                  </a:lnTo>
                  <a:lnTo>
                    <a:pt x="2420744" y="1615715"/>
                  </a:lnTo>
                  <a:lnTo>
                    <a:pt x="2421440" y="1609799"/>
                  </a:lnTo>
                  <a:lnTo>
                    <a:pt x="2422136" y="1605508"/>
                  </a:lnTo>
                  <a:lnTo>
                    <a:pt x="2422832" y="1600432"/>
                  </a:lnTo>
                  <a:lnTo>
                    <a:pt x="2423528" y="1595690"/>
                  </a:lnTo>
                  <a:lnTo>
                    <a:pt x="2424225" y="1590466"/>
                  </a:lnTo>
                  <a:lnTo>
                    <a:pt x="2424921" y="1584317"/>
                  </a:lnTo>
                  <a:lnTo>
                    <a:pt x="2425617" y="1576920"/>
                  </a:lnTo>
                  <a:lnTo>
                    <a:pt x="2426313" y="1569307"/>
                  </a:lnTo>
                  <a:lnTo>
                    <a:pt x="2427009" y="1561607"/>
                  </a:lnTo>
                  <a:lnTo>
                    <a:pt x="2427705" y="1555824"/>
                  </a:lnTo>
                  <a:lnTo>
                    <a:pt x="2428402" y="1551677"/>
                  </a:lnTo>
                  <a:lnTo>
                    <a:pt x="2429098" y="1547835"/>
                  </a:lnTo>
                  <a:lnTo>
                    <a:pt x="2429794" y="1543994"/>
                  </a:lnTo>
                  <a:lnTo>
                    <a:pt x="2430490" y="1540099"/>
                  </a:lnTo>
                  <a:lnTo>
                    <a:pt x="2431186" y="1536131"/>
                  </a:lnTo>
                  <a:lnTo>
                    <a:pt x="2431883" y="1532407"/>
                  </a:lnTo>
                  <a:lnTo>
                    <a:pt x="2432579" y="1527457"/>
                  </a:lnTo>
                  <a:lnTo>
                    <a:pt x="2433275" y="1522014"/>
                  </a:lnTo>
                  <a:lnTo>
                    <a:pt x="2433971" y="1515411"/>
                  </a:lnTo>
                  <a:lnTo>
                    <a:pt x="2434667" y="1509395"/>
                  </a:lnTo>
                  <a:lnTo>
                    <a:pt x="2435363" y="1504612"/>
                  </a:lnTo>
                  <a:lnTo>
                    <a:pt x="2436060" y="1500706"/>
                  </a:lnTo>
                  <a:lnTo>
                    <a:pt x="2436756" y="1496207"/>
                  </a:lnTo>
                  <a:lnTo>
                    <a:pt x="2437452" y="1491647"/>
                  </a:lnTo>
                  <a:lnTo>
                    <a:pt x="2438148" y="1485025"/>
                  </a:lnTo>
                  <a:lnTo>
                    <a:pt x="2438844" y="1477974"/>
                  </a:lnTo>
                  <a:lnTo>
                    <a:pt x="2439540" y="1470425"/>
                  </a:lnTo>
                  <a:lnTo>
                    <a:pt x="2440237" y="1462007"/>
                  </a:lnTo>
                  <a:lnTo>
                    <a:pt x="2440933" y="1453054"/>
                  </a:lnTo>
                  <a:lnTo>
                    <a:pt x="2441629" y="1444968"/>
                  </a:lnTo>
                  <a:lnTo>
                    <a:pt x="2442325" y="1435744"/>
                  </a:lnTo>
                  <a:lnTo>
                    <a:pt x="2443021" y="1427680"/>
                  </a:lnTo>
                  <a:lnTo>
                    <a:pt x="2443718" y="1421315"/>
                  </a:lnTo>
                  <a:lnTo>
                    <a:pt x="2444414" y="1416573"/>
                  </a:lnTo>
                  <a:lnTo>
                    <a:pt x="2445110" y="1410323"/>
                  </a:lnTo>
                  <a:lnTo>
                    <a:pt x="2445806" y="1403041"/>
                  </a:lnTo>
                  <a:lnTo>
                    <a:pt x="2446502" y="1395877"/>
                  </a:lnTo>
                  <a:lnTo>
                    <a:pt x="2447198" y="1391470"/>
                  </a:lnTo>
                  <a:lnTo>
                    <a:pt x="2447895" y="1386949"/>
                  </a:lnTo>
                  <a:lnTo>
                    <a:pt x="2448591" y="1384783"/>
                  </a:lnTo>
                  <a:lnTo>
                    <a:pt x="2449287" y="1382147"/>
                  </a:lnTo>
                  <a:lnTo>
                    <a:pt x="2449983" y="1380935"/>
                  </a:lnTo>
                  <a:lnTo>
                    <a:pt x="2450679" y="1380936"/>
                  </a:lnTo>
                  <a:lnTo>
                    <a:pt x="2451375" y="1381740"/>
                  </a:lnTo>
                  <a:lnTo>
                    <a:pt x="2452072" y="1382517"/>
                  </a:lnTo>
                  <a:lnTo>
                    <a:pt x="2452768" y="1384929"/>
                  </a:lnTo>
                  <a:lnTo>
                    <a:pt x="2453464" y="1388357"/>
                  </a:lnTo>
                  <a:lnTo>
                    <a:pt x="2454160" y="1391618"/>
                  </a:lnTo>
                  <a:lnTo>
                    <a:pt x="2454856" y="1393894"/>
                  </a:lnTo>
                  <a:lnTo>
                    <a:pt x="2455553" y="1398728"/>
                  </a:lnTo>
                  <a:lnTo>
                    <a:pt x="2456249" y="1405746"/>
                  </a:lnTo>
                  <a:lnTo>
                    <a:pt x="2456945" y="1412898"/>
                  </a:lnTo>
                  <a:lnTo>
                    <a:pt x="2457641" y="1417743"/>
                  </a:lnTo>
                  <a:lnTo>
                    <a:pt x="2458337" y="1422819"/>
                  </a:lnTo>
                  <a:lnTo>
                    <a:pt x="2459033" y="1427226"/>
                  </a:lnTo>
                  <a:lnTo>
                    <a:pt x="2459730" y="1432449"/>
                  </a:lnTo>
                  <a:lnTo>
                    <a:pt x="2460426" y="1438381"/>
                  </a:lnTo>
                  <a:lnTo>
                    <a:pt x="2461122" y="1445777"/>
                  </a:lnTo>
                  <a:lnTo>
                    <a:pt x="2461818" y="1453173"/>
                  </a:lnTo>
                  <a:lnTo>
                    <a:pt x="2462514" y="1458164"/>
                  </a:lnTo>
                  <a:lnTo>
                    <a:pt x="2463210" y="1459607"/>
                  </a:lnTo>
                  <a:lnTo>
                    <a:pt x="2463907" y="1458678"/>
                  </a:lnTo>
                  <a:lnTo>
                    <a:pt x="2464603" y="1457443"/>
                  </a:lnTo>
                  <a:lnTo>
                    <a:pt x="2465299" y="1455990"/>
                  </a:lnTo>
                  <a:lnTo>
                    <a:pt x="2465995" y="1454121"/>
                  </a:lnTo>
                  <a:lnTo>
                    <a:pt x="2466691" y="1452110"/>
                  </a:lnTo>
                  <a:lnTo>
                    <a:pt x="2467387" y="1450303"/>
                  </a:lnTo>
                  <a:lnTo>
                    <a:pt x="2468084" y="1448186"/>
                  </a:lnTo>
                  <a:lnTo>
                    <a:pt x="2468780" y="1446180"/>
                  </a:lnTo>
                  <a:lnTo>
                    <a:pt x="2469476" y="1444789"/>
                  </a:lnTo>
                  <a:lnTo>
                    <a:pt x="2470172" y="1442351"/>
                  </a:lnTo>
                  <a:lnTo>
                    <a:pt x="2470868" y="1439096"/>
                  </a:lnTo>
                  <a:lnTo>
                    <a:pt x="2471565" y="1434537"/>
                  </a:lnTo>
                  <a:lnTo>
                    <a:pt x="2472261" y="1430999"/>
                  </a:lnTo>
                  <a:lnTo>
                    <a:pt x="2472957" y="1431217"/>
                  </a:lnTo>
                  <a:lnTo>
                    <a:pt x="2473653" y="1433747"/>
                  </a:lnTo>
                  <a:lnTo>
                    <a:pt x="2474349" y="1435484"/>
                  </a:lnTo>
                  <a:lnTo>
                    <a:pt x="2475045" y="1437174"/>
                  </a:lnTo>
                  <a:lnTo>
                    <a:pt x="2475742" y="1440314"/>
                  </a:lnTo>
                  <a:lnTo>
                    <a:pt x="2476438" y="1443016"/>
                  </a:lnTo>
                  <a:lnTo>
                    <a:pt x="2477134" y="1445387"/>
                  </a:lnTo>
                  <a:lnTo>
                    <a:pt x="2477830" y="1447860"/>
                  </a:lnTo>
                  <a:lnTo>
                    <a:pt x="2478526" y="1450877"/>
                  </a:lnTo>
                  <a:lnTo>
                    <a:pt x="2479222" y="1451986"/>
                  </a:lnTo>
                  <a:lnTo>
                    <a:pt x="2479919" y="1451851"/>
                  </a:lnTo>
                  <a:lnTo>
                    <a:pt x="2480615" y="1453578"/>
                  </a:lnTo>
                  <a:lnTo>
                    <a:pt x="2481311" y="1455750"/>
                  </a:lnTo>
                  <a:lnTo>
                    <a:pt x="2482007" y="1456700"/>
                  </a:lnTo>
                  <a:lnTo>
                    <a:pt x="2482703" y="1456430"/>
                  </a:lnTo>
                  <a:lnTo>
                    <a:pt x="2483400" y="1454177"/>
                  </a:lnTo>
                  <a:lnTo>
                    <a:pt x="2484096" y="1449907"/>
                  </a:lnTo>
                  <a:lnTo>
                    <a:pt x="2484792" y="1446966"/>
                  </a:lnTo>
                  <a:lnTo>
                    <a:pt x="2485488" y="1443840"/>
                  </a:lnTo>
                  <a:lnTo>
                    <a:pt x="2486184" y="1438894"/>
                  </a:lnTo>
                  <a:lnTo>
                    <a:pt x="2486880" y="1434745"/>
                  </a:lnTo>
                  <a:lnTo>
                    <a:pt x="2487577" y="1430597"/>
                  </a:lnTo>
                  <a:lnTo>
                    <a:pt x="2488273" y="1426114"/>
                  </a:lnTo>
                  <a:lnTo>
                    <a:pt x="2488969" y="1422519"/>
                  </a:lnTo>
                  <a:lnTo>
                    <a:pt x="2489665" y="1421778"/>
                  </a:lnTo>
                  <a:lnTo>
                    <a:pt x="2490361" y="1421778"/>
                  </a:lnTo>
                  <a:lnTo>
                    <a:pt x="2491057" y="1420867"/>
                  </a:lnTo>
                  <a:lnTo>
                    <a:pt x="2491754" y="1417774"/>
                  </a:lnTo>
                  <a:lnTo>
                    <a:pt x="2492450" y="1416696"/>
                  </a:lnTo>
                  <a:lnTo>
                    <a:pt x="2493146" y="1416361"/>
                  </a:lnTo>
                  <a:lnTo>
                    <a:pt x="2493842" y="1416026"/>
                  </a:lnTo>
                  <a:lnTo>
                    <a:pt x="2494538" y="1416026"/>
                  </a:lnTo>
                  <a:lnTo>
                    <a:pt x="2495234" y="1413842"/>
                  </a:lnTo>
                  <a:lnTo>
                    <a:pt x="2495931" y="1411302"/>
                  </a:lnTo>
                  <a:lnTo>
                    <a:pt x="2496627" y="1408546"/>
                  </a:lnTo>
                  <a:lnTo>
                    <a:pt x="2497323" y="1405605"/>
                  </a:lnTo>
                  <a:lnTo>
                    <a:pt x="2498019" y="1405005"/>
                  </a:lnTo>
                  <a:lnTo>
                    <a:pt x="2498715" y="1406038"/>
                  </a:lnTo>
                  <a:lnTo>
                    <a:pt x="2499412" y="1407619"/>
                  </a:lnTo>
                  <a:lnTo>
                    <a:pt x="2500108" y="1407955"/>
                  </a:lnTo>
                  <a:lnTo>
                    <a:pt x="2500804" y="1407370"/>
                  </a:lnTo>
                  <a:lnTo>
                    <a:pt x="2501500" y="1406787"/>
                  </a:lnTo>
                  <a:lnTo>
                    <a:pt x="2502196" y="1406418"/>
                  </a:lnTo>
                  <a:lnTo>
                    <a:pt x="2502892" y="1407713"/>
                  </a:lnTo>
                  <a:lnTo>
                    <a:pt x="2503589" y="1410971"/>
                  </a:lnTo>
                  <a:lnTo>
                    <a:pt x="2504285" y="1415083"/>
                  </a:lnTo>
                  <a:lnTo>
                    <a:pt x="2504981" y="1419269"/>
                  </a:lnTo>
                  <a:lnTo>
                    <a:pt x="2505677" y="1425767"/>
                  </a:lnTo>
                  <a:lnTo>
                    <a:pt x="2506373" y="1432196"/>
                  </a:lnTo>
                  <a:lnTo>
                    <a:pt x="2507069" y="1438625"/>
                  </a:lnTo>
                  <a:lnTo>
                    <a:pt x="2507766" y="1445055"/>
                  </a:lnTo>
                  <a:lnTo>
                    <a:pt x="2508462" y="1448933"/>
                  </a:lnTo>
                  <a:lnTo>
                    <a:pt x="2509158" y="1451601"/>
                  </a:lnTo>
                  <a:lnTo>
                    <a:pt x="2509854" y="1455062"/>
                  </a:lnTo>
                  <a:lnTo>
                    <a:pt x="2510550" y="1460847"/>
                  </a:lnTo>
                  <a:lnTo>
                    <a:pt x="2511247" y="1467464"/>
                  </a:lnTo>
                  <a:lnTo>
                    <a:pt x="2511943" y="1475238"/>
                  </a:lnTo>
                  <a:lnTo>
                    <a:pt x="2512639" y="1483011"/>
                  </a:lnTo>
                  <a:lnTo>
                    <a:pt x="2513335" y="1489690"/>
                  </a:lnTo>
                  <a:lnTo>
                    <a:pt x="2514031" y="1494854"/>
                  </a:lnTo>
                  <a:lnTo>
                    <a:pt x="2514727" y="1498949"/>
                  </a:lnTo>
                  <a:lnTo>
                    <a:pt x="2515424" y="1503898"/>
                  </a:lnTo>
                  <a:lnTo>
                    <a:pt x="2516120" y="1509127"/>
                  </a:lnTo>
                  <a:lnTo>
                    <a:pt x="2516816" y="1514943"/>
                  </a:lnTo>
                  <a:lnTo>
                    <a:pt x="2517512" y="1522198"/>
                  </a:lnTo>
                  <a:lnTo>
                    <a:pt x="2518208" y="1530041"/>
                  </a:lnTo>
                  <a:lnTo>
                    <a:pt x="2518904" y="1539011"/>
                  </a:lnTo>
                  <a:lnTo>
                    <a:pt x="2519601" y="1548690"/>
                  </a:lnTo>
                  <a:lnTo>
                    <a:pt x="2520297" y="1557510"/>
                  </a:lnTo>
                  <a:lnTo>
                    <a:pt x="2520993" y="1564959"/>
                  </a:lnTo>
                  <a:lnTo>
                    <a:pt x="2521689" y="1572577"/>
                  </a:lnTo>
                  <a:lnTo>
                    <a:pt x="2522385" y="1578926"/>
                  </a:lnTo>
                  <a:lnTo>
                    <a:pt x="2523082" y="1585275"/>
                  </a:lnTo>
                  <a:lnTo>
                    <a:pt x="2523778" y="1591959"/>
                  </a:lnTo>
                  <a:lnTo>
                    <a:pt x="2524474" y="1598225"/>
                  </a:lnTo>
                  <a:lnTo>
                    <a:pt x="2525170" y="1604179"/>
                  </a:lnTo>
                  <a:lnTo>
                    <a:pt x="2525866" y="1608921"/>
                  </a:lnTo>
                  <a:lnTo>
                    <a:pt x="2526562" y="1612014"/>
                  </a:lnTo>
                  <a:lnTo>
                    <a:pt x="2527259" y="1615107"/>
                  </a:lnTo>
                  <a:lnTo>
                    <a:pt x="2527955" y="1615714"/>
                  </a:lnTo>
                  <a:lnTo>
                    <a:pt x="2528651" y="1615714"/>
                  </a:lnTo>
                  <a:lnTo>
                    <a:pt x="2529347" y="1615496"/>
                  </a:lnTo>
                  <a:lnTo>
                    <a:pt x="2530043" y="1615278"/>
                  </a:lnTo>
                  <a:lnTo>
                    <a:pt x="2530739" y="1617244"/>
                  </a:lnTo>
                  <a:lnTo>
                    <a:pt x="2531436" y="1619785"/>
                  </a:lnTo>
                  <a:lnTo>
                    <a:pt x="2532132" y="1622325"/>
                  </a:lnTo>
                  <a:lnTo>
                    <a:pt x="2532828" y="1624683"/>
                  </a:lnTo>
                  <a:lnTo>
                    <a:pt x="2533524" y="1627224"/>
                  </a:lnTo>
                  <a:lnTo>
                    <a:pt x="2534220" y="1629764"/>
                  </a:lnTo>
                  <a:lnTo>
                    <a:pt x="2534916" y="1632706"/>
                  </a:lnTo>
                  <a:lnTo>
                    <a:pt x="2535613" y="1637447"/>
                  </a:lnTo>
                  <a:lnTo>
                    <a:pt x="2536309" y="1643324"/>
                  </a:lnTo>
                  <a:lnTo>
                    <a:pt x="2537005" y="1649673"/>
                  </a:lnTo>
                  <a:lnTo>
                    <a:pt x="2537701" y="1656021"/>
                  </a:lnTo>
                  <a:lnTo>
                    <a:pt x="2538397" y="1662799"/>
                  </a:lnTo>
                  <a:lnTo>
                    <a:pt x="2539094" y="1669994"/>
                  </a:lnTo>
                  <a:lnTo>
                    <a:pt x="2539790" y="1677190"/>
                  </a:lnTo>
                  <a:lnTo>
                    <a:pt x="2540486" y="1684385"/>
                  </a:lnTo>
                  <a:lnTo>
                    <a:pt x="2541182" y="1689729"/>
                  </a:lnTo>
                  <a:lnTo>
                    <a:pt x="2541878" y="1694183"/>
                  </a:lnTo>
                  <a:lnTo>
                    <a:pt x="2542574" y="1696637"/>
                  </a:lnTo>
                  <a:lnTo>
                    <a:pt x="2543271" y="1696994"/>
                  </a:lnTo>
                  <a:lnTo>
                    <a:pt x="2543967" y="1697784"/>
                  </a:lnTo>
                  <a:lnTo>
                    <a:pt x="2544663" y="1699637"/>
                  </a:lnTo>
                  <a:lnTo>
                    <a:pt x="2545359" y="1701491"/>
                  </a:lnTo>
                  <a:lnTo>
                    <a:pt x="2546055" y="1701741"/>
                  </a:lnTo>
                  <a:lnTo>
                    <a:pt x="2546751" y="1700964"/>
                  </a:lnTo>
                  <a:lnTo>
                    <a:pt x="2547448" y="1699531"/>
                  </a:lnTo>
                  <a:lnTo>
                    <a:pt x="2548144" y="1698098"/>
                  </a:lnTo>
                  <a:lnTo>
                    <a:pt x="2548840" y="1696298"/>
                  </a:lnTo>
                  <a:lnTo>
                    <a:pt x="2549536" y="1692341"/>
                  </a:lnTo>
                  <a:lnTo>
                    <a:pt x="2550232" y="1690399"/>
                  </a:lnTo>
                  <a:lnTo>
                    <a:pt x="2550929" y="1688243"/>
                  </a:lnTo>
                  <a:lnTo>
                    <a:pt x="2551625" y="1686084"/>
                  </a:lnTo>
                  <a:lnTo>
                    <a:pt x="2552321" y="1684080"/>
                  </a:lnTo>
                  <a:lnTo>
                    <a:pt x="2553017" y="1683528"/>
                  </a:lnTo>
                  <a:lnTo>
                    <a:pt x="2553713" y="1682608"/>
                  </a:lnTo>
                  <a:lnTo>
                    <a:pt x="2554409" y="1680991"/>
                  </a:lnTo>
                  <a:lnTo>
                    <a:pt x="2555106" y="1678456"/>
                  </a:lnTo>
                  <a:lnTo>
                    <a:pt x="2555802" y="1675703"/>
                  </a:lnTo>
                  <a:lnTo>
                    <a:pt x="2556498" y="1672949"/>
                  </a:lnTo>
                  <a:lnTo>
                    <a:pt x="2557194" y="1669725"/>
                  </a:lnTo>
                  <a:lnTo>
                    <a:pt x="2557890" y="1666501"/>
                  </a:lnTo>
                  <a:lnTo>
                    <a:pt x="2558586" y="1663277"/>
                  </a:lnTo>
                  <a:lnTo>
                    <a:pt x="2559283" y="1660053"/>
                  </a:lnTo>
                  <a:lnTo>
                    <a:pt x="2559979" y="1658581"/>
                  </a:lnTo>
                  <a:lnTo>
                    <a:pt x="2560675" y="1654802"/>
                  </a:lnTo>
                  <a:lnTo>
                    <a:pt x="2561371" y="1651709"/>
                  </a:lnTo>
                  <a:lnTo>
                    <a:pt x="2562067" y="1645396"/>
                  </a:lnTo>
                  <a:lnTo>
                    <a:pt x="2562763" y="1637945"/>
                  </a:lnTo>
                  <a:lnTo>
                    <a:pt x="2563460" y="1630308"/>
                  </a:lnTo>
                  <a:lnTo>
                    <a:pt x="2564156" y="1623226"/>
                  </a:lnTo>
                  <a:lnTo>
                    <a:pt x="2564852" y="1614807"/>
                  </a:lnTo>
                  <a:lnTo>
                    <a:pt x="2565548" y="1605672"/>
                  </a:lnTo>
                  <a:lnTo>
                    <a:pt x="2566244" y="1596234"/>
                  </a:lnTo>
                  <a:lnTo>
                    <a:pt x="2566941" y="1586797"/>
                  </a:lnTo>
                  <a:lnTo>
                    <a:pt x="2567637" y="1577575"/>
                  </a:lnTo>
                  <a:lnTo>
                    <a:pt x="2568333" y="1567989"/>
                  </a:lnTo>
                  <a:lnTo>
                    <a:pt x="2569029" y="1556013"/>
                  </a:lnTo>
                  <a:lnTo>
                    <a:pt x="2569725" y="1543053"/>
                  </a:lnTo>
                  <a:lnTo>
                    <a:pt x="2570421" y="1529641"/>
                  </a:lnTo>
                  <a:lnTo>
                    <a:pt x="2571118" y="1516146"/>
                  </a:lnTo>
                  <a:lnTo>
                    <a:pt x="2571814" y="1502652"/>
                  </a:lnTo>
                  <a:lnTo>
                    <a:pt x="2572510" y="1490424"/>
                  </a:lnTo>
                  <a:lnTo>
                    <a:pt x="2573206" y="1479000"/>
                  </a:lnTo>
                  <a:lnTo>
                    <a:pt x="2573902" y="1467576"/>
                  </a:lnTo>
                  <a:lnTo>
                    <a:pt x="2574598" y="1456150"/>
                  </a:lnTo>
                  <a:lnTo>
                    <a:pt x="2575295" y="1445313"/>
                  </a:lnTo>
                  <a:lnTo>
                    <a:pt x="2575991" y="1434915"/>
                  </a:lnTo>
                  <a:lnTo>
                    <a:pt x="2576687" y="1424843"/>
                  </a:lnTo>
                  <a:lnTo>
                    <a:pt x="2577383" y="1415312"/>
                  </a:lnTo>
                  <a:lnTo>
                    <a:pt x="2578079" y="1406248"/>
                  </a:lnTo>
                  <a:lnTo>
                    <a:pt x="2578776" y="1398847"/>
                  </a:lnTo>
                  <a:lnTo>
                    <a:pt x="2579472" y="1394739"/>
                  </a:lnTo>
                  <a:lnTo>
                    <a:pt x="2580168" y="1392007"/>
                  </a:lnTo>
                  <a:lnTo>
                    <a:pt x="2580864" y="1390065"/>
                  </a:lnTo>
                  <a:lnTo>
                    <a:pt x="2581560" y="1388013"/>
                  </a:lnTo>
                  <a:lnTo>
                    <a:pt x="2582256" y="1382107"/>
                  </a:lnTo>
                  <a:lnTo>
                    <a:pt x="2582953" y="1376324"/>
                  </a:lnTo>
                  <a:lnTo>
                    <a:pt x="2583649" y="1370541"/>
                  </a:lnTo>
                  <a:lnTo>
                    <a:pt x="2584345" y="1363883"/>
                  </a:lnTo>
                  <a:lnTo>
                    <a:pt x="2585041" y="1357479"/>
                  </a:lnTo>
                  <a:lnTo>
                    <a:pt x="2585737" y="1351865"/>
                  </a:lnTo>
                  <a:lnTo>
                    <a:pt x="2586433" y="1346668"/>
                  </a:lnTo>
                  <a:lnTo>
                    <a:pt x="2587130" y="1341256"/>
                  </a:lnTo>
                  <a:lnTo>
                    <a:pt x="2587826" y="1336222"/>
                  </a:lnTo>
                  <a:lnTo>
                    <a:pt x="2588522" y="1330281"/>
                  </a:lnTo>
                  <a:lnTo>
                    <a:pt x="2589218" y="1323424"/>
                  </a:lnTo>
                  <a:lnTo>
                    <a:pt x="2589914" y="1316082"/>
                  </a:lnTo>
                  <a:lnTo>
                    <a:pt x="2590610" y="1307474"/>
                  </a:lnTo>
                  <a:lnTo>
                    <a:pt x="2591307" y="1297919"/>
                  </a:lnTo>
                  <a:lnTo>
                    <a:pt x="2592003" y="1288677"/>
                  </a:lnTo>
                  <a:lnTo>
                    <a:pt x="2592699" y="1282231"/>
                  </a:lnTo>
                  <a:lnTo>
                    <a:pt x="2593395" y="1275416"/>
                  </a:lnTo>
                  <a:lnTo>
                    <a:pt x="2594091" y="1268596"/>
                  </a:lnTo>
                  <a:lnTo>
                    <a:pt x="2594788" y="1262684"/>
                  </a:lnTo>
                  <a:lnTo>
                    <a:pt x="2595484" y="1257212"/>
                  </a:lnTo>
                  <a:lnTo>
                    <a:pt x="2596180" y="1250946"/>
                  </a:lnTo>
                  <a:lnTo>
                    <a:pt x="2596876" y="1243260"/>
                  </a:lnTo>
                  <a:lnTo>
                    <a:pt x="2597572" y="1237895"/>
                  </a:lnTo>
                  <a:lnTo>
                    <a:pt x="2598268" y="1232699"/>
                  </a:lnTo>
                  <a:lnTo>
                    <a:pt x="2598965" y="1227305"/>
                  </a:lnTo>
                  <a:lnTo>
                    <a:pt x="2599661" y="1222201"/>
                  </a:lnTo>
                  <a:lnTo>
                    <a:pt x="2600357" y="1217890"/>
                  </a:lnTo>
                  <a:lnTo>
                    <a:pt x="2601053" y="1214296"/>
                  </a:lnTo>
                  <a:lnTo>
                    <a:pt x="2601749" y="1209750"/>
                  </a:lnTo>
                  <a:lnTo>
                    <a:pt x="2602445" y="1204891"/>
                  </a:lnTo>
                  <a:lnTo>
                    <a:pt x="2603142" y="1199616"/>
                  </a:lnTo>
                  <a:lnTo>
                    <a:pt x="2603838" y="1195650"/>
                  </a:lnTo>
                  <a:lnTo>
                    <a:pt x="2604534" y="1193127"/>
                  </a:lnTo>
                  <a:lnTo>
                    <a:pt x="2605230" y="1190553"/>
                  </a:lnTo>
                  <a:lnTo>
                    <a:pt x="2605926" y="1186751"/>
                  </a:lnTo>
                  <a:lnTo>
                    <a:pt x="2606623" y="1182585"/>
                  </a:lnTo>
                  <a:lnTo>
                    <a:pt x="2607319" y="1178504"/>
                  </a:lnTo>
                  <a:lnTo>
                    <a:pt x="2608015" y="1173289"/>
                  </a:lnTo>
                  <a:lnTo>
                    <a:pt x="2608711" y="1167453"/>
                  </a:lnTo>
                  <a:lnTo>
                    <a:pt x="2609407" y="1161567"/>
                  </a:lnTo>
                  <a:lnTo>
                    <a:pt x="2610103" y="1154932"/>
                  </a:lnTo>
                  <a:lnTo>
                    <a:pt x="2610800" y="1148196"/>
                  </a:lnTo>
                  <a:lnTo>
                    <a:pt x="2611496" y="1140613"/>
                  </a:lnTo>
                  <a:lnTo>
                    <a:pt x="2612192" y="1132839"/>
                  </a:lnTo>
                  <a:lnTo>
                    <a:pt x="2612888" y="1125163"/>
                  </a:lnTo>
                  <a:lnTo>
                    <a:pt x="2613584" y="1118823"/>
                  </a:lnTo>
                  <a:lnTo>
                    <a:pt x="2614280" y="1112347"/>
                  </a:lnTo>
                  <a:lnTo>
                    <a:pt x="2614977" y="1103862"/>
                  </a:lnTo>
                  <a:lnTo>
                    <a:pt x="2615673" y="1094333"/>
                  </a:lnTo>
                  <a:lnTo>
                    <a:pt x="2616369" y="1083516"/>
                  </a:lnTo>
                  <a:lnTo>
                    <a:pt x="2617065" y="1073905"/>
                  </a:lnTo>
                  <a:lnTo>
                    <a:pt x="2617761" y="1067688"/>
                  </a:lnTo>
                  <a:lnTo>
                    <a:pt x="2618458" y="1061818"/>
                  </a:lnTo>
                  <a:lnTo>
                    <a:pt x="2619154" y="1055784"/>
                  </a:lnTo>
                  <a:lnTo>
                    <a:pt x="2619850" y="1050151"/>
                  </a:lnTo>
                  <a:lnTo>
                    <a:pt x="2620546" y="1047262"/>
                  </a:lnTo>
                  <a:lnTo>
                    <a:pt x="2621242" y="1044099"/>
                  </a:lnTo>
                  <a:lnTo>
                    <a:pt x="2621938" y="1041753"/>
                  </a:lnTo>
                  <a:lnTo>
                    <a:pt x="2622635" y="1040429"/>
                  </a:lnTo>
                  <a:lnTo>
                    <a:pt x="2623331" y="1038682"/>
                  </a:lnTo>
                  <a:lnTo>
                    <a:pt x="2624027" y="1035724"/>
                  </a:lnTo>
                  <a:lnTo>
                    <a:pt x="2624723" y="1032549"/>
                  </a:lnTo>
                  <a:lnTo>
                    <a:pt x="2625419" y="1030361"/>
                  </a:lnTo>
                  <a:lnTo>
                    <a:pt x="2626115" y="1030012"/>
                  </a:lnTo>
                  <a:lnTo>
                    <a:pt x="2626812" y="1031870"/>
                  </a:lnTo>
                  <a:lnTo>
                    <a:pt x="2627508" y="1033043"/>
                  </a:lnTo>
                  <a:lnTo>
                    <a:pt x="2628204" y="1030548"/>
                  </a:lnTo>
                  <a:lnTo>
                    <a:pt x="2628900" y="1027930"/>
                  </a:lnTo>
                  <a:lnTo>
                    <a:pt x="2629596" y="1025958"/>
                  </a:lnTo>
                  <a:lnTo>
                    <a:pt x="2630292" y="1023960"/>
                  </a:lnTo>
                  <a:lnTo>
                    <a:pt x="2630989" y="1020310"/>
                  </a:lnTo>
                  <a:lnTo>
                    <a:pt x="2631685" y="1017362"/>
                  </a:lnTo>
                  <a:lnTo>
                    <a:pt x="2632381" y="1014945"/>
                  </a:lnTo>
                  <a:lnTo>
                    <a:pt x="2633077" y="1012103"/>
                  </a:lnTo>
                  <a:lnTo>
                    <a:pt x="2633773" y="1007345"/>
                  </a:lnTo>
                  <a:lnTo>
                    <a:pt x="2634470" y="1003498"/>
                  </a:lnTo>
                  <a:lnTo>
                    <a:pt x="2635166" y="1000795"/>
                  </a:lnTo>
                  <a:lnTo>
                    <a:pt x="2635862" y="998050"/>
                  </a:lnTo>
                  <a:lnTo>
                    <a:pt x="2636558" y="995218"/>
                  </a:lnTo>
                  <a:lnTo>
                    <a:pt x="2637254" y="994915"/>
                  </a:lnTo>
                  <a:lnTo>
                    <a:pt x="2637950" y="995759"/>
                  </a:lnTo>
                  <a:lnTo>
                    <a:pt x="2638647" y="998266"/>
                  </a:lnTo>
                  <a:lnTo>
                    <a:pt x="2639343" y="1000736"/>
                  </a:lnTo>
                  <a:lnTo>
                    <a:pt x="2640039" y="1003545"/>
                  </a:lnTo>
                  <a:lnTo>
                    <a:pt x="2640735" y="1006724"/>
                  </a:lnTo>
                  <a:lnTo>
                    <a:pt x="2641431" y="1009833"/>
                  </a:lnTo>
                  <a:lnTo>
                    <a:pt x="2642127" y="1011223"/>
                  </a:lnTo>
                  <a:lnTo>
                    <a:pt x="2642824" y="1013689"/>
                  </a:lnTo>
                  <a:lnTo>
                    <a:pt x="2643520" y="1017141"/>
                  </a:lnTo>
                  <a:lnTo>
                    <a:pt x="2644216" y="1023772"/>
                  </a:lnTo>
                  <a:lnTo>
                    <a:pt x="2644912" y="1031641"/>
                  </a:lnTo>
                  <a:lnTo>
                    <a:pt x="2645608" y="1039843"/>
                  </a:lnTo>
                  <a:lnTo>
                    <a:pt x="2646305" y="1048843"/>
                  </a:lnTo>
                  <a:lnTo>
                    <a:pt x="2647001" y="1056658"/>
                  </a:lnTo>
                  <a:lnTo>
                    <a:pt x="2647697" y="1063527"/>
                  </a:lnTo>
                  <a:lnTo>
                    <a:pt x="2648393" y="1069652"/>
                  </a:lnTo>
                  <a:lnTo>
                    <a:pt x="2649089" y="1075973"/>
                  </a:lnTo>
                  <a:lnTo>
                    <a:pt x="2649785" y="1082865"/>
                  </a:lnTo>
                  <a:lnTo>
                    <a:pt x="2650482" y="1089386"/>
                  </a:lnTo>
                  <a:lnTo>
                    <a:pt x="2651178" y="1096474"/>
                  </a:lnTo>
                  <a:lnTo>
                    <a:pt x="2651874" y="1105972"/>
                  </a:lnTo>
                  <a:lnTo>
                    <a:pt x="2652570" y="1116777"/>
                  </a:lnTo>
                  <a:lnTo>
                    <a:pt x="2653266" y="1127389"/>
                  </a:lnTo>
                  <a:lnTo>
                    <a:pt x="2653962" y="1138000"/>
                  </a:lnTo>
                  <a:lnTo>
                    <a:pt x="2654659" y="1148346"/>
                  </a:lnTo>
                  <a:lnTo>
                    <a:pt x="2655355" y="1159250"/>
                  </a:lnTo>
                  <a:lnTo>
                    <a:pt x="2656051" y="1168025"/>
                  </a:lnTo>
                  <a:lnTo>
                    <a:pt x="2656747" y="1176304"/>
                  </a:lnTo>
                  <a:lnTo>
                    <a:pt x="2657443" y="1184903"/>
                  </a:lnTo>
                  <a:lnTo>
                    <a:pt x="2658139" y="1193606"/>
                  </a:lnTo>
                  <a:lnTo>
                    <a:pt x="2658836" y="1203195"/>
                  </a:lnTo>
                  <a:lnTo>
                    <a:pt x="2659532" y="1213547"/>
                  </a:lnTo>
                  <a:lnTo>
                    <a:pt x="2660228" y="1225346"/>
                  </a:lnTo>
                  <a:lnTo>
                    <a:pt x="2660924" y="1236475"/>
                  </a:lnTo>
                  <a:lnTo>
                    <a:pt x="2661620" y="1245677"/>
                  </a:lnTo>
                  <a:lnTo>
                    <a:pt x="2662317" y="1253835"/>
                  </a:lnTo>
                  <a:lnTo>
                    <a:pt x="2663013" y="1261738"/>
                  </a:lnTo>
                  <a:lnTo>
                    <a:pt x="2663709" y="1271141"/>
                  </a:lnTo>
                  <a:lnTo>
                    <a:pt x="2664405" y="1281036"/>
                  </a:lnTo>
                  <a:lnTo>
                    <a:pt x="2665101" y="1290291"/>
                  </a:lnTo>
                  <a:lnTo>
                    <a:pt x="2665797" y="1298663"/>
                  </a:lnTo>
                  <a:lnTo>
                    <a:pt x="2666494" y="1308232"/>
                  </a:lnTo>
                  <a:lnTo>
                    <a:pt x="2667190" y="1317863"/>
                  </a:lnTo>
                  <a:lnTo>
                    <a:pt x="2667886" y="1327169"/>
                  </a:lnTo>
                  <a:lnTo>
                    <a:pt x="2668582" y="1333549"/>
                  </a:lnTo>
                  <a:lnTo>
                    <a:pt x="2669278" y="1342815"/>
                  </a:lnTo>
                  <a:lnTo>
                    <a:pt x="2669974" y="1351553"/>
                  </a:lnTo>
                  <a:lnTo>
                    <a:pt x="2670671" y="1357686"/>
                  </a:lnTo>
                  <a:lnTo>
                    <a:pt x="2671367" y="1365235"/>
                  </a:lnTo>
                  <a:lnTo>
                    <a:pt x="2672063" y="1373401"/>
                  </a:lnTo>
                  <a:lnTo>
                    <a:pt x="2672759" y="1380292"/>
                  </a:lnTo>
                  <a:lnTo>
                    <a:pt x="2673455" y="1387614"/>
                  </a:lnTo>
                  <a:lnTo>
                    <a:pt x="2674152" y="1394160"/>
                  </a:lnTo>
                  <a:lnTo>
                    <a:pt x="2674848" y="1400596"/>
                  </a:lnTo>
                  <a:lnTo>
                    <a:pt x="2675544" y="1407270"/>
                  </a:lnTo>
                  <a:lnTo>
                    <a:pt x="2676240" y="1414611"/>
                  </a:lnTo>
                  <a:lnTo>
                    <a:pt x="2676936" y="1423486"/>
                  </a:lnTo>
                  <a:lnTo>
                    <a:pt x="2677632" y="1431199"/>
                  </a:lnTo>
                  <a:lnTo>
                    <a:pt x="2678329" y="1437829"/>
                  </a:lnTo>
                  <a:lnTo>
                    <a:pt x="2679025" y="1445567"/>
                  </a:lnTo>
                  <a:lnTo>
                    <a:pt x="2679721" y="1449943"/>
                  </a:lnTo>
                  <a:lnTo>
                    <a:pt x="2680417" y="1452701"/>
                  </a:lnTo>
                  <a:lnTo>
                    <a:pt x="2681113" y="1455458"/>
                  </a:lnTo>
                  <a:lnTo>
                    <a:pt x="2681809" y="1455031"/>
                  </a:lnTo>
                  <a:lnTo>
                    <a:pt x="2682506" y="1455207"/>
                  </a:lnTo>
                  <a:lnTo>
                    <a:pt x="2683202" y="1454897"/>
                  </a:lnTo>
                  <a:lnTo>
                    <a:pt x="2683898" y="1455629"/>
                  </a:lnTo>
                  <a:lnTo>
                    <a:pt x="2684594" y="1456361"/>
                  </a:lnTo>
                  <a:lnTo>
                    <a:pt x="2685290" y="1457094"/>
                  </a:lnTo>
                  <a:lnTo>
                    <a:pt x="2685987" y="1457433"/>
                  </a:lnTo>
                  <a:lnTo>
                    <a:pt x="2686683" y="1456401"/>
                  </a:lnTo>
                  <a:lnTo>
                    <a:pt x="2687379" y="1452610"/>
                  </a:lnTo>
                  <a:lnTo>
                    <a:pt x="2688075" y="1449083"/>
                  </a:lnTo>
                  <a:lnTo>
                    <a:pt x="2688771" y="1445088"/>
                  </a:lnTo>
                  <a:lnTo>
                    <a:pt x="2689467" y="1441160"/>
                  </a:lnTo>
                  <a:lnTo>
                    <a:pt x="2690164" y="1436480"/>
                  </a:lnTo>
                  <a:lnTo>
                    <a:pt x="2690860" y="1432270"/>
                  </a:lnTo>
                  <a:lnTo>
                    <a:pt x="2691556" y="1429160"/>
                  </a:lnTo>
                  <a:lnTo>
                    <a:pt x="2692252" y="1427674"/>
                  </a:lnTo>
                  <a:lnTo>
                    <a:pt x="2692948" y="1425928"/>
                  </a:lnTo>
                  <a:lnTo>
                    <a:pt x="2693644" y="1423134"/>
                  </a:lnTo>
                  <a:lnTo>
                    <a:pt x="2694341" y="1419117"/>
                  </a:lnTo>
                  <a:lnTo>
                    <a:pt x="2695037" y="1413385"/>
                  </a:lnTo>
                  <a:lnTo>
                    <a:pt x="2695733" y="1405980"/>
                  </a:lnTo>
                  <a:lnTo>
                    <a:pt x="2696429" y="1398782"/>
                  </a:lnTo>
                  <a:lnTo>
                    <a:pt x="2697125" y="1392099"/>
                  </a:lnTo>
                  <a:lnTo>
                    <a:pt x="2697821" y="1385505"/>
                  </a:lnTo>
                  <a:lnTo>
                    <a:pt x="2698518" y="1380073"/>
                  </a:lnTo>
                  <a:lnTo>
                    <a:pt x="2699214" y="1375145"/>
                  </a:lnTo>
                  <a:lnTo>
                    <a:pt x="2699910" y="1371034"/>
                  </a:lnTo>
                  <a:lnTo>
                    <a:pt x="2700606" y="1366923"/>
                  </a:lnTo>
                  <a:lnTo>
                    <a:pt x="2701302" y="1361182"/>
                  </a:lnTo>
                  <a:lnTo>
                    <a:pt x="2701999" y="1352282"/>
                  </a:lnTo>
                  <a:lnTo>
                    <a:pt x="2702695" y="1342824"/>
                  </a:lnTo>
                  <a:lnTo>
                    <a:pt x="2703391" y="1332451"/>
                  </a:lnTo>
                  <a:lnTo>
                    <a:pt x="2704087" y="1326642"/>
                  </a:lnTo>
                  <a:lnTo>
                    <a:pt x="2704783" y="1321107"/>
                  </a:lnTo>
                  <a:lnTo>
                    <a:pt x="2705479" y="1316182"/>
                  </a:lnTo>
                  <a:lnTo>
                    <a:pt x="2706176" y="1312935"/>
                  </a:lnTo>
                  <a:lnTo>
                    <a:pt x="2706872" y="1309142"/>
                  </a:lnTo>
                  <a:lnTo>
                    <a:pt x="2707568" y="1305932"/>
                  </a:lnTo>
                  <a:lnTo>
                    <a:pt x="2708264" y="1302928"/>
                  </a:lnTo>
                  <a:lnTo>
                    <a:pt x="2708960" y="1298186"/>
                  </a:lnTo>
                  <a:lnTo>
                    <a:pt x="2709656" y="1292105"/>
                  </a:lnTo>
                  <a:lnTo>
                    <a:pt x="2710353" y="1285437"/>
                  </a:lnTo>
                  <a:lnTo>
                    <a:pt x="2711049" y="1280569"/>
                  </a:lnTo>
                  <a:lnTo>
                    <a:pt x="2711745" y="1276972"/>
                  </a:lnTo>
                  <a:lnTo>
                    <a:pt x="2712441" y="1275122"/>
                  </a:lnTo>
                  <a:lnTo>
                    <a:pt x="2713137" y="1276599"/>
                  </a:lnTo>
                  <a:lnTo>
                    <a:pt x="2713834" y="1280892"/>
                  </a:lnTo>
                  <a:lnTo>
                    <a:pt x="2714530" y="1280980"/>
                  </a:lnTo>
                  <a:lnTo>
                    <a:pt x="2715226" y="1280885"/>
                  </a:lnTo>
                  <a:lnTo>
                    <a:pt x="2715922" y="1280790"/>
                  </a:lnTo>
                  <a:lnTo>
                    <a:pt x="2716618" y="1280695"/>
                  </a:lnTo>
                  <a:lnTo>
                    <a:pt x="2717314" y="1282065"/>
                  </a:lnTo>
                  <a:lnTo>
                    <a:pt x="2718011" y="1283783"/>
                  </a:lnTo>
                  <a:lnTo>
                    <a:pt x="2718707" y="1285333"/>
                  </a:lnTo>
                  <a:lnTo>
                    <a:pt x="2719403" y="1287158"/>
                  </a:lnTo>
                  <a:lnTo>
                    <a:pt x="2720099" y="1289596"/>
                  </a:lnTo>
                  <a:lnTo>
                    <a:pt x="2720795" y="1292601"/>
                  </a:lnTo>
                  <a:lnTo>
                    <a:pt x="2721491" y="1295606"/>
                  </a:lnTo>
                  <a:lnTo>
                    <a:pt x="2722188" y="1299084"/>
                  </a:lnTo>
                  <a:lnTo>
                    <a:pt x="2722884" y="1303409"/>
                  </a:lnTo>
                  <a:lnTo>
                    <a:pt x="2723580" y="1305495"/>
                  </a:lnTo>
                  <a:lnTo>
                    <a:pt x="2724276" y="1309122"/>
                  </a:lnTo>
                  <a:lnTo>
                    <a:pt x="2724972" y="1312681"/>
                  </a:lnTo>
                  <a:lnTo>
                    <a:pt x="2725668" y="1315434"/>
                  </a:lnTo>
                  <a:lnTo>
                    <a:pt x="2726365" y="1318775"/>
                  </a:lnTo>
                  <a:lnTo>
                    <a:pt x="2727061" y="1322115"/>
                  </a:lnTo>
                  <a:lnTo>
                    <a:pt x="2727757" y="1323028"/>
                  </a:lnTo>
                  <a:lnTo>
                    <a:pt x="2728453" y="1321802"/>
                  </a:lnTo>
                  <a:lnTo>
                    <a:pt x="2729149" y="1321726"/>
                  </a:lnTo>
                  <a:lnTo>
                    <a:pt x="2729846" y="1321536"/>
                  </a:lnTo>
                  <a:lnTo>
                    <a:pt x="2730542" y="1322754"/>
                  </a:lnTo>
                  <a:lnTo>
                    <a:pt x="2731238" y="1322576"/>
                  </a:lnTo>
                  <a:lnTo>
                    <a:pt x="2731934" y="1322515"/>
                  </a:lnTo>
                  <a:lnTo>
                    <a:pt x="2732630" y="1323076"/>
                  </a:lnTo>
                  <a:lnTo>
                    <a:pt x="2733326" y="1322014"/>
                  </a:lnTo>
                  <a:lnTo>
                    <a:pt x="2734023" y="1318275"/>
                  </a:lnTo>
                  <a:lnTo>
                    <a:pt x="2734719" y="1313239"/>
                  </a:lnTo>
                  <a:lnTo>
                    <a:pt x="2735415" y="1307279"/>
                  </a:lnTo>
                  <a:lnTo>
                    <a:pt x="2736111" y="1302258"/>
                  </a:lnTo>
                  <a:lnTo>
                    <a:pt x="2736807" y="1298174"/>
                  </a:lnTo>
                  <a:lnTo>
                    <a:pt x="2737503" y="1294959"/>
                  </a:lnTo>
                  <a:lnTo>
                    <a:pt x="2738200" y="1292349"/>
                  </a:lnTo>
                  <a:lnTo>
                    <a:pt x="2738896" y="1292647"/>
                  </a:lnTo>
                  <a:lnTo>
                    <a:pt x="2739592" y="1292631"/>
                  </a:lnTo>
                  <a:lnTo>
                    <a:pt x="2740288" y="1291819"/>
                  </a:lnTo>
                  <a:lnTo>
                    <a:pt x="2740984" y="1288960"/>
                  </a:lnTo>
                  <a:lnTo>
                    <a:pt x="2741681" y="1285161"/>
                  </a:lnTo>
                  <a:lnTo>
                    <a:pt x="2742377" y="1280409"/>
                  </a:lnTo>
                  <a:lnTo>
                    <a:pt x="2743073" y="1272585"/>
                  </a:lnTo>
                  <a:lnTo>
                    <a:pt x="2743769" y="1264915"/>
                  </a:lnTo>
                  <a:lnTo>
                    <a:pt x="2744465" y="1259839"/>
                  </a:lnTo>
                  <a:lnTo>
                    <a:pt x="2745161" y="1254926"/>
                  </a:lnTo>
                  <a:lnTo>
                    <a:pt x="2745858" y="1250754"/>
                  </a:lnTo>
                  <a:lnTo>
                    <a:pt x="2746554" y="1244240"/>
                  </a:lnTo>
                  <a:lnTo>
                    <a:pt x="2747250" y="1236699"/>
                  </a:lnTo>
                  <a:lnTo>
                    <a:pt x="2747946" y="1226942"/>
                  </a:lnTo>
                  <a:lnTo>
                    <a:pt x="2748642" y="1216295"/>
                  </a:lnTo>
                  <a:lnTo>
                    <a:pt x="2749338" y="1201913"/>
                  </a:lnTo>
                  <a:lnTo>
                    <a:pt x="2750035" y="1188734"/>
                  </a:lnTo>
                  <a:lnTo>
                    <a:pt x="2750731" y="1174106"/>
                  </a:lnTo>
                  <a:lnTo>
                    <a:pt x="2751427" y="1159248"/>
                  </a:lnTo>
                  <a:lnTo>
                    <a:pt x="2752123" y="1144376"/>
                  </a:lnTo>
                  <a:lnTo>
                    <a:pt x="2752819" y="1130096"/>
                  </a:lnTo>
                  <a:lnTo>
                    <a:pt x="2753516" y="1116333"/>
                  </a:lnTo>
                  <a:lnTo>
                    <a:pt x="2754212" y="1104657"/>
                  </a:lnTo>
                  <a:lnTo>
                    <a:pt x="2754908" y="1091418"/>
                  </a:lnTo>
                  <a:lnTo>
                    <a:pt x="2755604" y="1077807"/>
                  </a:lnTo>
                  <a:lnTo>
                    <a:pt x="2756300" y="1063066"/>
                  </a:lnTo>
                  <a:lnTo>
                    <a:pt x="2756996" y="1048979"/>
                  </a:lnTo>
                  <a:lnTo>
                    <a:pt x="2757693" y="1035108"/>
                  </a:lnTo>
                  <a:lnTo>
                    <a:pt x="2758389" y="1021932"/>
                  </a:lnTo>
                  <a:lnTo>
                    <a:pt x="2759085" y="1007603"/>
                  </a:lnTo>
                  <a:lnTo>
                    <a:pt x="2759781" y="992909"/>
                  </a:lnTo>
                  <a:lnTo>
                    <a:pt x="2760477" y="978216"/>
                  </a:lnTo>
                  <a:lnTo>
                    <a:pt x="2761173" y="967272"/>
                  </a:lnTo>
                  <a:lnTo>
                    <a:pt x="2761870" y="956150"/>
                  </a:lnTo>
                  <a:lnTo>
                    <a:pt x="2762566" y="944827"/>
                  </a:lnTo>
                  <a:lnTo>
                    <a:pt x="2763262" y="934280"/>
                  </a:lnTo>
                  <a:lnTo>
                    <a:pt x="2763958" y="926155"/>
                  </a:lnTo>
                  <a:lnTo>
                    <a:pt x="2764654" y="915895"/>
                  </a:lnTo>
                  <a:lnTo>
                    <a:pt x="2765350" y="905775"/>
                  </a:lnTo>
                  <a:lnTo>
                    <a:pt x="2766047" y="893180"/>
                  </a:lnTo>
                  <a:lnTo>
                    <a:pt x="2766743" y="883369"/>
                  </a:lnTo>
                  <a:lnTo>
                    <a:pt x="2767439" y="873912"/>
                  </a:lnTo>
                  <a:lnTo>
                    <a:pt x="2768135" y="863915"/>
                  </a:lnTo>
                  <a:lnTo>
                    <a:pt x="2768831" y="854246"/>
                  </a:lnTo>
                  <a:lnTo>
                    <a:pt x="2769528" y="848572"/>
                  </a:lnTo>
                  <a:lnTo>
                    <a:pt x="2770224" y="843368"/>
                  </a:lnTo>
                  <a:lnTo>
                    <a:pt x="2770920" y="838034"/>
                  </a:lnTo>
                  <a:lnTo>
                    <a:pt x="2771616" y="831295"/>
                  </a:lnTo>
                  <a:lnTo>
                    <a:pt x="2772312" y="824827"/>
                  </a:lnTo>
                  <a:lnTo>
                    <a:pt x="2773008" y="818502"/>
                  </a:lnTo>
                  <a:lnTo>
                    <a:pt x="2773705" y="811554"/>
                  </a:lnTo>
                  <a:lnTo>
                    <a:pt x="2774401" y="803287"/>
                  </a:lnTo>
                  <a:lnTo>
                    <a:pt x="2775097" y="794508"/>
                  </a:lnTo>
                  <a:lnTo>
                    <a:pt x="2775793" y="786284"/>
                  </a:lnTo>
                  <a:lnTo>
                    <a:pt x="2776489" y="781869"/>
                  </a:lnTo>
                  <a:lnTo>
                    <a:pt x="2777185" y="777933"/>
                  </a:lnTo>
                  <a:lnTo>
                    <a:pt x="2777882" y="773465"/>
                  </a:lnTo>
                  <a:lnTo>
                    <a:pt x="2778578" y="769929"/>
                  </a:lnTo>
                  <a:lnTo>
                    <a:pt x="2779274" y="767065"/>
                  </a:lnTo>
                  <a:lnTo>
                    <a:pt x="2779970" y="762194"/>
                  </a:lnTo>
                  <a:lnTo>
                    <a:pt x="2780666" y="756517"/>
                  </a:lnTo>
                  <a:lnTo>
                    <a:pt x="2781363" y="750261"/>
                  </a:lnTo>
                  <a:lnTo>
                    <a:pt x="2782059" y="745089"/>
                  </a:lnTo>
                  <a:lnTo>
                    <a:pt x="2782755" y="738503"/>
                  </a:lnTo>
                  <a:lnTo>
                    <a:pt x="2783451" y="732740"/>
                  </a:lnTo>
                  <a:lnTo>
                    <a:pt x="2784147" y="727067"/>
                  </a:lnTo>
                  <a:lnTo>
                    <a:pt x="2784843" y="723258"/>
                  </a:lnTo>
                  <a:lnTo>
                    <a:pt x="2785540" y="720420"/>
                  </a:lnTo>
                  <a:lnTo>
                    <a:pt x="2786236" y="718851"/>
                  </a:lnTo>
                  <a:lnTo>
                    <a:pt x="2786932" y="717694"/>
                  </a:lnTo>
                  <a:lnTo>
                    <a:pt x="2787628" y="716033"/>
                  </a:lnTo>
                  <a:lnTo>
                    <a:pt x="2788324" y="713563"/>
                  </a:lnTo>
                  <a:lnTo>
                    <a:pt x="2789020" y="712546"/>
                  </a:lnTo>
                  <a:lnTo>
                    <a:pt x="2789717" y="709567"/>
                  </a:lnTo>
                  <a:lnTo>
                    <a:pt x="2790413" y="706781"/>
                  </a:lnTo>
                  <a:lnTo>
                    <a:pt x="2791109" y="704002"/>
                  </a:lnTo>
                  <a:lnTo>
                    <a:pt x="2791805" y="700995"/>
                  </a:lnTo>
                  <a:lnTo>
                    <a:pt x="2792501" y="697064"/>
                  </a:lnTo>
                  <a:lnTo>
                    <a:pt x="2793197" y="694385"/>
                  </a:lnTo>
                  <a:lnTo>
                    <a:pt x="2793894" y="691485"/>
                  </a:lnTo>
                  <a:lnTo>
                    <a:pt x="2794590" y="689910"/>
                  </a:lnTo>
                  <a:lnTo>
                    <a:pt x="2795286" y="687669"/>
                  </a:lnTo>
                  <a:lnTo>
                    <a:pt x="2795982" y="684983"/>
                  </a:lnTo>
                  <a:lnTo>
                    <a:pt x="2796678" y="679695"/>
                  </a:lnTo>
                  <a:lnTo>
                    <a:pt x="2797375" y="674163"/>
                  </a:lnTo>
                  <a:lnTo>
                    <a:pt x="2798071" y="669276"/>
                  </a:lnTo>
                  <a:lnTo>
                    <a:pt x="2798767" y="664729"/>
                  </a:lnTo>
                  <a:lnTo>
                    <a:pt x="2799463" y="657119"/>
                  </a:lnTo>
                  <a:lnTo>
                    <a:pt x="2800159" y="651019"/>
                  </a:lnTo>
                  <a:lnTo>
                    <a:pt x="2800855" y="646327"/>
                  </a:lnTo>
                  <a:lnTo>
                    <a:pt x="2801552" y="643706"/>
                  </a:lnTo>
                  <a:lnTo>
                    <a:pt x="2802248" y="643600"/>
                  </a:lnTo>
                  <a:lnTo>
                    <a:pt x="2802944" y="641560"/>
                  </a:lnTo>
                  <a:lnTo>
                    <a:pt x="2803640" y="641195"/>
                  </a:lnTo>
                  <a:lnTo>
                    <a:pt x="2804336" y="643501"/>
                  </a:lnTo>
                  <a:lnTo>
                    <a:pt x="2805032" y="643508"/>
                  </a:lnTo>
                  <a:lnTo>
                    <a:pt x="2805729" y="643480"/>
                  </a:lnTo>
                  <a:lnTo>
                    <a:pt x="2806425" y="644094"/>
                  </a:lnTo>
                  <a:lnTo>
                    <a:pt x="2807121" y="646050"/>
                  </a:lnTo>
                  <a:lnTo>
                    <a:pt x="2807817" y="649381"/>
                  </a:lnTo>
                  <a:lnTo>
                    <a:pt x="2808513" y="653123"/>
                  </a:lnTo>
                  <a:lnTo>
                    <a:pt x="2809210" y="658684"/>
                  </a:lnTo>
                  <a:lnTo>
                    <a:pt x="2809906" y="666505"/>
                  </a:lnTo>
                  <a:lnTo>
                    <a:pt x="2810602" y="675105"/>
                  </a:lnTo>
                  <a:lnTo>
                    <a:pt x="2811298" y="683924"/>
                  </a:lnTo>
                  <a:lnTo>
                    <a:pt x="2811994" y="690137"/>
                  </a:lnTo>
                  <a:lnTo>
                    <a:pt x="2812690" y="694946"/>
                  </a:lnTo>
                  <a:lnTo>
                    <a:pt x="2813387" y="702397"/>
                  </a:lnTo>
                  <a:lnTo>
                    <a:pt x="2814083" y="711740"/>
                  </a:lnTo>
                  <a:lnTo>
                    <a:pt x="2814779" y="720293"/>
                  </a:lnTo>
                  <a:lnTo>
                    <a:pt x="2815475" y="730120"/>
                  </a:lnTo>
                  <a:lnTo>
                    <a:pt x="2816171" y="741592"/>
                  </a:lnTo>
                  <a:lnTo>
                    <a:pt x="2816867" y="751943"/>
                  </a:lnTo>
                  <a:lnTo>
                    <a:pt x="2817564" y="760386"/>
                  </a:lnTo>
                  <a:lnTo>
                    <a:pt x="2818260" y="769863"/>
                  </a:lnTo>
                  <a:lnTo>
                    <a:pt x="2818956" y="778158"/>
                  </a:lnTo>
                  <a:lnTo>
                    <a:pt x="2819652" y="787237"/>
                  </a:lnTo>
                  <a:lnTo>
                    <a:pt x="2820348" y="796430"/>
                  </a:lnTo>
                  <a:lnTo>
                    <a:pt x="2821044" y="805095"/>
                  </a:lnTo>
                  <a:lnTo>
                    <a:pt x="2821741" y="814827"/>
                  </a:lnTo>
                  <a:lnTo>
                    <a:pt x="2822437" y="825816"/>
                  </a:lnTo>
                  <a:lnTo>
                    <a:pt x="2823133" y="839535"/>
                  </a:lnTo>
                  <a:lnTo>
                    <a:pt x="2823829" y="855668"/>
                  </a:lnTo>
                  <a:lnTo>
                    <a:pt x="2824525" y="871223"/>
                  </a:lnTo>
                  <a:lnTo>
                    <a:pt x="2825222" y="888007"/>
                  </a:lnTo>
                  <a:lnTo>
                    <a:pt x="2825918" y="904017"/>
                  </a:lnTo>
                  <a:lnTo>
                    <a:pt x="2826614" y="916709"/>
                  </a:lnTo>
                  <a:lnTo>
                    <a:pt x="2827310" y="928616"/>
                  </a:lnTo>
                  <a:lnTo>
                    <a:pt x="2828006" y="943341"/>
                  </a:lnTo>
                  <a:lnTo>
                    <a:pt x="2828702" y="956456"/>
                  </a:lnTo>
                  <a:lnTo>
                    <a:pt x="2829399" y="971788"/>
                  </a:lnTo>
                  <a:lnTo>
                    <a:pt x="2830095" y="987579"/>
                  </a:lnTo>
                  <a:lnTo>
                    <a:pt x="2830791" y="1007086"/>
                  </a:lnTo>
                  <a:lnTo>
                    <a:pt x="2831487" y="1029533"/>
                  </a:lnTo>
                  <a:lnTo>
                    <a:pt x="2832183" y="1051600"/>
                  </a:lnTo>
                  <a:lnTo>
                    <a:pt x="2832879" y="1073949"/>
                  </a:lnTo>
                  <a:lnTo>
                    <a:pt x="2833576" y="1093912"/>
                  </a:lnTo>
                  <a:lnTo>
                    <a:pt x="2834272" y="1112665"/>
                  </a:lnTo>
                  <a:lnTo>
                    <a:pt x="2834968" y="1132230"/>
                  </a:lnTo>
                  <a:lnTo>
                    <a:pt x="2835664" y="1150569"/>
                  </a:lnTo>
                  <a:lnTo>
                    <a:pt x="2836360" y="1167318"/>
                  </a:lnTo>
                  <a:lnTo>
                    <a:pt x="2837057" y="1183784"/>
                  </a:lnTo>
                  <a:lnTo>
                    <a:pt x="2837753" y="1197156"/>
                  </a:lnTo>
                  <a:lnTo>
                    <a:pt x="2838449" y="1210196"/>
                  </a:lnTo>
                  <a:lnTo>
                    <a:pt x="2839145" y="1219020"/>
                  </a:lnTo>
                  <a:lnTo>
                    <a:pt x="2839841" y="1226219"/>
                  </a:lnTo>
                  <a:lnTo>
                    <a:pt x="2840537" y="1233133"/>
                  </a:lnTo>
                  <a:lnTo>
                    <a:pt x="2841234" y="1238028"/>
                  </a:lnTo>
                  <a:lnTo>
                    <a:pt x="2841930" y="1242994"/>
                  </a:lnTo>
                  <a:lnTo>
                    <a:pt x="2842626" y="1247084"/>
                  </a:lnTo>
                  <a:lnTo>
                    <a:pt x="2843322" y="1249655"/>
                  </a:lnTo>
                  <a:lnTo>
                    <a:pt x="2844018" y="1253167"/>
                  </a:lnTo>
                  <a:lnTo>
                    <a:pt x="2844714" y="1255461"/>
                  </a:lnTo>
                  <a:lnTo>
                    <a:pt x="2845411" y="1255899"/>
                  </a:lnTo>
                  <a:lnTo>
                    <a:pt x="2846107" y="1255158"/>
                  </a:lnTo>
                  <a:lnTo>
                    <a:pt x="2846803" y="1253500"/>
                  </a:lnTo>
                  <a:lnTo>
                    <a:pt x="2847499" y="1252076"/>
                  </a:lnTo>
                  <a:lnTo>
                    <a:pt x="2848195" y="1251790"/>
                  </a:lnTo>
                  <a:lnTo>
                    <a:pt x="2848892" y="1251083"/>
                  </a:lnTo>
                  <a:lnTo>
                    <a:pt x="2849588" y="1252039"/>
                  </a:lnTo>
                  <a:lnTo>
                    <a:pt x="2850284" y="1254250"/>
                  </a:lnTo>
                  <a:lnTo>
                    <a:pt x="2850980" y="1253296"/>
                  </a:lnTo>
                  <a:lnTo>
                    <a:pt x="2851676" y="1252716"/>
                  </a:lnTo>
                  <a:lnTo>
                    <a:pt x="2852372" y="1250323"/>
                  </a:lnTo>
                  <a:lnTo>
                    <a:pt x="2853069" y="1248497"/>
                  </a:lnTo>
                  <a:lnTo>
                    <a:pt x="2853765" y="1245201"/>
                  </a:lnTo>
                  <a:lnTo>
                    <a:pt x="2854461" y="1242099"/>
                  </a:lnTo>
                  <a:lnTo>
                    <a:pt x="2855157" y="1238054"/>
                  </a:lnTo>
                  <a:lnTo>
                    <a:pt x="2855853" y="1232090"/>
                  </a:lnTo>
                  <a:lnTo>
                    <a:pt x="2856549" y="1226343"/>
                  </a:lnTo>
                  <a:lnTo>
                    <a:pt x="2857246" y="1220124"/>
                  </a:lnTo>
                  <a:lnTo>
                    <a:pt x="2857942" y="1211320"/>
                  </a:lnTo>
                  <a:lnTo>
                    <a:pt x="2858638" y="1198409"/>
                  </a:lnTo>
                  <a:lnTo>
                    <a:pt x="2859334" y="1183833"/>
                  </a:lnTo>
                  <a:lnTo>
                    <a:pt x="2860030" y="1167955"/>
                  </a:lnTo>
                  <a:lnTo>
                    <a:pt x="2860726" y="1151248"/>
                  </a:lnTo>
                  <a:lnTo>
                    <a:pt x="2861423" y="1136781"/>
                  </a:lnTo>
                  <a:lnTo>
                    <a:pt x="2862119" y="1125276"/>
                  </a:lnTo>
                  <a:lnTo>
                    <a:pt x="2862815" y="1115859"/>
                  </a:lnTo>
                  <a:lnTo>
                    <a:pt x="2863511" y="1103866"/>
                  </a:lnTo>
                  <a:lnTo>
                    <a:pt x="2864207" y="1092185"/>
                  </a:lnTo>
                  <a:lnTo>
                    <a:pt x="2864904" y="1078088"/>
                  </a:lnTo>
                  <a:lnTo>
                    <a:pt x="2865600" y="1063819"/>
                  </a:lnTo>
                  <a:lnTo>
                    <a:pt x="2866296" y="1047132"/>
                  </a:lnTo>
                  <a:lnTo>
                    <a:pt x="2866992" y="1028798"/>
                  </a:lnTo>
                  <a:lnTo>
                    <a:pt x="2867688" y="1011953"/>
                  </a:lnTo>
                  <a:lnTo>
                    <a:pt x="2868384" y="995585"/>
                  </a:lnTo>
                  <a:lnTo>
                    <a:pt x="2869081" y="982632"/>
                  </a:lnTo>
                  <a:lnTo>
                    <a:pt x="2869777" y="970932"/>
                  </a:lnTo>
                  <a:lnTo>
                    <a:pt x="2870473" y="960653"/>
                  </a:lnTo>
                  <a:lnTo>
                    <a:pt x="2871169" y="950736"/>
                  </a:lnTo>
                  <a:lnTo>
                    <a:pt x="2871865" y="941302"/>
                  </a:lnTo>
                  <a:lnTo>
                    <a:pt x="2872561" y="933614"/>
                  </a:lnTo>
                  <a:lnTo>
                    <a:pt x="2873258" y="928127"/>
                  </a:lnTo>
                  <a:lnTo>
                    <a:pt x="2873954" y="922887"/>
                  </a:lnTo>
                  <a:lnTo>
                    <a:pt x="2874650" y="924138"/>
                  </a:lnTo>
                  <a:lnTo>
                    <a:pt x="2875346" y="925138"/>
                  </a:lnTo>
                  <a:lnTo>
                    <a:pt x="2876042" y="926383"/>
                  </a:lnTo>
                  <a:lnTo>
                    <a:pt x="2876739" y="927478"/>
                  </a:lnTo>
                  <a:lnTo>
                    <a:pt x="2877435" y="927616"/>
                  </a:lnTo>
                  <a:lnTo>
                    <a:pt x="2878131" y="927959"/>
                  </a:lnTo>
                  <a:lnTo>
                    <a:pt x="2878827" y="929551"/>
                  </a:lnTo>
                  <a:lnTo>
                    <a:pt x="2879523" y="929993"/>
                  </a:lnTo>
                  <a:lnTo>
                    <a:pt x="2880219" y="930260"/>
                  </a:lnTo>
                  <a:lnTo>
                    <a:pt x="2880916" y="930030"/>
                  </a:lnTo>
                  <a:lnTo>
                    <a:pt x="2881612" y="931860"/>
                  </a:lnTo>
                  <a:lnTo>
                    <a:pt x="2882308" y="935566"/>
                  </a:lnTo>
                  <a:lnTo>
                    <a:pt x="2883004" y="939271"/>
                  </a:lnTo>
                  <a:lnTo>
                    <a:pt x="2883700" y="944354"/>
                  </a:lnTo>
                  <a:lnTo>
                    <a:pt x="2884396" y="952439"/>
                  </a:lnTo>
                  <a:lnTo>
                    <a:pt x="2885093" y="958445"/>
                  </a:lnTo>
                  <a:lnTo>
                    <a:pt x="2885789" y="962958"/>
                  </a:lnTo>
                  <a:lnTo>
                    <a:pt x="2886485" y="970089"/>
                  </a:lnTo>
                  <a:lnTo>
                    <a:pt x="2887181" y="979433"/>
                  </a:lnTo>
                  <a:lnTo>
                    <a:pt x="2887877" y="991811"/>
                  </a:lnTo>
                  <a:lnTo>
                    <a:pt x="2888573" y="1004991"/>
                  </a:lnTo>
                  <a:lnTo>
                    <a:pt x="2889270" y="1019777"/>
                  </a:lnTo>
                  <a:lnTo>
                    <a:pt x="2889966" y="1035314"/>
                  </a:lnTo>
                  <a:lnTo>
                    <a:pt x="2890662" y="1053680"/>
                  </a:lnTo>
                  <a:lnTo>
                    <a:pt x="2891358" y="1072827"/>
                  </a:lnTo>
                  <a:lnTo>
                    <a:pt x="2892054" y="1091289"/>
                  </a:lnTo>
                  <a:lnTo>
                    <a:pt x="2892751" y="1109295"/>
                  </a:lnTo>
                  <a:lnTo>
                    <a:pt x="2893447" y="1128237"/>
                  </a:lnTo>
                  <a:lnTo>
                    <a:pt x="2894143" y="1148886"/>
                  </a:lnTo>
                  <a:lnTo>
                    <a:pt x="2894839" y="1169437"/>
                  </a:lnTo>
                  <a:lnTo>
                    <a:pt x="2895535" y="1190209"/>
                  </a:lnTo>
                  <a:lnTo>
                    <a:pt x="2896231" y="1211921"/>
                  </a:lnTo>
                  <a:lnTo>
                    <a:pt x="2896928" y="1232559"/>
                  </a:lnTo>
                  <a:lnTo>
                    <a:pt x="2897624" y="1253303"/>
                  </a:lnTo>
                  <a:lnTo>
                    <a:pt x="2898320" y="1273844"/>
                  </a:lnTo>
                  <a:lnTo>
                    <a:pt x="2899016" y="1294744"/>
                  </a:lnTo>
                  <a:lnTo>
                    <a:pt x="2899712" y="1315475"/>
                  </a:lnTo>
                  <a:lnTo>
                    <a:pt x="2900408" y="1335932"/>
                  </a:lnTo>
                  <a:lnTo>
                    <a:pt x="2901105" y="1356115"/>
                  </a:lnTo>
                  <a:lnTo>
                    <a:pt x="2901801" y="1375610"/>
                  </a:lnTo>
                  <a:lnTo>
                    <a:pt x="2902497" y="1392078"/>
                  </a:lnTo>
                  <a:lnTo>
                    <a:pt x="2903193" y="1407918"/>
                  </a:lnTo>
                  <a:lnTo>
                    <a:pt x="2903889" y="1423051"/>
                  </a:lnTo>
                  <a:lnTo>
                    <a:pt x="2904586" y="1436928"/>
                  </a:lnTo>
                  <a:lnTo>
                    <a:pt x="2905282" y="1450950"/>
                  </a:lnTo>
                  <a:lnTo>
                    <a:pt x="2905978" y="1464224"/>
                  </a:lnTo>
                  <a:lnTo>
                    <a:pt x="2906674" y="1477762"/>
                  </a:lnTo>
                  <a:lnTo>
                    <a:pt x="2907370" y="1491197"/>
                  </a:lnTo>
                  <a:lnTo>
                    <a:pt x="2908066" y="1503451"/>
                  </a:lnTo>
                  <a:lnTo>
                    <a:pt x="2908763" y="1511957"/>
                  </a:lnTo>
                  <a:lnTo>
                    <a:pt x="2909459" y="1520339"/>
                  </a:lnTo>
                  <a:lnTo>
                    <a:pt x="2910155" y="1523412"/>
                  </a:lnTo>
                  <a:lnTo>
                    <a:pt x="2910851" y="1525530"/>
                  </a:lnTo>
                  <a:lnTo>
                    <a:pt x="2911547" y="1527680"/>
                  </a:lnTo>
                  <a:lnTo>
                    <a:pt x="2912243" y="1531727"/>
                  </a:lnTo>
                  <a:lnTo>
                    <a:pt x="2912940" y="1538053"/>
                  </a:lnTo>
                  <a:lnTo>
                    <a:pt x="2913636" y="1544419"/>
                  </a:lnTo>
                  <a:lnTo>
                    <a:pt x="2914332" y="1550102"/>
                  </a:lnTo>
                  <a:lnTo>
                    <a:pt x="2915028" y="1555992"/>
                  </a:lnTo>
                  <a:lnTo>
                    <a:pt x="2915724" y="1561102"/>
                  </a:lnTo>
                  <a:lnTo>
                    <a:pt x="2916421" y="1565785"/>
                  </a:lnTo>
                  <a:lnTo>
                    <a:pt x="2917117" y="1569320"/>
                  </a:lnTo>
                  <a:lnTo>
                    <a:pt x="2917813" y="1572073"/>
                  </a:lnTo>
                  <a:lnTo>
                    <a:pt x="2918509" y="1575244"/>
                  </a:lnTo>
                  <a:lnTo>
                    <a:pt x="2919205" y="1578444"/>
                  </a:lnTo>
                  <a:lnTo>
                    <a:pt x="2919901" y="1578608"/>
                  </a:lnTo>
                  <a:lnTo>
                    <a:pt x="2920598" y="1580273"/>
                  </a:lnTo>
                  <a:lnTo>
                    <a:pt x="2921294" y="1584153"/>
                  </a:lnTo>
                  <a:lnTo>
                    <a:pt x="2921990" y="1587880"/>
                  </a:lnTo>
                  <a:lnTo>
                    <a:pt x="2922686" y="1588888"/>
                  </a:lnTo>
                  <a:lnTo>
                    <a:pt x="2923382" y="1589787"/>
                  </a:lnTo>
                  <a:lnTo>
                    <a:pt x="2924078" y="1590688"/>
                  </a:lnTo>
                  <a:lnTo>
                    <a:pt x="2924775" y="1591587"/>
                  </a:lnTo>
                  <a:lnTo>
                    <a:pt x="2925471" y="1591940"/>
                  </a:lnTo>
                  <a:lnTo>
                    <a:pt x="2926167" y="1591394"/>
                  </a:lnTo>
                  <a:lnTo>
                    <a:pt x="2926863" y="1592294"/>
                  </a:lnTo>
                  <a:lnTo>
                    <a:pt x="2927559" y="1593529"/>
                  </a:lnTo>
                  <a:lnTo>
                    <a:pt x="2928255" y="1594552"/>
                  </a:lnTo>
                  <a:lnTo>
                    <a:pt x="2928952" y="1595320"/>
                  </a:lnTo>
                  <a:lnTo>
                    <a:pt x="2929648" y="1596274"/>
                  </a:lnTo>
                  <a:lnTo>
                    <a:pt x="2930344" y="1597227"/>
                  </a:lnTo>
                  <a:lnTo>
                    <a:pt x="2931040" y="1598984"/>
                  </a:lnTo>
                  <a:lnTo>
                    <a:pt x="2931736" y="1600741"/>
                  </a:lnTo>
                  <a:lnTo>
                    <a:pt x="2932433" y="1602805"/>
                  </a:lnTo>
                  <a:lnTo>
                    <a:pt x="2933129" y="1604868"/>
                  </a:lnTo>
                  <a:lnTo>
                    <a:pt x="2933825" y="1606155"/>
                  </a:lnTo>
                  <a:lnTo>
                    <a:pt x="2934521" y="1607108"/>
                  </a:lnTo>
                  <a:lnTo>
                    <a:pt x="2935217" y="1608062"/>
                  </a:lnTo>
                  <a:lnTo>
                    <a:pt x="2935913" y="1609015"/>
                  </a:lnTo>
                  <a:lnTo>
                    <a:pt x="2936610" y="1609783"/>
                  </a:lnTo>
                  <a:lnTo>
                    <a:pt x="2937306" y="1610551"/>
                  </a:lnTo>
                  <a:lnTo>
                    <a:pt x="2938002" y="1613503"/>
                  </a:lnTo>
                  <a:lnTo>
                    <a:pt x="2938698" y="1616811"/>
                  </a:lnTo>
                  <a:lnTo>
                    <a:pt x="2939394" y="1619904"/>
                  </a:lnTo>
                  <a:lnTo>
                    <a:pt x="2940090" y="1622780"/>
                  </a:lnTo>
                  <a:lnTo>
                    <a:pt x="2940787" y="1625320"/>
                  </a:lnTo>
                  <a:lnTo>
                    <a:pt x="2941483" y="1627861"/>
                  </a:lnTo>
                  <a:lnTo>
                    <a:pt x="2942179" y="1630066"/>
                  </a:lnTo>
                  <a:lnTo>
                    <a:pt x="2942875" y="1632272"/>
                  </a:lnTo>
                  <a:lnTo>
                    <a:pt x="2943571" y="1634260"/>
                  </a:lnTo>
                  <a:lnTo>
                    <a:pt x="2944268" y="1638241"/>
                  </a:lnTo>
                  <a:lnTo>
                    <a:pt x="2944964" y="1643957"/>
                  </a:lnTo>
                  <a:lnTo>
                    <a:pt x="2945660" y="1651356"/>
                  </a:lnTo>
                  <a:lnTo>
                    <a:pt x="2946356" y="1660123"/>
                  </a:lnTo>
                  <a:lnTo>
                    <a:pt x="2947052" y="1669345"/>
                  </a:lnTo>
                  <a:lnTo>
                    <a:pt x="2947748" y="1678382"/>
                  </a:lnTo>
                  <a:lnTo>
                    <a:pt x="2948445" y="1685622"/>
                  </a:lnTo>
                  <a:lnTo>
                    <a:pt x="2949141" y="1692618"/>
                  </a:lnTo>
                  <a:lnTo>
                    <a:pt x="2949837" y="1699798"/>
                  </a:lnTo>
                  <a:lnTo>
                    <a:pt x="2950533" y="1706979"/>
                  </a:lnTo>
                  <a:lnTo>
                    <a:pt x="2951229" y="1714517"/>
                  </a:lnTo>
                  <a:lnTo>
                    <a:pt x="2951925" y="1722750"/>
                  </a:lnTo>
                  <a:lnTo>
                    <a:pt x="2952622" y="1730983"/>
                  </a:lnTo>
                  <a:lnTo>
                    <a:pt x="2953318" y="1738936"/>
                  </a:lnTo>
                  <a:lnTo>
                    <a:pt x="2954014" y="1744169"/>
                  </a:lnTo>
                  <a:lnTo>
                    <a:pt x="2954710" y="1747940"/>
                  </a:lnTo>
                  <a:lnTo>
                    <a:pt x="2955406" y="1750945"/>
                  </a:lnTo>
                  <a:lnTo>
                    <a:pt x="2956102" y="1751998"/>
                  </a:lnTo>
                  <a:lnTo>
                    <a:pt x="2956799" y="1750836"/>
                  </a:lnTo>
                  <a:lnTo>
                    <a:pt x="2957495" y="1749169"/>
                  </a:lnTo>
                  <a:lnTo>
                    <a:pt x="2958191" y="1747716"/>
                  </a:lnTo>
                  <a:lnTo>
                    <a:pt x="2958887" y="1744062"/>
                  </a:lnTo>
                  <a:lnTo>
                    <a:pt x="2959583" y="1740409"/>
                  </a:lnTo>
                  <a:lnTo>
                    <a:pt x="2960280" y="1736755"/>
                  </a:lnTo>
                  <a:lnTo>
                    <a:pt x="2960976" y="1733532"/>
                  </a:lnTo>
                  <a:lnTo>
                    <a:pt x="2961672" y="1729335"/>
                  </a:lnTo>
                  <a:lnTo>
                    <a:pt x="2962368" y="1723694"/>
                  </a:lnTo>
                  <a:lnTo>
                    <a:pt x="2963064" y="1718523"/>
                  </a:lnTo>
                  <a:lnTo>
                    <a:pt x="2963760" y="1713311"/>
                  </a:lnTo>
                  <a:lnTo>
                    <a:pt x="2964457" y="1710537"/>
                  </a:lnTo>
                  <a:lnTo>
                    <a:pt x="2965153" y="1707996"/>
                  </a:lnTo>
                  <a:lnTo>
                    <a:pt x="2965849" y="1705456"/>
                  </a:lnTo>
                  <a:lnTo>
                    <a:pt x="2966545" y="1702445"/>
                  </a:lnTo>
                  <a:lnTo>
                    <a:pt x="2967241" y="1699434"/>
                  </a:lnTo>
                  <a:lnTo>
                    <a:pt x="2967937" y="1696423"/>
                  </a:lnTo>
                  <a:lnTo>
                    <a:pt x="2968634" y="1693077"/>
                  </a:lnTo>
                  <a:lnTo>
                    <a:pt x="2969330" y="1693077"/>
                  </a:lnTo>
                  <a:lnTo>
                    <a:pt x="2970026" y="1693077"/>
                  </a:lnTo>
                  <a:lnTo>
                    <a:pt x="2970722" y="1692742"/>
                  </a:lnTo>
                  <a:lnTo>
                    <a:pt x="2971418" y="1692408"/>
                  </a:lnTo>
                  <a:lnTo>
                    <a:pt x="2972115" y="1692407"/>
                  </a:lnTo>
                  <a:lnTo>
                    <a:pt x="2972811" y="1692407"/>
                  </a:lnTo>
                  <a:lnTo>
                    <a:pt x="2973507" y="1692073"/>
                  </a:lnTo>
                  <a:lnTo>
                    <a:pt x="2974203" y="1691738"/>
                  </a:lnTo>
                  <a:lnTo>
                    <a:pt x="2974899" y="1691403"/>
                  </a:lnTo>
                  <a:lnTo>
                    <a:pt x="2975595" y="1691068"/>
                  </a:lnTo>
                  <a:lnTo>
                    <a:pt x="2976292" y="1690733"/>
                  </a:lnTo>
                  <a:lnTo>
                    <a:pt x="2976988" y="1690181"/>
                  </a:lnTo>
                  <a:lnTo>
                    <a:pt x="2977684" y="1689963"/>
                  </a:lnTo>
                  <a:lnTo>
                    <a:pt x="2978380" y="1689745"/>
                  </a:lnTo>
                  <a:lnTo>
                    <a:pt x="2979076" y="1689963"/>
                  </a:lnTo>
                  <a:lnTo>
                    <a:pt x="2979772" y="1688392"/>
                  </a:lnTo>
                  <a:lnTo>
                    <a:pt x="2980469" y="1685852"/>
                  </a:lnTo>
                  <a:lnTo>
                    <a:pt x="2981165" y="1683744"/>
                  </a:lnTo>
                  <a:lnTo>
                    <a:pt x="2981861" y="1681637"/>
                  </a:lnTo>
                  <a:lnTo>
                    <a:pt x="2982557" y="1678911"/>
                  </a:lnTo>
                  <a:lnTo>
                    <a:pt x="2983253" y="1676186"/>
                  </a:lnTo>
                  <a:lnTo>
                    <a:pt x="2983949" y="1673463"/>
                  </a:lnTo>
                  <a:lnTo>
                    <a:pt x="2984646" y="1670740"/>
                  </a:lnTo>
                  <a:lnTo>
                    <a:pt x="2985342" y="1667830"/>
                  </a:lnTo>
                  <a:lnTo>
                    <a:pt x="2986038" y="1664300"/>
                  </a:lnTo>
                  <a:lnTo>
                    <a:pt x="2986734" y="1659927"/>
                  </a:lnTo>
                  <a:lnTo>
                    <a:pt x="2987430" y="1655704"/>
                  </a:lnTo>
                  <a:lnTo>
                    <a:pt x="2988127" y="1651482"/>
                  </a:lnTo>
                  <a:lnTo>
                    <a:pt x="2988823" y="1647109"/>
                  </a:lnTo>
                  <a:lnTo>
                    <a:pt x="2989519" y="1644854"/>
                  </a:lnTo>
                  <a:lnTo>
                    <a:pt x="2990215" y="1644339"/>
                  </a:lnTo>
                  <a:lnTo>
                    <a:pt x="2990911" y="1644958"/>
                  </a:lnTo>
                  <a:lnTo>
                    <a:pt x="2991607" y="1645576"/>
                  </a:lnTo>
                  <a:lnTo>
                    <a:pt x="2992304" y="1643623"/>
                  </a:lnTo>
                  <a:lnTo>
                    <a:pt x="2993000" y="1640249"/>
                  </a:lnTo>
                  <a:lnTo>
                    <a:pt x="2993696" y="1635393"/>
                  </a:lnTo>
                  <a:lnTo>
                    <a:pt x="2994392" y="1630797"/>
                  </a:lnTo>
                  <a:lnTo>
                    <a:pt x="2995088" y="1624829"/>
                  </a:lnTo>
                  <a:lnTo>
                    <a:pt x="2995784" y="1618697"/>
                  </a:lnTo>
                  <a:lnTo>
                    <a:pt x="2996481" y="1613015"/>
                  </a:lnTo>
                  <a:lnTo>
                    <a:pt x="2997177" y="1607843"/>
                  </a:lnTo>
                  <a:lnTo>
                    <a:pt x="2997873" y="1601692"/>
                  </a:lnTo>
                  <a:lnTo>
                    <a:pt x="2998569" y="1595070"/>
                  </a:lnTo>
                  <a:lnTo>
                    <a:pt x="2999265" y="1589505"/>
                  </a:lnTo>
                  <a:lnTo>
                    <a:pt x="2999962" y="1581110"/>
                  </a:lnTo>
                  <a:lnTo>
                    <a:pt x="3000658" y="1571832"/>
                  </a:lnTo>
                  <a:lnTo>
                    <a:pt x="3001354" y="1561708"/>
                  </a:lnTo>
                  <a:lnTo>
                    <a:pt x="3002050" y="1552030"/>
                  </a:lnTo>
                  <a:lnTo>
                    <a:pt x="3002746" y="1543082"/>
                  </a:lnTo>
                  <a:lnTo>
                    <a:pt x="3003442" y="1534541"/>
                  </a:lnTo>
                  <a:lnTo>
                    <a:pt x="3004139" y="1527111"/>
                  </a:lnTo>
                  <a:lnTo>
                    <a:pt x="3004835" y="1517920"/>
                  </a:lnTo>
                  <a:lnTo>
                    <a:pt x="3005531" y="1509707"/>
                  </a:lnTo>
                  <a:lnTo>
                    <a:pt x="3006227" y="1501902"/>
                  </a:lnTo>
                  <a:lnTo>
                    <a:pt x="3006923" y="1494097"/>
                  </a:lnTo>
                  <a:lnTo>
                    <a:pt x="3007619" y="1485803"/>
                  </a:lnTo>
                  <a:lnTo>
                    <a:pt x="3008316" y="1478701"/>
                  </a:lnTo>
                  <a:lnTo>
                    <a:pt x="3009012" y="1471516"/>
                  </a:lnTo>
                  <a:lnTo>
                    <a:pt x="3009708" y="1464332"/>
                  </a:lnTo>
                  <a:lnTo>
                    <a:pt x="3010404" y="1457915"/>
                  </a:lnTo>
                  <a:lnTo>
                    <a:pt x="3011100" y="1452031"/>
                  </a:lnTo>
                  <a:lnTo>
                    <a:pt x="3011797" y="1447624"/>
                  </a:lnTo>
                  <a:lnTo>
                    <a:pt x="3012493" y="1442668"/>
                  </a:lnTo>
                  <a:lnTo>
                    <a:pt x="3013189" y="1439221"/>
                  </a:lnTo>
                  <a:lnTo>
                    <a:pt x="3013885" y="1436680"/>
                  </a:lnTo>
                  <a:lnTo>
                    <a:pt x="3014581" y="1434139"/>
                  </a:lnTo>
                  <a:lnTo>
                    <a:pt x="3015277" y="1434357"/>
                  </a:lnTo>
                  <a:lnTo>
                    <a:pt x="3015974" y="1437921"/>
                  </a:lnTo>
                  <a:lnTo>
                    <a:pt x="3016670" y="1442114"/>
                  </a:lnTo>
                  <a:lnTo>
                    <a:pt x="3017366" y="1446840"/>
                  </a:lnTo>
                  <a:lnTo>
                    <a:pt x="3018062" y="1452185"/>
                  </a:lnTo>
                  <a:lnTo>
                    <a:pt x="3018758" y="1457713"/>
                  </a:lnTo>
                  <a:lnTo>
                    <a:pt x="3019454" y="1463828"/>
                  </a:lnTo>
                  <a:lnTo>
                    <a:pt x="3020151" y="1469943"/>
                  </a:lnTo>
                  <a:lnTo>
                    <a:pt x="3020847" y="1476058"/>
                  </a:lnTo>
                  <a:lnTo>
                    <a:pt x="3021543" y="1482794"/>
                  </a:lnTo>
                  <a:lnTo>
                    <a:pt x="3022239" y="1490741"/>
                  </a:lnTo>
                  <a:lnTo>
                    <a:pt x="3022935" y="1498148"/>
                  </a:lnTo>
                  <a:lnTo>
                    <a:pt x="3023631" y="1503554"/>
                  </a:lnTo>
                  <a:lnTo>
                    <a:pt x="3024328" y="1508490"/>
                  </a:lnTo>
                  <a:lnTo>
                    <a:pt x="3025024" y="1512326"/>
                  </a:lnTo>
                  <a:lnTo>
                    <a:pt x="3025720" y="1514478"/>
                  </a:lnTo>
                  <a:lnTo>
                    <a:pt x="3026416" y="1515495"/>
                  </a:lnTo>
                  <a:lnTo>
                    <a:pt x="3027112" y="1516067"/>
                  </a:lnTo>
                  <a:lnTo>
                    <a:pt x="3027809" y="1519210"/>
                  </a:lnTo>
                  <a:lnTo>
                    <a:pt x="3028505" y="1523590"/>
                  </a:lnTo>
                  <a:lnTo>
                    <a:pt x="3029201" y="1528647"/>
                  </a:lnTo>
                  <a:lnTo>
                    <a:pt x="3029897" y="1535647"/>
                  </a:lnTo>
                  <a:lnTo>
                    <a:pt x="3030593" y="1544019"/>
                  </a:lnTo>
                  <a:lnTo>
                    <a:pt x="3031289" y="1552554"/>
                  </a:lnTo>
                  <a:lnTo>
                    <a:pt x="3031986" y="1560640"/>
                  </a:lnTo>
                  <a:lnTo>
                    <a:pt x="3032682" y="1567662"/>
                  </a:lnTo>
                  <a:lnTo>
                    <a:pt x="3033378" y="1575548"/>
                  </a:lnTo>
                  <a:lnTo>
                    <a:pt x="3034074" y="1585218"/>
                  </a:lnTo>
                  <a:lnTo>
                    <a:pt x="3034770" y="1594852"/>
                  </a:lnTo>
                  <a:lnTo>
                    <a:pt x="3035466" y="1606922"/>
                  </a:lnTo>
                  <a:lnTo>
                    <a:pt x="3036163" y="1619211"/>
                  </a:lnTo>
                  <a:lnTo>
                    <a:pt x="3036859" y="1631876"/>
                  </a:lnTo>
                  <a:lnTo>
                    <a:pt x="3037555" y="1644095"/>
                  </a:lnTo>
                  <a:lnTo>
                    <a:pt x="3038251" y="1655248"/>
                  </a:lnTo>
                  <a:lnTo>
                    <a:pt x="3038947" y="1666330"/>
                  </a:lnTo>
                  <a:lnTo>
                    <a:pt x="3039644" y="1676635"/>
                  </a:lnTo>
                  <a:lnTo>
                    <a:pt x="3040340" y="1685491"/>
                  </a:lnTo>
                  <a:lnTo>
                    <a:pt x="3041036" y="1693370"/>
                  </a:lnTo>
                  <a:lnTo>
                    <a:pt x="3041732" y="1701509"/>
                  </a:lnTo>
                  <a:lnTo>
                    <a:pt x="3042428" y="1710119"/>
                  </a:lnTo>
                  <a:lnTo>
                    <a:pt x="3043124" y="1719313"/>
                  </a:lnTo>
                  <a:lnTo>
                    <a:pt x="3043821" y="1728265"/>
                  </a:lnTo>
                  <a:lnTo>
                    <a:pt x="3044517" y="1737635"/>
                  </a:lnTo>
                  <a:lnTo>
                    <a:pt x="3045213" y="1747005"/>
                  </a:lnTo>
                  <a:lnTo>
                    <a:pt x="3045909" y="1755608"/>
                  </a:lnTo>
                  <a:lnTo>
                    <a:pt x="3046605" y="1764264"/>
                  </a:lnTo>
                  <a:lnTo>
                    <a:pt x="3047301" y="1771444"/>
                  </a:lnTo>
                  <a:lnTo>
                    <a:pt x="3047998" y="1779836"/>
                  </a:lnTo>
                  <a:lnTo>
                    <a:pt x="3048694" y="1786720"/>
                  </a:lnTo>
                  <a:lnTo>
                    <a:pt x="3049390" y="1792696"/>
                  </a:lnTo>
                  <a:lnTo>
                    <a:pt x="3050086" y="1798455"/>
                  </a:lnTo>
                  <a:lnTo>
                    <a:pt x="3050782" y="1803244"/>
                  </a:lnTo>
                  <a:lnTo>
                    <a:pt x="3051478" y="1805657"/>
                  </a:lnTo>
                  <a:lnTo>
                    <a:pt x="3052175" y="1807223"/>
                  </a:lnTo>
                  <a:lnTo>
                    <a:pt x="3052871" y="1807810"/>
                  </a:lnTo>
                  <a:lnTo>
                    <a:pt x="3053567" y="1808398"/>
                  </a:lnTo>
                  <a:lnTo>
                    <a:pt x="3054263" y="1807864"/>
                  </a:lnTo>
                  <a:lnTo>
                    <a:pt x="3054959" y="1806744"/>
                  </a:lnTo>
                  <a:lnTo>
                    <a:pt x="3055656" y="1806157"/>
                  </a:lnTo>
                  <a:lnTo>
                    <a:pt x="3056352" y="1805570"/>
                  </a:lnTo>
                  <a:lnTo>
                    <a:pt x="3057048" y="1804449"/>
                  </a:lnTo>
                  <a:lnTo>
                    <a:pt x="3057744" y="1803329"/>
                  </a:lnTo>
                  <a:lnTo>
                    <a:pt x="3058440" y="1802748"/>
                  </a:lnTo>
                  <a:lnTo>
                    <a:pt x="3059136" y="1803131"/>
                  </a:lnTo>
                  <a:lnTo>
                    <a:pt x="3059833" y="1803015"/>
                  </a:lnTo>
                  <a:lnTo>
                    <a:pt x="3060529" y="1804183"/>
                  </a:lnTo>
                  <a:lnTo>
                    <a:pt x="3061225" y="1805351"/>
                  </a:lnTo>
                  <a:lnTo>
                    <a:pt x="3061921" y="1806519"/>
                  </a:lnTo>
                  <a:lnTo>
                    <a:pt x="3062617" y="1806455"/>
                  </a:lnTo>
                  <a:lnTo>
                    <a:pt x="3063313" y="1805361"/>
                  </a:lnTo>
                  <a:lnTo>
                    <a:pt x="3064010" y="1802833"/>
                  </a:lnTo>
                  <a:lnTo>
                    <a:pt x="3064706" y="1800891"/>
                  </a:lnTo>
                  <a:lnTo>
                    <a:pt x="3065402" y="1798950"/>
                  </a:lnTo>
                  <a:lnTo>
                    <a:pt x="3066098" y="1797009"/>
                  </a:lnTo>
                  <a:lnTo>
                    <a:pt x="3066794" y="1795068"/>
                  </a:lnTo>
                  <a:lnTo>
                    <a:pt x="3067491" y="1792593"/>
                  </a:lnTo>
                  <a:lnTo>
                    <a:pt x="3068187" y="1789701"/>
                  </a:lnTo>
                  <a:lnTo>
                    <a:pt x="3068883" y="1787342"/>
                  </a:lnTo>
                  <a:lnTo>
                    <a:pt x="3069579" y="1783296"/>
                  </a:lnTo>
                  <a:lnTo>
                    <a:pt x="3070275" y="1775060"/>
                  </a:lnTo>
                  <a:lnTo>
                    <a:pt x="3070971" y="1765070"/>
                  </a:lnTo>
                  <a:lnTo>
                    <a:pt x="3071668" y="1755926"/>
                  </a:lnTo>
                  <a:lnTo>
                    <a:pt x="3072364" y="1746836"/>
                  </a:lnTo>
                  <a:lnTo>
                    <a:pt x="3073060" y="1737940"/>
                  </a:lnTo>
                  <a:lnTo>
                    <a:pt x="3073756" y="1729564"/>
                  </a:lnTo>
                  <a:lnTo>
                    <a:pt x="3074452" y="1722462"/>
                  </a:lnTo>
                  <a:lnTo>
                    <a:pt x="3075148" y="1714873"/>
                  </a:lnTo>
                  <a:lnTo>
                    <a:pt x="3075845" y="1706535"/>
                  </a:lnTo>
                  <a:lnTo>
                    <a:pt x="3076541" y="1698730"/>
                  </a:lnTo>
                  <a:lnTo>
                    <a:pt x="3077237" y="1690591"/>
                  </a:lnTo>
                  <a:lnTo>
                    <a:pt x="3077933" y="1682568"/>
                  </a:lnTo>
                  <a:lnTo>
                    <a:pt x="3078629" y="1673169"/>
                  </a:lnTo>
                  <a:lnTo>
                    <a:pt x="3079326" y="1660426"/>
                  </a:lnTo>
                  <a:lnTo>
                    <a:pt x="3080022" y="1648397"/>
                  </a:lnTo>
                  <a:lnTo>
                    <a:pt x="3080718" y="1639450"/>
                  </a:lnTo>
                  <a:lnTo>
                    <a:pt x="3081414" y="1631618"/>
                  </a:lnTo>
                  <a:lnTo>
                    <a:pt x="3082110" y="1623116"/>
                  </a:lnTo>
                  <a:lnTo>
                    <a:pt x="3082806" y="1613126"/>
                  </a:lnTo>
                  <a:lnTo>
                    <a:pt x="3083503" y="1604097"/>
                  </a:lnTo>
                  <a:lnTo>
                    <a:pt x="3084199" y="1595232"/>
                  </a:lnTo>
                  <a:lnTo>
                    <a:pt x="3084895" y="1585780"/>
                  </a:lnTo>
                  <a:lnTo>
                    <a:pt x="3085591" y="1576831"/>
                  </a:lnTo>
                  <a:lnTo>
                    <a:pt x="3086287" y="1569115"/>
                  </a:lnTo>
                  <a:lnTo>
                    <a:pt x="3086983" y="1561400"/>
                  </a:lnTo>
                  <a:lnTo>
                    <a:pt x="3087680" y="1553685"/>
                  </a:lnTo>
                  <a:lnTo>
                    <a:pt x="3088376" y="1545464"/>
                  </a:lnTo>
                  <a:lnTo>
                    <a:pt x="3089072" y="1538479"/>
                  </a:lnTo>
                  <a:lnTo>
                    <a:pt x="3089768" y="1535522"/>
                  </a:lnTo>
                  <a:lnTo>
                    <a:pt x="3090464" y="1532134"/>
                  </a:lnTo>
                  <a:lnTo>
                    <a:pt x="3091160" y="1528214"/>
                  </a:lnTo>
                  <a:lnTo>
                    <a:pt x="3091857" y="1523488"/>
                  </a:lnTo>
                  <a:lnTo>
                    <a:pt x="3092553" y="1519195"/>
                  </a:lnTo>
                  <a:lnTo>
                    <a:pt x="3093249" y="1517110"/>
                  </a:lnTo>
                  <a:lnTo>
                    <a:pt x="3093945" y="1515024"/>
                  </a:lnTo>
                  <a:lnTo>
                    <a:pt x="3094641" y="1513977"/>
                  </a:lnTo>
                  <a:lnTo>
                    <a:pt x="3095338" y="1514114"/>
                  </a:lnTo>
                  <a:lnTo>
                    <a:pt x="3096034" y="1514251"/>
                  </a:lnTo>
                  <a:lnTo>
                    <a:pt x="3096730" y="1514388"/>
                  </a:lnTo>
                  <a:lnTo>
                    <a:pt x="3097426" y="1514310"/>
                  </a:lnTo>
                  <a:lnTo>
                    <a:pt x="3098122" y="1515910"/>
                  </a:lnTo>
                  <a:lnTo>
                    <a:pt x="3098818" y="1518540"/>
                  </a:lnTo>
                  <a:lnTo>
                    <a:pt x="3099515" y="1522419"/>
                  </a:lnTo>
                  <a:lnTo>
                    <a:pt x="3100211" y="1526297"/>
                  </a:lnTo>
                  <a:lnTo>
                    <a:pt x="3100907" y="1530175"/>
                  </a:lnTo>
                  <a:lnTo>
                    <a:pt x="3101603" y="1534672"/>
                  </a:lnTo>
                  <a:lnTo>
                    <a:pt x="3102299" y="1539505"/>
                  </a:lnTo>
                  <a:lnTo>
                    <a:pt x="3102995" y="1544871"/>
                  </a:lnTo>
                  <a:lnTo>
                    <a:pt x="3103692" y="1550654"/>
                  </a:lnTo>
                  <a:lnTo>
                    <a:pt x="3104388" y="1556019"/>
                  </a:lnTo>
                  <a:lnTo>
                    <a:pt x="3105084" y="1561759"/>
                  </a:lnTo>
                  <a:lnTo>
                    <a:pt x="3105780" y="1570665"/>
                  </a:lnTo>
                  <a:lnTo>
                    <a:pt x="3106476" y="1579755"/>
                  </a:lnTo>
                  <a:lnTo>
                    <a:pt x="3107173" y="1588428"/>
                  </a:lnTo>
                  <a:lnTo>
                    <a:pt x="3107869" y="1597518"/>
                  </a:lnTo>
                  <a:lnTo>
                    <a:pt x="3108565" y="1607314"/>
                  </a:lnTo>
                  <a:lnTo>
                    <a:pt x="3109261" y="1616925"/>
                  </a:lnTo>
                  <a:lnTo>
                    <a:pt x="3109957" y="1624927"/>
                  </a:lnTo>
                  <a:lnTo>
                    <a:pt x="3110653" y="1633416"/>
                  </a:lnTo>
                  <a:lnTo>
                    <a:pt x="3111350" y="1642989"/>
                  </a:lnTo>
                  <a:lnTo>
                    <a:pt x="3112046" y="1651599"/>
                  </a:lnTo>
                  <a:lnTo>
                    <a:pt x="3112742" y="1659738"/>
                  </a:lnTo>
                  <a:lnTo>
                    <a:pt x="3113438" y="1667291"/>
                  </a:lnTo>
                  <a:lnTo>
                    <a:pt x="3114134" y="1675789"/>
                  </a:lnTo>
                  <a:lnTo>
                    <a:pt x="3114830" y="1684141"/>
                  </a:lnTo>
                  <a:lnTo>
                    <a:pt x="3115527" y="1691779"/>
                  </a:lnTo>
                  <a:lnTo>
                    <a:pt x="3116223" y="1696806"/>
                  </a:lnTo>
                  <a:lnTo>
                    <a:pt x="3116919" y="1700717"/>
                  </a:lnTo>
                  <a:lnTo>
                    <a:pt x="3117615" y="1704711"/>
                  </a:lnTo>
                  <a:lnTo>
                    <a:pt x="3118311" y="1710193"/>
                  </a:lnTo>
                  <a:lnTo>
                    <a:pt x="3119007" y="1713798"/>
                  </a:lnTo>
                  <a:lnTo>
                    <a:pt x="3119704" y="1717238"/>
                  </a:lnTo>
                  <a:lnTo>
                    <a:pt x="3120400" y="1720932"/>
                  </a:lnTo>
                  <a:lnTo>
                    <a:pt x="3121096" y="1723207"/>
                  </a:lnTo>
                  <a:lnTo>
                    <a:pt x="3121792" y="1722745"/>
                  </a:lnTo>
                  <a:lnTo>
                    <a:pt x="3122488" y="1722501"/>
                  </a:lnTo>
                  <a:lnTo>
                    <a:pt x="3123185" y="1722256"/>
                  </a:lnTo>
                  <a:lnTo>
                    <a:pt x="3123881" y="1723297"/>
                  </a:lnTo>
                  <a:lnTo>
                    <a:pt x="3124577" y="1723103"/>
                  </a:lnTo>
                  <a:lnTo>
                    <a:pt x="3125273" y="1721868"/>
                  </a:lnTo>
                  <a:lnTo>
                    <a:pt x="3125969" y="1721063"/>
                  </a:lnTo>
                  <a:lnTo>
                    <a:pt x="3126665" y="1719639"/>
                  </a:lnTo>
                  <a:lnTo>
                    <a:pt x="3127362" y="1719020"/>
                  </a:lnTo>
                  <a:lnTo>
                    <a:pt x="3128058" y="1718501"/>
                  </a:lnTo>
                  <a:lnTo>
                    <a:pt x="3128754" y="1715961"/>
                  </a:lnTo>
                  <a:lnTo>
                    <a:pt x="3129450" y="1713235"/>
                  </a:lnTo>
                  <a:lnTo>
                    <a:pt x="3130146" y="1710694"/>
                  </a:lnTo>
                  <a:lnTo>
                    <a:pt x="3130842" y="1707938"/>
                  </a:lnTo>
                  <a:lnTo>
                    <a:pt x="3131539" y="1706152"/>
                  </a:lnTo>
                  <a:lnTo>
                    <a:pt x="3132235" y="1705937"/>
                  </a:lnTo>
                  <a:lnTo>
                    <a:pt x="3132931" y="1705937"/>
                  </a:lnTo>
                  <a:lnTo>
                    <a:pt x="3133627" y="1706370"/>
                  </a:lnTo>
                  <a:lnTo>
                    <a:pt x="3134323" y="1706585"/>
                  </a:lnTo>
                  <a:lnTo>
                    <a:pt x="3135020" y="1706986"/>
                  </a:lnTo>
                  <a:lnTo>
                    <a:pt x="3135716" y="1707387"/>
                  </a:lnTo>
                  <a:lnTo>
                    <a:pt x="3136412" y="1708006"/>
                  </a:lnTo>
                  <a:lnTo>
                    <a:pt x="3137108" y="1708341"/>
                  </a:lnTo>
                  <a:lnTo>
                    <a:pt x="3137804" y="1708341"/>
                  </a:lnTo>
                  <a:lnTo>
                    <a:pt x="3138500" y="1708341"/>
                  </a:lnTo>
                  <a:lnTo>
                    <a:pt x="3139197" y="1706278"/>
                  </a:lnTo>
                  <a:lnTo>
                    <a:pt x="3139893" y="1704637"/>
                  </a:lnTo>
                  <a:lnTo>
                    <a:pt x="3140589" y="1700743"/>
                  </a:lnTo>
                  <a:lnTo>
                    <a:pt x="3141285" y="1695377"/>
                  </a:lnTo>
                  <a:lnTo>
                    <a:pt x="3141981" y="1689150"/>
                  </a:lnTo>
                  <a:lnTo>
                    <a:pt x="3142677" y="1682043"/>
                  </a:lnTo>
                  <a:lnTo>
                    <a:pt x="3143374" y="1674937"/>
                  </a:lnTo>
                  <a:lnTo>
                    <a:pt x="3144070" y="1666930"/>
                  </a:lnTo>
                  <a:lnTo>
                    <a:pt x="3144766" y="1658332"/>
                  </a:lnTo>
                  <a:lnTo>
                    <a:pt x="3145462" y="1650142"/>
                  </a:lnTo>
                  <a:lnTo>
                    <a:pt x="3146158" y="1641953"/>
                  </a:lnTo>
                  <a:lnTo>
                    <a:pt x="3146855" y="1633156"/>
                  </a:lnTo>
                  <a:lnTo>
                    <a:pt x="3147551" y="1624077"/>
                  </a:lnTo>
                  <a:lnTo>
                    <a:pt x="3148247" y="1616278"/>
                  </a:lnTo>
                  <a:lnTo>
                    <a:pt x="3148943" y="1608479"/>
                  </a:lnTo>
                  <a:lnTo>
                    <a:pt x="3149639" y="1601726"/>
                  </a:lnTo>
                  <a:lnTo>
                    <a:pt x="3150335" y="1597787"/>
                  </a:lnTo>
                  <a:lnTo>
                    <a:pt x="3151032" y="1594985"/>
                  </a:lnTo>
                  <a:lnTo>
                    <a:pt x="3151728" y="1592776"/>
                  </a:lnTo>
                  <a:lnTo>
                    <a:pt x="3152424" y="1591620"/>
                  </a:lnTo>
                  <a:lnTo>
                    <a:pt x="3153120" y="1590381"/>
                  </a:lnTo>
                  <a:lnTo>
                    <a:pt x="3153816" y="1588977"/>
                  </a:lnTo>
                  <a:lnTo>
                    <a:pt x="3154512" y="1588043"/>
                  </a:lnTo>
                  <a:lnTo>
                    <a:pt x="3155209" y="1587673"/>
                  </a:lnTo>
                  <a:lnTo>
                    <a:pt x="3155905" y="1586766"/>
                  </a:lnTo>
                  <a:lnTo>
                    <a:pt x="3156601" y="1586272"/>
                  </a:lnTo>
                  <a:lnTo>
                    <a:pt x="3157297" y="1587699"/>
                  </a:lnTo>
                  <a:lnTo>
                    <a:pt x="3157993" y="1587453"/>
                  </a:lnTo>
                  <a:lnTo>
                    <a:pt x="3158689" y="1586674"/>
                  </a:lnTo>
                  <a:lnTo>
                    <a:pt x="3159386" y="1585560"/>
                  </a:lnTo>
                  <a:lnTo>
                    <a:pt x="3160082" y="1584446"/>
                  </a:lnTo>
                  <a:lnTo>
                    <a:pt x="3160778" y="1581466"/>
                  </a:lnTo>
                  <a:lnTo>
                    <a:pt x="3161474" y="1578486"/>
                  </a:lnTo>
                  <a:lnTo>
                    <a:pt x="3162170" y="1576206"/>
                  </a:lnTo>
                  <a:lnTo>
                    <a:pt x="3162867" y="1574164"/>
                  </a:lnTo>
                  <a:lnTo>
                    <a:pt x="3163563" y="1573677"/>
                  </a:lnTo>
                  <a:lnTo>
                    <a:pt x="3164259" y="1573186"/>
                  </a:lnTo>
                  <a:lnTo>
                    <a:pt x="3164955" y="1572907"/>
                  </a:lnTo>
                  <a:lnTo>
                    <a:pt x="3165651" y="1571931"/>
                  </a:lnTo>
                  <a:lnTo>
                    <a:pt x="3166347" y="1572960"/>
                  </a:lnTo>
                  <a:lnTo>
                    <a:pt x="3167044" y="1574312"/>
                  </a:lnTo>
                  <a:lnTo>
                    <a:pt x="3167740" y="1574463"/>
                  </a:lnTo>
                  <a:lnTo>
                    <a:pt x="3168436" y="1578005"/>
                  </a:lnTo>
                  <a:lnTo>
                    <a:pt x="3169132" y="1580160"/>
                  </a:lnTo>
                  <a:lnTo>
                    <a:pt x="3169828" y="1582416"/>
                  </a:lnTo>
                  <a:lnTo>
                    <a:pt x="3170524" y="1582850"/>
                  </a:lnTo>
                  <a:lnTo>
                    <a:pt x="3171221" y="1582524"/>
                  </a:lnTo>
                  <a:lnTo>
                    <a:pt x="3171917" y="1581256"/>
                  </a:lnTo>
                  <a:lnTo>
                    <a:pt x="3172613" y="1577511"/>
                  </a:lnTo>
                  <a:lnTo>
                    <a:pt x="3173309" y="1573491"/>
                  </a:lnTo>
                  <a:lnTo>
                    <a:pt x="3174005" y="1568289"/>
                  </a:lnTo>
                  <a:lnTo>
                    <a:pt x="3174702" y="1564589"/>
                  </a:lnTo>
                  <a:lnTo>
                    <a:pt x="3175398" y="1559514"/>
                  </a:lnTo>
                  <a:lnTo>
                    <a:pt x="3176094" y="1556515"/>
                  </a:lnTo>
                  <a:lnTo>
                    <a:pt x="3176790" y="1554478"/>
                  </a:lnTo>
                  <a:lnTo>
                    <a:pt x="3177486" y="1552435"/>
                  </a:lnTo>
                  <a:lnTo>
                    <a:pt x="3178182" y="1551272"/>
                  </a:lnTo>
                  <a:lnTo>
                    <a:pt x="3178879" y="1549596"/>
                  </a:lnTo>
                  <a:lnTo>
                    <a:pt x="3179575" y="1548093"/>
                  </a:lnTo>
                  <a:lnTo>
                    <a:pt x="3180271" y="1547374"/>
                  </a:lnTo>
                  <a:lnTo>
                    <a:pt x="3180967" y="1545251"/>
                  </a:lnTo>
                  <a:lnTo>
                    <a:pt x="3181663" y="1540888"/>
                  </a:lnTo>
                  <a:lnTo>
                    <a:pt x="3182359" y="1537633"/>
                  </a:lnTo>
                  <a:lnTo>
                    <a:pt x="3183056" y="1536822"/>
                  </a:lnTo>
                  <a:lnTo>
                    <a:pt x="3183752" y="1535453"/>
                  </a:lnTo>
                  <a:lnTo>
                    <a:pt x="3184448" y="1534712"/>
                  </a:lnTo>
                  <a:lnTo>
                    <a:pt x="3185144" y="1534119"/>
                  </a:lnTo>
                  <a:lnTo>
                    <a:pt x="3185840" y="1533304"/>
                  </a:lnTo>
                  <a:lnTo>
                    <a:pt x="3186536" y="1532666"/>
                  </a:lnTo>
                  <a:lnTo>
                    <a:pt x="3187233" y="1530963"/>
                  </a:lnTo>
                  <a:lnTo>
                    <a:pt x="3187929" y="1527620"/>
                  </a:lnTo>
                  <a:lnTo>
                    <a:pt x="3188625" y="1524948"/>
                  </a:lnTo>
                  <a:lnTo>
                    <a:pt x="3189321" y="1522442"/>
                  </a:lnTo>
                  <a:lnTo>
                    <a:pt x="3190017" y="1519184"/>
                  </a:lnTo>
                  <a:lnTo>
                    <a:pt x="3190714" y="1514565"/>
                  </a:lnTo>
                  <a:lnTo>
                    <a:pt x="3191410" y="1513886"/>
                  </a:lnTo>
                  <a:lnTo>
                    <a:pt x="3192106" y="1516677"/>
                  </a:lnTo>
                  <a:lnTo>
                    <a:pt x="3192802" y="1517653"/>
                  </a:lnTo>
                  <a:lnTo>
                    <a:pt x="3193498" y="1520085"/>
                  </a:lnTo>
                  <a:lnTo>
                    <a:pt x="3194194" y="1522845"/>
                  </a:lnTo>
                  <a:lnTo>
                    <a:pt x="3194891" y="1524455"/>
                  </a:lnTo>
                  <a:lnTo>
                    <a:pt x="3195587" y="1525002"/>
                  </a:lnTo>
                  <a:lnTo>
                    <a:pt x="3196283" y="1525321"/>
                  </a:lnTo>
                  <a:lnTo>
                    <a:pt x="3196979" y="1525641"/>
                  </a:lnTo>
                  <a:lnTo>
                    <a:pt x="3197675" y="1525879"/>
                  </a:lnTo>
                  <a:lnTo>
                    <a:pt x="3198371" y="1524764"/>
                  </a:lnTo>
                  <a:lnTo>
                    <a:pt x="3199068" y="1519076"/>
                  </a:lnTo>
                  <a:lnTo>
                    <a:pt x="3199764" y="1513016"/>
                  </a:lnTo>
                  <a:lnTo>
                    <a:pt x="3200460" y="1507057"/>
                  </a:lnTo>
                  <a:lnTo>
                    <a:pt x="3201156" y="1502801"/>
                  </a:lnTo>
                  <a:lnTo>
                    <a:pt x="3201852" y="1495821"/>
                  </a:lnTo>
                  <a:lnTo>
                    <a:pt x="3202549" y="1486952"/>
                  </a:lnTo>
                  <a:lnTo>
                    <a:pt x="3203245" y="1478583"/>
                  </a:lnTo>
                  <a:lnTo>
                    <a:pt x="3203941" y="1465630"/>
                  </a:lnTo>
                  <a:lnTo>
                    <a:pt x="3204637" y="1454077"/>
                  </a:lnTo>
                  <a:lnTo>
                    <a:pt x="3205333" y="1443387"/>
                  </a:lnTo>
                  <a:lnTo>
                    <a:pt x="3206029" y="1433728"/>
                  </a:lnTo>
                  <a:lnTo>
                    <a:pt x="3206726" y="1425033"/>
                  </a:lnTo>
                  <a:lnTo>
                    <a:pt x="3207422" y="1416529"/>
                  </a:lnTo>
                  <a:lnTo>
                    <a:pt x="3208118" y="1410167"/>
                  </a:lnTo>
                  <a:lnTo>
                    <a:pt x="3208814" y="1404653"/>
                  </a:lnTo>
                  <a:lnTo>
                    <a:pt x="3209510" y="1403371"/>
                  </a:lnTo>
                  <a:lnTo>
                    <a:pt x="3210206" y="1402922"/>
                  </a:lnTo>
                  <a:lnTo>
                    <a:pt x="3210903" y="1403425"/>
                  </a:lnTo>
                  <a:lnTo>
                    <a:pt x="3211599" y="1403166"/>
                  </a:lnTo>
                  <a:lnTo>
                    <a:pt x="3212295" y="1404257"/>
                  </a:lnTo>
                  <a:lnTo>
                    <a:pt x="3212991" y="1407450"/>
                  </a:lnTo>
                  <a:lnTo>
                    <a:pt x="3213687" y="1410978"/>
                  </a:lnTo>
                  <a:lnTo>
                    <a:pt x="3214383" y="1416652"/>
                  </a:lnTo>
                  <a:lnTo>
                    <a:pt x="3215080" y="1422385"/>
                  </a:lnTo>
                  <a:lnTo>
                    <a:pt x="3215776" y="1428262"/>
                  </a:lnTo>
                  <a:lnTo>
                    <a:pt x="3216472" y="1437002"/>
                  </a:lnTo>
                  <a:lnTo>
                    <a:pt x="3217168" y="1448655"/>
                  </a:lnTo>
                  <a:lnTo>
                    <a:pt x="3217864" y="1460276"/>
                  </a:lnTo>
                  <a:lnTo>
                    <a:pt x="3218561" y="1470167"/>
                  </a:lnTo>
                  <a:lnTo>
                    <a:pt x="3219257" y="1480233"/>
                  </a:lnTo>
                  <a:lnTo>
                    <a:pt x="3219953" y="1489674"/>
                  </a:lnTo>
                  <a:lnTo>
                    <a:pt x="3220649" y="1497919"/>
                  </a:lnTo>
                  <a:lnTo>
                    <a:pt x="3221345" y="1506113"/>
                  </a:lnTo>
                  <a:lnTo>
                    <a:pt x="3222041" y="1513412"/>
                  </a:lnTo>
                  <a:lnTo>
                    <a:pt x="3222738" y="1520711"/>
                  </a:lnTo>
                  <a:lnTo>
                    <a:pt x="3223434" y="1528179"/>
                  </a:lnTo>
                  <a:lnTo>
                    <a:pt x="3224130" y="1536011"/>
                  </a:lnTo>
                  <a:lnTo>
                    <a:pt x="3224826" y="1542148"/>
                  </a:lnTo>
                  <a:lnTo>
                    <a:pt x="3225522" y="1548191"/>
                  </a:lnTo>
                  <a:lnTo>
                    <a:pt x="3226218" y="1555030"/>
                  </a:lnTo>
                  <a:lnTo>
                    <a:pt x="3226915" y="1558268"/>
                  </a:lnTo>
                  <a:lnTo>
                    <a:pt x="3227611" y="1556650"/>
                  </a:lnTo>
                  <a:lnTo>
                    <a:pt x="3228307" y="1556117"/>
                  </a:lnTo>
                  <a:lnTo>
                    <a:pt x="3229003" y="1556117"/>
                  </a:lnTo>
                  <a:lnTo>
                    <a:pt x="3229699" y="1556322"/>
                  </a:lnTo>
                  <a:lnTo>
                    <a:pt x="3230396" y="1557675"/>
                  </a:lnTo>
                  <a:lnTo>
                    <a:pt x="3231092" y="1560094"/>
                  </a:lnTo>
                  <a:lnTo>
                    <a:pt x="3231788" y="1562738"/>
                  </a:lnTo>
                  <a:lnTo>
                    <a:pt x="3232484" y="1565384"/>
                  </a:lnTo>
                  <a:lnTo>
                    <a:pt x="3233180" y="1568029"/>
                  </a:lnTo>
                  <a:lnTo>
                    <a:pt x="3233876" y="1571789"/>
                  </a:lnTo>
                  <a:lnTo>
                    <a:pt x="3234573" y="1578034"/>
                  </a:lnTo>
                  <a:lnTo>
                    <a:pt x="3235269" y="1585866"/>
                  </a:lnTo>
                  <a:lnTo>
                    <a:pt x="3235965" y="1594376"/>
                  </a:lnTo>
                  <a:lnTo>
                    <a:pt x="3236661" y="1599822"/>
                  </a:lnTo>
                  <a:lnTo>
                    <a:pt x="3237357" y="1604248"/>
                  </a:lnTo>
                  <a:lnTo>
                    <a:pt x="3238053" y="1610907"/>
                  </a:lnTo>
                  <a:lnTo>
                    <a:pt x="3238750" y="1616469"/>
                  </a:lnTo>
                  <a:lnTo>
                    <a:pt x="3239446" y="1622806"/>
                  </a:lnTo>
                  <a:lnTo>
                    <a:pt x="3240142" y="1628269"/>
                  </a:lnTo>
                  <a:lnTo>
                    <a:pt x="3240838" y="1633209"/>
                  </a:lnTo>
                  <a:lnTo>
                    <a:pt x="3241534" y="1638155"/>
                  </a:lnTo>
                  <a:lnTo>
                    <a:pt x="3242231" y="1642593"/>
                  </a:lnTo>
                  <a:lnTo>
                    <a:pt x="3242927" y="1645147"/>
                  </a:lnTo>
                  <a:lnTo>
                    <a:pt x="3243623" y="1647701"/>
                  </a:lnTo>
                  <a:lnTo>
                    <a:pt x="3244319" y="1649683"/>
                  </a:lnTo>
                  <a:lnTo>
                    <a:pt x="3245015" y="1648028"/>
                  </a:lnTo>
                  <a:lnTo>
                    <a:pt x="3245711" y="1646688"/>
                  </a:lnTo>
                  <a:lnTo>
                    <a:pt x="3246408" y="1645793"/>
                  </a:lnTo>
                  <a:lnTo>
                    <a:pt x="3247104" y="1647106"/>
                  </a:lnTo>
                  <a:lnTo>
                    <a:pt x="3247800" y="1649619"/>
                  </a:lnTo>
                  <a:lnTo>
                    <a:pt x="3248496" y="1651461"/>
                  </a:lnTo>
                  <a:lnTo>
                    <a:pt x="3249192" y="1652969"/>
                  </a:lnTo>
                  <a:lnTo>
                    <a:pt x="3249888" y="1652902"/>
                  </a:lnTo>
                  <a:lnTo>
                    <a:pt x="3250585" y="1651493"/>
                  </a:lnTo>
                  <a:lnTo>
                    <a:pt x="3251281" y="1649914"/>
                  </a:lnTo>
                  <a:lnTo>
                    <a:pt x="3251977" y="1646788"/>
                  </a:lnTo>
                  <a:lnTo>
                    <a:pt x="3252673" y="1643485"/>
                  </a:lnTo>
                  <a:lnTo>
                    <a:pt x="3253369" y="1641996"/>
                  </a:lnTo>
                  <a:lnTo>
                    <a:pt x="3254065" y="1639222"/>
                  </a:lnTo>
                  <a:lnTo>
                    <a:pt x="3254762" y="1634168"/>
                  </a:lnTo>
                  <a:lnTo>
                    <a:pt x="3255458" y="1628483"/>
                  </a:lnTo>
                  <a:lnTo>
                    <a:pt x="3256154" y="1621014"/>
                  </a:lnTo>
                  <a:lnTo>
                    <a:pt x="3256850" y="1613546"/>
                  </a:lnTo>
                  <a:lnTo>
                    <a:pt x="3257546" y="1605126"/>
                  </a:lnTo>
                  <a:lnTo>
                    <a:pt x="3258243" y="1596707"/>
                  </a:lnTo>
                  <a:lnTo>
                    <a:pt x="3258939" y="1587858"/>
                  </a:lnTo>
                  <a:lnTo>
                    <a:pt x="3259635" y="1578162"/>
                  </a:lnTo>
                  <a:lnTo>
                    <a:pt x="3260331" y="1569020"/>
                  </a:lnTo>
                  <a:lnTo>
                    <a:pt x="3261027" y="1561465"/>
                  </a:lnTo>
                  <a:lnTo>
                    <a:pt x="3261723" y="1552635"/>
                  </a:lnTo>
                  <a:lnTo>
                    <a:pt x="3262420" y="1543895"/>
                  </a:lnTo>
                  <a:lnTo>
                    <a:pt x="3263116" y="1536483"/>
                  </a:lnTo>
                  <a:lnTo>
                    <a:pt x="3263812" y="1529942"/>
                  </a:lnTo>
                  <a:lnTo>
                    <a:pt x="3264508" y="1524161"/>
                  </a:lnTo>
                  <a:lnTo>
                    <a:pt x="3265204" y="1517138"/>
                  </a:lnTo>
                  <a:lnTo>
                    <a:pt x="3265900" y="1509521"/>
                  </a:lnTo>
                  <a:lnTo>
                    <a:pt x="3266597" y="1502838"/>
                  </a:lnTo>
                  <a:lnTo>
                    <a:pt x="3267293" y="1496743"/>
                  </a:lnTo>
                  <a:lnTo>
                    <a:pt x="3267989" y="1490060"/>
                  </a:lnTo>
                  <a:lnTo>
                    <a:pt x="3268685" y="1483377"/>
                  </a:lnTo>
                  <a:lnTo>
                    <a:pt x="3269381" y="1476695"/>
                  </a:lnTo>
                  <a:lnTo>
                    <a:pt x="3270078" y="1470822"/>
                  </a:lnTo>
                  <a:lnTo>
                    <a:pt x="3270774" y="1464710"/>
                  </a:lnTo>
                  <a:lnTo>
                    <a:pt x="3271470" y="1458482"/>
                  </a:lnTo>
                  <a:lnTo>
                    <a:pt x="3272166" y="1455190"/>
                  </a:lnTo>
                  <a:lnTo>
                    <a:pt x="3272862" y="1452925"/>
                  </a:lnTo>
                  <a:lnTo>
                    <a:pt x="3273558" y="1448211"/>
                  </a:lnTo>
                  <a:lnTo>
                    <a:pt x="3274255" y="1442649"/>
                  </a:lnTo>
                  <a:lnTo>
                    <a:pt x="3274951" y="1437504"/>
                  </a:lnTo>
                  <a:lnTo>
                    <a:pt x="3275647" y="1436126"/>
                  </a:lnTo>
                  <a:lnTo>
                    <a:pt x="3276343" y="1435476"/>
                  </a:lnTo>
                  <a:lnTo>
                    <a:pt x="3277039" y="1434326"/>
                  </a:lnTo>
                  <a:lnTo>
                    <a:pt x="3277735" y="1433481"/>
                  </a:lnTo>
                  <a:lnTo>
                    <a:pt x="3278432" y="1434485"/>
                  </a:lnTo>
                  <a:lnTo>
                    <a:pt x="3279128" y="1434485"/>
                  </a:lnTo>
                  <a:lnTo>
                    <a:pt x="3279824" y="1434485"/>
                  </a:lnTo>
                  <a:lnTo>
                    <a:pt x="3280520" y="1434485"/>
                  </a:lnTo>
                  <a:lnTo>
                    <a:pt x="3281216" y="1433898"/>
                  </a:lnTo>
                  <a:lnTo>
                    <a:pt x="3281912" y="1432865"/>
                  </a:lnTo>
                  <a:lnTo>
                    <a:pt x="3282609" y="1430399"/>
                  </a:lnTo>
                  <a:lnTo>
                    <a:pt x="3283305" y="1426059"/>
                  </a:lnTo>
                  <a:lnTo>
                    <a:pt x="3284001" y="1423123"/>
                  </a:lnTo>
                  <a:lnTo>
                    <a:pt x="3284697" y="1420991"/>
                  </a:lnTo>
                  <a:lnTo>
                    <a:pt x="3285393" y="1418445"/>
                  </a:lnTo>
                  <a:lnTo>
                    <a:pt x="3286090" y="1416161"/>
                  </a:lnTo>
                  <a:lnTo>
                    <a:pt x="3286786" y="1414129"/>
                  </a:lnTo>
                  <a:lnTo>
                    <a:pt x="3287482" y="1411075"/>
                  </a:lnTo>
                  <a:lnTo>
                    <a:pt x="3288178" y="1406394"/>
                  </a:lnTo>
                  <a:lnTo>
                    <a:pt x="3288874" y="1399273"/>
                  </a:lnTo>
                  <a:lnTo>
                    <a:pt x="3289570" y="1395008"/>
                  </a:lnTo>
                  <a:lnTo>
                    <a:pt x="3290267" y="1392593"/>
                  </a:lnTo>
                  <a:lnTo>
                    <a:pt x="3290963" y="1390990"/>
                  </a:lnTo>
                  <a:lnTo>
                    <a:pt x="3291659" y="1389721"/>
                  </a:lnTo>
                  <a:lnTo>
                    <a:pt x="3292355" y="1388315"/>
                  </a:lnTo>
                  <a:lnTo>
                    <a:pt x="3293051" y="1387511"/>
                  </a:lnTo>
                  <a:lnTo>
                    <a:pt x="3293747" y="1388071"/>
                  </a:lnTo>
                  <a:lnTo>
                    <a:pt x="3294444" y="1389479"/>
                  </a:lnTo>
                  <a:lnTo>
                    <a:pt x="3295140" y="1391468"/>
                  </a:lnTo>
                  <a:lnTo>
                    <a:pt x="3295836" y="1395366"/>
                  </a:lnTo>
                  <a:lnTo>
                    <a:pt x="3296532" y="1400136"/>
                  </a:lnTo>
                  <a:lnTo>
                    <a:pt x="3297228" y="1406182"/>
                  </a:lnTo>
                  <a:lnTo>
                    <a:pt x="3297925" y="1413754"/>
                  </a:lnTo>
                  <a:lnTo>
                    <a:pt x="3298621" y="1422487"/>
                  </a:lnTo>
                  <a:lnTo>
                    <a:pt x="3299317" y="1431465"/>
                  </a:lnTo>
                  <a:lnTo>
                    <a:pt x="3300013" y="1437496"/>
                  </a:lnTo>
                  <a:lnTo>
                    <a:pt x="3300709" y="1444686"/>
                  </a:lnTo>
                  <a:lnTo>
                    <a:pt x="3301405" y="1452062"/>
                  </a:lnTo>
                  <a:lnTo>
                    <a:pt x="3302102" y="1460466"/>
                  </a:lnTo>
                  <a:lnTo>
                    <a:pt x="3302798" y="1468464"/>
                  </a:lnTo>
                  <a:lnTo>
                    <a:pt x="3303494" y="1476334"/>
                  </a:lnTo>
                  <a:lnTo>
                    <a:pt x="3304190" y="1484050"/>
                  </a:lnTo>
                  <a:lnTo>
                    <a:pt x="3304886" y="1491766"/>
                  </a:lnTo>
                  <a:lnTo>
                    <a:pt x="3305582" y="1499204"/>
                  </a:lnTo>
                  <a:lnTo>
                    <a:pt x="3306279" y="1506466"/>
                  </a:lnTo>
                  <a:lnTo>
                    <a:pt x="3306975" y="1513039"/>
                  </a:lnTo>
                  <a:lnTo>
                    <a:pt x="3307671" y="1518849"/>
                  </a:lnTo>
                  <a:lnTo>
                    <a:pt x="3308367" y="1526232"/>
                  </a:lnTo>
                  <a:lnTo>
                    <a:pt x="3309063" y="1534279"/>
                  </a:lnTo>
                  <a:lnTo>
                    <a:pt x="3309760" y="1543402"/>
                  </a:lnTo>
                  <a:lnTo>
                    <a:pt x="3310456" y="1554013"/>
                  </a:lnTo>
                  <a:lnTo>
                    <a:pt x="3311152" y="1561369"/>
                  </a:lnTo>
                  <a:lnTo>
                    <a:pt x="3311848" y="1567286"/>
                  </a:lnTo>
                  <a:lnTo>
                    <a:pt x="3312544" y="1574974"/>
                  </a:lnTo>
                  <a:lnTo>
                    <a:pt x="3313240" y="1582662"/>
                  </a:lnTo>
                  <a:lnTo>
                    <a:pt x="3313937" y="1591590"/>
                  </a:lnTo>
                  <a:lnTo>
                    <a:pt x="3314633" y="1601958"/>
                  </a:lnTo>
                  <a:lnTo>
                    <a:pt x="3315329" y="1609647"/>
                  </a:lnTo>
                  <a:lnTo>
                    <a:pt x="3316025" y="1617479"/>
                  </a:lnTo>
                  <a:lnTo>
                    <a:pt x="3316721" y="1624320"/>
                  </a:lnTo>
                  <a:lnTo>
                    <a:pt x="3317417" y="1627592"/>
                  </a:lnTo>
                  <a:lnTo>
                    <a:pt x="3318114" y="1630987"/>
                  </a:lnTo>
                  <a:lnTo>
                    <a:pt x="3318810" y="1633657"/>
                  </a:lnTo>
                  <a:lnTo>
                    <a:pt x="3319506" y="1634964"/>
                  </a:lnTo>
                  <a:lnTo>
                    <a:pt x="3320202" y="1634600"/>
                  </a:lnTo>
                  <a:lnTo>
                    <a:pt x="3320898" y="1634595"/>
                  </a:lnTo>
                  <a:lnTo>
                    <a:pt x="3321594" y="1634696"/>
                  </a:lnTo>
                  <a:lnTo>
                    <a:pt x="3322291" y="1634511"/>
                  </a:lnTo>
                  <a:lnTo>
                    <a:pt x="3322987" y="1634806"/>
                  </a:lnTo>
                  <a:lnTo>
                    <a:pt x="3323683" y="1635340"/>
                  </a:lnTo>
                  <a:lnTo>
                    <a:pt x="3324379" y="1635273"/>
                  </a:lnTo>
                  <a:lnTo>
                    <a:pt x="3325075" y="1633012"/>
                  </a:lnTo>
                  <a:lnTo>
                    <a:pt x="3325772" y="1632019"/>
                  </a:lnTo>
                  <a:lnTo>
                    <a:pt x="3326468" y="1631180"/>
                  </a:lnTo>
                  <a:lnTo>
                    <a:pt x="3327164" y="1633853"/>
                  </a:lnTo>
                  <a:lnTo>
                    <a:pt x="3327860" y="1638864"/>
                  </a:lnTo>
                  <a:lnTo>
                    <a:pt x="3328556" y="1643408"/>
                  </a:lnTo>
                  <a:lnTo>
                    <a:pt x="3329252" y="1646006"/>
                  </a:lnTo>
                  <a:lnTo>
                    <a:pt x="3329949" y="1648604"/>
                  </a:lnTo>
                  <a:lnTo>
                    <a:pt x="3330645" y="1650516"/>
                  </a:lnTo>
                  <a:lnTo>
                    <a:pt x="3331341" y="1651662"/>
                  </a:lnTo>
                  <a:lnTo>
                    <a:pt x="3332037" y="1651907"/>
                  </a:lnTo>
                  <a:lnTo>
                    <a:pt x="3332733" y="1652351"/>
                  </a:lnTo>
                  <a:lnTo>
                    <a:pt x="3333429" y="1651644"/>
                  </a:lnTo>
                  <a:lnTo>
                    <a:pt x="3334126" y="1650183"/>
                  </a:lnTo>
                  <a:lnTo>
                    <a:pt x="3334822" y="1648132"/>
                  </a:lnTo>
                  <a:lnTo>
                    <a:pt x="3335518" y="1648190"/>
                  </a:lnTo>
                  <a:lnTo>
                    <a:pt x="3336214" y="1649057"/>
                  </a:lnTo>
                  <a:lnTo>
                    <a:pt x="3336910" y="1649464"/>
                  </a:lnTo>
                  <a:lnTo>
                    <a:pt x="3337607" y="1647159"/>
                  </a:lnTo>
                  <a:lnTo>
                    <a:pt x="3338303" y="1643861"/>
                  </a:lnTo>
                  <a:lnTo>
                    <a:pt x="3338999" y="1640350"/>
                  </a:lnTo>
                  <a:lnTo>
                    <a:pt x="3339695" y="1637238"/>
                  </a:lnTo>
                  <a:lnTo>
                    <a:pt x="3340391" y="1633559"/>
                  </a:lnTo>
                  <a:lnTo>
                    <a:pt x="3341087" y="1628553"/>
                  </a:lnTo>
                  <a:lnTo>
                    <a:pt x="3341784" y="1621879"/>
                  </a:lnTo>
                  <a:lnTo>
                    <a:pt x="3342480" y="1614617"/>
                  </a:lnTo>
                  <a:lnTo>
                    <a:pt x="3343176" y="1607903"/>
                  </a:lnTo>
                  <a:lnTo>
                    <a:pt x="3343872" y="1601622"/>
                  </a:lnTo>
                  <a:lnTo>
                    <a:pt x="3344568" y="1596965"/>
                  </a:lnTo>
                  <a:lnTo>
                    <a:pt x="3345264" y="1593405"/>
                  </a:lnTo>
                  <a:lnTo>
                    <a:pt x="3345961" y="1587939"/>
                  </a:lnTo>
                  <a:lnTo>
                    <a:pt x="3346657" y="1582390"/>
                  </a:lnTo>
                  <a:lnTo>
                    <a:pt x="3347353" y="1576899"/>
                  </a:lnTo>
                  <a:lnTo>
                    <a:pt x="3348049" y="1569258"/>
                  </a:lnTo>
                  <a:lnTo>
                    <a:pt x="3348745" y="1561768"/>
                  </a:lnTo>
                  <a:lnTo>
                    <a:pt x="3349441" y="1555357"/>
                  </a:lnTo>
                  <a:lnTo>
                    <a:pt x="3350138" y="1548700"/>
                  </a:lnTo>
                  <a:lnTo>
                    <a:pt x="3350834" y="1544723"/>
                  </a:lnTo>
                  <a:lnTo>
                    <a:pt x="3351530" y="1542363"/>
                  </a:lnTo>
                  <a:lnTo>
                    <a:pt x="3352226" y="1541591"/>
                  </a:lnTo>
                  <a:lnTo>
                    <a:pt x="3352922" y="1544388"/>
                  </a:lnTo>
                  <a:lnTo>
                    <a:pt x="3353619" y="1546290"/>
                  </a:lnTo>
                  <a:lnTo>
                    <a:pt x="3354315" y="1548883"/>
                  </a:lnTo>
                  <a:lnTo>
                    <a:pt x="3355011" y="1550871"/>
                  </a:lnTo>
                  <a:lnTo>
                    <a:pt x="3355707" y="1553724"/>
                  </a:lnTo>
                  <a:lnTo>
                    <a:pt x="3356403" y="1556578"/>
                  </a:lnTo>
                  <a:lnTo>
                    <a:pt x="3357099" y="1560169"/>
                  </a:lnTo>
                  <a:lnTo>
                    <a:pt x="3357796" y="1563412"/>
                  </a:lnTo>
                  <a:lnTo>
                    <a:pt x="3358492" y="1569563"/>
                  </a:lnTo>
                  <a:lnTo>
                    <a:pt x="3359188" y="1576678"/>
                  </a:lnTo>
                  <a:lnTo>
                    <a:pt x="3359884" y="1584117"/>
                  </a:lnTo>
                  <a:lnTo>
                    <a:pt x="3360580" y="1592394"/>
                  </a:lnTo>
                  <a:lnTo>
                    <a:pt x="3361276" y="1599187"/>
                  </a:lnTo>
                  <a:lnTo>
                    <a:pt x="3361973" y="1605647"/>
                  </a:lnTo>
                  <a:lnTo>
                    <a:pt x="3362669" y="1610044"/>
                  </a:lnTo>
                  <a:lnTo>
                    <a:pt x="3363365" y="1612053"/>
                  </a:lnTo>
                  <a:lnTo>
                    <a:pt x="3364061" y="1614462"/>
                  </a:lnTo>
                  <a:lnTo>
                    <a:pt x="3364757" y="1617451"/>
                  </a:lnTo>
                  <a:lnTo>
                    <a:pt x="3365454" y="1620441"/>
                  </a:lnTo>
                  <a:lnTo>
                    <a:pt x="3366150" y="1623430"/>
                  </a:lnTo>
                  <a:lnTo>
                    <a:pt x="3366846" y="1626420"/>
                  </a:lnTo>
                  <a:lnTo>
                    <a:pt x="3367542" y="1628697"/>
                  </a:lnTo>
                  <a:lnTo>
                    <a:pt x="3368238" y="1630774"/>
                  </a:lnTo>
                  <a:lnTo>
                    <a:pt x="3368934" y="1632585"/>
                  </a:lnTo>
                  <a:lnTo>
                    <a:pt x="3369631" y="1634551"/>
                  </a:lnTo>
                  <a:lnTo>
                    <a:pt x="3370327" y="1636302"/>
                  </a:lnTo>
                  <a:lnTo>
                    <a:pt x="3371023" y="1637599"/>
                  </a:lnTo>
                  <a:lnTo>
                    <a:pt x="3371719" y="1638169"/>
                  </a:lnTo>
                  <a:lnTo>
                    <a:pt x="3372415" y="1639757"/>
                  </a:lnTo>
                  <a:lnTo>
                    <a:pt x="3373111" y="1642278"/>
                  </a:lnTo>
                  <a:lnTo>
                    <a:pt x="3373808" y="1645795"/>
                  </a:lnTo>
                  <a:lnTo>
                    <a:pt x="3374504" y="1650457"/>
                  </a:lnTo>
                  <a:lnTo>
                    <a:pt x="3375200" y="1654875"/>
                  </a:lnTo>
                  <a:lnTo>
                    <a:pt x="3375896" y="1659858"/>
                  </a:lnTo>
                  <a:lnTo>
                    <a:pt x="3376592" y="1666722"/>
                  </a:lnTo>
                  <a:lnTo>
                    <a:pt x="3377288" y="1674274"/>
                  </a:lnTo>
                  <a:lnTo>
                    <a:pt x="3377985" y="1682414"/>
                  </a:lnTo>
                  <a:lnTo>
                    <a:pt x="3378681" y="1687889"/>
                  </a:lnTo>
                  <a:lnTo>
                    <a:pt x="3379377" y="1691342"/>
                  </a:lnTo>
                  <a:lnTo>
                    <a:pt x="3380073" y="1693322"/>
                  </a:lnTo>
                  <a:lnTo>
                    <a:pt x="3380769" y="1694206"/>
                  </a:lnTo>
                  <a:lnTo>
                    <a:pt x="3381466" y="1695172"/>
                  </a:lnTo>
                  <a:lnTo>
                    <a:pt x="3382162" y="1694460"/>
                  </a:lnTo>
                  <a:lnTo>
                    <a:pt x="3382858" y="1693437"/>
                  </a:lnTo>
                  <a:lnTo>
                    <a:pt x="3383554" y="1693863"/>
                  </a:lnTo>
                  <a:lnTo>
                    <a:pt x="3384250" y="1693644"/>
                  </a:lnTo>
                  <a:lnTo>
                    <a:pt x="3384946" y="1689856"/>
                  </a:lnTo>
                  <a:lnTo>
                    <a:pt x="3385643" y="1686061"/>
                  </a:lnTo>
                  <a:lnTo>
                    <a:pt x="3386339" y="1682266"/>
                  </a:lnTo>
                  <a:lnTo>
                    <a:pt x="3387035" y="1676602"/>
                  </a:lnTo>
                  <a:lnTo>
                    <a:pt x="3387731" y="1668966"/>
                  </a:lnTo>
                  <a:lnTo>
                    <a:pt x="3388427" y="1661331"/>
                  </a:lnTo>
                  <a:lnTo>
                    <a:pt x="3389123" y="1655361"/>
                  </a:lnTo>
                  <a:lnTo>
                    <a:pt x="3389820" y="1650268"/>
                  </a:lnTo>
                  <a:lnTo>
                    <a:pt x="3390516" y="1645174"/>
                  </a:lnTo>
                  <a:lnTo>
                    <a:pt x="3391212" y="1640080"/>
                  </a:lnTo>
                  <a:lnTo>
                    <a:pt x="3391908" y="1634986"/>
                  </a:lnTo>
                  <a:lnTo>
                    <a:pt x="3392604" y="1631326"/>
                  </a:lnTo>
                  <a:lnTo>
                    <a:pt x="3393301" y="1628541"/>
                  </a:lnTo>
                  <a:lnTo>
                    <a:pt x="3393997" y="1623070"/>
                  </a:lnTo>
                  <a:lnTo>
                    <a:pt x="3394693" y="1617839"/>
                  </a:lnTo>
                  <a:lnTo>
                    <a:pt x="3395389" y="1615298"/>
                  </a:lnTo>
                  <a:lnTo>
                    <a:pt x="3396085" y="1612357"/>
                  </a:lnTo>
                  <a:lnTo>
                    <a:pt x="3396781" y="1609816"/>
                  </a:lnTo>
                  <a:lnTo>
                    <a:pt x="3397478" y="1607753"/>
                  </a:lnTo>
                  <a:lnTo>
                    <a:pt x="3398174" y="1607753"/>
                  </a:lnTo>
                  <a:lnTo>
                    <a:pt x="3398870" y="1607938"/>
                  </a:lnTo>
                  <a:lnTo>
                    <a:pt x="3399566" y="1607451"/>
                  </a:lnTo>
                  <a:lnTo>
                    <a:pt x="3400262" y="1605312"/>
                  </a:lnTo>
                  <a:lnTo>
                    <a:pt x="3400958" y="1603172"/>
                  </a:lnTo>
                  <a:lnTo>
                    <a:pt x="3401655" y="1601032"/>
                  </a:lnTo>
                  <a:lnTo>
                    <a:pt x="3402351" y="1599110"/>
                  </a:lnTo>
                  <a:lnTo>
                    <a:pt x="3403047" y="1597188"/>
                  </a:lnTo>
                  <a:lnTo>
                    <a:pt x="3403743" y="1595049"/>
                  </a:lnTo>
                  <a:lnTo>
                    <a:pt x="3404439" y="1593242"/>
                  </a:lnTo>
                  <a:lnTo>
                    <a:pt x="3405136" y="1591435"/>
                  </a:lnTo>
                  <a:lnTo>
                    <a:pt x="3405832" y="1589228"/>
                  </a:lnTo>
                  <a:lnTo>
                    <a:pt x="3406528" y="1586329"/>
                  </a:lnTo>
                  <a:lnTo>
                    <a:pt x="3407224" y="1581920"/>
                  </a:lnTo>
                  <a:lnTo>
                    <a:pt x="3407920" y="1577362"/>
                  </a:lnTo>
                  <a:lnTo>
                    <a:pt x="3408616" y="1572620"/>
                  </a:lnTo>
                  <a:lnTo>
                    <a:pt x="3409313" y="1567693"/>
                  </a:lnTo>
                  <a:lnTo>
                    <a:pt x="3410009" y="1563259"/>
                  </a:lnTo>
                  <a:lnTo>
                    <a:pt x="3410705" y="1560318"/>
                  </a:lnTo>
                  <a:lnTo>
                    <a:pt x="3411401" y="1557377"/>
                  </a:lnTo>
                  <a:lnTo>
                    <a:pt x="3412097" y="1553882"/>
                  </a:lnTo>
                  <a:lnTo>
                    <a:pt x="3412793" y="1550205"/>
                  </a:lnTo>
                  <a:lnTo>
                    <a:pt x="3413490" y="1546528"/>
                  </a:lnTo>
                  <a:lnTo>
                    <a:pt x="3414186" y="1544669"/>
                  </a:lnTo>
                  <a:lnTo>
                    <a:pt x="3414882" y="1543530"/>
                  </a:lnTo>
                  <a:lnTo>
                    <a:pt x="3415578" y="1541595"/>
                  </a:lnTo>
                  <a:lnTo>
                    <a:pt x="3416274" y="1537924"/>
                  </a:lnTo>
                  <a:lnTo>
                    <a:pt x="3416970" y="1535146"/>
                  </a:lnTo>
                  <a:lnTo>
                    <a:pt x="3417667" y="1535428"/>
                  </a:lnTo>
                  <a:lnTo>
                    <a:pt x="3418363" y="1536451"/>
                  </a:lnTo>
                  <a:lnTo>
                    <a:pt x="3419059" y="1537690"/>
                  </a:lnTo>
                  <a:lnTo>
                    <a:pt x="3419755" y="1539420"/>
                  </a:lnTo>
                  <a:lnTo>
                    <a:pt x="3420451" y="1542968"/>
                  </a:lnTo>
                  <a:lnTo>
                    <a:pt x="3421148" y="1546763"/>
                  </a:lnTo>
                  <a:lnTo>
                    <a:pt x="3421844" y="1550975"/>
                  </a:lnTo>
                  <a:lnTo>
                    <a:pt x="3422540" y="1555882"/>
                  </a:lnTo>
                  <a:lnTo>
                    <a:pt x="3423236" y="1562698"/>
                  </a:lnTo>
                  <a:lnTo>
                    <a:pt x="3423932" y="1569513"/>
                  </a:lnTo>
                  <a:lnTo>
                    <a:pt x="3424628" y="1573561"/>
                  </a:lnTo>
                  <a:lnTo>
                    <a:pt x="3425325" y="1576818"/>
                  </a:lnTo>
                  <a:lnTo>
                    <a:pt x="3426021" y="1581154"/>
                  </a:lnTo>
                  <a:lnTo>
                    <a:pt x="3426717" y="1587900"/>
                  </a:lnTo>
                  <a:lnTo>
                    <a:pt x="3427413" y="1594646"/>
                  </a:lnTo>
                  <a:lnTo>
                    <a:pt x="3428109" y="1599958"/>
                  </a:lnTo>
                  <a:lnTo>
                    <a:pt x="3428805" y="1604613"/>
                  </a:lnTo>
                  <a:lnTo>
                    <a:pt x="3429502" y="1608802"/>
                  </a:lnTo>
                  <a:lnTo>
                    <a:pt x="3430198" y="1609721"/>
                  </a:lnTo>
                  <a:lnTo>
                    <a:pt x="3430894" y="1608197"/>
                  </a:lnTo>
                  <a:lnTo>
                    <a:pt x="3431590" y="1606326"/>
                  </a:lnTo>
                  <a:lnTo>
                    <a:pt x="3432286" y="1603852"/>
                  </a:lnTo>
                  <a:lnTo>
                    <a:pt x="3432983" y="1600899"/>
                  </a:lnTo>
                  <a:lnTo>
                    <a:pt x="3433679" y="1595885"/>
                  </a:lnTo>
                  <a:lnTo>
                    <a:pt x="3434375" y="1590870"/>
                  </a:lnTo>
                  <a:lnTo>
                    <a:pt x="3435071" y="1588479"/>
                  </a:lnTo>
                  <a:lnTo>
                    <a:pt x="3435767" y="1586392"/>
                  </a:lnTo>
                  <a:lnTo>
                    <a:pt x="3436463" y="1584119"/>
                  </a:lnTo>
                  <a:lnTo>
                    <a:pt x="3437160" y="1579529"/>
                  </a:lnTo>
                  <a:lnTo>
                    <a:pt x="3437856" y="1573532"/>
                  </a:lnTo>
                  <a:lnTo>
                    <a:pt x="3438552" y="1566834"/>
                  </a:lnTo>
                  <a:lnTo>
                    <a:pt x="3439248" y="1560354"/>
                  </a:lnTo>
                  <a:lnTo>
                    <a:pt x="3439944" y="1554151"/>
                  </a:lnTo>
                  <a:lnTo>
                    <a:pt x="3440640" y="1550512"/>
                  </a:lnTo>
                  <a:lnTo>
                    <a:pt x="3441337" y="1547437"/>
                  </a:lnTo>
                  <a:lnTo>
                    <a:pt x="3442033" y="1545055"/>
                  </a:lnTo>
                  <a:lnTo>
                    <a:pt x="3442729" y="1544182"/>
                  </a:lnTo>
                  <a:lnTo>
                    <a:pt x="3443425" y="1543895"/>
                  </a:lnTo>
                  <a:lnTo>
                    <a:pt x="3444121" y="1544054"/>
                  </a:lnTo>
                  <a:lnTo>
                    <a:pt x="3444817" y="1544213"/>
                  </a:lnTo>
                  <a:lnTo>
                    <a:pt x="3445514" y="1543218"/>
                  </a:lnTo>
                  <a:lnTo>
                    <a:pt x="3446210" y="1542285"/>
                  </a:lnTo>
                  <a:lnTo>
                    <a:pt x="3446906" y="1540948"/>
                  </a:lnTo>
                  <a:lnTo>
                    <a:pt x="3447602" y="1543060"/>
                  </a:lnTo>
                  <a:lnTo>
                    <a:pt x="3448298" y="1548302"/>
                  </a:lnTo>
                  <a:lnTo>
                    <a:pt x="3448995" y="1554417"/>
                  </a:lnTo>
                  <a:lnTo>
                    <a:pt x="3449691" y="1560532"/>
                  </a:lnTo>
                  <a:lnTo>
                    <a:pt x="3450387" y="1566649"/>
                  </a:lnTo>
                  <a:lnTo>
                    <a:pt x="3451083" y="1573563"/>
                  </a:lnTo>
                  <a:lnTo>
                    <a:pt x="3451779" y="1582213"/>
                  </a:lnTo>
                  <a:lnTo>
                    <a:pt x="3452475" y="1590750"/>
                  </a:lnTo>
                  <a:lnTo>
                    <a:pt x="3453172" y="1597904"/>
                  </a:lnTo>
                  <a:lnTo>
                    <a:pt x="3453868" y="1605769"/>
                  </a:lnTo>
                  <a:lnTo>
                    <a:pt x="3454564" y="1609439"/>
                  </a:lnTo>
                  <a:lnTo>
                    <a:pt x="3455260" y="1611950"/>
                  </a:lnTo>
                  <a:lnTo>
                    <a:pt x="3455956" y="1613667"/>
                  </a:lnTo>
                  <a:lnTo>
                    <a:pt x="3456652" y="1614515"/>
                  </a:lnTo>
                  <a:lnTo>
                    <a:pt x="3457349" y="1611598"/>
                  </a:lnTo>
                  <a:lnTo>
                    <a:pt x="3458045" y="1609294"/>
                  </a:lnTo>
                  <a:lnTo>
                    <a:pt x="3458741" y="1606157"/>
                  </a:lnTo>
                  <a:lnTo>
                    <a:pt x="3459437" y="1600135"/>
                  </a:lnTo>
                  <a:lnTo>
                    <a:pt x="3460133" y="1596481"/>
                  </a:lnTo>
                  <a:lnTo>
                    <a:pt x="3460830" y="1592184"/>
                  </a:lnTo>
                  <a:lnTo>
                    <a:pt x="3461526" y="1585522"/>
                  </a:lnTo>
                  <a:lnTo>
                    <a:pt x="3462222" y="1575582"/>
                  </a:lnTo>
                  <a:lnTo>
                    <a:pt x="3462918" y="1565211"/>
                  </a:lnTo>
                  <a:lnTo>
                    <a:pt x="3463614" y="1554839"/>
                  </a:lnTo>
                  <a:lnTo>
                    <a:pt x="3464310" y="1544574"/>
                  </a:lnTo>
                  <a:lnTo>
                    <a:pt x="3465007" y="1533794"/>
                  </a:lnTo>
                  <a:lnTo>
                    <a:pt x="3465703" y="1525310"/>
                  </a:lnTo>
                  <a:lnTo>
                    <a:pt x="3466399" y="1516714"/>
                  </a:lnTo>
                  <a:lnTo>
                    <a:pt x="3467095" y="1508884"/>
                  </a:lnTo>
                  <a:lnTo>
                    <a:pt x="3467791" y="1502240"/>
                  </a:lnTo>
                  <a:lnTo>
                    <a:pt x="3468487" y="1495587"/>
                  </a:lnTo>
                  <a:lnTo>
                    <a:pt x="3469184" y="1488373"/>
                  </a:lnTo>
                  <a:lnTo>
                    <a:pt x="3469880" y="1484053"/>
                  </a:lnTo>
                  <a:lnTo>
                    <a:pt x="3470576" y="1480212"/>
                  </a:lnTo>
                  <a:lnTo>
                    <a:pt x="3471272" y="1478805"/>
                  </a:lnTo>
                  <a:lnTo>
                    <a:pt x="3471968" y="1480993"/>
                  </a:lnTo>
                  <a:lnTo>
                    <a:pt x="3472665" y="1487802"/>
                  </a:lnTo>
                  <a:lnTo>
                    <a:pt x="3473361" y="1497583"/>
                  </a:lnTo>
                  <a:lnTo>
                    <a:pt x="3474057" y="1506494"/>
                  </a:lnTo>
                  <a:lnTo>
                    <a:pt x="3474753" y="1513984"/>
                  </a:lnTo>
                  <a:lnTo>
                    <a:pt x="3475449" y="1520732"/>
                  </a:lnTo>
                  <a:lnTo>
                    <a:pt x="3476145" y="1523340"/>
                  </a:lnTo>
                  <a:lnTo>
                    <a:pt x="3476842" y="1526403"/>
                  </a:lnTo>
                  <a:lnTo>
                    <a:pt x="3477538" y="1528002"/>
                  </a:lnTo>
                  <a:lnTo>
                    <a:pt x="3478234" y="1527842"/>
                  </a:lnTo>
                  <a:lnTo>
                    <a:pt x="3478930" y="1526717"/>
                  </a:lnTo>
                  <a:lnTo>
                    <a:pt x="3479626" y="1525712"/>
                  </a:lnTo>
                  <a:lnTo>
                    <a:pt x="3480322" y="1524707"/>
                  </a:lnTo>
                  <a:lnTo>
                    <a:pt x="3481019" y="1523582"/>
                  </a:lnTo>
                  <a:lnTo>
                    <a:pt x="3481715" y="1521468"/>
                  </a:lnTo>
                  <a:lnTo>
                    <a:pt x="3482411" y="1519193"/>
                  </a:lnTo>
                  <a:lnTo>
                    <a:pt x="3483107" y="1513230"/>
                  </a:lnTo>
                  <a:lnTo>
                    <a:pt x="3483803" y="1503691"/>
                  </a:lnTo>
                  <a:lnTo>
                    <a:pt x="3484499" y="1493703"/>
                  </a:lnTo>
                  <a:lnTo>
                    <a:pt x="3485196" y="1485322"/>
                  </a:lnTo>
                  <a:lnTo>
                    <a:pt x="3485892" y="1477349"/>
                  </a:lnTo>
                  <a:lnTo>
                    <a:pt x="3486588" y="1471112"/>
                  </a:lnTo>
                  <a:lnTo>
                    <a:pt x="3487284" y="1465152"/>
                  </a:lnTo>
                  <a:lnTo>
                    <a:pt x="3487980" y="1459965"/>
                  </a:lnTo>
                  <a:lnTo>
                    <a:pt x="3488677" y="1456845"/>
                  </a:lnTo>
                  <a:lnTo>
                    <a:pt x="3489373" y="1453594"/>
                  </a:lnTo>
                  <a:lnTo>
                    <a:pt x="3490069" y="1455104"/>
                  </a:lnTo>
                  <a:lnTo>
                    <a:pt x="3490765" y="1457772"/>
                  </a:lnTo>
                  <a:lnTo>
                    <a:pt x="3491461" y="1461235"/>
                  </a:lnTo>
                  <a:lnTo>
                    <a:pt x="3492157" y="1465137"/>
                  </a:lnTo>
                  <a:lnTo>
                    <a:pt x="3492854" y="1472387"/>
                  </a:lnTo>
                  <a:lnTo>
                    <a:pt x="3493550" y="1479806"/>
                  </a:lnTo>
                  <a:lnTo>
                    <a:pt x="3494246" y="1488718"/>
                  </a:lnTo>
                  <a:lnTo>
                    <a:pt x="3494942" y="1501079"/>
                  </a:lnTo>
                  <a:lnTo>
                    <a:pt x="3495638" y="1512078"/>
                  </a:lnTo>
                  <a:lnTo>
                    <a:pt x="3496334" y="1524537"/>
                  </a:lnTo>
                  <a:lnTo>
                    <a:pt x="3497031" y="1538281"/>
                  </a:lnTo>
                  <a:lnTo>
                    <a:pt x="3497727" y="1553580"/>
                  </a:lnTo>
                  <a:lnTo>
                    <a:pt x="3498423" y="1569309"/>
                  </a:lnTo>
                  <a:lnTo>
                    <a:pt x="3499119" y="1585038"/>
                  </a:lnTo>
                  <a:lnTo>
                    <a:pt x="3499815" y="1600661"/>
                  </a:lnTo>
                  <a:lnTo>
                    <a:pt x="3500512" y="1617264"/>
                  </a:lnTo>
                  <a:lnTo>
                    <a:pt x="3501208" y="1635340"/>
                  </a:lnTo>
                  <a:lnTo>
                    <a:pt x="3501904" y="1654463"/>
                  </a:lnTo>
                  <a:lnTo>
                    <a:pt x="3502600" y="1674220"/>
                  </a:lnTo>
                  <a:lnTo>
                    <a:pt x="3503296" y="1693207"/>
                  </a:lnTo>
                  <a:lnTo>
                    <a:pt x="3503992" y="1710881"/>
                  </a:lnTo>
                  <a:lnTo>
                    <a:pt x="3504689" y="1728878"/>
                  </a:lnTo>
                  <a:lnTo>
                    <a:pt x="3505385" y="1743982"/>
                  </a:lnTo>
                  <a:lnTo>
                    <a:pt x="3506081" y="1756304"/>
                  </a:lnTo>
                  <a:lnTo>
                    <a:pt x="3506777" y="1765692"/>
                  </a:lnTo>
                  <a:lnTo>
                    <a:pt x="3507473" y="1771263"/>
                  </a:lnTo>
                  <a:lnTo>
                    <a:pt x="3508169" y="1773845"/>
                  </a:lnTo>
                  <a:lnTo>
                    <a:pt x="3508866" y="1774644"/>
                  </a:lnTo>
                  <a:lnTo>
                    <a:pt x="3509562" y="1777014"/>
                  </a:lnTo>
                  <a:lnTo>
                    <a:pt x="3510258" y="1780804"/>
                  </a:lnTo>
                  <a:lnTo>
                    <a:pt x="3510954" y="1785060"/>
                  </a:lnTo>
                  <a:lnTo>
                    <a:pt x="3511650" y="1790891"/>
                  </a:lnTo>
                  <a:lnTo>
                    <a:pt x="3512346" y="1794989"/>
                  </a:lnTo>
                  <a:lnTo>
                    <a:pt x="3513043" y="1800095"/>
                  </a:lnTo>
                  <a:lnTo>
                    <a:pt x="3513739" y="1804901"/>
                  </a:lnTo>
                  <a:lnTo>
                    <a:pt x="3514435" y="1810669"/>
                  </a:lnTo>
                  <a:lnTo>
                    <a:pt x="3515131" y="1816020"/>
                  </a:lnTo>
                  <a:lnTo>
                    <a:pt x="3515827" y="1821371"/>
                  </a:lnTo>
                  <a:lnTo>
                    <a:pt x="3516460" y="182695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6573768" y="3694506"/>
              <a:ext cx="28682" cy="168674"/>
            </a:xfrm>
            <a:custGeom>
              <a:avLst/>
              <a:pathLst>
                <a:path w="28682" h="168674">
                  <a:moveTo>
                    <a:pt x="0" y="168674"/>
                  </a:moveTo>
                  <a:lnTo>
                    <a:pt x="309" y="164645"/>
                  </a:lnTo>
                  <a:lnTo>
                    <a:pt x="1006" y="156333"/>
                  </a:lnTo>
                  <a:lnTo>
                    <a:pt x="1702" y="147336"/>
                  </a:lnTo>
                  <a:lnTo>
                    <a:pt x="2398" y="139736"/>
                  </a:lnTo>
                  <a:lnTo>
                    <a:pt x="3094" y="132563"/>
                  </a:lnTo>
                  <a:lnTo>
                    <a:pt x="3790" y="123382"/>
                  </a:lnTo>
                  <a:lnTo>
                    <a:pt x="4486" y="113001"/>
                  </a:lnTo>
                  <a:lnTo>
                    <a:pt x="5183" y="102893"/>
                  </a:lnTo>
                  <a:lnTo>
                    <a:pt x="5879" y="92816"/>
                  </a:lnTo>
                  <a:lnTo>
                    <a:pt x="6575" y="84218"/>
                  </a:lnTo>
                  <a:lnTo>
                    <a:pt x="7271" y="76847"/>
                  </a:lnTo>
                  <a:lnTo>
                    <a:pt x="7967" y="69376"/>
                  </a:lnTo>
                  <a:lnTo>
                    <a:pt x="8664" y="58649"/>
                  </a:lnTo>
                  <a:lnTo>
                    <a:pt x="9360" y="45991"/>
                  </a:lnTo>
                  <a:lnTo>
                    <a:pt x="10056" y="34232"/>
                  </a:lnTo>
                  <a:lnTo>
                    <a:pt x="10752" y="24859"/>
                  </a:lnTo>
                  <a:lnTo>
                    <a:pt x="11448" y="15891"/>
                  </a:lnTo>
                  <a:lnTo>
                    <a:pt x="12144" y="10571"/>
                  </a:lnTo>
                  <a:lnTo>
                    <a:pt x="12841" y="4952"/>
                  </a:lnTo>
                  <a:lnTo>
                    <a:pt x="13537" y="1185"/>
                  </a:lnTo>
                  <a:lnTo>
                    <a:pt x="14233" y="489"/>
                  </a:lnTo>
                  <a:lnTo>
                    <a:pt x="14929" y="244"/>
                  </a:lnTo>
                  <a:lnTo>
                    <a:pt x="15625" y="0"/>
                  </a:lnTo>
                  <a:lnTo>
                    <a:pt x="16321" y="870"/>
                  </a:lnTo>
                  <a:lnTo>
                    <a:pt x="17018" y="2105"/>
                  </a:lnTo>
                  <a:lnTo>
                    <a:pt x="17714" y="4861"/>
                  </a:lnTo>
                  <a:lnTo>
                    <a:pt x="18410" y="8316"/>
                  </a:lnTo>
                  <a:lnTo>
                    <a:pt x="19106" y="14760"/>
                  </a:lnTo>
                  <a:lnTo>
                    <a:pt x="19802" y="23621"/>
                  </a:lnTo>
                  <a:lnTo>
                    <a:pt x="20499" y="33721"/>
                  </a:lnTo>
                  <a:lnTo>
                    <a:pt x="21195" y="42918"/>
                  </a:lnTo>
                  <a:lnTo>
                    <a:pt x="21891" y="51912"/>
                  </a:lnTo>
                  <a:lnTo>
                    <a:pt x="22587" y="58691"/>
                  </a:lnTo>
                  <a:lnTo>
                    <a:pt x="23283" y="67138"/>
                  </a:lnTo>
                  <a:lnTo>
                    <a:pt x="23979" y="77752"/>
                  </a:lnTo>
                  <a:lnTo>
                    <a:pt x="24676" y="88524"/>
                  </a:lnTo>
                  <a:lnTo>
                    <a:pt x="25372" y="100524"/>
                  </a:lnTo>
                  <a:lnTo>
                    <a:pt x="26068" y="114430"/>
                  </a:lnTo>
                  <a:lnTo>
                    <a:pt x="26764" y="128697"/>
                  </a:lnTo>
                  <a:lnTo>
                    <a:pt x="27460" y="143351"/>
                  </a:lnTo>
                  <a:lnTo>
                    <a:pt x="28156" y="158161"/>
                  </a:lnTo>
                  <a:lnTo>
                    <a:pt x="28682" y="16867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6650725" y="3461443"/>
              <a:ext cx="92773" cy="401738"/>
            </a:xfrm>
            <a:custGeom>
              <a:avLst/>
              <a:pathLst>
                <a:path w="92773" h="401738">
                  <a:moveTo>
                    <a:pt x="0" y="401738"/>
                  </a:moveTo>
                  <a:lnTo>
                    <a:pt x="627" y="389523"/>
                  </a:lnTo>
                  <a:lnTo>
                    <a:pt x="1323" y="377298"/>
                  </a:lnTo>
                  <a:lnTo>
                    <a:pt x="2019" y="364171"/>
                  </a:lnTo>
                  <a:lnTo>
                    <a:pt x="2716" y="351798"/>
                  </a:lnTo>
                  <a:lnTo>
                    <a:pt x="3412" y="340404"/>
                  </a:lnTo>
                  <a:lnTo>
                    <a:pt x="4108" y="329011"/>
                  </a:lnTo>
                  <a:lnTo>
                    <a:pt x="4804" y="314622"/>
                  </a:lnTo>
                  <a:lnTo>
                    <a:pt x="5500" y="299388"/>
                  </a:lnTo>
                  <a:lnTo>
                    <a:pt x="6196" y="282996"/>
                  </a:lnTo>
                  <a:lnTo>
                    <a:pt x="6893" y="268146"/>
                  </a:lnTo>
                  <a:lnTo>
                    <a:pt x="7589" y="254545"/>
                  </a:lnTo>
                  <a:lnTo>
                    <a:pt x="8285" y="242891"/>
                  </a:lnTo>
                  <a:lnTo>
                    <a:pt x="8981" y="231237"/>
                  </a:lnTo>
                  <a:lnTo>
                    <a:pt x="9677" y="219583"/>
                  </a:lnTo>
                  <a:lnTo>
                    <a:pt x="10374" y="207929"/>
                  </a:lnTo>
                  <a:lnTo>
                    <a:pt x="11070" y="196961"/>
                  </a:lnTo>
                  <a:lnTo>
                    <a:pt x="11766" y="186558"/>
                  </a:lnTo>
                  <a:lnTo>
                    <a:pt x="12462" y="179740"/>
                  </a:lnTo>
                  <a:lnTo>
                    <a:pt x="13158" y="174440"/>
                  </a:lnTo>
                  <a:lnTo>
                    <a:pt x="13854" y="171349"/>
                  </a:lnTo>
                  <a:lnTo>
                    <a:pt x="14551" y="169237"/>
                  </a:lnTo>
                  <a:lnTo>
                    <a:pt x="15247" y="170663"/>
                  </a:lnTo>
                  <a:lnTo>
                    <a:pt x="15943" y="171475"/>
                  </a:lnTo>
                  <a:lnTo>
                    <a:pt x="16639" y="174291"/>
                  </a:lnTo>
                  <a:lnTo>
                    <a:pt x="17335" y="177626"/>
                  </a:lnTo>
                  <a:lnTo>
                    <a:pt x="18031" y="180961"/>
                  </a:lnTo>
                  <a:lnTo>
                    <a:pt x="18728" y="184297"/>
                  </a:lnTo>
                  <a:lnTo>
                    <a:pt x="19424" y="187632"/>
                  </a:lnTo>
                  <a:lnTo>
                    <a:pt x="20120" y="190380"/>
                  </a:lnTo>
                  <a:lnTo>
                    <a:pt x="20816" y="191279"/>
                  </a:lnTo>
                  <a:lnTo>
                    <a:pt x="21512" y="191844"/>
                  </a:lnTo>
                  <a:lnTo>
                    <a:pt x="22209" y="191844"/>
                  </a:lnTo>
                  <a:lnTo>
                    <a:pt x="22905" y="190619"/>
                  </a:lnTo>
                  <a:lnTo>
                    <a:pt x="23601" y="188387"/>
                  </a:lnTo>
                  <a:lnTo>
                    <a:pt x="24297" y="182648"/>
                  </a:lnTo>
                  <a:lnTo>
                    <a:pt x="24993" y="176464"/>
                  </a:lnTo>
                  <a:lnTo>
                    <a:pt x="25689" y="170154"/>
                  </a:lnTo>
                  <a:lnTo>
                    <a:pt x="26386" y="164098"/>
                  </a:lnTo>
                  <a:lnTo>
                    <a:pt x="27082" y="156827"/>
                  </a:lnTo>
                  <a:lnTo>
                    <a:pt x="27778" y="148546"/>
                  </a:lnTo>
                  <a:lnTo>
                    <a:pt x="28474" y="137831"/>
                  </a:lnTo>
                  <a:lnTo>
                    <a:pt x="29170" y="124606"/>
                  </a:lnTo>
                  <a:lnTo>
                    <a:pt x="29866" y="112285"/>
                  </a:lnTo>
                  <a:lnTo>
                    <a:pt x="30563" y="98850"/>
                  </a:lnTo>
                  <a:lnTo>
                    <a:pt x="31259" y="86640"/>
                  </a:lnTo>
                  <a:lnTo>
                    <a:pt x="31955" y="76200"/>
                  </a:lnTo>
                  <a:lnTo>
                    <a:pt x="32651" y="67701"/>
                  </a:lnTo>
                  <a:lnTo>
                    <a:pt x="33347" y="60313"/>
                  </a:lnTo>
                  <a:lnTo>
                    <a:pt x="34043" y="52300"/>
                  </a:lnTo>
                  <a:lnTo>
                    <a:pt x="34740" y="45079"/>
                  </a:lnTo>
                  <a:lnTo>
                    <a:pt x="35436" y="37988"/>
                  </a:lnTo>
                  <a:lnTo>
                    <a:pt x="36132" y="30096"/>
                  </a:lnTo>
                  <a:lnTo>
                    <a:pt x="36828" y="22201"/>
                  </a:lnTo>
                  <a:lnTo>
                    <a:pt x="37524" y="15560"/>
                  </a:lnTo>
                  <a:lnTo>
                    <a:pt x="38221" y="9424"/>
                  </a:lnTo>
                  <a:lnTo>
                    <a:pt x="38917" y="4544"/>
                  </a:lnTo>
                  <a:lnTo>
                    <a:pt x="39613" y="593"/>
                  </a:lnTo>
                  <a:lnTo>
                    <a:pt x="40309" y="0"/>
                  </a:lnTo>
                  <a:lnTo>
                    <a:pt x="41005" y="1043"/>
                  </a:lnTo>
                  <a:lnTo>
                    <a:pt x="41701" y="2327"/>
                  </a:lnTo>
                  <a:lnTo>
                    <a:pt x="42398" y="2640"/>
                  </a:lnTo>
                  <a:lnTo>
                    <a:pt x="43094" y="2572"/>
                  </a:lnTo>
                  <a:lnTo>
                    <a:pt x="43790" y="3253"/>
                  </a:lnTo>
                  <a:lnTo>
                    <a:pt x="44486" y="4231"/>
                  </a:lnTo>
                  <a:lnTo>
                    <a:pt x="45182" y="5512"/>
                  </a:lnTo>
                  <a:lnTo>
                    <a:pt x="45878" y="8062"/>
                  </a:lnTo>
                  <a:lnTo>
                    <a:pt x="46575" y="10943"/>
                  </a:lnTo>
                  <a:lnTo>
                    <a:pt x="47271" y="16171"/>
                  </a:lnTo>
                  <a:lnTo>
                    <a:pt x="47967" y="22388"/>
                  </a:lnTo>
                  <a:lnTo>
                    <a:pt x="48663" y="25270"/>
                  </a:lnTo>
                  <a:lnTo>
                    <a:pt x="49359" y="27006"/>
                  </a:lnTo>
                  <a:lnTo>
                    <a:pt x="50056" y="29245"/>
                  </a:lnTo>
                  <a:lnTo>
                    <a:pt x="50752" y="28871"/>
                  </a:lnTo>
                  <a:lnTo>
                    <a:pt x="51448" y="30950"/>
                  </a:lnTo>
                  <a:lnTo>
                    <a:pt x="52144" y="33322"/>
                  </a:lnTo>
                  <a:lnTo>
                    <a:pt x="52840" y="35866"/>
                  </a:lnTo>
                  <a:lnTo>
                    <a:pt x="53536" y="38409"/>
                  </a:lnTo>
                  <a:lnTo>
                    <a:pt x="54233" y="41540"/>
                  </a:lnTo>
                  <a:lnTo>
                    <a:pt x="54929" y="44084"/>
                  </a:lnTo>
                  <a:lnTo>
                    <a:pt x="55625" y="46627"/>
                  </a:lnTo>
                  <a:lnTo>
                    <a:pt x="56321" y="50574"/>
                  </a:lnTo>
                  <a:lnTo>
                    <a:pt x="57017" y="54321"/>
                  </a:lnTo>
                  <a:lnTo>
                    <a:pt x="57713" y="57650"/>
                  </a:lnTo>
                  <a:lnTo>
                    <a:pt x="58410" y="59784"/>
                  </a:lnTo>
                  <a:lnTo>
                    <a:pt x="59106" y="63386"/>
                  </a:lnTo>
                  <a:lnTo>
                    <a:pt x="59802" y="70238"/>
                  </a:lnTo>
                  <a:lnTo>
                    <a:pt x="60498" y="77537"/>
                  </a:lnTo>
                  <a:lnTo>
                    <a:pt x="61194" y="84753"/>
                  </a:lnTo>
                  <a:lnTo>
                    <a:pt x="61890" y="90115"/>
                  </a:lnTo>
                  <a:lnTo>
                    <a:pt x="62587" y="95847"/>
                  </a:lnTo>
                  <a:lnTo>
                    <a:pt x="63283" y="101149"/>
                  </a:lnTo>
                  <a:lnTo>
                    <a:pt x="63979" y="108080"/>
                  </a:lnTo>
                  <a:lnTo>
                    <a:pt x="64675" y="116836"/>
                  </a:lnTo>
                  <a:lnTo>
                    <a:pt x="65371" y="125707"/>
                  </a:lnTo>
                  <a:lnTo>
                    <a:pt x="66068" y="135359"/>
                  </a:lnTo>
                  <a:lnTo>
                    <a:pt x="66764" y="144350"/>
                  </a:lnTo>
                  <a:lnTo>
                    <a:pt x="67460" y="154210"/>
                  </a:lnTo>
                  <a:lnTo>
                    <a:pt x="68156" y="163170"/>
                  </a:lnTo>
                  <a:lnTo>
                    <a:pt x="68852" y="173114"/>
                  </a:lnTo>
                  <a:lnTo>
                    <a:pt x="69548" y="183465"/>
                  </a:lnTo>
                  <a:lnTo>
                    <a:pt x="70245" y="193242"/>
                  </a:lnTo>
                  <a:lnTo>
                    <a:pt x="70941" y="203758"/>
                  </a:lnTo>
                  <a:lnTo>
                    <a:pt x="71637" y="215544"/>
                  </a:lnTo>
                  <a:lnTo>
                    <a:pt x="72333" y="227764"/>
                  </a:lnTo>
                  <a:lnTo>
                    <a:pt x="73029" y="240048"/>
                  </a:lnTo>
                  <a:lnTo>
                    <a:pt x="73725" y="252333"/>
                  </a:lnTo>
                  <a:lnTo>
                    <a:pt x="74422" y="263362"/>
                  </a:lnTo>
                  <a:lnTo>
                    <a:pt x="75118" y="273045"/>
                  </a:lnTo>
                  <a:lnTo>
                    <a:pt x="75814" y="282366"/>
                  </a:lnTo>
                  <a:lnTo>
                    <a:pt x="76510" y="290896"/>
                  </a:lnTo>
                  <a:lnTo>
                    <a:pt x="77206" y="300341"/>
                  </a:lnTo>
                  <a:lnTo>
                    <a:pt x="77903" y="309216"/>
                  </a:lnTo>
                  <a:lnTo>
                    <a:pt x="78599" y="318508"/>
                  </a:lnTo>
                  <a:lnTo>
                    <a:pt x="79295" y="327197"/>
                  </a:lnTo>
                  <a:lnTo>
                    <a:pt x="79991" y="335588"/>
                  </a:lnTo>
                  <a:lnTo>
                    <a:pt x="80687" y="342727"/>
                  </a:lnTo>
                  <a:lnTo>
                    <a:pt x="81383" y="348596"/>
                  </a:lnTo>
                  <a:lnTo>
                    <a:pt x="82080" y="353704"/>
                  </a:lnTo>
                  <a:lnTo>
                    <a:pt x="82776" y="356466"/>
                  </a:lnTo>
                  <a:lnTo>
                    <a:pt x="83472" y="357758"/>
                  </a:lnTo>
                  <a:lnTo>
                    <a:pt x="84168" y="361444"/>
                  </a:lnTo>
                  <a:lnTo>
                    <a:pt x="84864" y="365689"/>
                  </a:lnTo>
                  <a:lnTo>
                    <a:pt x="85560" y="368986"/>
                  </a:lnTo>
                  <a:lnTo>
                    <a:pt x="86257" y="373311"/>
                  </a:lnTo>
                  <a:lnTo>
                    <a:pt x="86953" y="377101"/>
                  </a:lnTo>
                  <a:lnTo>
                    <a:pt x="87649" y="379225"/>
                  </a:lnTo>
                  <a:lnTo>
                    <a:pt x="88345" y="381232"/>
                  </a:lnTo>
                  <a:lnTo>
                    <a:pt x="89041" y="383773"/>
                  </a:lnTo>
                  <a:lnTo>
                    <a:pt x="89737" y="385727"/>
                  </a:lnTo>
                  <a:lnTo>
                    <a:pt x="90434" y="388854"/>
                  </a:lnTo>
                  <a:lnTo>
                    <a:pt x="91130" y="392428"/>
                  </a:lnTo>
                  <a:lnTo>
                    <a:pt x="91826" y="396001"/>
                  </a:lnTo>
                  <a:lnTo>
                    <a:pt x="92522" y="400108"/>
                  </a:lnTo>
                  <a:lnTo>
                    <a:pt x="92773" y="40173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6774832" y="3820489"/>
              <a:ext cx="25849" cy="42691"/>
            </a:xfrm>
            <a:custGeom>
              <a:avLst/>
              <a:pathLst>
                <a:path w="25849" h="42691">
                  <a:moveTo>
                    <a:pt x="0" y="42691"/>
                  </a:moveTo>
                  <a:lnTo>
                    <a:pt x="440" y="40346"/>
                  </a:lnTo>
                  <a:lnTo>
                    <a:pt x="1136" y="36637"/>
                  </a:lnTo>
                  <a:lnTo>
                    <a:pt x="1832" y="32341"/>
                  </a:lnTo>
                  <a:lnTo>
                    <a:pt x="2528" y="27600"/>
                  </a:lnTo>
                  <a:lnTo>
                    <a:pt x="3224" y="24826"/>
                  </a:lnTo>
                  <a:lnTo>
                    <a:pt x="3921" y="22851"/>
                  </a:lnTo>
                  <a:lnTo>
                    <a:pt x="4617" y="20310"/>
                  </a:lnTo>
                  <a:lnTo>
                    <a:pt x="5313" y="17770"/>
                  </a:lnTo>
                  <a:lnTo>
                    <a:pt x="6009" y="15229"/>
                  </a:lnTo>
                  <a:lnTo>
                    <a:pt x="6705" y="11437"/>
                  </a:lnTo>
                  <a:lnTo>
                    <a:pt x="7402" y="8211"/>
                  </a:lnTo>
                  <a:lnTo>
                    <a:pt x="8098" y="6823"/>
                  </a:lnTo>
                  <a:lnTo>
                    <a:pt x="8794" y="5571"/>
                  </a:lnTo>
                  <a:lnTo>
                    <a:pt x="9490" y="4886"/>
                  </a:lnTo>
                  <a:lnTo>
                    <a:pt x="10186" y="3635"/>
                  </a:lnTo>
                  <a:lnTo>
                    <a:pt x="10882" y="2383"/>
                  </a:lnTo>
                  <a:lnTo>
                    <a:pt x="11579" y="1698"/>
                  </a:lnTo>
                  <a:lnTo>
                    <a:pt x="12275" y="1698"/>
                  </a:lnTo>
                  <a:lnTo>
                    <a:pt x="12971" y="1697"/>
                  </a:lnTo>
                  <a:lnTo>
                    <a:pt x="13667" y="1697"/>
                  </a:lnTo>
                  <a:lnTo>
                    <a:pt x="14363" y="1131"/>
                  </a:lnTo>
                  <a:lnTo>
                    <a:pt x="15059" y="565"/>
                  </a:lnTo>
                  <a:lnTo>
                    <a:pt x="15756" y="0"/>
                  </a:lnTo>
                  <a:lnTo>
                    <a:pt x="16452" y="0"/>
                  </a:lnTo>
                  <a:lnTo>
                    <a:pt x="17148" y="0"/>
                  </a:lnTo>
                  <a:lnTo>
                    <a:pt x="17844" y="0"/>
                  </a:lnTo>
                  <a:lnTo>
                    <a:pt x="18540" y="852"/>
                  </a:lnTo>
                  <a:lnTo>
                    <a:pt x="19236" y="4405"/>
                  </a:lnTo>
                  <a:lnTo>
                    <a:pt x="19933" y="7391"/>
                  </a:lnTo>
                  <a:lnTo>
                    <a:pt x="20629" y="10964"/>
                  </a:lnTo>
                  <a:lnTo>
                    <a:pt x="21325" y="14537"/>
                  </a:lnTo>
                  <a:lnTo>
                    <a:pt x="22021" y="19210"/>
                  </a:lnTo>
                  <a:lnTo>
                    <a:pt x="22717" y="22783"/>
                  </a:lnTo>
                  <a:lnTo>
                    <a:pt x="23414" y="26357"/>
                  </a:lnTo>
                  <a:lnTo>
                    <a:pt x="24110" y="30018"/>
                  </a:lnTo>
                  <a:lnTo>
                    <a:pt x="24806" y="34484"/>
                  </a:lnTo>
                  <a:lnTo>
                    <a:pt x="25502" y="39812"/>
                  </a:lnTo>
                  <a:lnTo>
                    <a:pt x="25849" y="42691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6841227" y="3753980"/>
              <a:ext cx="156642" cy="109201"/>
            </a:xfrm>
            <a:custGeom>
              <a:avLst/>
              <a:pathLst>
                <a:path w="156642" h="109201">
                  <a:moveTo>
                    <a:pt x="0" y="109201"/>
                  </a:moveTo>
                  <a:lnTo>
                    <a:pt x="181" y="108572"/>
                  </a:lnTo>
                  <a:lnTo>
                    <a:pt x="877" y="106159"/>
                  </a:lnTo>
                  <a:lnTo>
                    <a:pt x="1573" y="103610"/>
                  </a:lnTo>
                  <a:lnTo>
                    <a:pt x="2269" y="101060"/>
                  </a:lnTo>
                  <a:lnTo>
                    <a:pt x="2966" y="98511"/>
                  </a:lnTo>
                  <a:lnTo>
                    <a:pt x="3662" y="95276"/>
                  </a:lnTo>
                  <a:lnTo>
                    <a:pt x="4358" y="92459"/>
                  </a:lnTo>
                  <a:lnTo>
                    <a:pt x="5054" y="89642"/>
                  </a:lnTo>
                  <a:lnTo>
                    <a:pt x="5750" y="87358"/>
                  </a:lnTo>
                  <a:lnTo>
                    <a:pt x="6447" y="85805"/>
                  </a:lnTo>
                  <a:lnTo>
                    <a:pt x="7143" y="82253"/>
                  </a:lnTo>
                  <a:lnTo>
                    <a:pt x="7839" y="78701"/>
                  </a:lnTo>
                  <a:lnTo>
                    <a:pt x="8535" y="76161"/>
                  </a:lnTo>
                  <a:lnTo>
                    <a:pt x="9231" y="73620"/>
                  </a:lnTo>
                  <a:lnTo>
                    <a:pt x="9927" y="71645"/>
                  </a:lnTo>
                  <a:lnTo>
                    <a:pt x="10624" y="69670"/>
                  </a:lnTo>
                  <a:lnTo>
                    <a:pt x="11320" y="67696"/>
                  </a:lnTo>
                  <a:lnTo>
                    <a:pt x="12016" y="65601"/>
                  </a:lnTo>
                  <a:lnTo>
                    <a:pt x="12712" y="63506"/>
                  </a:lnTo>
                  <a:lnTo>
                    <a:pt x="13408" y="61285"/>
                  </a:lnTo>
                  <a:lnTo>
                    <a:pt x="14104" y="57350"/>
                  </a:lnTo>
                  <a:lnTo>
                    <a:pt x="14801" y="52266"/>
                  </a:lnTo>
                  <a:lnTo>
                    <a:pt x="15497" y="47716"/>
                  </a:lnTo>
                  <a:lnTo>
                    <a:pt x="16193" y="43165"/>
                  </a:lnTo>
                  <a:lnTo>
                    <a:pt x="16889" y="38984"/>
                  </a:lnTo>
                  <a:lnTo>
                    <a:pt x="17585" y="36375"/>
                  </a:lnTo>
                  <a:lnTo>
                    <a:pt x="18282" y="34183"/>
                  </a:lnTo>
                  <a:lnTo>
                    <a:pt x="18978" y="32326"/>
                  </a:lnTo>
                  <a:lnTo>
                    <a:pt x="19674" y="31159"/>
                  </a:lnTo>
                  <a:lnTo>
                    <a:pt x="20370" y="29545"/>
                  </a:lnTo>
                  <a:lnTo>
                    <a:pt x="21066" y="30248"/>
                  </a:lnTo>
                  <a:lnTo>
                    <a:pt x="21762" y="30835"/>
                  </a:lnTo>
                  <a:lnTo>
                    <a:pt x="22459" y="30835"/>
                  </a:lnTo>
                  <a:lnTo>
                    <a:pt x="23155" y="31956"/>
                  </a:lnTo>
                  <a:lnTo>
                    <a:pt x="23851" y="32586"/>
                  </a:lnTo>
                  <a:lnTo>
                    <a:pt x="24547" y="35704"/>
                  </a:lnTo>
                  <a:lnTo>
                    <a:pt x="25243" y="39495"/>
                  </a:lnTo>
                  <a:lnTo>
                    <a:pt x="25939" y="43285"/>
                  </a:lnTo>
                  <a:lnTo>
                    <a:pt x="26636" y="47076"/>
                  </a:lnTo>
                  <a:lnTo>
                    <a:pt x="27332" y="49851"/>
                  </a:lnTo>
                  <a:lnTo>
                    <a:pt x="28028" y="52625"/>
                  </a:lnTo>
                  <a:lnTo>
                    <a:pt x="28724" y="54929"/>
                  </a:lnTo>
                  <a:lnTo>
                    <a:pt x="29420" y="56639"/>
                  </a:lnTo>
                  <a:lnTo>
                    <a:pt x="30116" y="58333"/>
                  </a:lnTo>
                  <a:lnTo>
                    <a:pt x="30813" y="60456"/>
                  </a:lnTo>
                  <a:lnTo>
                    <a:pt x="31509" y="60579"/>
                  </a:lnTo>
                  <a:lnTo>
                    <a:pt x="32205" y="60579"/>
                  </a:lnTo>
                  <a:lnTo>
                    <a:pt x="32901" y="60579"/>
                  </a:lnTo>
                  <a:lnTo>
                    <a:pt x="33597" y="60579"/>
                  </a:lnTo>
                  <a:lnTo>
                    <a:pt x="34294" y="60579"/>
                  </a:lnTo>
                  <a:lnTo>
                    <a:pt x="34990" y="61008"/>
                  </a:lnTo>
                  <a:lnTo>
                    <a:pt x="35686" y="61008"/>
                  </a:lnTo>
                  <a:lnTo>
                    <a:pt x="36382" y="61437"/>
                  </a:lnTo>
                  <a:lnTo>
                    <a:pt x="37078" y="61008"/>
                  </a:lnTo>
                  <a:lnTo>
                    <a:pt x="37774" y="61007"/>
                  </a:lnTo>
                  <a:lnTo>
                    <a:pt x="38471" y="61007"/>
                  </a:lnTo>
                  <a:lnTo>
                    <a:pt x="39167" y="61007"/>
                  </a:lnTo>
                  <a:lnTo>
                    <a:pt x="39863" y="60160"/>
                  </a:lnTo>
                  <a:lnTo>
                    <a:pt x="40559" y="58843"/>
                  </a:lnTo>
                  <a:lnTo>
                    <a:pt x="41255" y="56992"/>
                  </a:lnTo>
                  <a:lnTo>
                    <a:pt x="41951" y="55095"/>
                  </a:lnTo>
                  <a:lnTo>
                    <a:pt x="42648" y="55198"/>
                  </a:lnTo>
                  <a:lnTo>
                    <a:pt x="43344" y="55771"/>
                  </a:lnTo>
                  <a:lnTo>
                    <a:pt x="44040" y="56329"/>
                  </a:lnTo>
                  <a:lnTo>
                    <a:pt x="44736" y="56456"/>
                  </a:lnTo>
                  <a:lnTo>
                    <a:pt x="45432" y="56019"/>
                  </a:lnTo>
                  <a:lnTo>
                    <a:pt x="46129" y="55580"/>
                  </a:lnTo>
                  <a:lnTo>
                    <a:pt x="46825" y="54672"/>
                  </a:lnTo>
                  <a:lnTo>
                    <a:pt x="47521" y="54329"/>
                  </a:lnTo>
                  <a:lnTo>
                    <a:pt x="48217" y="53986"/>
                  </a:lnTo>
                  <a:lnTo>
                    <a:pt x="48913" y="53770"/>
                  </a:lnTo>
                  <a:lnTo>
                    <a:pt x="49609" y="55853"/>
                  </a:lnTo>
                  <a:lnTo>
                    <a:pt x="50306" y="59087"/>
                  </a:lnTo>
                  <a:lnTo>
                    <a:pt x="51002" y="62791"/>
                  </a:lnTo>
                  <a:lnTo>
                    <a:pt x="51698" y="66924"/>
                  </a:lnTo>
                  <a:lnTo>
                    <a:pt x="52394" y="70687"/>
                  </a:lnTo>
                  <a:lnTo>
                    <a:pt x="53090" y="72880"/>
                  </a:lnTo>
                  <a:lnTo>
                    <a:pt x="53786" y="74643"/>
                  </a:lnTo>
                  <a:lnTo>
                    <a:pt x="54483" y="76501"/>
                  </a:lnTo>
                  <a:lnTo>
                    <a:pt x="55179" y="78359"/>
                  </a:lnTo>
                  <a:lnTo>
                    <a:pt x="55875" y="80663"/>
                  </a:lnTo>
                  <a:lnTo>
                    <a:pt x="56571" y="82967"/>
                  </a:lnTo>
                  <a:lnTo>
                    <a:pt x="57267" y="85270"/>
                  </a:lnTo>
                  <a:lnTo>
                    <a:pt x="57964" y="88161"/>
                  </a:lnTo>
                  <a:lnTo>
                    <a:pt x="58660" y="90464"/>
                  </a:lnTo>
                  <a:lnTo>
                    <a:pt x="59356" y="93196"/>
                  </a:lnTo>
                  <a:lnTo>
                    <a:pt x="60052" y="93439"/>
                  </a:lnTo>
                  <a:lnTo>
                    <a:pt x="60748" y="93010"/>
                  </a:lnTo>
                  <a:lnTo>
                    <a:pt x="61444" y="92580"/>
                  </a:lnTo>
                  <a:lnTo>
                    <a:pt x="62141" y="91680"/>
                  </a:lnTo>
                  <a:lnTo>
                    <a:pt x="62837" y="91210"/>
                  </a:lnTo>
                  <a:lnTo>
                    <a:pt x="63533" y="90739"/>
                  </a:lnTo>
                  <a:lnTo>
                    <a:pt x="64229" y="90739"/>
                  </a:lnTo>
                  <a:lnTo>
                    <a:pt x="64925" y="90268"/>
                  </a:lnTo>
                  <a:lnTo>
                    <a:pt x="65621" y="89798"/>
                  </a:lnTo>
                  <a:lnTo>
                    <a:pt x="66318" y="88898"/>
                  </a:lnTo>
                  <a:lnTo>
                    <a:pt x="67014" y="87998"/>
                  </a:lnTo>
                  <a:lnTo>
                    <a:pt x="67710" y="87861"/>
                  </a:lnTo>
                  <a:lnTo>
                    <a:pt x="68406" y="85321"/>
                  </a:lnTo>
                  <a:lnTo>
                    <a:pt x="69102" y="83627"/>
                  </a:lnTo>
                  <a:lnTo>
                    <a:pt x="69798" y="81516"/>
                  </a:lnTo>
                  <a:lnTo>
                    <a:pt x="70495" y="78975"/>
                  </a:lnTo>
                  <a:lnTo>
                    <a:pt x="71191" y="77282"/>
                  </a:lnTo>
                  <a:lnTo>
                    <a:pt x="71887" y="73695"/>
                  </a:lnTo>
                  <a:lnTo>
                    <a:pt x="72583" y="69800"/>
                  </a:lnTo>
                  <a:lnTo>
                    <a:pt x="73279" y="65476"/>
                  </a:lnTo>
                  <a:lnTo>
                    <a:pt x="73976" y="60735"/>
                  </a:lnTo>
                  <a:lnTo>
                    <a:pt x="74672" y="55993"/>
                  </a:lnTo>
                  <a:lnTo>
                    <a:pt x="75368" y="51681"/>
                  </a:lnTo>
                  <a:lnTo>
                    <a:pt x="76064" y="47840"/>
                  </a:lnTo>
                  <a:lnTo>
                    <a:pt x="76760" y="43999"/>
                  </a:lnTo>
                  <a:lnTo>
                    <a:pt x="77456" y="40157"/>
                  </a:lnTo>
                  <a:lnTo>
                    <a:pt x="78153" y="35990"/>
                  </a:lnTo>
                  <a:lnTo>
                    <a:pt x="78849" y="33449"/>
                  </a:lnTo>
                  <a:lnTo>
                    <a:pt x="79545" y="29674"/>
                  </a:lnTo>
                  <a:lnTo>
                    <a:pt x="80241" y="26663"/>
                  </a:lnTo>
                  <a:lnTo>
                    <a:pt x="80937" y="23652"/>
                  </a:lnTo>
                  <a:lnTo>
                    <a:pt x="81633" y="20306"/>
                  </a:lnTo>
                  <a:lnTo>
                    <a:pt x="82330" y="19036"/>
                  </a:lnTo>
                  <a:lnTo>
                    <a:pt x="83026" y="18484"/>
                  </a:lnTo>
                  <a:lnTo>
                    <a:pt x="83722" y="17931"/>
                  </a:lnTo>
                  <a:lnTo>
                    <a:pt x="84418" y="17379"/>
                  </a:lnTo>
                  <a:lnTo>
                    <a:pt x="85114" y="16826"/>
                  </a:lnTo>
                  <a:lnTo>
                    <a:pt x="85811" y="16273"/>
                  </a:lnTo>
                  <a:lnTo>
                    <a:pt x="86507" y="15803"/>
                  </a:lnTo>
                  <a:lnTo>
                    <a:pt x="87203" y="14903"/>
                  </a:lnTo>
                  <a:lnTo>
                    <a:pt x="87899" y="14473"/>
                  </a:lnTo>
                  <a:lnTo>
                    <a:pt x="88595" y="14044"/>
                  </a:lnTo>
                  <a:lnTo>
                    <a:pt x="89291" y="14044"/>
                  </a:lnTo>
                  <a:lnTo>
                    <a:pt x="89988" y="14515"/>
                  </a:lnTo>
                  <a:lnTo>
                    <a:pt x="90684" y="14514"/>
                  </a:lnTo>
                  <a:lnTo>
                    <a:pt x="91380" y="14514"/>
                  </a:lnTo>
                  <a:lnTo>
                    <a:pt x="92076" y="14514"/>
                  </a:lnTo>
                  <a:lnTo>
                    <a:pt x="92772" y="14514"/>
                  </a:lnTo>
                  <a:lnTo>
                    <a:pt x="93468" y="14514"/>
                  </a:lnTo>
                  <a:lnTo>
                    <a:pt x="94165" y="14984"/>
                  </a:lnTo>
                  <a:lnTo>
                    <a:pt x="94861" y="14984"/>
                  </a:lnTo>
                  <a:lnTo>
                    <a:pt x="95557" y="15414"/>
                  </a:lnTo>
                  <a:lnTo>
                    <a:pt x="96253" y="16261"/>
                  </a:lnTo>
                  <a:lnTo>
                    <a:pt x="96949" y="17107"/>
                  </a:lnTo>
                  <a:lnTo>
                    <a:pt x="97645" y="18958"/>
                  </a:lnTo>
                  <a:lnTo>
                    <a:pt x="98342" y="20402"/>
                  </a:lnTo>
                  <a:lnTo>
                    <a:pt x="99038" y="19711"/>
                  </a:lnTo>
                  <a:lnTo>
                    <a:pt x="99734" y="19022"/>
                  </a:lnTo>
                  <a:lnTo>
                    <a:pt x="100430" y="16234"/>
                  </a:lnTo>
                  <a:lnTo>
                    <a:pt x="101126" y="13343"/>
                  </a:lnTo>
                  <a:lnTo>
                    <a:pt x="101823" y="10453"/>
                  </a:lnTo>
                  <a:lnTo>
                    <a:pt x="102519" y="7562"/>
                  </a:lnTo>
                  <a:lnTo>
                    <a:pt x="103215" y="4495"/>
                  </a:lnTo>
                  <a:lnTo>
                    <a:pt x="103911" y="4277"/>
                  </a:lnTo>
                  <a:lnTo>
                    <a:pt x="104607" y="3197"/>
                  </a:lnTo>
                  <a:lnTo>
                    <a:pt x="105303" y="2534"/>
                  </a:lnTo>
                  <a:lnTo>
                    <a:pt x="106000" y="1871"/>
                  </a:lnTo>
                  <a:lnTo>
                    <a:pt x="106696" y="203"/>
                  </a:lnTo>
                  <a:lnTo>
                    <a:pt x="107392" y="0"/>
                  </a:lnTo>
                  <a:lnTo>
                    <a:pt x="108088" y="0"/>
                  </a:lnTo>
                  <a:lnTo>
                    <a:pt x="108784" y="845"/>
                  </a:lnTo>
                  <a:lnTo>
                    <a:pt x="109480" y="3996"/>
                  </a:lnTo>
                  <a:lnTo>
                    <a:pt x="110177" y="7148"/>
                  </a:lnTo>
                  <a:lnTo>
                    <a:pt x="110873" y="12703"/>
                  </a:lnTo>
                  <a:lnTo>
                    <a:pt x="111569" y="18395"/>
                  </a:lnTo>
                  <a:lnTo>
                    <a:pt x="112265" y="24087"/>
                  </a:lnTo>
                  <a:lnTo>
                    <a:pt x="112961" y="29780"/>
                  </a:lnTo>
                  <a:lnTo>
                    <a:pt x="113658" y="35798"/>
                  </a:lnTo>
                  <a:lnTo>
                    <a:pt x="114354" y="39185"/>
                  </a:lnTo>
                  <a:lnTo>
                    <a:pt x="115050" y="43378"/>
                  </a:lnTo>
                  <a:lnTo>
                    <a:pt x="115746" y="47236"/>
                  </a:lnTo>
                  <a:lnTo>
                    <a:pt x="116442" y="50822"/>
                  </a:lnTo>
                  <a:lnTo>
                    <a:pt x="117138" y="52474"/>
                  </a:lnTo>
                  <a:lnTo>
                    <a:pt x="117835" y="52520"/>
                  </a:lnTo>
                  <a:lnTo>
                    <a:pt x="118531" y="51849"/>
                  </a:lnTo>
                  <a:lnTo>
                    <a:pt x="119227" y="50761"/>
                  </a:lnTo>
                  <a:lnTo>
                    <a:pt x="119923" y="49243"/>
                  </a:lnTo>
                  <a:lnTo>
                    <a:pt x="120619" y="47255"/>
                  </a:lnTo>
                  <a:lnTo>
                    <a:pt x="121315" y="45030"/>
                  </a:lnTo>
                  <a:lnTo>
                    <a:pt x="122012" y="41189"/>
                  </a:lnTo>
                  <a:lnTo>
                    <a:pt x="122708" y="37765"/>
                  </a:lnTo>
                  <a:lnTo>
                    <a:pt x="123404" y="33870"/>
                  </a:lnTo>
                  <a:lnTo>
                    <a:pt x="124100" y="29975"/>
                  </a:lnTo>
                  <a:lnTo>
                    <a:pt x="124796" y="26081"/>
                  </a:lnTo>
                  <a:lnTo>
                    <a:pt x="125493" y="22186"/>
                  </a:lnTo>
                  <a:lnTo>
                    <a:pt x="126189" y="19295"/>
                  </a:lnTo>
                  <a:lnTo>
                    <a:pt x="126885" y="16612"/>
                  </a:lnTo>
                  <a:lnTo>
                    <a:pt x="127581" y="16509"/>
                  </a:lnTo>
                  <a:lnTo>
                    <a:pt x="128277" y="16852"/>
                  </a:lnTo>
                  <a:lnTo>
                    <a:pt x="128973" y="17194"/>
                  </a:lnTo>
                  <a:lnTo>
                    <a:pt x="129670" y="17632"/>
                  </a:lnTo>
                  <a:lnTo>
                    <a:pt x="130366" y="18070"/>
                  </a:lnTo>
                  <a:lnTo>
                    <a:pt x="131062" y="18079"/>
                  </a:lnTo>
                  <a:lnTo>
                    <a:pt x="131758" y="18325"/>
                  </a:lnTo>
                  <a:lnTo>
                    <a:pt x="132454" y="19891"/>
                  </a:lnTo>
                  <a:lnTo>
                    <a:pt x="133150" y="21490"/>
                  </a:lnTo>
                  <a:lnTo>
                    <a:pt x="133847" y="22930"/>
                  </a:lnTo>
                  <a:lnTo>
                    <a:pt x="134543" y="26503"/>
                  </a:lnTo>
                  <a:lnTo>
                    <a:pt x="135239" y="30077"/>
                  </a:lnTo>
                  <a:lnTo>
                    <a:pt x="135935" y="35748"/>
                  </a:lnTo>
                  <a:lnTo>
                    <a:pt x="136631" y="41522"/>
                  </a:lnTo>
                  <a:lnTo>
                    <a:pt x="137327" y="47296"/>
                  </a:lnTo>
                  <a:lnTo>
                    <a:pt x="138024" y="52625"/>
                  </a:lnTo>
                  <a:lnTo>
                    <a:pt x="138720" y="56779"/>
                  </a:lnTo>
                  <a:lnTo>
                    <a:pt x="139416" y="59954"/>
                  </a:lnTo>
                  <a:lnTo>
                    <a:pt x="140112" y="64108"/>
                  </a:lnTo>
                  <a:lnTo>
                    <a:pt x="140808" y="68263"/>
                  </a:lnTo>
                  <a:lnTo>
                    <a:pt x="141505" y="71884"/>
                  </a:lnTo>
                  <a:lnTo>
                    <a:pt x="142201" y="76093"/>
                  </a:lnTo>
                  <a:lnTo>
                    <a:pt x="142897" y="80301"/>
                  </a:lnTo>
                  <a:lnTo>
                    <a:pt x="143593" y="84625"/>
                  </a:lnTo>
                  <a:lnTo>
                    <a:pt x="144289" y="88104"/>
                  </a:lnTo>
                  <a:lnTo>
                    <a:pt x="144985" y="89264"/>
                  </a:lnTo>
                  <a:lnTo>
                    <a:pt x="145682" y="89954"/>
                  </a:lnTo>
                  <a:lnTo>
                    <a:pt x="146378" y="88240"/>
                  </a:lnTo>
                  <a:lnTo>
                    <a:pt x="147074" y="86860"/>
                  </a:lnTo>
                  <a:lnTo>
                    <a:pt x="147770" y="85480"/>
                  </a:lnTo>
                  <a:lnTo>
                    <a:pt x="148466" y="84099"/>
                  </a:lnTo>
                  <a:lnTo>
                    <a:pt x="149162" y="82719"/>
                  </a:lnTo>
                  <a:lnTo>
                    <a:pt x="149859" y="82719"/>
                  </a:lnTo>
                  <a:lnTo>
                    <a:pt x="150555" y="82719"/>
                  </a:lnTo>
                  <a:lnTo>
                    <a:pt x="151251" y="82719"/>
                  </a:lnTo>
                  <a:lnTo>
                    <a:pt x="151947" y="82991"/>
                  </a:lnTo>
                  <a:lnTo>
                    <a:pt x="152643" y="85531"/>
                  </a:lnTo>
                  <a:lnTo>
                    <a:pt x="153340" y="88072"/>
                  </a:lnTo>
                  <a:lnTo>
                    <a:pt x="154036" y="91146"/>
                  </a:lnTo>
                  <a:lnTo>
                    <a:pt x="154732" y="94637"/>
                  </a:lnTo>
                  <a:lnTo>
                    <a:pt x="155428" y="99145"/>
                  </a:lnTo>
                  <a:lnTo>
                    <a:pt x="156124" y="104569"/>
                  </a:lnTo>
                  <a:lnTo>
                    <a:pt x="156642" y="109201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7006295" y="3617006"/>
              <a:ext cx="359714" cy="246175"/>
            </a:xfrm>
            <a:custGeom>
              <a:avLst/>
              <a:pathLst>
                <a:path w="359714" h="246175">
                  <a:moveTo>
                    <a:pt x="0" y="246175"/>
                  </a:moveTo>
                  <a:lnTo>
                    <a:pt x="107" y="245174"/>
                  </a:lnTo>
                  <a:lnTo>
                    <a:pt x="803" y="238226"/>
                  </a:lnTo>
                  <a:lnTo>
                    <a:pt x="1499" y="231278"/>
                  </a:lnTo>
                  <a:lnTo>
                    <a:pt x="2196" y="223674"/>
                  </a:lnTo>
                  <a:lnTo>
                    <a:pt x="2892" y="214752"/>
                  </a:lnTo>
                  <a:lnTo>
                    <a:pt x="3588" y="206054"/>
                  </a:lnTo>
                  <a:lnTo>
                    <a:pt x="4284" y="196869"/>
                  </a:lnTo>
                  <a:lnTo>
                    <a:pt x="4980" y="189300"/>
                  </a:lnTo>
                  <a:lnTo>
                    <a:pt x="5676" y="183524"/>
                  </a:lnTo>
                  <a:lnTo>
                    <a:pt x="6373" y="179285"/>
                  </a:lnTo>
                  <a:lnTo>
                    <a:pt x="7069" y="176281"/>
                  </a:lnTo>
                  <a:lnTo>
                    <a:pt x="7765" y="173835"/>
                  </a:lnTo>
                  <a:lnTo>
                    <a:pt x="8461" y="172351"/>
                  </a:lnTo>
                  <a:lnTo>
                    <a:pt x="9157" y="171454"/>
                  </a:lnTo>
                  <a:lnTo>
                    <a:pt x="9854" y="171721"/>
                  </a:lnTo>
                  <a:lnTo>
                    <a:pt x="10550" y="173623"/>
                  </a:lnTo>
                  <a:lnTo>
                    <a:pt x="11246" y="176717"/>
                  </a:lnTo>
                  <a:lnTo>
                    <a:pt x="11942" y="179534"/>
                  </a:lnTo>
                  <a:lnTo>
                    <a:pt x="12638" y="182351"/>
                  </a:lnTo>
                  <a:lnTo>
                    <a:pt x="13334" y="185168"/>
                  </a:lnTo>
                  <a:lnTo>
                    <a:pt x="14031" y="188403"/>
                  </a:lnTo>
                  <a:lnTo>
                    <a:pt x="14727" y="191638"/>
                  </a:lnTo>
                  <a:lnTo>
                    <a:pt x="15423" y="195302"/>
                  </a:lnTo>
                  <a:lnTo>
                    <a:pt x="16119" y="199437"/>
                  </a:lnTo>
                  <a:lnTo>
                    <a:pt x="16815" y="203571"/>
                  </a:lnTo>
                  <a:lnTo>
                    <a:pt x="17511" y="206550"/>
                  </a:lnTo>
                  <a:lnTo>
                    <a:pt x="18208" y="209528"/>
                  </a:lnTo>
                  <a:lnTo>
                    <a:pt x="18904" y="211496"/>
                  </a:lnTo>
                  <a:lnTo>
                    <a:pt x="19600" y="213909"/>
                  </a:lnTo>
                  <a:lnTo>
                    <a:pt x="20296" y="215029"/>
                  </a:lnTo>
                  <a:lnTo>
                    <a:pt x="20992" y="216150"/>
                  </a:lnTo>
                  <a:lnTo>
                    <a:pt x="21689" y="217270"/>
                  </a:lnTo>
                  <a:lnTo>
                    <a:pt x="22385" y="218391"/>
                  </a:lnTo>
                  <a:lnTo>
                    <a:pt x="23081" y="218924"/>
                  </a:lnTo>
                  <a:lnTo>
                    <a:pt x="23777" y="219457"/>
                  </a:lnTo>
                  <a:lnTo>
                    <a:pt x="24473" y="218924"/>
                  </a:lnTo>
                  <a:lnTo>
                    <a:pt x="25169" y="218391"/>
                  </a:lnTo>
                  <a:lnTo>
                    <a:pt x="25866" y="217270"/>
                  </a:lnTo>
                  <a:lnTo>
                    <a:pt x="26562" y="215704"/>
                  </a:lnTo>
                  <a:lnTo>
                    <a:pt x="27258" y="213154"/>
                  </a:lnTo>
                  <a:lnTo>
                    <a:pt x="27954" y="209920"/>
                  </a:lnTo>
                  <a:lnTo>
                    <a:pt x="28650" y="208197"/>
                  </a:lnTo>
                  <a:lnTo>
                    <a:pt x="29346" y="206693"/>
                  </a:lnTo>
                  <a:lnTo>
                    <a:pt x="30043" y="207014"/>
                  </a:lnTo>
                  <a:lnTo>
                    <a:pt x="30739" y="210457"/>
                  </a:lnTo>
                  <a:lnTo>
                    <a:pt x="31435" y="216197"/>
                  </a:lnTo>
                  <a:lnTo>
                    <a:pt x="32131" y="220727"/>
                  </a:lnTo>
                  <a:lnTo>
                    <a:pt x="32827" y="222505"/>
                  </a:lnTo>
                  <a:lnTo>
                    <a:pt x="33523" y="224895"/>
                  </a:lnTo>
                  <a:lnTo>
                    <a:pt x="34220" y="223992"/>
                  </a:lnTo>
                  <a:lnTo>
                    <a:pt x="34916" y="223438"/>
                  </a:lnTo>
                  <a:lnTo>
                    <a:pt x="35612" y="224266"/>
                  </a:lnTo>
                  <a:lnTo>
                    <a:pt x="36308" y="225564"/>
                  </a:lnTo>
                  <a:lnTo>
                    <a:pt x="37004" y="226527"/>
                  </a:lnTo>
                  <a:lnTo>
                    <a:pt x="37701" y="227490"/>
                  </a:lnTo>
                  <a:lnTo>
                    <a:pt x="38397" y="228453"/>
                  </a:lnTo>
                  <a:lnTo>
                    <a:pt x="39093" y="228960"/>
                  </a:lnTo>
                  <a:lnTo>
                    <a:pt x="39789" y="228993"/>
                  </a:lnTo>
                  <a:lnTo>
                    <a:pt x="40485" y="226229"/>
                  </a:lnTo>
                  <a:lnTo>
                    <a:pt x="41181" y="221886"/>
                  </a:lnTo>
                  <a:lnTo>
                    <a:pt x="41878" y="216007"/>
                  </a:lnTo>
                  <a:lnTo>
                    <a:pt x="42574" y="209357"/>
                  </a:lnTo>
                  <a:lnTo>
                    <a:pt x="43270" y="203625"/>
                  </a:lnTo>
                  <a:lnTo>
                    <a:pt x="43966" y="198137"/>
                  </a:lnTo>
                  <a:lnTo>
                    <a:pt x="44662" y="193951"/>
                  </a:lnTo>
                  <a:lnTo>
                    <a:pt x="45358" y="188096"/>
                  </a:lnTo>
                  <a:lnTo>
                    <a:pt x="46055" y="180298"/>
                  </a:lnTo>
                  <a:lnTo>
                    <a:pt x="46751" y="169571"/>
                  </a:lnTo>
                  <a:lnTo>
                    <a:pt x="47447" y="159653"/>
                  </a:lnTo>
                  <a:lnTo>
                    <a:pt x="48143" y="148417"/>
                  </a:lnTo>
                  <a:lnTo>
                    <a:pt x="48839" y="137180"/>
                  </a:lnTo>
                  <a:lnTo>
                    <a:pt x="49536" y="125526"/>
                  </a:lnTo>
                  <a:lnTo>
                    <a:pt x="50232" y="114892"/>
                  </a:lnTo>
                  <a:lnTo>
                    <a:pt x="50928" y="104975"/>
                  </a:lnTo>
                  <a:lnTo>
                    <a:pt x="51624" y="94628"/>
                  </a:lnTo>
                  <a:lnTo>
                    <a:pt x="52320" y="84281"/>
                  </a:lnTo>
                  <a:lnTo>
                    <a:pt x="53016" y="74620"/>
                  </a:lnTo>
                  <a:lnTo>
                    <a:pt x="53713" y="64958"/>
                  </a:lnTo>
                  <a:lnTo>
                    <a:pt x="54409" y="55838"/>
                  </a:lnTo>
                  <a:lnTo>
                    <a:pt x="55105" y="46830"/>
                  </a:lnTo>
                  <a:lnTo>
                    <a:pt x="55801" y="39099"/>
                  </a:lnTo>
                  <a:lnTo>
                    <a:pt x="56497" y="31173"/>
                  </a:lnTo>
                  <a:lnTo>
                    <a:pt x="57193" y="25427"/>
                  </a:lnTo>
                  <a:lnTo>
                    <a:pt x="57890" y="19681"/>
                  </a:lnTo>
                  <a:lnTo>
                    <a:pt x="58586" y="17062"/>
                  </a:lnTo>
                  <a:lnTo>
                    <a:pt x="59282" y="14258"/>
                  </a:lnTo>
                  <a:lnTo>
                    <a:pt x="59978" y="11987"/>
                  </a:lnTo>
                  <a:lnTo>
                    <a:pt x="60674" y="10117"/>
                  </a:lnTo>
                  <a:lnTo>
                    <a:pt x="61370" y="8247"/>
                  </a:lnTo>
                  <a:lnTo>
                    <a:pt x="62067" y="6595"/>
                  </a:lnTo>
                  <a:lnTo>
                    <a:pt x="62763" y="5360"/>
                  </a:lnTo>
                  <a:lnTo>
                    <a:pt x="63459" y="4125"/>
                  </a:lnTo>
                  <a:lnTo>
                    <a:pt x="64155" y="3655"/>
                  </a:lnTo>
                  <a:lnTo>
                    <a:pt x="64851" y="2755"/>
                  </a:lnTo>
                  <a:lnTo>
                    <a:pt x="65548" y="2285"/>
                  </a:lnTo>
                  <a:lnTo>
                    <a:pt x="66244" y="1814"/>
                  </a:lnTo>
                  <a:lnTo>
                    <a:pt x="66940" y="1344"/>
                  </a:lnTo>
                  <a:lnTo>
                    <a:pt x="67636" y="2017"/>
                  </a:lnTo>
                  <a:lnTo>
                    <a:pt x="68332" y="4557"/>
                  </a:lnTo>
                  <a:lnTo>
                    <a:pt x="69028" y="7331"/>
                  </a:lnTo>
                  <a:lnTo>
                    <a:pt x="69725" y="12543"/>
                  </a:lnTo>
                  <a:lnTo>
                    <a:pt x="70421" y="17755"/>
                  </a:lnTo>
                  <a:lnTo>
                    <a:pt x="71117" y="22497"/>
                  </a:lnTo>
                  <a:lnTo>
                    <a:pt x="71813" y="27238"/>
                  </a:lnTo>
                  <a:lnTo>
                    <a:pt x="72509" y="31979"/>
                  </a:lnTo>
                  <a:lnTo>
                    <a:pt x="73205" y="36721"/>
                  </a:lnTo>
                  <a:lnTo>
                    <a:pt x="73902" y="41462"/>
                  </a:lnTo>
                  <a:lnTo>
                    <a:pt x="74598" y="46204"/>
                  </a:lnTo>
                  <a:lnTo>
                    <a:pt x="75294" y="52472"/>
                  </a:lnTo>
                  <a:lnTo>
                    <a:pt x="75990" y="60393"/>
                  </a:lnTo>
                  <a:lnTo>
                    <a:pt x="76686" y="68529"/>
                  </a:lnTo>
                  <a:lnTo>
                    <a:pt x="77383" y="76664"/>
                  </a:lnTo>
                  <a:lnTo>
                    <a:pt x="78079" y="84335"/>
                  </a:lnTo>
                  <a:lnTo>
                    <a:pt x="78775" y="90529"/>
                  </a:lnTo>
                  <a:lnTo>
                    <a:pt x="79471" y="95963"/>
                  </a:lnTo>
                  <a:lnTo>
                    <a:pt x="80167" y="99196"/>
                  </a:lnTo>
                  <a:lnTo>
                    <a:pt x="80863" y="103466"/>
                  </a:lnTo>
                  <a:lnTo>
                    <a:pt x="81560" y="107983"/>
                  </a:lnTo>
                  <a:lnTo>
                    <a:pt x="82256" y="114236"/>
                  </a:lnTo>
                  <a:lnTo>
                    <a:pt x="82952" y="120489"/>
                  </a:lnTo>
                  <a:lnTo>
                    <a:pt x="83648" y="128061"/>
                  </a:lnTo>
                  <a:lnTo>
                    <a:pt x="84344" y="135634"/>
                  </a:lnTo>
                  <a:lnTo>
                    <a:pt x="85040" y="143153"/>
                  </a:lnTo>
                  <a:lnTo>
                    <a:pt x="85737" y="149100"/>
                  </a:lnTo>
                  <a:lnTo>
                    <a:pt x="86433" y="153929"/>
                  </a:lnTo>
                  <a:lnTo>
                    <a:pt x="87129" y="158854"/>
                  </a:lnTo>
                  <a:lnTo>
                    <a:pt x="87825" y="163780"/>
                  </a:lnTo>
                  <a:lnTo>
                    <a:pt x="88521" y="168706"/>
                  </a:lnTo>
                  <a:lnTo>
                    <a:pt x="89217" y="173631"/>
                  </a:lnTo>
                  <a:lnTo>
                    <a:pt x="89914" y="179027"/>
                  </a:lnTo>
                  <a:lnTo>
                    <a:pt x="90610" y="183864"/>
                  </a:lnTo>
                  <a:lnTo>
                    <a:pt x="91306" y="188022"/>
                  </a:lnTo>
                  <a:lnTo>
                    <a:pt x="92002" y="192373"/>
                  </a:lnTo>
                  <a:lnTo>
                    <a:pt x="92698" y="194545"/>
                  </a:lnTo>
                  <a:lnTo>
                    <a:pt x="93395" y="196717"/>
                  </a:lnTo>
                  <a:lnTo>
                    <a:pt x="94091" y="196348"/>
                  </a:lnTo>
                  <a:lnTo>
                    <a:pt x="94787" y="196165"/>
                  </a:lnTo>
                  <a:lnTo>
                    <a:pt x="95483" y="195982"/>
                  </a:lnTo>
                  <a:lnTo>
                    <a:pt x="96179" y="195767"/>
                  </a:lnTo>
                  <a:lnTo>
                    <a:pt x="96875" y="195552"/>
                  </a:lnTo>
                  <a:lnTo>
                    <a:pt x="97572" y="195119"/>
                  </a:lnTo>
                  <a:lnTo>
                    <a:pt x="98268" y="194686"/>
                  </a:lnTo>
                  <a:lnTo>
                    <a:pt x="98964" y="194253"/>
                  </a:lnTo>
                  <a:lnTo>
                    <a:pt x="99660" y="193485"/>
                  </a:lnTo>
                  <a:lnTo>
                    <a:pt x="100356" y="192717"/>
                  </a:lnTo>
                  <a:lnTo>
                    <a:pt x="101052" y="192164"/>
                  </a:lnTo>
                  <a:lnTo>
                    <a:pt x="101749" y="191612"/>
                  </a:lnTo>
                  <a:lnTo>
                    <a:pt x="102445" y="190844"/>
                  </a:lnTo>
                  <a:lnTo>
                    <a:pt x="103141" y="190076"/>
                  </a:lnTo>
                  <a:lnTo>
                    <a:pt x="103837" y="189308"/>
                  </a:lnTo>
                  <a:lnTo>
                    <a:pt x="104533" y="188540"/>
                  </a:lnTo>
                  <a:lnTo>
                    <a:pt x="105230" y="187302"/>
                  </a:lnTo>
                  <a:lnTo>
                    <a:pt x="105926" y="186063"/>
                  </a:lnTo>
                  <a:lnTo>
                    <a:pt x="106622" y="184927"/>
                  </a:lnTo>
                  <a:lnTo>
                    <a:pt x="107318" y="183973"/>
                  </a:lnTo>
                  <a:lnTo>
                    <a:pt x="108014" y="183354"/>
                  </a:lnTo>
                  <a:lnTo>
                    <a:pt x="108710" y="182736"/>
                  </a:lnTo>
                  <a:lnTo>
                    <a:pt x="109407" y="182117"/>
                  </a:lnTo>
                  <a:lnTo>
                    <a:pt x="110103" y="181164"/>
                  </a:lnTo>
                  <a:lnTo>
                    <a:pt x="110799" y="180210"/>
                  </a:lnTo>
                  <a:lnTo>
                    <a:pt x="111495" y="178603"/>
                  </a:lnTo>
                  <a:lnTo>
                    <a:pt x="112191" y="176417"/>
                  </a:lnTo>
                  <a:lnTo>
                    <a:pt x="112887" y="174230"/>
                  </a:lnTo>
                  <a:lnTo>
                    <a:pt x="113584" y="172043"/>
                  </a:lnTo>
                  <a:lnTo>
                    <a:pt x="114280" y="170007"/>
                  </a:lnTo>
                  <a:lnTo>
                    <a:pt x="114976" y="167970"/>
                  </a:lnTo>
                  <a:lnTo>
                    <a:pt x="115672" y="166834"/>
                  </a:lnTo>
                  <a:lnTo>
                    <a:pt x="116368" y="166066"/>
                  </a:lnTo>
                  <a:lnTo>
                    <a:pt x="117065" y="165043"/>
                  </a:lnTo>
                  <a:lnTo>
                    <a:pt x="117761" y="163804"/>
                  </a:lnTo>
                  <a:lnTo>
                    <a:pt x="118457" y="162781"/>
                  </a:lnTo>
                  <a:lnTo>
                    <a:pt x="119153" y="161758"/>
                  </a:lnTo>
                  <a:lnTo>
                    <a:pt x="119849" y="160735"/>
                  </a:lnTo>
                  <a:lnTo>
                    <a:pt x="120545" y="160183"/>
                  </a:lnTo>
                  <a:lnTo>
                    <a:pt x="121242" y="160183"/>
                  </a:lnTo>
                  <a:lnTo>
                    <a:pt x="121938" y="160802"/>
                  </a:lnTo>
                  <a:lnTo>
                    <a:pt x="122634" y="161753"/>
                  </a:lnTo>
                  <a:lnTo>
                    <a:pt x="123330" y="163040"/>
                  </a:lnTo>
                  <a:lnTo>
                    <a:pt x="124026" y="164797"/>
                  </a:lnTo>
                  <a:lnTo>
                    <a:pt x="124722" y="166554"/>
                  </a:lnTo>
                  <a:lnTo>
                    <a:pt x="125419" y="168312"/>
                  </a:lnTo>
                  <a:lnTo>
                    <a:pt x="126115" y="170498"/>
                  </a:lnTo>
                  <a:lnTo>
                    <a:pt x="126811" y="172105"/>
                  </a:lnTo>
                  <a:lnTo>
                    <a:pt x="127507" y="173712"/>
                  </a:lnTo>
                  <a:lnTo>
                    <a:pt x="128203" y="175319"/>
                  </a:lnTo>
                  <a:lnTo>
                    <a:pt x="128899" y="176926"/>
                  </a:lnTo>
                  <a:lnTo>
                    <a:pt x="129596" y="178534"/>
                  </a:lnTo>
                  <a:lnTo>
                    <a:pt x="130292" y="180140"/>
                  </a:lnTo>
                  <a:lnTo>
                    <a:pt x="130988" y="181747"/>
                  </a:lnTo>
                  <a:lnTo>
                    <a:pt x="131684" y="183415"/>
                  </a:lnTo>
                  <a:lnTo>
                    <a:pt x="132380" y="185083"/>
                  </a:lnTo>
                  <a:lnTo>
                    <a:pt x="133077" y="187168"/>
                  </a:lnTo>
                  <a:lnTo>
                    <a:pt x="133773" y="189253"/>
                  </a:lnTo>
                  <a:lnTo>
                    <a:pt x="134469" y="190921"/>
                  </a:lnTo>
                  <a:lnTo>
                    <a:pt x="135165" y="192589"/>
                  </a:lnTo>
                  <a:lnTo>
                    <a:pt x="135861" y="194257"/>
                  </a:lnTo>
                  <a:lnTo>
                    <a:pt x="136557" y="195710"/>
                  </a:lnTo>
                  <a:lnTo>
                    <a:pt x="137254" y="197162"/>
                  </a:lnTo>
                  <a:lnTo>
                    <a:pt x="137950" y="198830"/>
                  </a:lnTo>
                  <a:lnTo>
                    <a:pt x="138646" y="200498"/>
                  </a:lnTo>
                  <a:lnTo>
                    <a:pt x="139342" y="202165"/>
                  </a:lnTo>
                  <a:lnTo>
                    <a:pt x="140038" y="204251"/>
                  </a:lnTo>
                  <a:lnTo>
                    <a:pt x="140734" y="206336"/>
                  </a:lnTo>
                  <a:lnTo>
                    <a:pt x="141431" y="208954"/>
                  </a:lnTo>
                  <a:lnTo>
                    <a:pt x="142127" y="211408"/>
                  </a:lnTo>
                  <a:lnTo>
                    <a:pt x="142823" y="213261"/>
                  </a:lnTo>
                  <a:lnTo>
                    <a:pt x="143519" y="215115"/>
                  </a:lnTo>
                  <a:lnTo>
                    <a:pt x="144215" y="216969"/>
                  </a:lnTo>
                  <a:lnTo>
                    <a:pt x="144912" y="218393"/>
                  </a:lnTo>
                  <a:lnTo>
                    <a:pt x="145608" y="219817"/>
                  </a:lnTo>
                  <a:lnTo>
                    <a:pt x="146304" y="221104"/>
                  </a:lnTo>
                  <a:lnTo>
                    <a:pt x="147000" y="220170"/>
                  </a:lnTo>
                  <a:lnTo>
                    <a:pt x="147696" y="219387"/>
                  </a:lnTo>
                  <a:lnTo>
                    <a:pt x="148392" y="218603"/>
                  </a:lnTo>
                  <a:lnTo>
                    <a:pt x="149089" y="217703"/>
                  </a:lnTo>
                  <a:lnTo>
                    <a:pt x="149785" y="214097"/>
                  </a:lnTo>
                  <a:lnTo>
                    <a:pt x="150481" y="209986"/>
                  </a:lnTo>
                  <a:lnTo>
                    <a:pt x="151177" y="204439"/>
                  </a:lnTo>
                  <a:lnTo>
                    <a:pt x="151873" y="196142"/>
                  </a:lnTo>
                  <a:lnTo>
                    <a:pt x="152569" y="186704"/>
                  </a:lnTo>
                  <a:lnTo>
                    <a:pt x="153266" y="177482"/>
                  </a:lnTo>
                  <a:lnTo>
                    <a:pt x="153962" y="168045"/>
                  </a:lnTo>
                  <a:lnTo>
                    <a:pt x="154658" y="159078"/>
                  </a:lnTo>
                  <a:lnTo>
                    <a:pt x="155354" y="150111"/>
                  </a:lnTo>
                  <a:lnTo>
                    <a:pt x="156050" y="141144"/>
                  </a:lnTo>
                  <a:lnTo>
                    <a:pt x="156746" y="133099"/>
                  </a:lnTo>
                  <a:lnTo>
                    <a:pt x="157443" y="126332"/>
                  </a:lnTo>
                  <a:lnTo>
                    <a:pt x="158139" y="119565"/>
                  </a:lnTo>
                  <a:lnTo>
                    <a:pt x="158835" y="112463"/>
                  </a:lnTo>
                  <a:lnTo>
                    <a:pt x="159531" y="104244"/>
                  </a:lnTo>
                  <a:lnTo>
                    <a:pt x="160227" y="96672"/>
                  </a:lnTo>
                  <a:lnTo>
                    <a:pt x="160924" y="89517"/>
                  </a:lnTo>
                  <a:lnTo>
                    <a:pt x="161620" y="83252"/>
                  </a:lnTo>
                  <a:lnTo>
                    <a:pt x="162316" y="79785"/>
                  </a:lnTo>
                  <a:lnTo>
                    <a:pt x="163012" y="77244"/>
                  </a:lnTo>
                  <a:lnTo>
                    <a:pt x="163708" y="74703"/>
                  </a:lnTo>
                  <a:lnTo>
                    <a:pt x="164404" y="72163"/>
                  </a:lnTo>
                  <a:lnTo>
                    <a:pt x="165101" y="69152"/>
                  </a:lnTo>
                  <a:lnTo>
                    <a:pt x="165797" y="66141"/>
                  </a:lnTo>
                  <a:lnTo>
                    <a:pt x="166493" y="62795"/>
                  </a:lnTo>
                  <a:lnTo>
                    <a:pt x="167189" y="58401"/>
                  </a:lnTo>
                  <a:lnTo>
                    <a:pt x="167885" y="53823"/>
                  </a:lnTo>
                  <a:lnTo>
                    <a:pt x="168581" y="48829"/>
                  </a:lnTo>
                  <a:lnTo>
                    <a:pt x="169278" y="43685"/>
                  </a:lnTo>
                  <a:lnTo>
                    <a:pt x="169974" y="40052"/>
                  </a:lnTo>
                  <a:lnTo>
                    <a:pt x="170670" y="37865"/>
                  </a:lnTo>
                  <a:lnTo>
                    <a:pt x="171366" y="35679"/>
                  </a:lnTo>
                  <a:lnTo>
                    <a:pt x="172062" y="33643"/>
                  </a:lnTo>
                  <a:lnTo>
                    <a:pt x="172759" y="31606"/>
                  </a:lnTo>
                  <a:lnTo>
                    <a:pt x="173455" y="29752"/>
                  </a:lnTo>
                  <a:lnTo>
                    <a:pt x="174151" y="27898"/>
                  </a:lnTo>
                  <a:lnTo>
                    <a:pt x="174847" y="26044"/>
                  </a:lnTo>
                  <a:lnTo>
                    <a:pt x="175543" y="23773"/>
                  </a:lnTo>
                  <a:lnTo>
                    <a:pt x="176239" y="21503"/>
                  </a:lnTo>
                  <a:lnTo>
                    <a:pt x="176936" y="18884"/>
                  </a:lnTo>
                  <a:lnTo>
                    <a:pt x="177632" y="16799"/>
                  </a:lnTo>
                  <a:lnTo>
                    <a:pt x="178328" y="15346"/>
                  </a:lnTo>
                  <a:lnTo>
                    <a:pt x="179024" y="14111"/>
                  </a:lnTo>
                  <a:lnTo>
                    <a:pt x="179720" y="11271"/>
                  </a:lnTo>
                  <a:lnTo>
                    <a:pt x="180416" y="9160"/>
                  </a:lnTo>
                  <a:lnTo>
                    <a:pt x="181113" y="7466"/>
                  </a:lnTo>
                  <a:lnTo>
                    <a:pt x="181809" y="4764"/>
                  </a:lnTo>
                  <a:lnTo>
                    <a:pt x="182505" y="3411"/>
                  </a:lnTo>
                  <a:lnTo>
                    <a:pt x="183201" y="2056"/>
                  </a:lnTo>
                  <a:lnTo>
                    <a:pt x="183897" y="703"/>
                  </a:lnTo>
                  <a:lnTo>
                    <a:pt x="184594" y="0"/>
                  </a:lnTo>
                  <a:lnTo>
                    <a:pt x="185290" y="1850"/>
                  </a:lnTo>
                  <a:lnTo>
                    <a:pt x="185986" y="4208"/>
                  </a:lnTo>
                  <a:lnTo>
                    <a:pt x="186682" y="7999"/>
                  </a:lnTo>
                  <a:lnTo>
                    <a:pt x="187378" y="14762"/>
                  </a:lnTo>
                  <a:lnTo>
                    <a:pt x="188074" y="22448"/>
                  </a:lnTo>
                  <a:lnTo>
                    <a:pt x="188771" y="30134"/>
                  </a:lnTo>
                  <a:lnTo>
                    <a:pt x="189467" y="37821"/>
                  </a:lnTo>
                  <a:lnTo>
                    <a:pt x="190163" y="46659"/>
                  </a:lnTo>
                  <a:lnTo>
                    <a:pt x="190859" y="55489"/>
                  </a:lnTo>
                  <a:lnTo>
                    <a:pt x="191555" y="64318"/>
                  </a:lnTo>
                  <a:lnTo>
                    <a:pt x="192251" y="74094"/>
                  </a:lnTo>
                  <a:lnTo>
                    <a:pt x="192948" y="83047"/>
                  </a:lnTo>
                  <a:lnTo>
                    <a:pt x="193644" y="91999"/>
                  </a:lnTo>
                  <a:lnTo>
                    <a:pt x="194340" y="100419"/>
                  </a:lnTo>
                  <a:lnTo>
                    <a:pt x="195036" y="109484"/>
                  </a:lnTo>
                  <a:lnTo>
                    <a:pt x="195732" y="117903"/>
                  </a:lnTo>
                  <a:lnTo>
                    <a:pt x="196428" y="125488"/>
                  </a:lnTo>
                  <a:lnTo>
                    <a:pt x="197125" y="131753"/>
                  </a:lnTo>
                  <a:lnTo>
                    <a:pt x="197821" y="135220"/>
                  </a:lnTo>
                  <a:lnTo>
                    <a:pt x="198517" y="138190"/>
                  </a:lnTo>
                  <a:lnTo>
                    <a:pt x="199213" y="140260"/>
                  </a:lnTo>
                  <a:lnTo>
                    <a:pt x="199909" y="141995"/>
                  </a:lnTo>
                  <a:lnTo>
                    <a:pt x="200606" y="144201"/>
                  </a:lnTo>
                  <a:lnTo>
                    <a:pt x="201302" y="146190"/>
                  </a:lnTo>
                  <a:lnTo>
                    <a:pt x="201998" y="148512"/>
                  </a:lnTo>
                  <a:lnTo>
                    <a:pt x="202694" y="151454"/>
                  </a:lnTo>
                  <a:lnTo>
                    <a:pt x="203390" y="154796"/>
                  </a:lnTo>
                  <a:lnTo>
                    <a:pt x="204086" y="158139"/>
                  </a:lnTo>
                  <a:lnTo>
                    <a:pt x="204783" y="160147"/>
                  </a:lnTo>
                  <a:lnTo>
                    <a:pt x="205479" y="160004"/>
                  </a:lnTo>
                  <a:lnTo>
                    <a:pt x="206175" y="158415"/>
                  </a:lnTo>
                  <a:lnTo>
                    <a:pt x="206871" y="157161"/>
                  </a:lnTo>
                  <a:lnTo>
                    <a:pt x="207567" y="155757"/>
                  </a:lnTo>
                  <a:lnTo>
                    <a:pt x="208263" y="154353"/>
                  </a:lnTo>
                  <a:lnTo>
                    <a:pt x="208960" y="152766"/>
                  </a:lnTo>
                  <a:lnTo>
                    <a:pt x="209656" y="151179"/>
                  </a:lnTo>
                  <a:lnTo>
                    <a:pt x="210352" y="150063"/>
                  </a:lnTo>
                  <a:lnTo>
                    <a:pt x="211048" y="148475"/>
                  </a:lnTo>
                  <a:lnTo>
                    <a:pt x="211744" y="147359"/>
                  </a:lnTo>
                  <a:lnTo>
                    <a:pt x="212441" y="146486"/>
                  </a:lnTo>
                  <a:lnTo>
                    <a:pt x="213137" y="144353"/>
                  </a:lnTo>
                  <a:lnTo>
                    <a:pt x="213833" y="141065"/>
                  </a:lnTo>
                  <a:lnTo>
                    <a:pt x="214529" y="138509"/>
                  </a:lnTo>
                  <a:lnTo>
                    <a:pt x="215225" y="138535"/>
                  </a:lnTo>
                  <a:lnTo>
                    <a:pt x="215921" y="139485"/>
                  </a:lnTo>
                  <a:lnTo>
                    <a:pt x="216618" y="140019"/>
                  </a:lnTo>
                  <a:lnTo>
                    <a:pt x="217314" y="141163"/>
                  </a:lnTo>
                  <a:lnTo>
                    <a:pt x="218010" y="143897"/>
                  </a:lnTo>
                  <a:lnTo>
                    <a:pt x="218706" y="146631"/>
                  </a:lnTo>
                  <a:lnTo>
                    <a:pt x="219402" y="149365"/>
                  </a:lnTo>
                  <a:lnTo>
                    <a:pt x="220098" y="151566"/>
                  </a:lnTo>
                  <a:lnTo>
                    <a:pt x="220795" y="153767"/>
                  </a:lnTo>
                  <a:lnTo>
                    <a:pt x="221491" y="155968"/>
                  </a:lnTo>
                  <a:lnTo>
                    <a:pt x="222187" y="158169"/>
                  </a:lnTo>
                  <a:lnTo>
                    <a:pt x="222883" y="159782"/>
                  </a:lnTo>
                  <a:lnTo>
                    <a:pt x="223579" y="163264"/>
                  </a:lnTo>
                  <a:lnTo>
                    <a:pt x="224275" y="168005"/>
                  </a:lnTo>
                  <a:lnTo>
                    <a:pt x="224972" y="172747"/>
                  </a:lnTo>
                  <a:lnTo>
                    <a:pt x="225668" y="175866"/>
                  </a:lnTo>
                  <a:lnTo>
                    <a:pt x="226364" y="178993"/>
                  </a:lnTo>
                  <a:lnTo>
                    <a:pt x="227060" y="182121"/>
                  </a:lnTo>
                  <a:lnTo>
                    <a:pt x="227756" y="182794"/>
                  </a:lnTo>
                  <a:lnTo>
                    <a:pt x="228453" y="182261"/>
                  </a:lnTo>
                  <a:lnTo>
                    <a:pt x="229149" y="182261"/>
                  </a:lnTo>
                  <a:lnTo>
                    <a:pt x="229845" y="182794"/>
                  </a:lnTo>
                  <a:lnTo>
                    <a:pt x="230541" y="183328"/>
                  </a:lnTo>
                  <a:lnTo>
                    <a:pt x="231237" y="183861"/>
                  </a:lnTo>
                  <a:lnTo>
                    <a:pt x="231933" y="185398"/>
                  </a:lnTo>
                  <a:lnTo>
                    <a:pt x="232630" y="186349"/>
                  </a:lnTo>
                  <a:lnTo>
                    <a:pt x="233326" y="187729"/>
                  </a:lnTo>
                  <a:lnTo>
                    <a:pt x="234022" y="188147"/>
                  </a:lnTo>
                  <a:lnTo>
                    <a:pt x="234718" y="189047"/>
                  </a:lnTo>
                  <a:lnTo>
                    <a:pt x="235414" y="189382"/>
                  </a:lnTo>
                  <a:lnTo>
                    <a:pt x="236110" y="189716"/>
                  </a:lnTo>
                  <a:lnTo>
                    <a:pt x="236807" y="190269"/>
                  </a:lnTo>
                  <a:lnTo>
                    <a:pt x="237503" y="190821"/>
                  </a:lnTo>
                  <a:lnTo>
                    <a:pt x="238199" y="191374"/>
                  </a:lnTo>
                  <a:lnTo>
                    <a:pt x="238895" y="192179"/>
                  </a:lnTo>
                  <a:lnTo>
                    <a:pt x="239591" y="192514"/>
                  </a:lnTo>
                  <a:lnTo>
                    <a:pt x="240288" y="194333"/>
                  </a:lnTo>
                  <a:lnTo>
                    <a:pt x="240984" y="197208"/>
                  </a:lnTo>
                  <a:lnTo>
                    <a:pt x="241680" y="199531"/>
                  </a:lnTo>
                  <a:lnTo>
                    <a:pt x="242376" y="201303"/>
                  </a:lnTo>
                  <a:lnTo>
                    <a:pt x="243072" y="202890"/>
                  </a:lnTo>
                  <a:lnTo>
                    <a:pt x="243768" y="204478"/>
                  </a:lnTo>
                  <a:lnTo>
                    <a:pt x="244465" y="206250"/>
                  </a:lnTo>
                  <a:lnTo>
                    <a:pt x="245161" y="208023"/>
                  </a:lnTo>
                  <a:lnTo>
                    <a:pt x="245857" y="209325"/>
                  </a:lnTo>
                  <a:lnTo>
                    <a:pt x="246553" y="211098"/>
                  </a:lnTo>
                  <a:lnTo>
                    <a:pt x="247249" y="212215"/>
                  </a:lnTo>
                  <a:lnTo>
                    <a:pt x="247945" y="213087"/>
                  </a:lnTo>
                  <a:lnTo>
                    <a:pt x="248642" y="215435"/>
                  </a:lnTo>
                  <a:lnTo>
                    <a:pt x="249338" y="218509"/>
                  </a:lnTo>
                  <a:lnTo>
                    <a:pt x="250034" y="220446"/>
                  </a:lnTo>
                  <a:lnTo>
                    <a:pt x="250730" y="221593"/>
                  </a:lnTo>
                  <a:lnTo>
                    <a:pt x="251426" y="221516"/>
                  </a:lnTo>
                  <a:lnTo>
                    <a:pt x="252123" y="221437"/>
                  </a:lnTo>
                  <a:lnTo>
                    <a:pt x="252819" y="222108"/>
                  </a:lnTo>
                  <a:lnTo>
                    <a:pt x="253515" y="222246"/>
                  </a:lnTo>
                  <a:lnTo>
                    <a:pt x="254211" y="222383"/>
                  </a:lnTo>
                  <a:lnTo>
                    <a:pt x="254907" y="222305"/>
                  </a:lnTo>
                  <a:lnTo>
                    <a:pt x="255603" y="222227"/>
                  </a:lnTo>
                  <a:lnTo>
                    <a:pt x="256300" y="222149"/>
                  </a:lnTo>
                  <a:lnTo>
                    <a:pt x="256996" y="222071"/>
                  </a:lnTo>
                  <a:lnTo>
                    <a:pt x="257692" y="222761"/>
                  </a:lnTo>
                  <a:lnTo>
                    <a:pt x="258388" y="223116"/>
                  </a:lnTo>
                  <a:lnTo>
                    <a:pt x="259084" y="221938"/>
                  </a:lnTo>
                  <a:lnTo>
                    <a:pt x="259780" y="219500"/>
                  </a:lnTo>
                  <a:lnTo>
                    <a:pt x="260477" y="217063"/>
                  </a:lnTo>
                  <a:lnTo>
                    <a:pt x="261173" y="215096"/>
                  </a:lnTo>
                  <a:lnTo>
                    <a:pt x="261869" y="213128"/>
                  </a:lnTo>
                  <a:lnTo>
                    <a:pt x="262565" y="211591"/>
                  </a:lnTo>
                  <a:lnTo>
                    <a:pt x="263261" y="210640"/>
                  </a:lnTo>
                  <a:lnTo>
                    <a:pt x="263957" y="207919"/>
                  </a:lnTo>
                  <a:lnTo>
                    <a:pt x="264654" y="204612"/>
                  </a:lnTo>
                  <a:lnTo>
                    <a:pt x="265350" y="199337"/>
                  </a:lnTo>
                  <a:lnTo>
                    <a:pt x="266046" y="194062"/>
                  </a:lnTo>
                  <a:lnTo>
                    <a:pt x="266742" y="189321"/>
                  </a:lnTo>
                  <a:lnTo>
                    <a:pt x="267438" y="183992"/>
                  </a:lnTo>
                  <a:lnTo>
                    <a:pt x="268135" y="178718"/>
                  </a:lnTo>
                  <a:lnTo>
                    <a:pt x="268831" y="173443"/>
                  </a:lnTo>
                  <a:lnTo>
                    <a:pt x="269527" y="168284"/>
                  </a:lnTo>
                  <a:lnTo>
                    <a:pt x="270223" y="163113"/>
                  </a:lnTo>
                  <a:lnTo>
                    <a:pt x="270919" y="158842"/>
                  </a:lnTo>
                  <a:lnTo>
                    <a:pt x="271615" y="154571"/>
                  </a:lnTo>
                  <a:lnTo>
                    <a:pt x="272312" y="150300"/>
                  </a:lnTo>
                  <a:lnTo>
                    <a:pt x="273008" y="146029"/>
                  </a:lnTo>
                  <a:lnTo>
                    <a:pt x="273704" y="141758"/>
                  </a:lnTo>
                  <a:lnTo>
                    <a:pt x="274400" y="139414"/>
                  </a:lnTo>
                  <a:lnTo>
                    <a:pt x="275096" y="137580"/>
                  </a:lnTo>
                  <a:lnTo>
                    <a:pt x="275792" y="138480"/>
                  </a:lnTo>
                  <a:lnTo>
                    <a:pt x="276489" y="139380"/>
                  </a:lnTo>
                  <a:lnTo>
                    <a:pt x="277185" y="140833"/>
                  </a:lnTo>
                  <a:lnTo>
                    <a:pt x="277881" y="142501"/>
                  </a:lnTo>
                  <a:lnTo>
                    <a:pt x="278577" y="144354"/>
                  </a:lnTo>
                  <a:lnTo>
                    <a:pt x="279273" y="146208"/>
                  </a:lnTo>
                  <a:lnTo>
                    <a:pt x="279970" y="147876"/>
                  </a:lnTo>
                  <a:lnTo>
                    <a:pt x="280666" y="149544"/>
                  </a:lnTo>
                  <a:lnTo>
                    <a:pt x="281362" y="151629"/>
                  </a:lnTo>
                  <a:lnTo>
                    <a:pt x="282058" y="153297"/>
                  </a:lnTo>
                  <a:lnTo>
                    <a:pt x="282754" y="154721"/>
                  </a:lnTo>
                  <a:lnTo>
                    <a:pt x="283450" y="155959"/>
                  </a:lnTo>
                  <a:lnTo>
                    <a:pt x="284147" y="156512"/>
                  </a:lnTo>
                  <a:lnTo>
                    <a:pt x="284843" y="156945"/>
                  </a:lnTo>
                  <a:lnTo>
                    <a:pt x="285539" y="157564"/>
                  </a:lnTo>
                  <a:lnTo>
                    <a:pt x="286235" y="157378"/>
                  </a:lnTo>
                  <a:lnTo>
                    <a:pt x="286931" y="157192"/>
                  </a:lnTo>
                  <a:lnTo>
                    <a:pt x="287627" y="156824"/>
                  </a:lnTo>
                  <a:lnTo>
                    <a:pt x="288324" y="156240"/>
                  </a:lnTo>
                  <a:lnTo>
                    <a:pt x="289020" y="155656"/>
                  </a:lnTo>
                  <a:lnTo>
                    <a:pt x="289716" y="155072"/>
                  </a:lnTo>
                  <a:lnTo>
                    <a:pt x="290412" y="154703"/>
                  </a:lnTo>
                  <a:lnTo>
                    <a:pt x="291108" y="154334"/>
                  </a:lnTo>
                  <a:lnTo>
                    <a:pt x="291804" y="153815"/>
                  </a:lnTo>
                  <a:lnTo>
                    <a:pt x="292501" y="153296"/>
                  </a:lnTo>
                  <a:lnTo>
                    <a:pt x="293197" y="152010"/>
                  </a:lnTo>
                  <a:lnTo>
                    <a:pt x="293893" y="151058"/>
                  </a:lnTo>
                  <a:lnTo>
                    <a:pt x="294589" y="149921"/>
                  </a:lnTo>
                  <a:lnTo>
                    <a:pt x="295285" y="148785"/>
                  </a:lnTo>
                  <a:lnTo>
                    <a:pt x="295982" y="147831"/>
                  </a:lnTo>
                  <a:lnTo>
                    <a:pt x="296678" y="146407"/>
                  </a:lnTo>
                  <a:lnTo>
                    <a:pt x="297374" y="144984"/>
                  </a:lnTo>
                  <a:lnTo>
                    <a:pt x="298070" y="143130"/>
                  </a:lnTo>
                  <a:lnTo>
                    <a:pt x="298766" y="141277"/>
                  </a:lnTo>
                  <a:lnTo>
                    <a:pt x="299462" y="141726"/>
                  </a:lnTo>
                  <a:lnTo>
                    <a:pt x="300159" y="142230"/>
                  </a:lnTo>
                  <a:lnTo>
                    <a:pt x="300855" y="144701"/>
                  </a:lnTo>
                  <a:lnTo>
                    <a:pt x="301551" y="147357"/>
                  </a:lnTo>
                  <a:lnTo>
                    <a:pt x="302247" y="149480"/>
                  </a:lnTo>
                  <a:lnTo>
                    <a:pt x="302943" y="151602"/>
                  </a:lnTo>
                  <a:lnTo>
                    <a:pt x="303639" y="154259"/>
                  </a:lnTo>
                  <a:lnTo>
                    <a:pt x="304336" y="156915"/>
                  </a:lnTo>
                  <a:lnTo>
                    <a:pt x="305032" y="159803"/>
                  </a:lnTo>
                  <a:lnTo>
                    <a:pt x="305728" y="163120"/>
                  </a:lnTo>
                  <a:lnTo>
                    <a:pt x="306424" y="166438"/>
                  </a:lnTo>
                  <a:lnTo>
                    <a:pt x="307120" y="169941"/>
                  </a:lnTo>
                  <a:lnTo>
                    <a:pt x="307817" y="173660"/>
                  </a:lnTo>
                  <a:lnTo>
                    <a:pt x="308513" y="177378"/>
                  </a:lnTo>
                  <a:lnTo>
                    <a:pt x="309209" y="179586"/>
                  </a:lnTo>
                  <a:lnTo>
                    <a:pt x="309905" y="178920"/>
                  </a:lnTo>
                  <a:lnTo>
                    <a:pt x="310601" y="178212"/>
                  </a:lnTo>
                  <a:lnTo>
                    <a:pt x="311297" y="175672"/>
                  </a:lnTo>
                  <a:lnTo>
                    <a:pt x="311994" y="173131"/>
                  </a:lnTo>
                  <a:lnTo>
                    <a:pt x="312690" y="170591"/>
                  </a:lnTo>
                  <a:lnTo>
                    <a:pt x="313386" y="168050"/>
                  </a:lnTo>
                  <a:lnTo>
                    <a:pt x="314082" y="165927"/>
                  </a:lnTo>
                  <a:lnTo>
                    <a:pt x="314778" y="163803"/>
                  </a:lnTo>
                  <a:lnTo>
                    <a:pt x="315474" y="160764"/>
                  </a:lnTo>
                  <a:lnTo>
                    <a:pt x="316171" y="156973"/>
                  </a:lnTo>
                  <a:lnTo>
                    <a:pt x="316867" y="152231"/>
                  </a:lnTo>
                  <a:lnTo>
                    <a:pt x="317563" y="147907"/>
                  </a:lnTo>
                  <a:lnTo>
                    <a:pt x="318259" y="144012"/>
                  </a:lnTo>
                  <a:lnTo>
                    <a:pt x="318955" y="140651"/>
                  </a:lnTo>
                  <a:lnTo>
                    <a:pt x="319651" y="138963"/>
                  </a:lnTo>
                  <a:lnTo>
                    <a:pt x="320348" y="138075"/>
                  </a:lnTo>
                  <a:lnTo>
                    <a:pt x="321044" y="137720"/>
                  </a:lnTo>
                  <a:lnTo>
                    <a:pt x="321740" y="137033"/>
                  </a:lnTo>
                  <a:lnTo>
                    <a:pt x="322436" y="136346"/>
                  </a:lnTo>
                  <a:lnTo>
                    <a:pt x="323132" y="135842"/>
                  </a:lnTo>
                  <a:lnTo>
                    <a:pt x="323829" y="135338"/>
                  </a:lnTo>
                  <a:lnTo>
                    <a:pt x="324525" y="134834"/>
                  </a:lnTo>
                  <a:lnTo>
                    <a:pt x="325221" y="134330"/>
                  </a:lnTo>
                  <a:lnTo>
                    <a:pt x="325917" y="134796"/>
                  </a:lnTo>
                  <a:lnTo>
                    <a:pt x="326613" y="136403"/>
                  </a:lnTo>
                  <a:lnTo>
                    <a:pt x="327309" y="138160"/>
                  </a:lnTo>
                  <a:lnTo>
                    <a:pt x="328006" y="139917"/>
                  </a:lnTo>
                  <a:lnTo>
                    <a:pt x="328702" y="141674"/>
                  </a:lnTo>
                  <a:lnTo>
                    <a:pt x="329398" y="143431"/>
                  </a:lnTo>
                  <a:lnTo>
                    <a:pt x="330094" y="145038"/>
                  </a:lnTo>
                  <a:lnTo>
                    <a:pt x="330790" y="146645"/>
                  </a:lnTo>
                  <a:lnTo>
                    <a:pt x="331486" y="148069"/>
                  </a:lnTo>
                  <a:lnTo>
                    <a:pt x="332183" y="149493"/>
                  </a:lnTo>
                  <a:lnTo>
                    <a:pt x="332879" y="151764"/>
                  </a:lnTo>
                  <a:lnTo>
                    <a:pt x="333575" y="154569"/>
                  </a:lnTo>
                  <a:lnTo>
                    <a:pt x="334271" y="155678"/>
                  </a:lnTo>
                  <a:lnTo>
                    <a:pt x="334967" y="156528"/>
                  </a:lnTo>
                  <a:lnTo>
                    <a:pt x="335664" y="157379"/>
                  </a:lnTo>
                  <a:lnTo>
                    <a:pt x="336360" y="158675"/>
                  </a:lnTo>
                  <a:lnTo>
                    <a:pt x="337056" y="160352"/>
                  </a:lnTo>
                  <a:lnTo>
                    <a:pt x="337752" y="162028"/>
                  </a:lnTo>
                  <a:lnTo>
                    <a:pt x="338448" y="163705"/>
                  </a:lnTo>
                  <a:lnTo>
                    <a:pt x="339144" y="165381"/>
                  </a:lnTo>
                  <a:lnTo>
                    <a:pt x="339841" y="167057"/>
                  </a:lnTo>
                  <a:lnTo>
                    <a:pt x="340537" y="169604"/>
                  </a:lnTo>
                  <a:lnTo>
                    <a:pt x="341233" y="171460"/>
                  </a:lnTo>
                  <a:lnTo>
                    <a:pt x="341929" y="171807"/>
                  </a:lnTo>
                  <a:lnTo>
                    <a:pt x="342625" y="172778"/>
                  </a:lnTo>
                  <a:lnTo>
                    <a:pt x="343321" y="172724"/>
                  </a:lnTo>
                  <a:lnTo>
                    <a:pt x="344018" y="172670"/>
                  </a:lnTo>
                  <a:lnTo>
                    <a:pt x="344714" y="175522"/>
                  </a:lnTo>
                  <a:lnTo>
                    <a:pt x="345410" y="179657"/>
                  </a:lnTo>
                  <a:lnTo>
                    <a:pt x="346106" y="183791"/>
                  </a:lnTo>
                  <a:lnTo>
                    <a:pt x="346802" y="186340"/>
                  </a:lnTo>
                  <a:lnTo>
                    <a:pt x="347499" y="188324"/>
                  </a:lnTo>
                  <a:lnTo>
                    <a:pt x="348195" y="190307"/>
                  </a:lnTo>
                  <a:lnTo>
                    <a:pt x="348891" y="192856"/>
                  </a:lnTo>
                  <a:lnTo>
                    <a:pt x="349587" y="194988"/>
                  </a:lnTo>
                  <a:lnTo>
                    <a:pt x="350283" y="197119"/>
                  </a:lnTo>
                  <a:lnTo>
                    <a:pt x="350979" y="199602"/>
                  </a:lnTo>
                  <a:lnTo>
                    <a:pt x="351676" y="203557"/>
                  </a:lnTo>
                  <a:lnTo>
                    <a:pt x="352372" y="209419"/>
                  </a:lnTo>
                  <a:lnTo>
                    <a:pt x="353068" y="214694"/>
                  </a:lnTo>
                  <a:lnTo>
                    <a:pt x="353764" y="219969"/>
                  </a:lnTo>
                  <a:lnTo>
                    <a:pt x="354460" y="224710"/>
                  </a:lnTo>
                  <a:lnTo>
                    <a:pt x="355156" y="228249"/>
                  </a:lnTo>
                  <a:lnTo>
                    <a:pt x="355853" y="231323"/>
                  </a:lnTo>
                  <a:lnTo>
                    <a:pt x="356549" y="233864"/>
                  </a:lnTo>
                  <a:lnTo>
                    <a:pt x="357245" y="236822"/>
                  </a:lnTo>
                  <a:lnTo>
                    <a:pt x="357941" y="239779"/>
                  </a:lnTo>
                  <a:lnTo>
                    <a:pt x="358637" y="242738"/>
                  </a:lnTo>
                  <a:lnTo>
                    <a:pt x="359333" y="245278"/>
                  </a:lnTo>
                  <a:lnTo>
                    <a:pt x="359714" y="246175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7368814" y="3793906"/>
              <a:ext cx="103702" cy="69275"/>
            </a:xfrm>
            <a:custGeom>
              <a:avLst/>
              <a:pathLst>
                <a:path w="103702" h="69275">
                  <a:moveTo>
                    <a:pt x="0" y="69275"/>
                  </a:moveTo>
                  <a:lnTo>
                    <a:pt x="295" y="68749"/>
                  </a:lnTo>
                  <a:lnTo>
                    <a:pt x="992" y="67510"/>
                  </a:lnTo>
                  <a:lnTo>
                    <a:pt x="1688" y="66272"/>
                  </a:lnTo>
                  <a:lnTo>
                    <a:pt x="2384" y="65034"/>
                  </a:lnTo>
                  <a:lnTo>
                    <a:pt x="3080" y="63609"/>
                  </a:lnTo>
                  <a:lnTo>
                    <a:pt x="3776" y="62587"/>
                  </a:lnTo>
                  <a:lnTo>
                    <a:pt x="4472" y="61564"/>
                  </a:lnTo>
                  <a:lnTo>
                    <a:pt x="5169" y="61093"/>
                  </a:lnTo>
                  <a:lnTo>
                    <a:pt x="5865" y="58062"/>
                  </a:lnTo>
                  <a:lnTo>
                    <a:pt x="6561" y="54142"/>
                  </a:lnTo>
                  <a:lnTo>
                    <a:pt x="7257" y="51916"/>
                  </a:lnTo>
                  <a:lnTo>
                    <a:pt x="7953" y="50378"/>
                  </a:lnTo>
                  <a:lnTo>
                    <a:pt x="8649" y="49257"/>
                  </a:lnTo>
                  <a:lnTo>
                    <a:pt x="9346" y="47691"/>
                  </a:lnTo>
                  <a:lnTo>
                    <a:pt x="10042" y="45560"/>
                  </a:lnTo>
                  <a:lnTo>
                    <a:pt x="10738" y="43010"/>
                  </a:lnTo>
                  <a:lnTo>
                    <a:pt x="11434" y="38885"/>
                  </a:lnTo>
                  <a:lnTo>
                    <a:pt x="12130" y="35086"/>
                  </a:lnTo>
                  <a:lnTo>
                    <a:pt x="12827" y="31286"/>
                  </a:lnTo>
                  <a:lnTo>
                    <a:pt x="13523" y="26801"/>
                  </a:lnTo>
                  <a:lnTo>
                    <a:pt x="14219" y="23008"/>
                  </a:lnTo>
                  <a:lnTo>
                    <a:pt x="14915" y="20724"/>
                  </a:lnTo>
                  <a:lnTo>
                    <a:pt x="15611" y="17097"/>
                  </a:lnTo>
                  <a:lnTo>
                    <a:pt x="16307" y="15714"/>
                  </a:lnTo>
                  <a:lnTo>
                    <a:pt x="17004" y="15097"/>
                  </a:lnTo>
                  <a:lnTo>
                    <a:pt x="17700" y="13617"/>
                  </a:lnTo>
                  <a:lnTo>
                    <a:pt x="18396" y="10800"/>
                  </a:lnTo>
                  <a:lnTo>
                    <a:pt x="19092" y="7983"/>
                  </a:lnTo>
                  <a:lnTo>
                    <a:pt x="19788" y="6384"/>
                  </a:lnTo>
                  <a:lnTo>
                    <a:pt x="20484" y="5352"/>
                  </a:lnTo>
                  <a:lnTo>
                    <a:pt x="21181" y="4906"/>
                  </a:lnTo>
                  <a:lnTo>
                    <a:pt x="21877" y="5576"/>
                  </a:lnTo>
                  <a:lnTo>
                    <a:pt x="22573" y="6518"/>
                  </a:lnTo>
                  <a:lnTo>
                    <a:pt x="23269" y="7460"/>
                  </a:lnTo>
                  <a:lnTo>
                    <a:pt x="23965" y="8968"/>
                  </a:lnTo>
                  <a:lnTo>
                    <a:pt x="24661" y="9754"/>
                  </a:lnTo>
                  <a:lnTo>
                    <a:pt x="25358" y="9168"/>
                  </a:lnTo>
                  <a:lnTo>
                    <a:pt x="26054" y="8634"/>
                  </a:lnTo>
                  <a:lnTo>
                    <a:pt x="26750" y="8634"/>
                  </a:lnTo>
                  <a:lnTo>
                    <a:pt x="27446" y="8101"/>
                  </a:lnTo>
                  <a:lnTo>
                    <a:pt x="28142" y="7567"/>
                  </a:lnTo>
                  <a:lnTo>
                    <a:pt x="28839" y="7034"/>
                  </a:lnTo>
                  <a:lnTo>
                    <a:pt x="29535" y="6083"/>
                  </a:lnTo>
                  <a:lnTo>
                    <a:pt x="30231" y="6083"/>
                  </a:lnTo>
                  <a:lnTo>
                    <a:pt x="30927" y="5236"/>
                  </a:lnTo>
                  <a:lnTo>
                    <a:pt x="31623" y="4390"/>
                  </a:lnTo>
                  <a:lnTo>
                    <a:pt x="32319" y="3960"/>
                  </a:lnTo>
                  <a:lnTo>
                    <a:pt x="33016" y="3960"/>
                  </a:lnTo>
                  <a:lnTo>
                    <a:pt x="33712" y="4513"/>
                  </a:lnTo>
                  <a:lnTo>
                    <a:pt x="34408" y="5065"/>
                  </a:lnTo>
                  <a:lnTo>
                    <a:pt x="35104" y="5833"/>
                  </a:lnTo>
                  <a:lnTo>
                    <a:pt x="35800" y="6601"/>
                  </a:lnTo>
                  <a:lnTo>
                    <a:pt x="36496" y="7839"/>
                  </a:lnTo>
                  <a:lnTo>
                    <a:pt x="37193" y="9078"/>
                  </a:lnTo>
                  <a:lnTo>
                    <a:pt x="37889" y="10745"/>
                  </a:lnTo>
                  <a:lnTo>
                    <a:pt x="38585" y="12169"/>
                  </a:lnTo>
                  <a:lnTo>
                    <a:pt x="39281" y="13193"/>
                  </a:lnTo>
                  <a:lnTo>
                    <a:pt x="39977" y="14645"/>
                  </a:lnTo>
                  <a:lnTo>
                    <a:pt x="40674" y="15115"/>
                  </a:lnTo>
                  <a:lnTo>
                    <a:pt x="41370" y="17299"/>
                  </a:lnTo>
                  <a:lnTo>
                    <a:pt x="42066" y="20269"/>
                  </a:lnTo>
                  <a:lnTo>
                    <a:pt x="42762" y="23240"/>
                  </a:lnTo>
                  <a:lnTo>
                    <a:pt x="43458" y="25780"/>
                  </a:lnTo>
                  <a:lnTo>
                    <a:pt x="44154" y="27903"/>
                  </a:lnTo>
                  <a:lnTo>
                    <a:pt x="44851" y="30027"/>
                  </a:lnTo>
                  <a:lnTo>
                    <a:pt x="45547" y="32150"/>
                  </a:lnTo>
                  <a:lnTo>
                    <a:pt x="46243" y="34261"/>
                  </a:lnTo>
                  <a:lnTo>
                    <a:pt x="46939" y="37478"/>
                  </a:lnTo>
                  <a:lnTo>
                    <a:pt x="47635" y="40369"/>
                  </a:lnTo>
                  <a:lnTo>
                    <a:pt x="48331" y="42925"/>
                  </a:lnTo>
                  <a:lnTo>
                    <a:pt x="49028" y="45815"/>
                  </a:lnTo>
                  <a:lnTo>
                    <a:pt x="49724" y="48372"/>
                  </a:lnTo>
                  <a:lnTo>
                    <a:pt x="50420" y="51262"/>
                  </a:lnTo>
                  <a:lnTo>
                    <a:pt x="51116" y="55157"/>
                  </a:lnTo>
                  <a:lnTo>
                    <a:pt x="51812" y="57617"/>
                  </a:lnTo>
                  <a:lnTo>
                    <a:pt x="52508" y="58840"/>
                  </a:lnTo>
                  <a:lnTo>
                    <a:pt x="53205" y="59530"/>
                  </a:lnTo>
                  <a:lnTo>
                    <a:pt x="53901" y="61224"/>
                  </a:lnTo>
                  <a:lnTo>
                    <a:pt x="54597" y="62918"/>
                  </a:lnTo>
                  <a:lnTo>
                    <a:pt x="55293" y="64079"/>
                  </a:lnTo>
                  <a:lnTo>
                    <a:pt x="55989" y="65669"/>
                  </a:lnTo>
                  <a:lnTo>
                    <a:pt x="56686" y="66672"/>
                  </a:lnTo>
                  <a:lnTo>
                    <a:pt x="57382" y="66411"/>
                  </a:lnTo>
                  <a:lnTo>
                    <a:pt x="58078" y="66411"/>
                  </a:lnTo>
                  <a:lnTo>
                    <a:pt x="58774" y="66411"/>
                  </a:lnTo>
                  <a:lnTo>
                    <a:pt x="59470" y="66411"/>
                  </a:lnTo>
                  <a:lnTo>
                    <a:pt x="60166" y="64108"/>
                  </a:lnTo>
                  <a:lnTo>
                    <a:pt x="60863" y="60651"/>
                  </a:lnTo>
                  <a:lnTo>
                    <a:pt x="61559" y="56443"/>
                  </a:lnTo>
                  <a:lnTo>
                    <a:pt x="62255" y="51702"/>
                  </a:lnTo>
                  <a:lnTo>
                    <a:pt x="62951" y="46960"/>
                  </a:lnTo>
                  <a:lnTo>
                    <a:pt x="63647" y="42219"/>
                  </a:lnTo>
                  <a:lnTo>
                    <a:pt x="64343" y="37478"/>
                  </a:lnTo>
                  <a:lnTo>
                    <a:pt x="65040" y="33153"/>
                  </a:lnTo>
                  <a:lnTo>
                    <a:pt x="65736" y="28412"/>
                  </a:lnTo>
                  <a:lnTo>
                    <a:pt x="66432" y="24517"/>
                  </a:lnTo>
                  <a:lnTo>
                    <a:pt x="67128" y="20622"/>
                  </a:lnTo>
                  <a:lnTo>
                    <a:pt x="67824" y="16728"/>
                  </a:lnTo>
                  <a:lnTo>
                    <a:pt x="68521" y="12887"/>
                  </a:lnTo>
                  <a:lnTo>
                    <a:pt x="69217" y="9045"/>
                  </a:lnTo>
                  <a:lnTo>
                    <a:pt x="69913" y="4774"/>
                  </a:lnTo>
                  <a:lnTo>
                    <a:pt x="70609" y="2470"/>
                  </a:lnTo>
                  <a:lnTo>
                    <a:pt x="71305" y="899"/>
                  </a:lnTo>
                  <a:lnTo>
                    <a:pt x="72001" y="429"/>
                  </a:lnTo>
                  <a:lnTo>
                    <a:pt x="72698" y="429"/>
                  </a:lnTo>
                  <a:lnTo>
                    <a:pt x="73394" y="0"/>
                  </a:lnTo>
                  <a:lnTo>
                    <a:pt x="74090" y="429"/>
                  </a:lnTo>
                  <a:lnTo>
                    <a:pt x="74786" y="858"/>
                  </a:lnTo>
                  <a:lnTo>
                    <a:pt x="75482" y="858"/>
                  </a:lnTo>
                  <a:lnTo>
                    <a:pt x="76178" y="1705"/>
                  </a:lnTo>
                  <a:lnTo>
                    <a:pt x="76875" y="2135"/>
                  </a:lnTo>
                  <a:lnTo>
                    <a:pt x="77571" y="2135"/>
                  </a:lnTo>
                  <a:lnTo>
                    <a:pt x="78267" y="2134"/>
                  </a:lnTo>
                  <a:lnTo>
                    <a:pt x="78963" y="2134"/>
                  </a:lnTo>
                  <a:lnTo>
                    <a:pt x="79659" y="2552"/>
                  </a:lnTo>
                  <a:lnTo>
                    <a:pt x="80356" y="2969"/>
                  </a:lnTo>
                  <a:lnTo>
                    <a:pt x="81052" y="3920"/>
                  </a:lnTo>
                  <a:lnTo>
                    <a:pt x="81748" y="5300"/>
                  </a:lnTo>
                  <a:lnTo>
                    <a:pt x="82444" y="7151"/>
                  </a:lnTo>
                  <a:lnTo>
                    <a:pt x="83140" y="9001"/>
                  </a:lnTo>
                  <a:lnTo>
                    <a:pt x="83836" y="11187"/>
                  </a:lnTo>
                  <a:lnTo>
                    <a:pt x="84533" y="13038"/>
                  </a:lnTo>
                  <a:lnTo>
                    <a:pt x="85229" y="15223"/>
                  </a:lnTo>
                  <a:lnTo>
                    <a:pt x="85925" y="16541"/>
                  </a:lnTo>
                  <a:lnTo>
                    <a:pt x="86621" y="17387"/>
                  </a:lnTo>
                  <a:lnTo>
                    <a:pt x="87317" y="18768"/>
                  </a:lnTo>
                  <a:lnTo>
                    <a:pt x="88013" y="20618"/>
                  </a:lnTo>
                  <a:lnTo>
                    <a:pt x="88710" y="22469"/>
                  </a:lnTo>
                  <a:lnTo>
                    <a:pt x="89406" y="23849"/>
                  </a:lnTo>
                  <a:lnTo>
                    <a:pt x="90102" y="24696"/>
                  </a:lnTo>
                  <a:lnTo>
                    <a:pt x="90798" y="25543"/>
                  </a:lnTo>
                  <a:lnTo>
                    <a:pt x="91494" y="25113"/>
                  </a:lnTo>
                  <a:lnTo>
                    <a:pt x="92190" y="24684"/>
                  </a:lnTo>
                  <a:lnTo>
                    <a:pt x="92887" y="23837"/>
                  </a:lnTo>
                  <a:lnTo>
                    <a:pt x="93583" y="22886"/>
                  </a:lnTo>
                  <a:lnTo>
                    <a:pt x="94279" y="21936"/>
                  </a:lnTo>
                  <a:lnTo>
                    <a:pt x="94975" y="21402"/>
                  </a:lnTo>
                  <a:lnTo>
                    <a:pt x="95671" y="23173"/>
                  </a:lnTo>
                  <a:lnTo>
                    <a:pt x="96368" y="26096"/>
                  </a:lnTo>
                  <a:lnTo>
                    <a:pt x="97064" y="30304"/>
                  </a:lnTo>
                  <a:lnTo>
                    <a:pt x="97760" y="34095"/>
                  </a:lnTo>
                  <a:lnTo>
                    <a:pt x="98456" y="37989"/>
                  </a:lnTo>
                  <a:lnTo>
                    <a:pt x="99152" y="41884"/>
                  </a:lnTo>
                  <a:lnTo>
                    <a:pt x="99848" y="45778"/>
                  </a:lnTo>
                  <a:lnTo>
                    <a:pt x="100545" y="50102"/>
                  </a:lnTo>
                  <a:lnTo>
                    <a:pt x="101241" y="54427"/>
                  </a:lnTo>
                  <a:lnTo>
                    <a:pt x="101937" y="58321"/>
                  </a:lnTo>
                  <a:lnTo>
                    <a:pt x="102633" y="62645"/>
                  </a:lnTo>
                  <a:lnTo>
                    <a:pt x="103329" y="66969"/>
                  </a:lnTo>
                  <a:lnTo>
                    <a:pt x="103702" y="69275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7484549" y="3598972"/>
              <a:ext cx="59161" cy="264208"/>
            </a:xfrm>
            <a:custGeom>
              <a:avLst/>
              <a:pathLst>
                <a:path w="59161" h="264208">
                  <a:moveTo>
                    <a:pt x="0" y="264208"/>
                  </a:moveTo>
                  <a:lnTo>
                    <a:pt x="125" y="263673"/>
                  </a:lnTo>
                  <a:lnTo>
                    <a:pt x="822" y="260182"/>
                  </a:lnTo>
                  <a:lnTo>
                    <a:pt x="1518" y="256691"/>
                  </a:lnTo>
                  <a:lnTo>
                    <a:pt x="2214" y="250999"/>
                  </a:lnTo>
                  <a:lnTo>
                    <a:pt x="2910" y="244877"/>
                  </a:lnTo>
                  <a:lnTo>
                    <a:pt x="3606" y="238285"/>
                  </a:lnTo>
                  <a:lnTo>
                    <a:pt x="4302" y="231693"/>
                  </a:lnTo>
                  <a:lnTo>
                    <a:pt x="4999" y="224795"/>
                  </a:lnTo>
                  <a:lnTo>
                    <a:pt x="5695" y="216637"/>
                  </a:lnTo>
                  <a:lnTo>
                    <a:pt x="6391" y="207371"/>
                  </a:lnTo>
                  <a:lnTo>
                    <a:pt x="7087" y="198001"/>
                  </a:lnTo>
                  <a:lnTo>
                    <a:pt x="7783" y="188631"/>
                  </a:lnTo>
                  <a:lnTo>
                    <a:pt x="8480" y="178953"/>
                  </a:lnTo>
                  <a:lnTo>
                    <a:pt x="9176" y="169038"/>
                  </a:lnTo>
                  <a:lnTo>
                    <a:pt x="9872" y="159048"/>
                  </a:lnTo>
                  <a:lnTo>
                    <a:pt x="10568" y="149591"/>
                  </a:lnTo>
                  <a:lnTo>
                    <a:pt x="11264" y="139824"/>
                  </a:lnTo>
                  <a:lnTo>
                    <a:pt x="11960" y="129780"/>
                  </a:lnTo>
                  <a:lnTo>
                    <a:pt x="12657" y="120800"/>
                  </a:lnTo>
                  <a:lnTo>
                    <a:pt x="13353" y="110914"/>
                  </a:lnTo>
                  <a:lnTo>
                    <a:pt x="14049" y="101027"/>
                  </a:lnTo>
                  <a:lnTo>
                    <a:pt x="14745" y="91169"/>
                  </a:lnTo>
                  <a:lnTo>
                    <a:pt x="15441" y="80442"/>
                  </a:lnTo>
                  <a:lnTo>
                    <a:pt x="16137" y="70626"/>
                  </a:lnTo>
                  <a:lnTo>
                    <a:pt x="16834" y="61756"/>
                  </a:lnTo>
                  <a:lnTo>
                    <a:pt x="17530" y="53304"/>
                  </a:lnTo>
                  <a:lnTo>
                    <a:pt x="18226" y="45281"/>
                  </a:lnTo>
                  <a:lnTo>
                    <a:pt x="18922" y="38103"/>
                  </a:lnTo>
                  <a:lnTo>
                    <a:pt x="19618" y="32709"/>
                  </a:lnTo>
                  <a:lnTo>
                    <a:pt x="20314" y="26977"/>
                  </a:lnTo>
                  <a:lnTo>
                    <a:pt x="21011" y="20712"/>
                  </a:lnTo>
                  <a:lnTo>
                    <a:pt x="21707" y="16411"/>
                  </a:lnTo>
                  <a:lnTo>
                    <a:pt x="22403" y="11669"/>
                  </a:lnTo>
                  <a:lnTo>
                    <a:pt x="23099" y="7868"/>
                  </a:lnTo>
                  <a:lnTo>
                    <a:pt x="23795" y="5757"/>
                  </a:lnTo>
                  <a:lnTo>
                    <a:pt x="24492" y="3646"/>
                  </a:lnTo>
                  <a:lnTo>
                    <a:pt x="25188" y="1576"/>
                  </a:lnTo>
                  <a:lnTo>
                    <a:pt x="25884" y="1370"/>
                  </a:lnTo>
                  <a:lnTo>
                    <a:pt x="26580" y="1705"/>
                  </a:lnTo>
                  <a:lnTo>
                    <a:pt x="27276" y="2040"/>
                  </a:lnTo>
                  <a:lnTo>
                    <a:pt x="27972" y="1705"/>
                  </a:lnTo>
                  <a:lnTo>
                    <a:pt x="28669" y="1234"/>
                  </a:lnTo>
                  <a:lnTo>
                    <a:pt x="29365" y="429"/>
                  </a:lnTo>
                  <a:lnTo>
                    <a:pt x="30061" y="0"/>
                  </a:lnTo>
                  <a:lnTo>
                    <a:pt x="30757" y="429"/>
                  </a:lnTo>
                  <a:lnTo>
                    <a:pt x="31453" y="858"/>
                  </a:lnTo>
                  <a:lnTo>
                    <a:pt x="32149" y="1288"/>
                  </a:lnTo>
                  <a:lnTo>
                    <a:pt x="32846" y="1758"/>
                  </a:lnTo>
                  <a:lnTo>
                    <a:pt x="33542" y="2501"/>
                  </a:lnTo>
                  <a:lnTo>
                    <a:pt x="34238" y="5471"/>
                  </a:lnTo>
                  <a:lnTo>
                    <a:pt x="34934" y="8859"/>
                  </a:lnTo>
                  <a:lnTo>
                    <a:pt x="35630" y="11817"/>
                  </a:lnTo>
                  <a:lnTo>
                    <a:pt x="36327" y="14775"/>
                  </a:lnTo>
                  <a:lnTo>
                    <a:pt x="37023" y="18266"/>
                  </a:lnTo>
                  <a:lnTo>
                    <a:pt x="37719" y="23958"/>
                  </a:lnTo>
                  <a:lnTo>
                    <a:pt x="38415" y="30667"/>
                  </a:lnTo>
                  <a:lnTo>
                    <a:pt x="39111" y="37846"/>
                  </a:lnTo>
                  <a:lnTo>
                    <a:pt x="39807" y="45025"/>
                  </a:lnTo>
                  <a:lnTo>
                    <a:pt x="40504" y="51924"/>
                  </a:lnTo>
                  <a:lnTo>
                    <a:pt x="41200" y="60615"/>
                  </a:lnTo>
                  <a:lnTo>
                    <a:pt x="41896" y="70415"/>
                  </a:lnTo>
                  <a:lnTo>
                    <a:pt x="42592" y="79784"/>
                  </a:lnTo>
                  <a:lnTo>
                    <a:pt x="43288" y="89154"/>
                  </a:lnTo>
                  <a:lnTo>
                    <a:pt x="43984" y="98299"/>
                  </a:lnTo>
                  <a:lnTo>
                    <a:pt x="44681" y="107264"/>
                  </a:lnTo>
                  <a:lnTo>
                    <a:pt x="45377" y="116836"/>
                  </a:lnTo>
                  <a:lnTo>
                    <a:pt x="46073" y="125876"/>
                  </a:lnTo>
                  <a:lnTo>
                    <a:pt x="46769" y="135643"/>
                  </a:lnTo>
                  <a:lnTo>
                    <a:pt x="47465" y="145687"/>
                  </a:lnTo>
                  <a:lnTo>
                    <a:pt x="48161" y="153862"/>
                  </a:lnTo>
                  <a:lnTo>
                    <a:pt x="48858" y="162514"/>
                  </a:lnTo>
                  <a:lnTo>
                    <a:pt x="49554" y="171500"/>
                  </a:lnTo>
                  <a:lnTo>
                    <a:pt x="50250" y="180511"/>
                  </a:lnTo>
                  <a:lnTo>
                    <a:pt x="50946" y="190392"/>
                  </a:lnTo>
                  <a:lnTo>
                    <a:pt x="51642" y="198891"/>
                  </a:lnTo>
                  <a:lnTo>
                    <a:pt x="52339" y="206914"/>
                  </a:lnTo>
                  <a:lnTo>
                    <a:pt x="53035" y="215366"/>
                  </a:lnTo>
                  <a:lnTo>
                    <a:pt x="53731" y="223818"/>
                  </a:lnTo>
                  <a:lnTo>
                    <a:pt x="54427" y="231425"/>
                  </a:lnTo>
                  <a:lnTo>
                    <a:pt x="55123" y="237248"/>
                  </a:lnTo>
                  <a:lnTo>
                    <a:pt x="55819" y="242980"/>
                  </a:lnTo>
                  <a:lnTo>
                    <a:pt x="56516" y="249246"/>
                  </a:lnTo>
                  <a:lnTo>
                    <a:pt x="57212" y="253977"/>
                  </a:lnTo>
                  <a:lnTo>
                    <a:pt x="57908" y="258718"/>
                  </a:lnTo>
                  <a:lnTo>
                    <a:pt x="58604" y="262519"/>
                  </a:lnTo>
                  <a:lnTo>
                    <a:pt x="59161" y="26420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7545241" y="3749833"/>
              <a:ext cx="45474" cy="113348"/>
            </a:xfrm>
            <a:custGeom>
              <a:avLst/>
              <a:pathLst>
                <a:path w="45474" h="113348">
                  <a:moveTo>
                    <a:pt x="0" y="113348"/>
                  </a:moveTo>
                  <a:lnTo>
                    <a:pt x="0" y="113347"/>
                  </a:lnTo>
                  <a:lnTo>
                    <a:pt x="696" y="111818"/>
                  </a:lnTo>
                  <a:lnTo>
                    <a:pt x="1392" y="109747"/>
                  </a:lnTo>
                  <a:lnTo>
                    <a:pt x="2089" y="107677"/>
                  </a:lnTo>
                  <a:lnTo>
                    <a:pt x="2785" y="105472"/>
                  </a:lnTo>
                  <a:lnTo>
                    <a:pt x="3481" y="102596"/>
                  </a:lnTo>
                  <a:lnTo>
                    <a:pt x="4177" y="100055"/>
                  </a:lnTo>
                  <a:lnTo>
                    <a:pt x="4873" y="96018"/>
                  </a:lnTo>
                  <a:lnTo>
                    <a:pt x="5570" y="89824"/>
                  </a:lnTo>
                  <a:lnTo>
                    <a:pt x="6266" y="84182"/>
                  </a:lnTo>
                  <a:lnTo>
                    <a:pt x="6962" y="78540"/>
                  </a:lnTo>
                  <a:lnTo>
                    <a:pt x="7658" y="73328"/>
                  </a:lnTo>
                  <a:lnTo>
                    <a:pt x="8354" y="68116"/>
                  </a:lnTo>
                  <a:lnTo>
                    <a:pt x="9050" y="62475"/>
                  </a:lnTo>
                  <a:lnTo>
                    <a:pt x="9747" y="57817"/>
                  </a:lnTo>
                  <a:lnTo>
                    <a:pt x="10443" y="53625"/>
                  </a:lnTo>
                  <a:lnTo>
                    <a:pt x="11139" y="48999"/>
                  </a:lnTo>
                  <a:lnTo>
                    <a:pt x="11835" y="43654"/>
                  </a:lnTo>
                  <a:lnTo>
                    <a:pt x="12531" y="38310"/>
                  </a:lnTo>
                  <a:lnTo>
                    <a:pt x="13227" y="32378"/>
                  </a:lnTo>
                  <a:lnTo>
                    <a:pt x="13924" y="26632"/>
                  </a:lnTo>
                  <a:lnTo>
                    <a:pt x="14620" y="20886"/>
                  </a:lnTo>
                  <a:lnTo>
                    <a:pt x="15316" y="16448"/>
                  </a:lnTo>
                  <a:lnTo>
                    <a:pt x="16012" y="13830"/>
                  </a:lnTo>
                  <a:lnTo>
                    <a:pt x="16708" y="10843"/>
                  </a:lnTo>
                  <a:lnTo>
                    <a:pt x="17405" y="8038"/>
                  </a:lnTo>
                  <a:lnTo>
                    <a:pt x="18101" y="5420"/>
                  </a:lnTo>
                  <a:lnTo>
                    <a:pt x="18797" y="3334"/>
                  </a:lnTo>
                  <a:lnTo>
                    <a:pt x="19493" y="1882"/>
                  </a:lnTo>
                  <a:lnTo>
                    <a:pt x="20189" y="429"/>
                  </a:lnTo>
                  <a:lnTo>
                    <a:pt x="20885" y="0"/>
                  </a:lnTo>
                  <a:lnTo>
                    <a:pt x="21582" y="0"/>
                  </a:lnTo>
                  <a:lnTo>
                    <a:pt x="22278" y="0"/>
                  </a:lnTo>
                  <a:lnTo>
                    <a:pt x="22974" y="1234"/>
                  </a:lnTo>
                  <a:lnTo>
                    <a:pt x="23670" y="2469"/>
                  </a:lnTo>
                  <a:lnTo>
                    <a:pt x="24366" y="3369"/>
                  </a:lnTo>
                  <a:lnTo>
                    <a:pt x="25062" y="4216"/>
                  </a:lnTo>
                  <a:lnTo>
                    <a:pt x="25759" y="5596"/>
                  </a:lnTo>
                  <a:lnTo>
                    <a:pt x="26455" y="7447"/>
                  </a:lnTo>
                  <a:lnTo>
                    <a:pt x="27151" y="8828"/>
                  </a:lnTo>
                  <a:lnTo>
                    <a:pt x="27847" y="9778"/>
                  </a:lnTo>
                  <a:lnTo>
                    <a:pt x="28543" y="10729"/>
                  </a:lnTo>
                  <a:lnTo>
                    <a:pt x="29239" y="11679"/>
                  </a:lnTo>
                  <a:lnTo>
                    <a:pt x="29936" y="12630"/>
                  </a:lnTo>
                  <a:lnTo>
                    <a:pt x="30632" y="13581"/>
                  </a:lnTo>
                  <a:lnTo>
                    <a:pt x="31328" y="13581"/>
                  </a:lnTo>
                  <a:lnTo>
                    <a:pt x="32024" y="13998"/>
                  </a:lnTo>
                  <a:lnTo>
                    <a:pt x="32720" y="14415"/>
                  </a:lnTo>
                  <a:lnTo>
                    <a:pt x="33417" y="14832"/>
                  </a:lnTo>
                  <a:lnTo>
                    <a:pt x="34113" y="15679"/>
                  </a:lnTo>
                  <a:lnTo>
                    <a:pt x="34809" y="18589"/>
                  </a:lnTo>
                  <a:lnTo>
                    <a:pt x="35505" y="22980"/>
                  </a:lnTo>
                  <a:lnTo>
                    <a:pt x="36201" y="26901"/>
                  </a:lnTo>
                  <a:lnTo>
                    <a:pt x="36897" y="31409"/>
                  </a:lnTo>
                  <a:lnTo>
                    <a:pt x="37594" y="35917"/>
                  </a:lnTo>
                  <a:lnTo>
                    <a:pt x="38290" y="41341"/>
                  </a:lnTo>
                  <a:lnTo>
                    <a:pt x="38986" y="47100"/>
                  </a:lnTo>
                  <a:lnTo>
                    <a:pt x="39682" y="52859"/>
                  </a:lnTo>
                  <a:lnTo>
                    <a:pt x="40378" y="59309"/>
                  </a:lnTo>
                  <a:lnTo>
                    <a:pt x="41074" y="67487"/>
                  </a:lnTo>
                  <a:lnTo>
                    <a:pt x="41771" y="75112"/>
                  </a:lnTo>
                  <a:lnTo>
                    <a:pt x="42467" y="82737"/>
                  </a:lnTo>
                  <a:lnTo>
                    <a:pt x="43163" y="90361"/>
                  </a:lnTo>
                  <a:lnTo>
                    <a:pt x="43859" y="97986"/>
                  </a:lnTo>
                  <a:lnTo>
                    <a:pt x="44555" y="105611"/>
                  </a:lnTo>
                  <a:lnTo>
                    <a:pt x="45252" y="111834"/>
                  </a:lnTo>
                  <a:lnTo>
                    <a:pt x="45474" y="11334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7620333" y="3602827"/>
              <a:ext cx="84333" cy="260353"/>
            </a:xfrm>
            <a:custGeom>
              <a:avLst/>
              <a:pathLst>
                <a:path w="84333" h="260353">
                  <a:moveTo>
                    <a:pt x="0" y="260353"/>
                  </a:moveTo>
                  <a:lnTo>
                    <a:pt x="96" y="259850"/>
                  </a:lnTo>
                  <a:lnTo>
                    <a:pt x="792" y="256414"/>
                  </a:lnTo>
                  <a:lnTo>
                    <a:pt x="1488" y="253531"/>
                  </a:lnTo>
                  <a:lnTo>
                    <a:pt x="2184" y="251118"/>
                  </a:lnTo>
                  <a:lnTo>
                    <a:pt x="2880" y="249134"/>
                  </a:lnTo>
                  <a:lnTo>
                    <a:pt x="3576" y="247568"/>
                  </a:lnTo>
                  <a:lnTo>
                    <a:pt x="4273" y="246002"/>
                  </a:lnTo>
                  <a:lnTo>
                    <a:pt x="4969" y="244970"/>
                  </a:lnTo>
                  <a:lnTo>
                    <a:pt x="5665" y="243937"/>
                  </a:lnTo>
                  <a:lnTo>
                    <a:pt x="6361" y="243937"/>
                  </a:lnTo>
                  <a:lnTo>
                    <a:pt x="7057" y="245058"/>
                  </a:lnTo>
                  <a:lnTo>
                    <a:pt x="7753" y="246178"/>
                  </a:lnTo>
                  <a:lnTo>
                    <a:pt x="8450" y="247299"/>
                  </a:lnTo>
                  <a:lnTo>
                    <a:pt x="9146" y="248836"/>
                  </a:lnTo>
                  <a:lnTo>
                    <a:pt x="9842" y="251249"/>
                  </a:lnTo>
                  <a:lnTo>
                    <a:pt x="10538" y="253217"/>
                  </a:lnTo>
                  <a:lnTo>
                    <a:pt x="11234" y="255184"/>
                  </a:lnTo>
                  <a:lnTo>
                    <a:pt x="11930" y="256564"/>
                  </a:lnTo>
                  <a:lnTo>
                    <a:pt x="12627" y="257945"/>
                  </a:lnTo>
                  <a:lnTo>
                    <a:pt x="13323" y="258792"/>
                  </a:lnTo>
                  <a:lnTo>
                    <a:pt x="14019" y="259221"/>
                  </a:lnTo>
                  <a:lnTo>
                    <a:pt x="14715" y="258792"/>
                  </a:lnTo>
                  <a:lnTo>
                    <a:pt x="15411" y="257944"/>
                  </a:lnTo>
                  <a:lnTo>
                    <a:pt x="16108" y="257515"/>
                  </a:lnTo>
                  <a:lnTo>
                    <a:pt x="16804" y="256615"/>
                  </a:lnTo>
                  <a:lnTo>
                    <a:pt x="17500" y="255162"/>
                  </a:lnTo>
                  <a:lnTo>
                    <a:pt x="18196" y="254139"/>
                  </a:lnTo>
                  <a:lnTo>
                    <a:pt x="18892" y="253587"/>
                  </a:lnTo>
                  <a:lnTo>
                    <a:pt x="19588" y="252819"/>
                  </a:lnTo>
                  <a:lnTo>
                    <a:pt x="20285" y="251682"/>
                  </a:lnTo>
                  <a:lnTo>
                    <a:pt x="20981" y="250546"/>
                  </a:lnTo>
                  <a:lnTo>
                    <a:pt x="21677" y="248938"/>
                  </a:lnTo>
                  <a:lnTo>
                    <a:pt x="22373" y="247802"/>
                  </a:lnTo>
                  <a:lnTo>
                    <a:pt x="23069" y="246195"/>
                  </a:lnTo>
                  <a:lnTo>
                    <a:pt x="23765" y="245058"/>
                  </a:lnTo>
                  <a:lnTo>
                    <a:pt x="24462" y="243634"/>
                  </a:lnTo>
                  <a:lnTo>
                    <a:pt x="25158" y="242866"/>
                  </a:lnTo>
                  <a:lnTo>
                    <a:pt x="25854" y="241913"/>
                  </a:lnTo>
                  <a:lnTo>
                    <a:pt x="26550" y="239767"/>
                  </a:lnTo>
                  <a:lnTo>
                    <a:pt x="27246" y="236273"/>
                  </a:lnTo>
                  <a:lnTo>
                    <a:pt x="27943" y="232778"/>
                  </a:lnTo>
                  <a:lnTo>
                    <a:pt x="28639" y="229284"/>
                  </a:lnTo>
                  <a:lnTo>
                    <a:pt x="29335" y="225790"/>
                  </a:lnTo>
                  <a:lnTo>
                    <a:pt x="30031" y="222481"/>
                  </a:lnTo>
                  <a:lnTo>
                    <a:pt x="30727" y="219388"/>
                  </a:lnTo>
                  <a:lnTo>
                    <a:pt x="31423" y="216295"/>
                  </a:lnTo>
                  <a:lnTo>
                    <a:pt x="32120" y="213201"/>
                  </a:lnTo>
                  <a:lnTo>
                    <a:pt x="32816" y="210108"/>
                  </a:lnTo>
                  <a:lnTo>
                    <a:pt x="33512" y="205252"/>
                  </a:lnTo>
                  <a:lnTo>
                    <a:pt x="34208" y="198352"/>
                  </a:lnTo>
                  <a:lnTo>
                    <a:pt x="34904" y="191884"/>
                  </a:lnTo>
                  <a:lnTo>
                    <a:pt x="35600" y="183362"/>
                  </a:lnTo>
                  <a:lnTo>
                    <a:pt x="36297" y="174542"/>
                  </a:lnTo>
                  <a:lnTo>
                    <a:pt x="36993" y="165928"/>
                  </a:lnTo>
                  <a:lnTo>
                    <a:pt x="37689" y="158222"/>
                  </a:lnTo>
                  <a:lnTo>
                    <a:pt x="38385" y="150087"/>
                  </a:lnTo>
                  <a:lnTo>
                    <a:pt x="39081" y="141752"/>
                  </a:lnTo>
                  <a:lnTo>
                    <a:pt x="39778" y="133752"/>
                  </a:lnTo>
                  <a:lnTo>
                    <a:pt x="40474" y="125219"/>
                  </a:lnTo>
                  <a:lnTo>
                    <a:pt x="41170" y="116685"/>
                  </a:lnTo>
                  <a:lnTo>
                    <a:pt x="41866" y="108152"/>
                  </a:lnTo>
                  <a:lnTo>
                    <a:pt x="42562" y="99031"/>
                  </a:lnTo>
                  <a:lnTo>
                    <a:pt x="43258" y="89911"/>
                  </a:lnTo>
                  <a:lnTo>
                    <a:pt x="43955" y="81067"/>
                  </a:lnTo>
                  <a:lnTo>
                    <a:pt x="44651" y="73888"/>
                  </a:lnTo>
                  <a:lnTo>
                    <a:pt x="45347" y="66264"/>
                  </a:lnTo>
                  <a:lnTo>
                    <a:pt x="46043" y="61168"/>
                  </a:lnTo>
                  <a:lnTo>
                    <a:pt x="46739" y="56189"/>
                  </a:lnTo>
                  <a:lnTo>
                    <a:pt x="47435" y="51798"/>
                  </a:lnTo>
                  <a:lnTo>
                    <a:pt x="48132" y="47072"/>
                  </a:lnTo>
                  <a:lnTo>
                    <a:pt x="48828" y="42879"/>
                  </a:lnTo>
                  <a:lnTo>
                    <a:pt x="49524" y="38886"/>
                  </a:lnTo>
                  <a:lnTo>
                    <a:pt x="50220" y="34513"/>
                  </a:lnTo>
                  <a:lnTo>
                    <a:pt x="50916" y="28748"/>
                  </a:lnTo>
                  <a:lnTo>
                    <a:pt x="51612" y="23537"/>
                  </a:lnTo>
                  <a:lnTo>
                    <a:pt x="52309" y="18795"/>
                  </a:lnTo>
                  <a:lnTo>
                    <a:pt x="53005" y="14606"/>
                  </a:lnTo>
                  <a:lnTo>
                    <a:pt x="53701" y="10082"/>
                  </a:lnTo>
                  <a:lnTo>
                    <a:pt x="54397" y="7295"/>
                  </a:lnTo>
                  <a:lnTo>
                    <a:pt x="55093" y="5188"/>
                  </a:lnTo>
                  <a:lnTo>
                    <a:pt x="55790" y="3231"/>
                  </a:lnTo>
                  <a:lnTo>
                    <a:pt x="56486" y="2297"/>
                  </a:lnTo>
                  <a:lnTo>
                    <a:pt x="57182" y="1364"/>
                  </a:lnTo>
                  <a:lnTo>
                    <a:pt x="57878" y="860"/>
                  </a:lnTo>
                  <a:lnTo>
                    <a:pt x="58574" y="356"/>
                  </a:lnTo>
                  <a:lnTo>
                    <a:pt x="59270" y="269"/>
                  </a:lnTo>
                  <a:lnTo>
                    <a:pt x="59967" y="0"/>
                  </a:lnTo>
                  <a:lnTo>
                    <a:pt x="60663" y="639"/>
                  </a:lnTo>
                  <a:lnTo>
                    <a:pt x="61359" y="3443"/>
                  </a:lnTo>
                  <a:lnTo>
                    <a:pt x="62055" y="6906"/>
                  </a:lnTo>
                  <a:lnTo>
                    <a:pt x="62751" y="12251"/>
                  </a:lnTo>
                  <a:lnTo>
                    <a:pt x="63447" y="17596"/>
                  </a:lnTo>
                  <a:lnTo>
                    <a:pt x="64144" y="22941"/>
                  </a:lnTo>
                  <a:lnTo>
                    <a:pt x="64840" y="28873"/>
                  </a:lnTo>
                  <a:lnTo>
                    <a:pt x="65536" y="34619"/>
                  </a:lnTo>
                  <a:lnTo>
                    <a:pt x="66232" y="40150"/>
                  </a:lnTo>
                  <a:lnTo>
                    <a:pt x="66928" y="45094"/>
                  </a:lnTo>
                  <a:lnTo>
                    <a:pt x="67625" y="50038"/>
                  </a:lnTo>
                  <a:lnTo>
                    <a:pt x="68321" y="54449"/>
                  </a:lnTo>
                  <a:lnTo>
                    <a:pt x="69017" y="59016"/>
                  </a:lnTo>
                  <a:lnTo>
                    <a:pt x="69713" y="62827"/>
                  </a:lnTo>
                  <a:lnTo>
                    <a:pt x="70409" y="66638"/>
                  </a:lnTo>
                  <a:lnTo>
                    <a:pt x="71105" y="72504"/>
                  </a:lnTo>
                  <a:lnTo>
                    <a:pt x="71802" y="77166"/>
                  </a:lnTo>
                  <a:lnTo>
                    <a:pt x="72498" y="80414"/>
                  </a:lnTo>
                  <a:lnTo>
                    <a:pt x="73194" y="81867"/>
                  </a:lnTo>
                  <a:lnTo>
                    <a:pt x="73890" y="84270"/>
                  </a:lnTo>
                  <a:lnTo>
                    <a:pt x="74586" y="85922"/>
                  </a:lnTo>
                  <a:lnTo>
                    <a:pt x="75282" y="86822"/>
                  </a:lnTo>
                  <a:lnTo>
                    <a:pt x="75979" y="87722"/>
                  </a:lnTo>
                  <a:lnTo>
                    <a:pt x="76675" y="88622"/>
                  </a:lnTo>
                  <a:lnTo>
                    <a:pt x="77371" y="89939"/>
                  </a:lnTo>
                  <a:lnTo>
                    <a:pt x="78067" y="91257"/>
                  </a:lnTo>
                  <a:lnTo>
                    <a:pt x="78763" y="92574"/>
                  </a:lnTo>
                  <a:lnTo>
                    <a:pt x="79459" y="94631"/>
                  </a:lnTo>
                  <a:lnTo>
                    <a:pt x="80156" y="97732"/>
                  </a:lnTo>
                  <a:lnTo>
                    <a:pt x="80852" y="100403"/>
                  </a:lnTo>
                  <a:lnTo>
                    <a:pt x="81548" y="100520"/>
                  </a:lnTo>
                  <a:lnTo>
                    <a:pt x="82244" y="102127"/>
                  </a:lnTo>
                  <a:lnTo>
                    <a:pt x="82940" y="104667"/>
                  </a:lnTo>
                  <a:lnTo>
                    <a:pt x="83637" y="107208"/>
                  </a:lnTo>
                  <a:lnTo>
                    <a:pt x="84333" y="109130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188720" y="1986750"/>
              <a:ext cx="0" cy="1747899"/>
            </a:xfrm>
            <a:custGeom>
              <a:avLst/>
              <a:pathLst>
                <a:path w="0" h="1747899">
                  <a:moveTo>
                    <a:pt x="0" y="174789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097280" y="373465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97280" y="344333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097280" y="315201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097280" y="286070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097280" y="256938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097280" y="227806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097280" y="198675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 rot="-5400000">
              <a:off x="790447" y="367701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27" name="tx26"/>
            <p:cNvSpPr/>
            <p:nvPr/>
          </p:nvSpPr>
          <p:spPr>
            <a:xfrm rot="-5400000">
              <a:off x="790447" y="3094383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28" name="tx27"/>
            <p:cNvSpPr/>
            <p:nvPr/>
          </p:nvSpPr>
          <p:spPr>
            <a:xfrm rot="-5400000">
              <a:off x="790447" y="2511750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7.0</a:t>
              </a:r>
            </a:p>
          </p:txBody>
        </p:sp>
        <p:sp>
          <p:nvSpPr>
            <p:cNvPr id="29" name="tx28"/>
            <p:cNvSpPr/>
            <p:nvPr/>
          </p:nvSpPr>
          <p:spPr>
            <a:xfrm rot="-5400000">
              <a:off x="790447" y="192911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8.0</a:t>
              </a:r>
            </a:p>
          </p:txBody>
        </p:sp>
        <p:sp>
          <p:nvSpPr>
            <p:cNvPr id="30" name="pg29"/>
            <p:cNvSpPr/>
            <p:nvPr/>
          </p:nvSpPr>
          <p:spPr>
            <a:xfrm>
              <a:off x="1188720" y="1965959"/>
              <a:ext cx="6766559" cy="1897221"/>
            </a:xfrm>
            <a:custGeom>
              <a:avLst/>
              <a:pathLst>
                <a:path w="6766559" h="1897221">
                  <a:moveTo>
                    <a:pt x="0" y="1897221"/>
                  </a:moveTo>
                  <a:lnTo>
                    <a:pt x="6766559" y="1897221"/>
                  </a:lnTo>
                  <a:lnTo>
                    <a:pt x="676655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30"/>
            <p:cNvSpPr/>
            <p:nvPr/>
          </p:nvSpPr>
          <p:spPr>
            <a:xfrm>
              <a:off x="3914417" y="1667663"/>
              <a:ext cx="1315164" cy="1820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EB5_epi_cnt_n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92897" y="4410636"/>
              <a:ext cx="758204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prof$start</a:t>
              </a:r>
            </a:p>
          </p:txBody>
        </p:sp>
        <p:sp>
          <p:nvSpPr>
            <p:cNvPr id="33" name="pg32"/>
            <p:cNvSpPr/>
            <p:nvPr/>
          </p:nvSpPr>
          <p:spPr>
            <a:xfrm>
              <a:off x="1439333" y="2036227"/>
              <a:ext cx="6265333" cy="1826954"/>
            </a:xfrm>
            <a:custGeom>
              <a:avLst/>
              <a:pathLst>
                <a:path w="6265333" h="1826954">
                  <a:moveTo>
                    <a:pt x="0" y="1099749"/>
                  </a:moveTo>
                  <a:lnTo>
                    <a:pt x="452" y="1091500"/>
                  </a:lnTo>
                  <a:lnTo>
                    <a:pt x="1148" y="1084937"/>
                  </a:lnTo>
                  <a:lnTo>
                    <a:pt x="1844" y="1076219"/>
                  </a:lnTo>
                  <a:lnTo>
                    <a:pt x="2541" y="1069808"/>
                  </a:lnTo>
                  <a:lnTo>
                    <a:pt x="3237" y="1063003"/>
                  </a:lnTo>
                  <a:lnTo>
                    <a:pt x="3933" y="1054729"/>
                  </a:lnTo>
                  <a:lnTo>
                    <a:pt x="4629" y="1047798"/>
                  </a:lnTo>
                  <a:lnTo>
                    <a:pt x="5325" y="1040708"/>
                  </a:lnTo>
                  <a:lnTo>
                    <a:pt x="6021" y="1035212"/>
                  </a:lnTo>
                  <a:lnTo>
                    <a:pt x="6718" y="1029140"/>
                  </a:lnTo>
                  <a:lnTo>
                    <a:pt x="7414" y="1024465"/>
                  </a:lnTo>
                  <a:lnTo>
                    <a:pt x="8110" y="1019382"/>
                  </a:lnTo>
                  <a:lnTo>
                    <a:pt x="8806" y="1013973"/>
                  </a:lnTo>
                  <a:lnTo>
                    <a:pt x="9502" y="1007830"/>
                  </a:lnTo>
                  <a:lnTo>
                    <a:pt x="10198" y="1001881"/>
                  </a:lnTo>
                  <a:lnTo>
                    <a:pt x="10895" y="995188"/>
                  </a:lnTo>
                  <a:lnTo>
                    <a:pt x="11591" y="988946"/>
                  </a:lnTo>
                  <a:lnTo>
                    <a:pt x="12287" y="984498"/>
                  </a:lnTo>
                  <a:lnTo>
                    <a:pt x="12983" y="980474"/>
                  </a:lnTo>
                  <a:lnTo>
                    <a:pt x="13679" y="976668"/>
                  </a:lnTo>
                  <a:lnTo>
                    <a:pt x="14376" y="973744"/>
                  </a:lnTo>
                  <a:lnTo>
                    <a:pt x="15072" y="972308"/>
                  </a:lnTo>
                  <a:lnTo>
                    <a:pt x="15768" y="970219"/>
                  </a:lnTo>
                  <a:lnTo>
                    <a:pt x="16464" y="968188"/>
                  </a:lnTo>
                  <a:lnTo>
                    <a:pt x="17160" y="966305"/>
                  </a:lnTo>
                  <a:lnTo>
                    <a:pt x="17856" y="964544"/>
                  </a:lnTo>
                  <a:lnTo>
                    <a:pt x="18553" y="961755"/>
                  </a:lnTo>
                  <a:lnTo>
                    <a:pt x="19249" y="959225"/>
                  </a:lnTo>
                  <a:lnTo>
                    <a:pt x="19945" y="954569"/>
                  </a:lnTo>
                  <a:lnTo>
                    <a:pt x="20641" y="949756"/>
                  </a:lnTo>
                  <a:lnTo>
                    <a:pt x="21337" y="945690"/>
                  </a:lnTo>
                  <a:lnTo>
                    <a:pt x="22033" y="940741"/>
                  </a:lnTo>
                  <a:lnTo>
                    <a:pt x="22730" y="935160"/>
                  </a:lnTo>
                  <a:lnTo>
                    <a:pt x="23426" y="928204"/>
                  </a:lnTo>
                  <a:lnTo>
                    <a:pt x="24122" y="922049"/>
                  </a:lnTo>
                  <a:lnTo>
                    <a:pt x="24818" y="912595"/>
                  </a:lnTo>
                  <a:lnTo>
                    <a:pt x="25514" y="901378"/>
                  </a:lnTo>
                  <a:lnTo>
                    <a:pt x="26210" y="888809"/>
                  </a:lnTo>
                  <a:lnTo>
                    <a:pt x="26907" y="873995"/>
                  </a:lnTo>
                  <a:lnTo>
                    <a:pt x="27603" y="856874"/>
                  </a:lnTo>
                  <a:lnTo>
                    <a:pt x="28299" y="838254"/>
                  </a:lnTo>
                  <a:lnTo>
                    <a:pt x="28995" y="818607"/>
                  </a:lnTo>
                  <a:lnTo>
                    <a:pt x="29691" y="799048"/>
                  </a:lnTo>
                  <a:lnTo>
                    <a:pt x="30388" y="780893"/>
                  </a:lnTo>
                  <a:lnTo>
                    <a:pt x="31084" y="765918"/>
                  </a:lnTo>
                  <a:lnTo>
                    <a:pt x="31780" y="750102"/>
                  </a:lnTo>
                  <a:lnTo>
                    <a:pt x="32476" y="733426"/>
                  </a:lnTo>
                  <a:lnTo>
                    <a:pt x="33172" y="716796"/>
                  </a:lnTo>
                  <a:lnTo>
                    <a:pt x="33868" y="700738"/>
                  </a:lnTo>
                  <a:lnTo>
                    <a:pt x="34565" y="685102"/>
                  </a:lnTo>
                  <a:lnTo>
                    <a:pt x="35261" y="671620"/>
                  </a:lnTo>
                  <a:lnTo>
                    <a:pt x="35957" y="659980"/>
                  </a:lnTo>
                  <a:lnTo>
                    <a:pt x="36653" y="649274"/>
                  </a:lnTo>
                  <a:lnTo>
                    <a:pt x="37349" y="640306"/>
                  </a:lnTo>
                  <a:lnTo>
                    <a:pt x="38045" y="628415"/>
                  </a:lnTo>
                  <a:lnTo>
                    <a:pt x="38742" y="616830"/>
                  </a:lnTo>
                  <a:lnTo>
                    <a:pt x="39438" y="606779"/>
                  </a:lnTo>
                  <a:lnTo>
                    <a:pt x="40134" y="596313"/>
                  </a:lnTo>
                  <a:lnTo>
                    <a:pt x="40830" y="586295"/>
                  </a:lnTo>
                  <a:lnTo>
                    <a:pt x="41526" y="575166"/>
                  </a:lnTo>
                  <a:lnTo>
                    <a:pt x="42223" y="564897"/>
                  </a:lnTo>
                  <a:lnTo>
                    <a:pt x="42919" y="553331"/>
                  </a:lnTo>
                  <a:lnTo>
                    <a:pt x="43615" y="542201"/>
                  </a:lnTo>
                  <a:lnTo>
                    <a:pt x="44311" y="529938"/>
                  </a:lnTo>
                  <a:lnTo>
                    <a:pt x="45007" y="516515"/>
                  </a:lnTo>
                  <a:lnTo>
                    <a:pt x="45703" y="502973"/>
                  </a:lnTo>
                  <a:lnTo>
                    <a:pt x="46400" y="490740"/>
                  </a:lnTo>
                  <a:lnTo>
                    <a:pt x="47096" y="477264"/>
                  </a:lnTo>
                  <a:lnTo>
                    <a:pt x="47792" y="462775"/>
                  </a:lnTo>
                  <a:lnTo>
                    <a:pt x="48488" y="448516"/>
                  </a:lnTo>
                  <a:lnTo>
                    <a:pt x="49184" y="433186"/>
                  </a:lnTo>
                  <a:lnTo>
                    <a:pt x="49880" y="417284"/>
                  </a:lnTo>
                  <a:lnTo>
                    <a:pt x="50577" y="400577"/>
                  </a:lnTo>
                  <a:lnTo>
                    <a:pt x="51273" y="383805"/>
                  </a:lnTo>
                  <a:lnTo>
                    <a:pt x="51969" y="367267"/>
                  </a:lnTo>
                  <a:lnTo>
                    <a:pt x="52665" y="351507"/>
                  </a:lnTo>
                  <a:lnTo>
                    <a:pt x="53361" y="336245"/>
                  </a:lnTo>
                  <a:lnTo>
                    <a:pt x="54058" y="321639"/>
                  </a:lnTo>
                  <a:lnTo>
                    <a:pt x="54754" y="308468"/>
                  </a:lnTo>
                  <a:lnTo>
                    <a:pt x="55450" y="297711"/>
                  </a:lnTo>
                  <a:lnTo>
                    <a:pt x="56146" y="287059"/>
                  </a:lnTo>
                  <a:lnTo>
                    <a:pt x="56842" y="274587"/>
                  </a:lnTo>
                  <a:lnTo>
                    <a:pt x="57538" y="263368"/>
                  </a:lnTo>
                  <a:lnTo>
                    <a:pt x="58235" y="251622"/>
                  </a:lnTo>
                  <a:lnTo>
                    <a:pt x="58931" y="241503"/>
                  </a:lnTo>
                  <a:lnTo>
                    <a:pt x="59627" y="231293"/>
                  </a:lnTo>
                  <a:lnTo>
                    <a:pt x="60323" y="222865"/>
                  </a:lnTo>
                  <a:lnTo>
                    <a:pt x="61019" y="214519"/>
                  </a:lnTo>
                  <a:lnTo>
                    <a:pt x="61715" y="207009"/>
                  </a:lnTo>
                  <a:lnTo>
                    <a:pt x="62412" y="201607"/>
                  </a:lnTo>
                  <a:lnTo>
                    <a:pt x="63108" y="198239"/>
                  </a:lnTo>
                  <a:lnTo>
                    <a:pt x="63804" y="194932"/>
                  </a:lnTo>
                  <a:lnTo>
                    <a:pt x="64500" y="191091"/>
                  </a:lnTo>
                  <a:lnTo>
                    <a:pt x="65196" y="188078"/>
                  </a:lnTo>
                  <a:lnTo>
                    <a:pt x="65892" y="184670"/>
                  </a:lnTo>
                  <a:lnTo>
                    <a:pt x="66589" y="180130"/>
                  </a:lnTo>
                  <a:lnTo>
                    <a:pt x="67285" y="178076"/>
                  </a:lnTo>
                  <a:lnTo>
                    <a:pt x="67981" y="177674"/>
                  </a:lnTo>
                  <a:lnTo>
                    <a:pt x="68677" y="177624"/>
                  </a:lnTo>
                  <a:lnTo>
                    <a:pt x="69373" y="175317"/>
                  </a:lnTo>
                  <a:lnTo>
                    <a:pt x="70070" y="171931"/>
                  </a:lnTo>
                  <a:lnTo>
                    <a:pt x="70766" y="168870"/>
                  </a:lnTo>
                  <a:lnTo>
                    <a:pt x="71462" y="164842"/>
                  </a:lnTo>
                  <a:lnTo>
                    <a:pt x="72158" y="160278"/>
                  </a:lnTo>
                  <a:lnTo>
                    <a:pt x="72854" y="155999"/>
                  </a:lnTo>
                  <a:lnTo>
                    <a:pt x="73550" y="152431"/>
                  </a:lnTo>
                  <a:lnTo>
                    <a:pt x="74247" y="150769"/>
                  </a:lnTo>
                  <a:lnTo>
                    <a:pt x="74943" y="150203"/>
                  </a:lnTo>
                  <a:lnTo>
                    <a:pt x="75639" y="150012"/>
                  </a:lnTo>
                  <a:lnTo>
                    <a:pt x="76335" y="150845"/>
                  </a:lnTo>
                  <a:lnTo>
                    <a:pt x="77031" y="152751"/>
                  </a:lnTo>
                  <a:lnTo>
                    <a:pt x="77727" y="154468"/>
                  </a:lnTo>
                  <a:lnTo>
                    <a:pt x="78424" y="157611"/>
                  </a:lnTo>
                  <a:lnTo>
                    <a:pt x="79120" y="160939"/>
                  </a:lnTo>
                  <a:lnTo>
                    <a:pt x="79816" y="168164"/>
                  </a:lnTo>
                  <a:lnTo>
                    <a:pt x="80512" y="179152"/>
                  </a:lnTo>
                  <a:lnTo>
                    <a:pt x="81208" y="191542"/>
                  </a:lnTo>
                  <a:lnTo>
                    <a:pt x="81905" y="204603"/>
                  </a:lnTo>
                  <a:lnTo>
                    <a:pt x="82601" y="219252"/>
                  </a:lnTo>
                  <a:lnTo>
                    <a:pt x="83297" y="235141"/>
                  </a:lnTo>
                  <a:lnTo>
                    <a:pt x="83993" y="250841"/>
                  </a:lnTo>
                  <a:lnTo>
                    <a:pt x="84689" y="265260"/>
                  </a:lnTo>
                  <a:lnTo>
                    <a:pt x="85385" y="279901"/>
                  </a:lnTo>
                  <a:lnTo>
                    <a:pt x="86082" y="293271"/>
                  </a:lnTo>
                  <a:lnTo>
                    <a:pt x="86778" y="305753"/>
                  </a:lnTo>
                  <a:lnTo>
                    <a:pt x="87474" y="319242"/>
                  </a:lnTo>
                  <a:lnTo>
                    <a:pt x="88170" y="333173"/>
                  </a:lnTo>
                  <a:lnTo>
                    <a:pt x="88866" y="346097"/>
                  </a:lnTo>
                  <a:lnTo>
                    <a:pt x="89562" y="360867"/>
                  </a:lnTo>
                  <a:lnTo>
                    <a:pt x="90259" y="374391"/>
                  </a:lnTo>
                  <a:lnTo>
                    <a:pt x="90955" y="386828"/>
                  </a:lnTo>
                  <a:lnTo>
                    <a:pt x="91651" y="399025"/>
                  </a:lnTo>
                  <a:lnTo>
                    <a:pt x="92347" y="411087"/>
                  </a:lnTo>
                  <a:lnTo>
                    <a:pt x="93043" y="421960"/>
                  </a:lnTo>
                  <a:lnTo>
                    <a:pt x="93739" y="432726"/>
                  </a:lnTo>
                  <a:lnTo>
                    <a:pt x="94436" y="443758"/>
                  </a:lnTo>
                  <a:lnTo>
                    <a:pt x="95132" y="456183"/>
                  </a:lnTo>
                  <a:lnTo>
                    <a:pt x="95828" y="469788"/>
                  </a:lnTo>
                  <a:lnTo>
                    <a:pt x="96524" y="484577"/>
                  </a:lnTo>
                  <a:lnTo>
                    <a:pt x="97220" y="500590"/>
                  </a:lnTo>
                  <a:lnTo>
                    <a:pt x="97917" y="515917"/>
                  </a:lnTo>
                  <a:lnTo>
                    <a:pt x="98613" y="529951"/>
                  </a:lnTo>
                  <a:lnTo>
                    <a:pt x="99309" y="544649"/>
                  </a:lnTo>
                  <a:lnTo>
                    <a:pt x="100005" y="560839"/>
                  </a:lnTo>
                  <a:lnTo>
                    <a:pt x="100701" y="577877"/>
                  </a:lnTo>
                  <a:lnTo>
                    <a:pt x="101397" y="595935"/>
                  </a:lnTo>
                  <a:lnTo>
                    <a:pt x="102094" y="616391"/>
                  </a:lnTo>
                  <a:lnTo>
                    <a:pt x="102790" y="637746"/>
                  </a:lnTo>
                  <a:lnTo>
                    <a:pt x="103486" y="658916"/>
                  </a:lnTo>
                  <a:lnTo>
                    <a:pt x="104182" y="680338"/>
                  </a:lnTo>
                  <a:lnTo>
                    <a:pt x="104878" y="703968"/>
                  </a:lnTo>
                  <a:lnTo>
                    <a:pt x="105574" y="728238"/>
                  </a:lnTo>
                  <a:lnTo>
                    <a:pt x="106271" y="753698"/>
                  </a:lnTo>
                  <a:lnTo>
                    <a:pt x="106967" y="780806"/>
                  </a:lnTo>
                  <a:lnTo>
                    <a:pt x="107663" y="806849"/>
                  </a:lnTo>
                  <a:lnTo>
                    <a:pt x="108359" y="832823"/>
                  </a:lnTo>
                  <a:lnTo>
                    <a:pt x="109055" y="859119"/>
                  </a:lnTo>
                  <a:lnTo>
                    <a:pt x="109752" y="884372"/>
                  </a:lnTo>
                  <a:lnTo>
                    <a:pt x="110448" y="909743"/>
                  </a:lnTo>
                  <a:lnTo>
                    <a:pt x="111144" y="934875"/>
                  </a:lnTo>
                  <a:lnTo>
                    <a:pt x="111840" y="958949"/>
                  </a:lnTo>
                  <a:lnTo>
                    <a:pt x="112536" y="982449"/>
                  </a:lnTo>
                  <a:lnTo>
                    <a:pt x="113232" y="1007404"/>
                  </a:lnTo>
                  <a:lnTo>
                    <a:pt x="113929" y="1033024"/>
                  </a:lnTo>
                  <a:lnTo>
                    <a:pt x="114625" y="1059072"/>
                  </a:lnTo>
                  <a:lnTo>
                    <a:pt x="115321" y="1082189"/>
                  </a:lnTo>
                  <a:lnTo>
                    <a:pt x="116017" y="1103508"/>
                  </a:lnTo>
                  <a:lnTo>
                    <a:pt x="116713" y="1124532"/>
                  </a:lnTo>
                  <a:lnTo>
                    <a:pt x="117409" y="1144451"/>
                  </a:lnTo>
                  <a:lnTo>
                    <a:pt x="118106" y="1164309"/>
                  </a:lnTo>
                  <a:lnTo>
                    <a:pt x="118802" y="1183763"/>
                  </a:lnTo>
                  <a:lnTo>
                    <a:pt x="119498" y="1203362"/>
                  </a:lnTo>
                  <a:lnTo>
                    <a:pt x="120194" y="1224965"/>
                  </a:lnTo>
                  <a:lnTo>
                    <a:pt x="120890" y="1246579"/>
                  </a:lnTo>
                  <a:lnTo>
                    <a:pt x="121587" y="1269638"/>
                  </a:lnTo>
                  <a:lnTo>
                    <a:pt x="122283" y="1293733"/>
                  </a:lnTo>
                  <a:lnTo>
                    <a:pt x="122979" y="1316980"/>
                  </a:lnTo>
                  <a:lnTo>
                    <a:pt x="123675" y="1339762"/>
                  </a:lnTo>
                  <a:lnTo>
                    <a:pt x="124371" y="1362614"/>
                  </a:lnTo>
                  <a:lnTo>
                    <a:pt x="125067" y="1383514"/>
                  </a:lnTo>
                  <a:lnTo>
                    <a:pt x="125764" y="1404603"/>
                  </a:lnTo>
                  <a:lnTo>
                    <a:pt x="126460" y="1425494"/>
                  </a:lnTo>
                  <a:lnTo>
                    <a:pt x="127156" y="1446536"/>
                  </a:lnTo>
                  <a:lnTo>
                    <a:pt x="127852" y="1469002"/>
                  </a:lnTo>
                  <a:lnTo>
                    <a:pt x="128548" y="1491971"/>
                  </a:lnTo>
                  <a:lnTo>
                    <a:pt x="129244" y="1514725"/>
                  </a:lnTo>
                  <a:lnTo>
                    <a:pt x="129941" y="1536272"/>
                  </a:lnTo>
                  <a:lnTo>
                    <a:pt x="130637" y="1555689"/>
                  </a:lnTo>
                  <a:lnTo>
                    <a:pt x="131333" y="1573495"/>
                  </a:lnTo>
                  <a:lnTo>
                    <a:pt x="132029" y="1589881"/>
                  </a:lnTo>
                  <a:lnTo>
                    <a:pt x="132725" y="1604691"/>
                  </a:lnTo>
                  <a:lnTo>
                    <a:pt x="133421" y="1619793"/>
                  </a:lnTo>
                  <a:lnTo>
                    <a:pt x="134118" y="1634785"/>
                  </a:lnTo>
                  <a:lnTo>
                    <a:pt x="134814" y="1648393"/>
                  </a:lnTo>
                  <a:lnTo>
                    <a:pt x="135510" y="1661136"/>
                  </a:lnTo>
                  <a:lnTo>
                    <a:pt x="136206" y="1672560"/>
                  </a:lnTo>
                  <a:lnTo>
                    <a:pt x="136902" y="1683985"/>
                  </a:lnTo>
                  <a:lnTo>
                    <a:pt x="137599" y="1693864"/>
                  </a:lnTo>
                  <a:lnTo>
                    <a:pt x="138295" y="1699632"/>
                  </a:lnTo>
                  <a:lnTo>
                    <a:pt x="138991" y="1703774"/>
                  </a:lnTo>
                  <a:lnTo>
                    <a:pt x="139687" y="1708131"/>
                  </a:lnTo>
                  <a:lnTo>
                    <a:pt x="140383" y="1709483"/>
                  </a:lnTo>
                  <a:lnTo>
                    <a:pt x="141079" y="1708180"/>
                  </a:lnTo>
                  <a:lnTo>
                    <a:pt x="141776" y="1704198"/>
                  </a:lnTo>
                  <a:lnTo>
                    <a:pt x="142472" y="1698753"/>
                  </a:lnTo>
                  <a:lnTo>
                    <a:pt x="143168" y="1693089"/>
                  </a:lnTo>
                  <a:lnTo>
                    <a:pt x="143864" y="1686995"/>
                  </a:lnTo>
                  <a:lnTo>
                    <a:pt x="144560" y="1680901"/>
                  </a:lnTo>
                  <a:lnTo>
                    <a:pt x="145256" y="1674807"/>
                  </a:lnTo>
                  <a:lnTo>
                    <a:pt x="145953" y="1666271"/>
                  </a:lnTo>
                  <a:lnTo>
                    <a:pt x="146649" y="1656068"/>
                  </a:lnTo>
                  <a:lnTo>
                    <a:pt x="147345" y="1644562"/>
                  </a:lnTo>
                  <a:lnTo>
                    <a:pt x="148041" y="1631791"/>
                  </a:lnTo>
                  <a:lnTo>
                    <a:pt x="148737" y="1618907"/>
                  </a:lnTo>
                  <a:lnTo>
                    <a:pt x="149434" y="1603203"/>
                  </a:lnTo>
                  <a:lnTo>
                    <a:pt x="150130" y="1587642"/>
                  </a:lnTo>
                  <a:lnTo>
                    <a:pt x="150826" y="1573341"/>
                  </a:lnTo>
                  <a:lnTo>
                    <a:pt x="151522" y="1560826"/>
                  </a:lnTo>
                  <a:lnTo>
                    <a:pt x="152218" y="1548878"/>
                  </a:lnTo>
                  <a:lnTo>
                    <a:pt x="152914" y="1536714"/>
                  </a:lnTo>
                  <a:lnTo>
                    <a:pt x="153611" y="1525236"/>
                  </a:lnTo>
                  <a:lnTo>
                    <a:pt x="154307" y="1513200"/>
                  </a:lnTo>
                  <a:lnTo>
                    <a:pt x="155003" y="1499933"/>
                  </a:lnTo>
                  <a:lnTo>
                    <a:pt x="155699" y="1485404"/>
                  </a:lnTo>
                  <a:lnTo>
                    <a:pt x="156395" y="1472469"/>
                  </a:lnTo>
                  <a:lnTo>
                    <a:pt x="157091" y="1460721"/>
                  </a:lnTo>
                  <a:lnTo>
                    <a:pt x="157788" y="1449602"/>
                  </a:lnTo>
                  <a:lnTo>
                    <a:pt x="158484" y="1441328"/>
                  </a:lnTo>
                  <a:lnTo>
                    <a:pt x="159180" y="1432368"/>
                  </a:lnTo>
                  <a:lnTo>
                    <a:pt x="159876" y="1426029"/>
                  </a:lnTo>
                  <a:lnTo>
                    <a:pt x="160572" y="1420600"/>
                  </a:lnTo>
                  <a:lnTo>
                    <a:pt x="161268" y="1414954"/>
                  </a:lnTo>
                  <a:lnTo>
                    <a:pt x="161965" y="1407682"/>
                  </a:lnTo>
                  <a:lnTo>
                    <a:pt x="162661" y="1399877"/>
                  </a:lnTo>
                  <a:lnTo>
                    <a:pt x="163357" y="1392290"/>
                  </a:lnTo>
                  <a:lnTo>
                    <a:pt x="164053" y="1382046"/>
                  </a:lnTo>
                  <a:lnTo>
                    <a:pt x="164749" y="1370783"/>
                  </a:lnTo>
                  <a:lnTo>
                    <a:pt x="165446" y="1361158"/>
                  </a:lnTo>
                  <a:lnTo>
                    <a:pt x="166142" y="1352810"/>
                  </a:lnTo>
                  <a:lnTo>
                    <a:pt x="166838" y="1343438"/>
                  </a:lnTo>
                  <a:lnTo>
                    <a:pt x="167534" y="1334325"/>
                  </a:lnTo>
                  <a:lnTo>
                    <a:pt x="168230" y="1326860"/>
                  </a:lnTo>
                  <a:lnTo>
                    <a:pt x="168926" y="1318092"/>
                  </a:lnTo>
                  <a:lnTo>
                    <a:pt x="169623" y="1309124"/>
                  </a:lnTo>
                  <a:lnTo>
                    <a:pt x="170319" y="1300587"/>
                  </a:lnTo>
                  <a:lnTo>
                    <a:pt x="171015" y="1291878"/>
                  </a:lnTo>
                  <a:lnTo>
                    <a:pt x="171711" y="1282725"/>
                  </a:lnTo>
                  <a:lnTo>
                    <a:pt x="172407" y="1274489"/>
                  </a:lnTo>
                  <a:lnTo>
                    <a:pt x="173103" y="1267303"/>
                  </a:lnTo>
                  <a:lnTo>
                    <a:pt x="173800" y="1261488"/>
                  </a:lnTo>
                  <a:lnTo>
                    <a:pt x="174496" y="1255782"/>
                  </a:lnTo>
                  <a:lnTo>
                    <a:pt x="175192" y="1250736"/>
                  </a:lnTo>
                  <a:lnTo>
                    <a:pt x="175888" y="1248398"/>
                  </a:lnTo>
                  <a:lnTo>
                    <a:pt x="176584" y="1248939"/>
                  </a:lnTo>
                  <a:lnTo>
                    <a:pt x="177281" y="1250586"/>
                  </a:lnTo>
                  <a:lnTo>
                    <a:pt x="177977" y="1250937"/>
                  </a:lnTo>
                  <a:lnTo>
                    <a:pt x="178673" y="1248929"/>
                  </a:lnTo>
                  <a:lnTo>
                    <a:pt x="179369" y="1244498"/>
                  </a:lnTo>
                  <a:lnTo>
                    <a:pt x="180065" y="1239163"/>
                  </a:lnTo>
                  <a:lnTo>
                    <a:pt x="180761" y="1233126"/>
                  </a:lnTo>
                  <a:lnTo>
                    <a:pt x="181458" y="1230044"/>
                  </a:lnTo>
                  <a:lnTo>
                    <a:pt x="182154" y="1229059"/>
                  </a:lnTo>
                  <a:lnTo>
                    <a:pt x="182850" y="1228738"/>
                  </a:lnTo>
                  <a:lnTo>
                    <a:pt x="183546" y="1228545"/>
                  </a:lnTo>
                  <a:lnTo>
                    <a:pt x="184242" y="1226119"/>
                  </a:lnTo>
                  <a:lnTo>
                    <a:pt x="184938" y="1223930"/>
                  </a:lnTo>
                  <a:lnTo>
                    <a:pt x="185635" y="1221347"/>
                  </a:lnTo>
                  <a:lnTo>
                    <a:pt x="186331" y="1217646"/>
                  </a:lnTo>
                  <a:lnTo>
                    <a:pt x="187027" y="1212964"/>
                  </a:lnTo>
                  <a:lnTo>
                    <a:pt x="187723" y="1207715"/>
                  </a:lnTo>
                  <a:lnTo>
                    <a:pt x="188419" y="1202511"/>
                  </a:lnTo>
                  <a:lnTo>
                    <a:pt x="189115" y="1196817"/>
                  </a:lnTo>
                  <a:lnTo>
                    <a:pt x="189812" y="1192404"/>
                  </a:lnTo>
                  <a:lnTo>
                    <a:pt x="190508" y="1187308"/>
                  </a:lnTo>
                  <a:lnTo>
                    <a:pt x="191204" y="1184159"/>
                  </a:lnTo>
                  <a:lnTo>
                    <a:pt x="191900" y="1178732"/>
                  </a:lnTo>
                  <a:lnTo>
                    <a:pt x="192596" y="1172117"/>
                  </a:lnTo>
                  <a:lnTo>
                    <a:pt x="193293" y="1165018"/>
                  </a:lnTo>
                  <a:lnTo>
                    <a:pt x="193989" y="1156745"/>
                  </a:lnTo>
                  <a:lnTo>
                    <a:pt x="194685" y="1149968"/>
                  </a:lnTo>
                  <a:lnTo>
                    <a:pt x="195381" y="1143741"/>
                  </a:lnTo>
                  <a:lnTo>
                    <a:pt x="196077" y="1136440"/>
                  </a:lnTo>
                  <a:lnTo>
                    <a:pt x="196773" y="1130298"/>
                  </a:lnTo>
                  <a:lnTo>
                    <a:pt x="197470" y="1124559"/>
                  </a:lnTo>
                  <a:lnTo>
                    <a:pt x="198166" y="1119294"/>
                  </a:lnTo>
                  <a:lnTo>
                    <a:pt x="198862" y="1112393"/>
                  </a:lnTo>
                  <a:lnTo>
                    <a:pt x="199558" y="1109381"/>
                  </a:lnTo>
                  <a:lnTo>
                    <a:pt x="200254" y="1109001"/>
                  </a:lnTo>
                  <a:lnTo>
                    <a:pt x="200950" y="1109474"/>
                  </a:lnTo>
                  <a:lnTo>
                    <a:pt x="201647" y="1109070"/>
                  </a:lnTo>
                  <a:lnTo>
                    <a:pt x="202343" y="1108112"/>
                  </a:lnTo>
                  <a:lnTo>
                    <a:pt x="203039" y="1105561"/>
                  </a:lnTo>
                  <a:lnTo>
                    <a:pt x="203735" y="1099697"/>
                  </a:lnTo>
                  <a:lnTo>
                    <a:pt x="204431" y="1095190"/>
                  </a:lnTo>
                  <a:lnTo>
                    <a:pt x="205128" y="1089929"/>
                  </a:lnTo>
                  <a:lnTo>
                    <a:pt x="205824" y="1083976"/>
                  </a:lnTo>
                  <a:lnTo>
                    <a:pt x="206520" y="1078074"/>
                  </a:lnTo>
                  <a:lnTo>
                    <a:pt x="207216" y="1072141"/>
                  </a:lnTo>
                  <a:lnTo>
                    <a:pt x="207912" y="1065518"/>
                  </a:lnTo>
                  <a:lnTo>
                    <a:pt x="208608" y="1060109"/>
                  </a:lnTo>
                  <a:lnTo>
                    <a:pt x="209305" y="1055424"/>
                  </a:lnTo>
                  <a:lnTo>
                    <a:pt x="210001" y="1051738"/>
                  </a:lnTo>
                  <a:lnTo>
                    <a:pt x="210697" y="1047176"/>
                  </a:lnTo>
                  <a:lnTo>
                    <a:pt x="211393" y="1043188"/>
                  </a:lnTo>
                  <a:lnTo>
                    <a:pt x="212089" y="1039354"/>
                  </a:lnTo>
                  <a:lnTo>
                    <a:pt x="212785" y="1033318"/>
                  </a:lnTo>
                  <a:lnTo>
                    <a:pt x="213482" y="1029668"/>
                  </a:lnTo>
                  <a:lnTo>
                    <a:pt x="214178" y="1028502"/>
                  </a:lnTo>
                  <a:lnTo>
                    <a:pt x="214874" y="1030951"/>
                  </a:lnTo>
                  <a:lnTo>
                    <a:pt x="215570" y="1036125"/>
                  </a:lnTo>
                  <a:lnTo>
                    <a:pt x="216266" y="1044368"/>
                  </a:lnTo>
                  <a:lnTo>
                    <a:pt x="216963" y="1054327"/>
                  </a:lnTo>
                  <a:lnTo>
                    <a:pt x="217659" y="1067684"/>
                  </a:lnTo>
                  <a:lnTo>
                    <a:pt x="218355" y="1081792"/>
                  </a:lnTo>
                  <a:lnTo>
                    <a:pt x="219051" y="1096392"/>
                  </a:lnTo>
                  <a:lnTo>
                    <a:pt x="219747" y="1111287"/>
                  </a:lnTo>
                  <a:lnTo>
                    <a:pt x="220443" y="1126841"/>
                  </a:lnTo>
                  <a:lnTo>
                    <a:pt x="221140" y="1143235"/>
                  </a:lnTo>
                  <a:lnTo>
                    <a:pt x="221836" y="1157048"/>
                  </a:lnTo>
                  <a:lnTo>
                    <a:pt x="222532" y="1170182"/>
                  </a:lnTo>
                  <a:lnTo>
                    <a:pt x="223228" y="1183315"/>
                  </a:lnTo>
                  <a:lnTo>
                    <a:pt x="223924" y="1196428"/>
                  </a:lnTo>
                  <a:lnTo>
                    <a:pt x="224620" y="1211470"/>
                  </a:lnTo>
                  <a:lnTo>
                    <a:pt x="225317" y="1225580"/>
                  </a:lnTo>
                  <a:lnTo>
                    <a:pt x="226013" y="1241387"/>
                  </a:lnTo>
                  <a:lnTo>
                    <a:pt x="226709" y="1256509"/>
                  </a:lnTo>
                  <a:lnTo>
                    <a:pt x="227405" y="1272903"/>
                  </a:lnTo>
                  <a:lnTo>
                    <a:pt x="228101" y="1288078"/>
                  </a:lnTo>
                  <a:lnTo>
                    <a:pt x="228797" y="1303126"/>
                  </a:lnTo>
                  <a:lnTo>
                    <a:pt x="229494" y="1315037"/>
                  </a:lnTo>
                  <a:lnTo>
                    <a:pt x="230190" y="1323272"/>
                  </a:lnTo>
                  <a:lnTo>
                    <a:pt x="230886" y="1327566"/>
                  </a:lnTo>
                  <a:lnTo>
                    <a:pt x="231582" y="1330630"/>
                  </a:lnTo>
                  <a:lnTo>
                    <a:pt x="232278" y="1332179"/>
                  </a:lnTo>
                  <a:lnTo>
                    <a:pt x="232975" y="1334779"/>
                  </a:lnTo>
                  <a:lnTo>
                    <a:pt x="233671" y="1337107"/>
                  </a:lnTo>
                  <a:lnTo>
                    <a:pt x="234367" y="1340072"/>
                  </a:lnTo>
                  <a:lnTo>
                    <a:pt x="235063" y="1341378"/>
                  </a:lnTo>
                  <a:lnTo>
                    <a:pt x="235759" y="1339941"/>
                  </a:lnTo>
                  <a:lnTo>
                    <a:pt x="236455" y="1335882"/>
                  </a:lnTo>
                  <a:lnTo>
                    <a:pt x="237152" y="1331163"/>
                  </a:lnTo>
                  <a:lnTo>
                    <a:pt x="237848" y="1326465"/>
                  </a:lnTo>
                  <a:lnTo>
                    <a:pt x="238544" y="1323855"/>
                  </a:lnTo>
                  <a:lnTo>
                    <a:pt x="239240" y="1321378"/>
                  </a:lnTo>
                  <a:lnTo>
                    <a:pt x="239936" y="1317958"/>
                  </a:lnTo>
                  <a:lnTo>
                    <a:pt x="240632" y="1317446"/>
                  </a:lnTo>
                  <a:lnTo>
                    <a:pt x="241329" y="1316200"/>
                  </a:lnTo>
                  <a:lnTo>
                    <a:pt x="242025" y="1315341"/>
                  </a:lnTo>
                  <a:lnTo>
                    <a:pt x="242721" y="1316618"/>
                  </a:lnTo>
                  <a:lnTo>
                    <a:pt x="243417" y="1317371"/>
                  </a:lnTo>
                  <a:lnTo>
                    <a:pt x="244113" y="1315337"/>
                  </a:lnTo>
                  <a:lnTo>
                    <a:pt x="244810" y="1313784"/>
                  </a:lnTo>
                  <a:lnTo>
                    <a:pt x="245506" y="1312482"/>
                  </a:lnTo>
                  <a:lnTo>
                    <a:pt x="246202" y="1310835"/>
                  </a:lnTo>
                  <a:lnTo>
                    <a:pt x="246898" y="1309481"/>
                  </a:lnTo>
                  <a:lnTo>
                    <a:pt x="247594" y="1307564"/>
                  </a:lnTo>
                  <a:lnTo>
                    <a:pt x="248290" y="1306891"/>
                  </a:lnTo>
                  <a:lnTo>
                    <a:pt x="248987" y="1304784"/>
                  </a:lnTo>
                  <a:lnTo>
                    <a:pt x="249683" y="1302928"/>
                  </a:lnTo>
                  <a:lnTo>
                    <a:pt x="250379" y="1300683"/>
                  </a:lnTo>
                  <a:lnTo>
                    <a:pt x="251075" y="1296448"/>
                  </a:lnTo>
                  <a:lnTo>
                    <a:pt x="251771" y="1290059"/>
                  </a:lnTo>
                  <a:lnTo>
                    <a:pt x="252467" y="1282701"/>
                  </a:lnTo>
                  <a:lnTo>
                    <a:pt x="253164" y="1272293"/>
                  </a:lnTo>
                  <a:lnTo>
                    <a:pt x="253860" y="1261972"/>
                  </a:lnTo>
                  <a:lnTo>
                    <a:pt x="254556" y="1255904"/>
                  </a:lnTo>
                  <a:lnTo>
                    <a:pt x="255252" y="1250238"/>
                  </a:lnTo>
                  <a:lnTo>
                    <a:pt x="255948" y="1245282"/>
                  </a:lnTo>
                  <a:lnTo>
                    <a:pt x="256644" y="1235792"/>
                  </a:lnTo>
                  <a:lnTo>
                    <a:pt x="257341" y="1228192"/>
                  </a:lnTo>
                  <a:lnTo>
                    <a:pt x="258037" y="1222464"/>
                  </a:lnTo>
                  <a:lnTo>
                    <a:pt x="258733" y="1218081"/>
                  </a:lnTo>
                  <a:lnTo>
                    <a:pt x="259429" y="1214907"/>
                  </a:lnTo>
                  <a:lnTo>
                    <a:pt x="260125" y="1209794"/>
                  </a:lnTo>
                  <a:lnTo>
                    <a:pt x="260822" y="1205646"/>
                  </a:lnTo>
                  <a:lnTo>
                    <a:pt x="261518" y="1200172"/>
                  </a:lnTo>
                  <a:lnTo>
                    <a:pt x="262214" y="1196598"/>
                  </a:lnTo>
                  <a:lnTo>
                    <a:pt x="262910" y="1194281"/>
                  </a:lnTo>
                  <a:lnTo>
                    <a:pt x="263606" y="1193786"/>
                  </a:lnTo>
                  <a:lnTo>
                    <a:pt x="264302" y="1193607"/>
                  </a:lnTo>
                  <a:lnTo>
                    <a:pt x="264999" y="1194293"/>
                  </a:lnTo>
                  <a:lnTo>
                    <a:pt x="265695" y="1199220"/>
                  </a:lnTo>
                  <a:lnTo>
                    <a:pt x="266391" y="1208817"/>
                  </a:lnTo>
                  <a:lnTo>
                    <a:pt x="267087" y="1220727"/>
                  </a:lnTo>
                  <a:lnTo>
                    <a:pt x="267783" y="1234185"/>
                  </a:lnTo>
                  <a:lnTo>
                    <a:pt x="268479" y="1247369"/>
                  </a:lnTo>
                  <a:lnTo>
                    <a:pt x="269176" y="1260296"/>
                  </a:lnTo>
                  <a:lnTo>
                    <a:pt x="269872" y="1273559"/>
                  </a:lnTo>
                  <a:lnTo>
                    <a:pt x="270568" y="1286404"/>
                  </a:lnTo>
                  <a:lnTo>
                    <a:pt x="271264" y="1301161"/>
                  </a:lnTo>
                  <a:lnTo>
                    <a:pt x="271960" y="1316235"/>
                  </a:lnTo>
                  <a:lnTo>
                    <a:pt x="272657" y="1331569"/>
                  </a:lnTo>
                  <a:lnTo>
                    <a:pt x="273353" y="1348458"/>
                  </a:lnTo>
                  <a:lnTo>
                    <a:pt x="274049" y="1364776"/>
                  </a:lnTo>
                  <a:lnTo>
                    <a:pt x="274745" y="1382445"/>
                  </a:lnTo>
                  <a:lnTo>
                    <a:pt x="275441" y="1399032"/>
                  </a:lnTo>
                  <a:lnTo>
                    <a:pt x="276137" y="1412546"/>
                  </a:lnTo>
                  <a:lnTo>
                    <a:pt x="276834" y="1426206"/>
                  </a:lnTo>
                  <a:lnTo>
                    <a:pt x="277530" y="1443431"/>
                  </a:lnTo>
                  <a:lnTo>
                    <a:pt x="278226" y="1460472"/>
                  </a:lnTo>
                  <a:lnTo>
                    <a:pt x="278922" y="1475359"/>
                  </a:lnTo>
                  <a:lnTo>
                    <a:pt x="279618" y="1488429"/>
                  </a:lnTo>
                  <a:lnTo>
                    <a:pt x="280314" y="1498819"/>
                  </a:lnTo>
                  <a:lnTo>
                    <a:pt x="281011" y="1506969"/>
                  </a:lnTo>
                  <a:lnTo>
                    <a:pt x="281707" y="1513767"/>
                  </a:lnTo>
                  <a:lnTo>
                    <a:pt x="282403" y="1519733"/>
                  </a:lnTo>
                  <a:lnTo>
                    <a:pt x="283099" y="1525625"/>
                  </a:lnTo>
                  <a:lnTo>
                    <a:pt x="283795" y="1531368"/>
                  </a:lnTo>
                  <a:lnTo>
                    <a:pt x="284492" y="1537455"/>
                  </a:lnTo>
                  <a:lnTo>
                    <a:pt x="285188" y="1543383"/>
                  </a:lnTo>
                  <a:lnTo>
                    <a:pt x="285884" y="1549536"/>
                  </a:lnTo>
                  <a:lnTo>
                    <a:pt x="286580" y="1556201"/>
                  </a:lnTo>
                  <a:lnTo>
                    <a:pt x="287276" y="1562773"/>
                  </a:lnTo>
                  <a:lnTo>
                    <a:pt x="287972" y="1567975"/>
                  </a:lnTo>
                  <a:lnTo>
                    <a:pt x="288669" y="1571392"/>
                  </a:lnTo>
                  <a:lnTo>
                    <a:pt x="289365" y="1574162"/>
                  </a:lnTo>
                  <a:lnTo>
                    <a:pt x="290061" y="1575266"/>
                  </a:lnTo>
                  <a:lnTo>
                    <a:pt x="290757" y="1574959"/>
                  </a:lnTo>
                  <a:lnTo>
                    <a:pt x="291453" y="1573306"/>
                  </a:lnTo>
                  <a:lnTo>
                    <a:pt x="292149" y="1574227"/>
                  </a:lnTo>
                  <a:lnTo>
                    <a:pt x="292846" y="1574726"/>
                  </a:lnTo>
                  <a:lnTo>
                    <a:pt x="293542" y="1572048"/>
                  </a:lnTo>
                  <a:lnTo>
                    <a:pt x="294238" y="1566976"/>
                  </a:lnTo>
                  <a:lnTo>
                    <a:pt x="294934" y="1561333"/>
                  </a:lnTo>
                  <a:lnTo>
                    <a:pt x="295630" y="1553691"/>
                  </a:lnTo>
                  <a:lnTo>
                    <a:pt x="296326" y="1543526"/>
                  </a:lnTo>
                  <a:lnTo>
                    <a:pt x="297023" y="1534935"/>
                  </a:lnTo>
                  <a:lnTo>
                    <a:pt x="297719" y="1522896"/>
                  </a:lnTo>
                  <a:lnTo>
                    <a:pt x="298415" y="1509458"/>
                  </a:lnTo>
                  <a:lnTo>
                    <a:pt x="299111" y="1496001"/>
                  </a:lnTo>
                  <a:lnTo>
                    <a:pt x="299807" y="1482577"/>
                  </a:lnTo>
                  <a:lnTo>
                    <a:pt x="300504" y="1468217"/>
                  </a:lnTo>
                  <a:lnTo>
                    <a:pt x="301200" y="1452092"/>
                  </a:lnTo>
                  <a:lnTo>
                    <a:pt x="301896" y="1434642"/>
                  </a:lnTo>
                  <a:lnTo>
                    <a:pt x="302592" y="1416350"/>
                  </a:lnTo>
                  <a:lnTo>
                    <a:pt x="303288" y="1396691"/>
                  </a:lnTo>
                  <a:lnTo>
                    <a:pt x="303984" y="1377595"/>
                  </a:lnTo>
                  <a:lnTo>
                    <a:pt x="304681" y="1357400"/>
                  </a:lnTo>
                  <a:lnTo>
                    <a:pt x="305377" y="1337848"/>
                  </a:lnTo>
                  <a:lnTo>
                    <a:pt x="306073" y="1319324"/>
                  </a:lnTo>
                  <a:lnTo>
                    <a:pt x="306769" y="1299278"/>
                  </a:lnTo>
                  <a:lnTo>
                    <a:pt x="307465" y="1280701"/>
                  </a:lnTo>
                  <a:lnTo>
                    <a:pt x="308161" y="1264529"/>
                  </a:lnTo>
                  <a:lnTo>
                    <a:pt x="308858" y="1247908"/>
                  </a:lnTo>
                  <a:lnTo>
                    <a:pt x="309554" y="1229206"/>
                  </a:lnTo>
                  <a:lnTo>
                    <a:pt x="310250" y="1212319"/>
                  </a:lnTo>
                  <a:lnTo>
                    <a:pt x="310946" y="1200059"/>
                  </a:lnTo>
                  <a:lnTo>
                    <a:pt x="311642" y="1189751"/>
                  </a:lnTo>
                  <a:lnTo>
                    <a:pt x="312339" y="1180081"/>
                  </a:lnTo>
                  <a:lnTo>
                    <a:pt x="313035" y="1167063"/>
                  </a:lnTo>
                  <a:lnTo>
                    <a:pt x="313731" y="1153222"/>
                  </a:lnTo>
                  <a:lnTo>
                    <a:pt x="314427" y="1142329"/>
                  </a:lnTo>
                  <a:lnTo>
                    <a:pt x="315123" y="1133569"/>
                  </a:lnTo>
                  <a:lnTo>
                    <a:pt x="315819" y="1125860"/>
                  </a:lnTo>
                  <a:lnTo>
                    <a:pt x="316516" y="1122790"/>
                  </a:lnTo>
                  <a:lnTo>
                    <a:pt x="317212" y="1122025"/>
                  </a:lnTo>
                  <a:lnTo>
                    <a:pt x="317908" y="1122001"/>
                  </a:lnTo>
                  <a:lnTo>
                    <a:pt x="318604" y="1122021"/>
                  </a:lnTo>
                  <a:lnTo>
                    <a:pt x="319300" y="1121553"/>
                  </a:lnTo>
                  <a:lnTo>
                    <a:pt x="319996" y="1121084"/>
                  </a:lnTo>
                  <a:lnTo>
                    <a:pt x="320693" y="1120617"/>
                  </a:lnTo>
                  <a:lnTo>
                    <a:pt x="321389" y="1119757"/>
                  </a:lnTo>
                  <a:lnTo>
                    <a:pt x="322085" y="1117825"/>
                  </a:lnTo>
                  <a:lnTo>
                    <a:pt x="322781" y="1115893"/>
                  </a:lnTo>
                  <a:lnTo>
                    <a:pt x="323477" y="1114129"/>
                  </a:lnTo>
                  <a:lnTo>
                    <a:pt x="324173" y="1112957"/>
                  </a:lnTo>
                  <a:lnTo>
                    <a:pt x="324870" y="1113124"/>
                  </a:lnTo>
                  <a:lnTo>
                    <a:pt x="325566" y="1112415"/>
                  </a:lnTo>
                  <a:lnTo>
                    <a:pt x="326262" y="1114479"/>
                  </a:lnTo>
                  <a:lnTo>
                    <a:pt x="326958" y="1116280"/>
                  </a:lnTo>
                  <a:lnTo>
                    <a:pt x="327654" y="1119667"/>
                  </a:lnTo>
                  <a:lnTo>
                    <a:pt x="328351" y="1123171"/>
                  </a:lnTo>
                  <a:lnTo>
                    <a:pt x="329047" y="1127894"/>
                  </a:lnTo>
                  <a:lnTo>
                    <a:pt x="329743" y="1134232"/>
                  </a:lnTo>
                  <a:lnTo>
                    <a:pt x="330439" y="1139907"/>
                  </a:lnTo>
                  <a:lnTo>
                    <a:pt x="331135" y="1146926"/>
                  </a:lnTo>
                  <a:lnTo>
                    <a:pt x="331831" y="1154906"/>
                  </a:lnTo>
                  <a:lnTo>
                    <a:pt x="332528" y="1163749"/>
                  </a:lnTo>
                  <a:lnTo>
                    <a:pt x="333224" y="1173834"/>
                  </a:lnTo>
                  <a:lnTo>
                    <a:pt x="333920" y="1181903"/>
                  </a:lnTo>
                  <a:lnTo>
                    <a:pt x="334616" y="1189487"/>
                  </a:lnTo>
                  <a:lnTo>
                    <a:pt x="335312" y="1195642"/>
                  </a:lnTo>
                  <a:lnTo>
                    <a:pt x="336008" y="1203332"/>
                  </a:lnTo>
                  <a:lnTo>
                    <a:pt x="336705" y="1210780"/>
                  </a:lnTo>
                  <a:lnTo>
                    <a:pt x="337401" y="1215639"/>
                  </a:lnTo>
                  <a:lnTo>
                    <a:pt x="338097" y="1220395"/>
                  </a:lnTo>
                  <a:lnTo>
                    <a:pt x="338793" y="1226578"/>
                  </a:lnTo>
                  <a:lnTo>
                    <a:pt x="339489" y="1233343"/>
                  </a:lnTo>
                  <a:lnTo>
                    <a:pt x="340186" y="1241580"/>
                  </a:lnTo>
                  <a:lnTo>
                    <a:pt x="340882" y="1249837"/>
                  </a:lnTo>
                  <a:lnTo>
                    <a:pt x="341578" y="1256592"/>
                  </a:lnTo>
                  <a:lnTo>
                    <a:pt x="342274" y="1264431"/>
                  </a:lnTo>
                  <a:lnTo>
                    <a:pt x="342970" y="1270256"/>
                  </a:lnTo>
                  <a:lnTo>
                    <a:pt x="343666" y="1274626"/>
                  </a:lnTo>
                  <a:lnTo>
                    <a:pt x="344363" y="1279895"/>
                  </a:lnTo>
                  <a:lnTo>
                    <a:pt x="345059" y="1286296"/>
                  </a:lnTo>
                  <a:lnTo>
                    <a:pt x="345755" y="1291382"/>
                  </a:lnTo>
                  <a:lnTo>
                    <a:pt x="346451" y="1293411"/>
                  </a:lnTo>
                  <a:lnTo>
                    <a:pt x="347147" y="1295251"/>
                  </a:lnTo>
                  <a:lnTo>
                    <a:pt x="347843" y="1297570"/>
                  </a:lnTo>
                  <a:lnTo>
                    <a:pt x="348540" y="1296851"/>
                  </a:lnTo>
                  <a:lnTo>
                    <a:pt x="349236" y="1295748"/>
                  </a:lnTo>
                  <a:lnTo>
                    <a:pt x="349932" y="1294179"/>
                  </a:lnTo>
                  <a:lnTo>
                    <a:pt x="350628" y="1293338"/>
                  </a:lnTo>
                  <a:lnTo>
                    <a:pt x="351324" y="1292995"/>
                  </a:lnTo>
                  <a:lnTo>
                    <a:pt x="352021" y="1291025"/>
                  </a:lnTo>
                  <a:lnTo>
                    <a:pt x="352717" y="1288962"/>
                  </a:lnTo>
                  <a:lnTo>
                    <a:pt x="353413" y="1287225"/>
                  </a:lnTo>
                  <a:lnTo>
                    <a:pt x="354109" y="1283047"/>
                  </a:lnTo>
                  <a:lnTo>
                    <a:pt x="354805" y="1279654"/>
                  </a:lnTo>
                  <a:lnTo>
                    <a:pt x="355501" y="1275606"/>
                  </a:lnTo>
                  <a:lnTo>
                    <a:pt x="356198" y="1271499"/>
                  </a:lnTo>
                  <a:lnTo>
                    <a:pt x="356894" y="1266976"/>
                  </a:lnTo>
                  <a:lnTo>
                    <a:pt x="357590" y="1263116"/>
                  </a:lnTo>
                  <a:lnTo>
                    <a:pt x="358286" y="1260804"/>
                  </a:lnTo>
                  <a:lnTo>
                    <a:pt x="358982" y="1260749"/>
                  </a:lnTo>
                  <a:lnTo>
                    <a:pt x="359678" y="1261476"/>
                  </a:lnTo>
                  <a:lnTo>
                    <a:pt x="360375" y="1260096"/>
                  </a:lnTo>
                  <a:lnTo>
                    <a:pt x="361071" y="1256421"/>
                  </a:lnTo>
                  <a:lnTo>
                    <a:pt x="361767" y="1250190"/>
                  </a:lnTo>
                  <a:lnTo>
                    <a:pt x="362463" y="1242826"/>
                  </a:lnTo>
                  <a:lnTo>
                    <a:pt x="363159" y="1234015"/>
                  </a:lnTo>
                  <a:lnTo>
                    <a:pt x="363855" y="1225516"/>
                  </a:lnTo>
                  <a:lnTo>
                    <a:pt x="364552" y="1217822"/>
                  </a:lnTo>
                  <a:lnTo>
                    <a:pt x="365248" y="1209081"/>
                  </a:lnTo>
                  <a:lnTo>
                    <a:pt x="365944" y="1200127"/>
                  </a:lnTo>
                  <a:lnTo>
                    <a:pt x="366640" y="1190241"/>
                  </a:lnTo>
                  <a:lnTo>
                    <a:pt x="367336" y="1179500"/>
                  </a:lnTo>
                  <a:lnTo>
                    <a:pt x="368033" y="1167579"/>
                  </a:lnTo>
                  <a:lnTo>
                    <a:pt x="368729" y="1154245"/>
                  </a:lnTo>
                  <a:lnTo>
                    <a:pt x="369425" y="1141550"/>
                  </a:lnTo>
                  <a:lnTo>
                    <a:pt x="370121" y="1128577"/>
                  </a:lnTo>
                  <a:lnTo>
                    <a:pt x="370817" y="1116141"/>
                  </a:lnTo>
                  <a:lnTo>
                    <a:pt x="371513" y="1104896"/>
                  </a:lnTo>
                  <a:lnTo>
                    <a:pt x="372210" y="1095268"/>
                  </a:lnTo>
                  <a:lnTo>
                    <a:pt x="372906" y="1087592"/>
                  </a:lnTo>
                  <a:lnTo>
                    <a:pt x="373602" y="1079211"/>
                  </a:lnTo>
                  <a:lnTo>
                    <a:pt x="374298" y="1069760"/>
                  </a:lnTo>
                  <a:lnTo>
                    <a:pt x="374994" y="1060455"/>
                  </a:lnTo>
                  <a:lnTo>
                    <a:pt x="375690" y="1052470"/>
                  </a:lnTo>
                  <a:lnTo>
                    <a:pt x="376387" y="1045617"/>
                  </a:lnTo>
                  <a:lnTo>
                    <a:pt x="377083" y="1041697"/>
                  </a:lnTo>
                  <a:lnTo>
                    <a:pt x="377779" y="1039269"/>
                  </a:lnTo>
                  <a:lnTo>
                    <a:pt x="378475" y="1036900"/>
                  </a:lnTo>
                  <a:lnTo>
                    <a:pt x="379171" y="1037172"/>
                  </a:lnTo>
                  <a:lnTo>
                    <a:pt x="379868" y="1038744"/>
                  </a:lnTo>
                  <a:lnTo>
                    <a:pt x="380564" y="1041996"/>
                  </a:lnTo>
                  <a:lnTo>
                    <a:pt x="381260" y="1045914"/>
                  </a:lnTo>
                  <a:lnTo>
                    <a:pt x="381956" y="1050238"/>
                  </a:lnTo>
                  <a:lnTo>
                    <a:pt x="382652" y="1053916"/>
                  </a:lnTo>
                  <a:lnTo>
                    <a:pt x="383348" y="1057915"/>
                  </a:lnTo>
                  <a:lnTo>
                    <a:pt x="384045" y="1066969"/>
                  </a:lnTo>
                  <a:lnTo>
                    <a:pt x="384741" y="1077806"/>
                  </a:lnTo>
                  <a:lnTo>
                    <a:pt x="385437" y="1088801"/>
                  </a:lnTo>
                  <a:lnTo>
                    <a:pt x="386133" y="1099275"/>
                  </a:lnTo>
                  <a:lnTo>
                    <a:pt x="386829" y="1108848"/>
                  </a:lnTo>
                  <a:lnTo>
                    <a:pt x="387525" y="1118946"/>
                  </a:lnTo>
                  <a:lnTo>
                    <a:pt x="388222" y="1130641"/>
                  </a:lnTo>
                  <a:lnTo>
                    <a:pt x="388918" y="1142065"/>
                  </a:lnTo>
                  <a:lnTo>
                    <a:pt x="389614" y="1151610"/>
                  </a:lnTo>
                  <a:lnTo>
                    <a:pt x="390310" y="1160120"/>
                  </a:lnTo>
                  <a:lnTo>
                    <a:pt x="391006" y="1169284"/>
                  </a:lnTo>
                  <a:lnTo>
                    <a:pt x="391702" y="1176658"/>
                  </a:lnTo>
                  <a:lnTo>
                    <a:pt x="392399" y="1181786"/>
                  </a:lnTo>
                  <a:lnTo>
                    <a:pt x="393095" y="1185937"/>
                  </a:lnTo>
                  <a:lnTo>
                    <a:pt x="393791" y="1187889"/>
                  </a:lnTo>
                  <a:lnTo>
                    <a:pt x="394487" y="1186651"/>
                  </a:lnTo>
                  <a:lnTo>
                    <a:pt x="395183" y="1184701"/>
                  </a:lnTo>
                  <a:lnTo>
                    <a:pt x="395880" y="1182821"/>
                  </a:lnTo>
                  <a:lnTo>
                    <a:pt x="396576" y="1182946"/>
                  </a:lnTo>
                  <a:lnTo>
                    <a:pt x="397272" y="1183171"/>
                  </a:lnTo>
                  <a:lnTo>
                    <a:pt x="397968" y="1186015"/>
                  </a:lnTo>
                  <a:lnTo>
                    <a:pt x="398664" y="1190095"/>
                  </a:lnTo>
                  <a:lnTo>
                    <a:pt x="399360" y="1194712"/>
                  </a:lnTo>
                  <a:lnTo>
                    <a:pt x="400057" y="1200624"/>
                  </a:lnTo>
                  <a:lnTo>
                    <a:pt x="400753" y="1207215"/>
                  </a:lnTo>
                  <a:lnTo>
                    <a:pt x="401449" y="1213082"/>
                  </a:lnTo>
                  <a:lnTo>
                    <a:pt x="402145" y="1220179"/>
                  </a:lnTo>
                  <a:lnTo>
                    <a:pt x="402841" y="1229629"/>
                  </a:lnTo>
                  <a:lnTo>
                    <a:pt x="403537" y="1239931"/>
                  </a:lnTo>
                  <a:lnTo>
                    <a:pt x="404234" y="1252389"/>
                  </a:lnTo>
                  <a:lnTo>
                    <a:pt x="404930" y="1266558"/>
                  </a:lnTo>
                  <a:lnTo>
                    <a:pt x="405626" y="1281653"/>
                  </a:lnTo>
                  <a:lnTo>
                    <a:pt x="406322" y="1298626"/>
                  </a:lnTo>
                  <a:lnTo>
                    <a:pt x="407018" y="1314256"/>
                  </a:lnTo>
                  <a:lnTo>
                    <a:pt x="407715" y="1330639"/>
                  </a:lnTo>
                  <a:lnTo>
                    <a:pt x="408411" y="1344982"/>
                  </a:lnTo>
                  <a:lnTo>
                    <a:pt x="409107" y="1360374"/>
                  </a:lnTo>
                  <a:lnTo>
                    <a:pt x="409803" y="1375053"/>
                  </a:lnTo>
                  <a:lnTo>
                    <a:pt x="410499" y="1388470"/>
                  </a:lnTo>
                  <a:lnTo>
                    <a:pt x="411195" y="1401585"/>
                  </a:lnTo>
                  <a:lnTo>
                    <a:pt x="411892" y="1414757"/>
                  </a:lnTo>
                  <a:lnTo>
                    <a:pt x="412588" y="1428911"/>
                  </a:lnTo>
                  <a:lnTo>
                    <a:pt x="413284" y="1442086"/>
                  </a:lnTo>
                  <a:lnTo>
                    <a:pt x="413980" y="1455745"/>
                  </a:lnTo>
                  <a:lnTo>
                    <a:pt x="414676" y="1465812"/>
                  </a:lnTo>
                  <a:lnTo>
                    <a:pt x="415372" y="1474131"/>
                  </a:lnTo>
                  <a:lnTo>
                    <a:pt x="416069" y="1482270"/>
                  </a:lnTo>
                  <a:lnTo>
                    <a:pt x="416765" y="1489246"/>
                  </a:lnTo>
                  <a:lnTo>
                    <a:pt x="417461" y="1496285"/>
                  </a:lnTo>
                  <a:lnTo>
                    <a:pt x="418157" y="1503324"/>
                  </a:lnTo>
                  <a:lnTo>
                    <a:pt x="418853" y="1510206"/>
                  </a:lnTo>
                  <a:lnTo>
                    <a:pt x="419549" y="1514371"/>
                  </a:lnTo>
                  <a:lnTo>
                    <a:pt x="420246" y="1515652"/>
                  </a:lnTo>
                  <a:lnTo>
                    <a:pt x="420942" y="1514736"/>
                  </a:lnTo>
                  <a:lnTo>
                    <a:pt x="421638" y="1511289"/>
                  </a:lnTo>
                  <a:lnTo>
                    <a:pt x="422334" y="1508012"/>
                  </a:lnTo>
                  <a:lnTo>
                    <a:pt x="423030" y="1501706"/>
                  </a:lnTo>
                  <a:lnTo>
                    <a:pt x="423727" y="1493820"/>
                  </a:lnTo>
                  <a:lnTo>
                    <a:pt x="424423" y="1484913"/>
                  </a:lnTo>
                  <a:lnTo>
                    <a:pt x="425119" y="1479461"/>
                  </a:lnTo>
                  <a:lnTo>
                    <a:pt x="425815" y="1474746"/>
                  </a:lnTo>
                  <a:lnTo>
                    <a:pt x="426511" y="1468596"/>
                  </a:lnTo>
                  <a:lnTo>
                    <a:pt x="427207" y="1463763"/>
                  </a:lnTo>
                  <a:lnTo>
                    <a:pt x="427904" y="1460758"/>
                  </a:lnTo>
                  <a:lnTo>
                    <a:pt x="428600" y="1458791"/>
                  </a:lnTo>
                  <a:lnTo>
                    <a:pt x="429296" y="1456927"/>
                  </a:lnTo>
                  <a:lnTo>
                    <a:pt x="429992" y="1455939"/>
                  </a:lnTo>
                  <a:lnTo>
                    <a:pt x="430688" y="1455600"/>
                  </a:lnTo>
                  <a:lnTo>
                    <a:pt x="431384" y="1457674"/>
                  </a:lnTo>
                  <a:lnTo>
                    <a:pt x="432081" y="1461800"/>
                  </a:lnTo>
                  <a:lnTo>
                    <a:pt x="432777" y="1466445"/>
                  </a:lnTo>
                  <a:lnTo>
                    <a:pt x="433473" y="1471982"/>
                  </a:lnTo>
                  <a:lnTo>
                    <a:pt x="434169" y="1476965"/>
                  </a:lnTo>
                  <a:lnTo>
                    <a:pt x="434865" y="1481496"/>
                  </a:lnTo>
                  <a:lnTo>
                    <a:pt x="435562" y="1482940"/>
                  </a:lnTo>
                  <a:lnTo>
                    <a:pt x="436258" y="1483482"/>
                  </a:lnTo>
                  <a:lnTo>
                    <a:pt x="436954" y="1486700"/>
                  </a:lnTo>
                  <a:lnTo>
                    <a:pt x="437650" y="1490089"/>
                  </a:lnTo>
                  <a:lnTo>
                    <a:pt x="438346" y="1491048"/>
                  </a:lnTo>
                  <a:lnTo>
                    <a:pt x="439042" y="1491225"/>
                  </a:lnTo>
                  <a:lnTo>
                    <a:pt x="439739" y="1490963"/>
                  </a:lnTo>
                  <a:lnTo>
                    <a:pt x="440435" y="1489923"/>
                  </a:lnTo>
                  <a:lnTo>
                    <a:pt x="441131" y="1487984"/>
                  </a:lnTo>
                  <a:lnTo>
                    <a:pt x="441827" y="1484451"/>
                  </a:lnTo>
                  <a:lnTo>
                    <a:pt x="442523" y="1479288"/>
                  </a:lnTo>
                  <a:lnTo>
                    <a:pt x="443219" y="1472167"/>
                  </a:lnTo>
                  <a:lnTo>
                    <a:pt x="443916" y="1465949"/>
                  </a:lnTo>
                  <a:lnTo>
                    <a:pt x="444612" y="1459504"/>
                  </a:lnTo>
                  <a:lnTo>
                    <a:pt x="445308" y="1454438"/>
                  </a:lnTo>
                  <a:lnTo>
                    <a:pt x="446004" y="1451889"/>
                  </a:lnTo>
                  <a:lnTo>
                    <a:pt x="446700" y="1448897"/>
                  </a:lnTo>
                  <a:lnTo>
                    <a:pt x="447397" y="1444715"/>
                  </a:lnTo>
                  <a:lnTo>
                    <a:pt x="448093" y="1437938"/>
                  </a:lnTo>
                  <a:lnTo>
                    <a:pt x="448789" y="1432462"/>
                  </a:lnTo>
                  <a:lnTo>
                    <a:pt x="449485" y="1426987"/>
                  </a:lnTo>
                  <a:lnTo>
                    <a:pt x="450181" y="1420566"/>
                  </a:lnTo>
                  <a:lnTo>
                    <a:pt x="450877" y="1413299"/>
                  </a:lnTo>
                  <a:lnTo>
                    <a:pt x="451574" y="1405663"/>
                  </a:lnTo>
                  <a:lnTo>
                    <a:pt x="452270" y="1398489"/>
                  </a:lnTo>
                  <a:lnTo>
                    <a:pt x="452966" y="1392717"/>
                  </a:lnTo>
                  <a:lnTo>
                    <a:pt x="453662" y="1388938"/>
                  </a:lnTo>
                  <a:lnTo>
                    <a:pt x="454358" y="1384730"/>
                  </a:lnTo>
                  <a:lnTo>
                    <a:pt x="455054" y="1380765"/>
                  </a:lnTo>
                  <a:lnTo>
                    <a:pt x="455751" y="1375309"/>
                  </a:lnTo>
                  <a:lnTo>
                    <a:pt x="456447" y="1370228"/>
                  </a:lnTo>
                  <a:lnTo>
                    <a:pt x="457143" y="1367681"/>
                  </a:lnTo>
                  <a:lnTo>
                    <a:pt x="457839" y="1365861"/>
                  </a:lnTo>
                  <a:lnTo>
                    <a:pt x="458535" y="1365327"/>
                  </a:lnTo>
                  <a:lnTo>
                    <a:pt x="459231" y="1363904"/>
                  </a:lnTo>
                  <a:lnTo>
                    <a:pt x="459928" y="1361773"/>
                  </a:lnTo>
                  <a:lnTo>
                    <a:pt x="460624" y="1361472"/>
                  </a:lnTo>
                  <a:lnTo>
                    <a:pt x="461320" y="1361975"/>
                  </a:lnTo>
                  <a:lnTo>
                    <a:pt x="462016" y="1363912"/>
                  </a:lnTo>
                  <a:lnTo>
                    <a:pt x="462712" y="1366383"/>
                  </a:lnTo>
                  <a:lnTo>
                    <a:pt x="463409" y="1369270"/>
                  </a:lnTo>
                  <a:lnTo>
                    <a:pt x="464105" y="1372344"/>
                  </a:lnTo>
                  <a:lnTo>
                    <a:pt x="464801" y="1375848"/>
                  </a:lnTo>
                  <a:lnTo>
                    <a:pt x="465497" y="1379422"/>
                  </a:lnTo>
                  <a:lnTo>
                    <a:pt x="466193" y="1383667"/>
                  </a:lnTo>
                  <a:lnTo>
                    <a:pt x="466889" y="1388776"/>
                  </a:lnTo>
                  <a:lnTo>
                    <a:pt x="467586" y="1391890"/>
                  </a:lnTo>
                  <a:lnTo>
                    <a:pt x="468282" y="1395622"/>
                  </a:lnTo>
                  <a:lnTo>
                    <a:pt x="468978" y="1397464"/>
                  </a:lnTo>
                  <a:lnTo>
                    <a:pt x="469674" y="1399475"/>
                  </a:lnTo>
                  <a:lnTo>
                    <a:pt x="470370" y="1401471"/>
                  </a:lnTo>
                  <a:lnTo>
                    <a:pt x="471066" y="1404420"/>
                  </a:lnTo>
                  <a:lnTo>
                    <a:pt x="471763" y="1405303"/>
                  </a:lnTo>
                  <a:lnTo>
                    <a:pt x="472459" y="1404033"/>
                  </a:lnTo>
                  <a:lnTo>
                    <a:pt x="473155" y="1402762"/>
                  </a:lnTo>
                  <a:lnTo>
                    <a:pt x="473851" y="1403227"/>
                  </a:lnTo>
                  <a:lnTo>
                    <a:pt x="474547" y="1403693"/>
                  </a:lnTo>
                  <a:lnTo>
                    <a:pt x="475244" y="1404159"/>
                  </a:lnTo>
                  <a:lnTo>
                    <a:pt x="475940" y="1404927"/>
                  </a:lnTo>
                  <a:lnTo>
                    <a:pt x="476636" y="1407531"/>
                  </a:lnTo>
                  <a:lnTo>
                    <a:pt x="477332" y="1409636"/>
                  </a:lnTo>
                  <a:lnTo>
                    <a:pt x="478028" y="1411330"/>
                  </a:lnTo>
                  <a:lnTo>
                    <a:pt x="478724" y="1413176"/>
                  </a:lnTo>
                  <a:lnTo>
                    <a:pt x="479421" y="1415354"/>
                  </a:lnTo>
                  <a:lnTo>
                    <a:pt x="480117" y="1417541"/>
                  </a:lnTo>
                  <a:lnTo>
                    <a:pt x="480813" y="1420788"/>
                  </a:lnTo>
                  <a:lnTo>
                    <a:pt x="481509" y="1422519"/>
                  </a:lnTo>
                  <a:lnTo>
                    <a:pt x="482205" y="1427064"/>
                  </a:lnTo>
                  <a:lnTo>
                    <a:pt x="482901" y="1432143"/>
                  </a:lnTo>
                  <a:lnTo>
                    <a:pt x="483598" y="1436689"/>
                  </a:lnTo>
                  <a:lnTo>
                    <a:pt x="484294" y="1439826"/>
                  </a:lnTo>
                  <a:lnTo>
                    <a:pt x="484990" y="1442964"/>
                  </a:lnTo>
                  <a:lnTo>
                    <a:pt x="485686" y="1447047"/>
                  </a:lnTo>
                  <a:lnTo>
                    <a:pt x="486382" y="1451442"/>
                  </a:lnTo>
                  <a:lnTo>
                    <a:pt x="487078" y="1455236"/>
                  </a:lnTo>
                  <a:lnTo>
                    <a:pt x="487775" y="1458556"/>
                  </a:lnTo>
                  <a:lnTo>
                    <a:pt x="488471" y="1459117"/>
                  </a:lnTo>
                  <a:lnTo>
                    <a:pt x="489167" y="1457683"/>
                  </a:lnTo>
                  <a:lnTo>
                    <a:pt x="489863" y="1456251"/>
                  </a:lnTo>
                  <a:lnTo>
                    <a:pt x="490559" y="1452971"/>
                  </a:lnTo>
                  <a:lnTo>
                    <a:pt x="491256" y="1450553"/>
                  </a:lnTo>
                  <a:lnTo>
                    <a:pt x="491952" y="1449770"/>
                  </a:lnTo>
                  <a:lnTo>
                    <a:pt x="492648" y="1449131"/>
                  </a:lnTo>
                  <a:lnTo>
                    <a:pt x="493344" y="1446777"/>
                  </a:lnTo>
                  <a:lnTo>
                    <a:pt x="494040" y="1444423"/>
                  </a:lnTo>
                  <a:lnTo>
                    <a:pt x="494736" y="1442089"/>
                  </a:lnTo>
                  <a:lnTo>
                    <a:pt x="495433" y="1440733"/>
                  </a:lnTo>
                  <a:lnTo>
                    <a:pt x="496129" y="1437750"/>
                  </a:lnTo>
                  <a:lnTo>
                    <a:pt x="496825" y="1433962"/>
                  </a:lnTo>
                  <a:lnTo>
                    <a:pt x="497521" y="1428541"/>
                  </a:lnTo>
                  <a:lnTo>
                    <a:pt x="498217" y="1422683"/>
                  </a:lnTo>
                  <a:lnTo>
                    <a:pt x="498913" y="1419297"/>
                  </a:lnTo>
                  <a:lnTo>
                    <a:pt x="499610" y="1415794"/>
                  </a:lnTo>
                  <a:lnTo>
                    <a:pt x="500306" y="1412720"/>
                  </a:lnTo>
                  <a:lnTo>
                    <a:pt x="501002" y="1411502"/>
                  </a:lnTo>
                  <a:lnTo>
                    <a:pt x="501698" y="1410806"/>
                  </a:lnTo>
                  <a:lnTo>
                    <a:pt x="502394" y="1407975"/>
                  </a:lnTo>
                  <a:lnTo>
                    <a:pt x="503091" y="1404630"/>
                  </a:lnTo>
                  <a:lnTo>
                    <a:pt x="503787" y="1402302"/>
                  </a:lnTo>
                  <a:lnTo>
                    <a:pt x="504483" y="1400041"/>
                  </a:lnTo>
                  <a:lnTo>
                    <a:pt x="505179" y="1398696"/>
                  </a:lnTo>
                  <a:lnTo>
                    <a:pt x="505875" y="1397818"/>
                  </a:lnTo>
                  <a:lnTo>
                    <a:pt x="506571" y="1398359"/>
                  </a:lnTo>
                  <a:lnTo>
                    <a:pt x="507268" y="1401666"/>
                  </a:lnTo>
                  <a:lnTo>
                    <a:pt x="507964" y="1407438"/>
                  </a:lnTo>
                  <a:lnTo>
                    <a:pt x="508660" y="1414888"/>
                  </a:lnTo>
                  <a:lnTo>
                    <a:pt x="509356" y="1421908"/>
                  </a:lnTo>
                  <a:lnTo>
                    <a:pt x="510052" y="1429358"/>
                  </a:lnTo>
                  <a:lnTo>
                    <a:pt x="510748" y="1436377"/>
                  </a:lnTo>
                  <a:lnTo>
                    <a:pt x="511445" y="1443095"/>
                  </a:lnTo>
                  <a:lnTo>
                    <a:pt x="512141" y="1447656"/>
                  </a:lnTo>
                  <a:lnTo>
                    <a:pt x="512837" y="1452961"/>
                  </a:lnTo>
                  <a:lnTo>
                    <a:pt x="513533" y="1460458"/>
                  </a:lnTo>
                  <a:lnTo>
                    <a:pt x="514229" y="1468567"/>
                  </a:lnTo>
                  <a:lnTo>
                    <a:pt x="514926" y="1477972"/>
                  </a:lnTo>
                  <a:lnTo>
                    <a:pt x="515622" y="1486727"/>
                  </a:lnTo>
                  <a:lnTo>
                    <a:pt x="516318" y="1493912"/>
                  </a:lnTo>
                  <a:lnTo>
                    <a:pt x="517014" y="1501412"/>
                  </a:lnTo>
                  <a:lnTo>
                    <a:pt x="517710" y="1505736"/>
                  </a:lnTo>
                  <a:lnTo>
                    <a:pt x="518406" y="1509527"/>
                  </a:lnTo>
                  <a:lnTo>
                    <a:pt x="519103" y="1513851"/>
                  </a:lnTo>
                  <a:lnTo>
                    <a:pt x="519799" y="1517641"/>
                  </a:lnTo>
                  <a:lnTo>
                    <a:pt x="520495" y="1521003"/>
                  </a:lnTo>
                  <a:lnTo>
                    <a:pt x="521191" y="1524793"/>
                  </a:lnTo>
                  <a:lnTo>
                    <a:pt x="521887" y="1528688"/>
                  </a:lnTo>
                  <a:lnTo>
                    <a:pt x="522583" y="1533430"/>
                  </a:lnTo>
                  <a:lnTo>
                    <a:pt x="523280" y="1538183"/>
                  </a:lnTo>
                  <a:lnTo>
                    <a:pt x="523976" y="1543825"/>
                  </a:lnTo>
                  <a:lnTo>
                    <a:pt x="524672" y="1549466"/>
                  </a:lnTo>
                  <a:lnTo>
                    <a:pt x="525368" y="1554678"/>
                  </a:lnTo>
                  <a:lnTo>
                    <a:pt x="526064" y="1561923"/>
                  </a:lnTo>
                  <a:lnTo>
                    <a:pt x="526760" y="1568896"/>
                  </a:lnTo>
                  <a:lnTo>
                    <a:pt x="527457" y="1574222"/>
                  </a:lnTo>
                  <a:lnTo>
                    <a:pt x="528153" y="1579622"/>
                  </a:lnTo>
                  <a:lnTo>
                    <a:pt x="528849" y="1586737"/>
                  </a:lnTo>
                  <a:lnTo>
                    <a:pt x="529545" y="1593851"/>
                  </a:lnTo>
                  <a:lnTo>
                    <a:pt x="530241" y="1601083"/>
                  </a:lnTo>
                  <a:lnTo>
                    <a:pt x="530938" y="1609085"/>
                  </a:lnTo>
                  <a:lnTo>
                    <a:pt x="531634" y="1617968"/>
                  </a:lnTo>
                  <a:lnTo>
                    <a:pt x="532330" y="1626852"/>
                  </a:lnTo>
                  <a:lnTo>
                    <a:pt x="533026" y="1637369"/>
                  </a:lnTo>
                  <a:lnTo>
                    <a:pt x="533722" y="1646204"/>
                  </a:lnTo>
                  <a:lnTo>
                    <a:pt x="534418" y="1652150"/>
                  </a:lnTo>
                  <a:lnTo>
                    <a:pt x="535115" y="1658362"/>
                  </a:lnTo>
                  <a:lnTo>
                    <a:pt x="535811" y="1663810"/>
                  </a:lnTo>
                  <a:lnTo>
                    <a:pt x="536507" y="1667667"/>
                  </a:lnTo>
                  <a:lnTo>
                    <a:pt x="537203" y="1671201"/>
                  </a:lnTo>
                  <a:lnTo>
                    <a:pt x="537899" y="1675092"/>
                  </a:lnTo>
                  <a:lnTo>
                    <a:pt x="538595" y="1678854"/>
                  </a:lnTo>
                  <a:lnTo>
                    <a:pt x="539292" y="1681599"/>
                  </a:lnTo>
                  <a:lnTo>
                    <a:pt x="539988" y="1685277"/>
                  </a:lnTo>
                  <a:lnTo>
                    <a:pt x="540684" y="1688955"/>
                  </a:lnTo>
                  <a:lnTo>
                    <a:pt x="541380" y="1692099"/>
                  </a:lnTo>
                  <a:lnTo>
                    <a:pt x="542076" y="1692470"/>
                  </a:lnTo>
                  <a:lnTo>
                    <a:pt x="542773" y="1692470"/>
                  </a:lnTo>
                  <a:lnTo>
                    <a:pt x="543469" y="1690422"/>
                  </a:lnTo>
                  <a:lnTo>
                    <a:pt x="544165" y="1688765"/>
                  </a:lnTo>
                  <a:lnTo>
                    <a:pt x="544861" y="1687945"/>
                  </a:lnTo>
                  <a:lnTo>
                    <a:pt x="545557" y="1686694"/>
                  </a:lnTo>
                  <a:lnTo>
                    <a:pt x="546253" y="1685874"/>
                  </a:lnTo>
                  <a:lnTo>
                    <a:pt x="546950" y="1685053"/>
                  </a:lnTo>
                  <a:lnTo>
                    <a:pt x="547646" y="1684703"/>
                  </a:lnTo>
                  <a:lnTo>
                    <a:pt x="548342" y="1684912"/>
                  </a:lnTo>
                  <a:lnTo>
                    <a:pt x="549038" y="1685382"/>
                  </a:lnTo>
                  <a:lnTo>
                    <a:pt x="549734" y="1685310"/>
                  </a:lnTo>
                  <a:lnTo>
                    <a:pt x="550430" y="1683240"/>
                  </a:lnTo>
                  <a:lnTo>
                    <a:pt x="551127" y="1681504"/>
                  </a:lnTo>
                  <a:lnTo>
                    <a:pt x="551823" y="1676626"/>
                  </a:lnTo>
                  <a:lnTo>
                    <a:pt x="552519" y="1670578"/>
                  </a:lnTo>
                  <a:lnTo>
                    <a:pt x="553215" y="1664936"/>
                  </a:lnTo>
                  <a:lnTo>
                    <a:pt x="553911" y="1659295"/>
                  </a:lnTo>
                  <a:lnTo>
                    <a:pt x="554607" y="1652885"/>
                  </a:lnTo>
                  <a:lnTo>
                    <a:pt x="555304" y="1646476"/>
                  </a:lnTo>
                  <a:lnTo>
                    <a:pt x="556000" y="1640496"/>
                  </a:lnTo>
                  <a:lnTo>
                    <a:pt x="556696" y="1633896"/>
                  </a:lnTo>
                  <a:lnTo>
                    <a:pt x="557392" y="1625126"/>
                  </a:lnTo>
                  <a:lnTo>
                    <a:pt x="558088" y="1615039"/>
                  </a:lnTo>
                  <a:lnTo>
                    <a:pt x="558785" y="1603456"/>
                  </a:lnTo>
                  <a:lnTo>
                    <a:pt x="559481" y="1592013"/>
                  </a:lnTo>
                  <a:lnTo>
                    <a:pt x="560177" y="1580789"/>
                  </a:lnTo>
                  <a:lnTo>
                    <a:pt x="560873" y="1569775"/>
                  </a:lnTo>
                  <a:lnTo>
                    <a:pt x="561569" y="1558547"/>
                  </a:lnTo>
                  <a:lnTo>
                    <a:pt x="562265" y="1551523"/>
                  </a:lnTo>
                  <a:lnTo>
                    <a:pt x="562962" y="1547381"/>
                  </a:lnTo>
                  <a:lnTo>
                    <a:pt x="563658" y="1542443"/>
                  </a:lnTo>
                  <a:lnTo>
                    <a:pt x="564354" y="1536564"/>
                  </a:lnTo>
                  <a:lnTo>
                    <a:pt x="565050" y="1531020"/>
                  </a:lnTo>
                  <a:lnTo>
                    <a:pt x="565746" y="1525695"/>
                  </a:lnTo>
                  <a:lnTo>
                    <a:pt x="566442" y="1519816"/>
                  </a:lnTo>
                  <a:lnTo>
                    <a:pt x="567139" y="1514271"/>
                  </a:lnTo>
                  <a:lnTo>
                    <a:pt x="567835" y="1510687"/>
                  </a:lnTo>
                  <a:lnTo>
                    <a:pt x="568531" y="1506545"/>
                  </a:lnTo>
                  <a:lnTo>
                    <a:pt x="569227" y="1506258"/>
                  </a:lnTo>
                  <a:lnTo>
                    <a:pt x="569923" y="1504317"/>
                  </a:lnTo>
                  <a:lnTo>
                    <a:pt x="570620" y="1502041"/>
                  </a:lnTo>
                  <a:lnTo>
                    <a:pt x="571316" y="1500434"/>
                  </a:lnTo>
                  <a:lnTo>
                    <a:pt x="572012" y="1498964"/>
                  </a:lnTo>
                  <a:lnTo>
                    <a:pt x="572708" y="1495849"/>
                  </a:lnTo>
                  <a:lnTo>
                    <a:pt x="573404" y="1493277"/>
                  </a:lnTo>
                  <a:lnTo>
                    <a:pt x="574100" y="1491706"/>
                  </a:lnTo>
                  <a:lnTo>
                    <a:pt x="574797" y="1491288"/>
                  </a:lnTo>
                  <a:lnTo>
                    <a:pt x="575493" y="1490871"/>
                  </a:lnTo>
                  <a:lnTo>
                    <a:pt x="576189" y="1489920"/>
                  </a:lnTo>
                  <a:lnTo>
                    <a:pt x="576885" y="1489503"/>
                  </a:lnTo>
                  <a:lnTo>
                    <a:pt x="577581" y="1489274"/>
                  </a:lnTo>
                  <a:lnTo>
                    <a:pt x="578277" y="1488471"/>
                  </a:lnTo>
                  <a:lnTo>
                    <a:pt x="578974" y="1488913"/>
                  </a:lnTo>
                  <a:lnTo>
                    <a:pt x="579670" y="1485724"/>
                  </a:lnTo>
                  <a:lnTo>
                    <a:pt x="580366" y="1483783"/>
                  </a:lnTo>
                  <a:lnTo>
                    <a:pt x="581062" y="1481842"/>
                  </a:lnTo>
                  <a:lnTo>
                    <a:pt x="581758" y="1479901"/>
                  </a:lnTo>
                  <a:lnTo>
                    <a:pt x="582454" y="1477426"/>
                  </a:lnTo>
                  <a:lnTo>
                    <a:pt x="583151" y="1474060"/>
                  </a:lnTo>
                  <a:lnTo>
                    <a:pt x="583847" y="1468444"/>
                  </a:lnTo>
                  <a:lnTo>
                    <a:pt x="584543" y="1462565"/>
                  </a:lnTo>
                  <a:lnTo>
                    <a:pt x="585239" y="1456687"/>
                  </a:lnTo>
                  <a:lnTo>
                    <a:pt x="585935" y="1450338"/>
                  </a:lnTo>
                  <a:lnTo>
                    <a:pt x="586632" y="1443989"/>
                  </a:lnTo>
                  <a:lnTo>
                    <a:pt x="587328" y="1440448"/>
                  </a:lnTo>
                  <a:lnTo>
                    <a:pt x="588024" y="1438843"/>
                  </a:lnTo>
                  <a:lnTo>
                    <a:pt x="588720" y="1438336"/>
                  </a:lnTo>
                  <a:lnTo>
                    <a:pt x="589416" y="1437887"/>
                  </a:lnTo>
                  <a:lnTo>
                    <a:pt x="590112" y="1440088"/>
                  </a:lnTo>
                  <a:lnTo>
                    <a:pt x="590809" y="1442288"/>
                  </a:lnTo>
                  <a:lnTo>
                    <a:pt x="591505" y="1444489"/>
                  </a:lnTo>
                  <a:lnTo>
                    <a:pt x="592201" y="1446696"/>
                  </a:lnTo>
                  <a:lnTo>
                    <a:pt x="592897" y="1451501"/>
                  </a:lnTo>
                  <a:lnTo>
                    <a:pt x="593593" y="1458816"/>
                  </a:lnTo>
                  <a:lnTo>
                    <a:pt x="594289" y="1469164"/>
                  </a:lnTo>
                  <a:lnTo>
                    <a:pt x="594986" y="1478699"/>
                  </a:lnTo>
                  <a:lnTo>
                    <a:pt x="595682" y="1486030"/>
                  </a:lnTo>
                  <a:lnTo>
                    <a:pt x="596378" y="1491832"/>
                  </a:lnTo>
                  <a:lnTo>
                    <a:pt x="597074" y="1497849"/>
                  </a:lnTo>
                  <a:lnTo>
                    <a:pt x="597770" y="1501577"/>
                  </a:lnTo>
                  <a:lnTo>
                    <a:pt x="598467" y="1504071"/>
                  </a:lnTo>
                  <a:lnTo>
                    <a:pt x="599163" y="1507143"/>
                  </a:lnTo>
                  <a:lnTo>
                    <a:pt x="599859" y="1511155"/>
                  </a:lnTo>
                  <a:lnTo>
                    <a:pt x="600555" y="1514833"/>
                  </a:lnTo>
                  <a:lnTo>
                    <a:pt x="601251" y="1518510"/>
                  </a:lnTo>
                  <a:lnTo>
                    <a:pt x="601947" y="1522188"/>
                  </a:lnTo>
                  <a:lnTo>
                    <a:pt x="602644" y="1526003"/>
                  </a:lnTo>
                  <a:lnTo>
                    <a:pt x="603340" y="1527856"/>
                  </a:lnTo>
                  <a:lnTo>
                    <a:pt x="604036" y="1530268"/>
                  </a:lnTo>
                  <a:lnTo>
                    <a:pt x="604732" y="1530473"/>
                  </a:lnTo>
                  <a:lnTo>
                    <a:pt x="605428" y="1533272"/>
                  </a:lnTo>
                  <a:lnTo>
                    <a:pt x="606124" y="1537867"/>
                  </a:lnTo>
                  <a:lnTo>
                    <a:pt x="606821" y="1544550"/>
                  </a:lnTo>
                  <a:lnTo>
                    <a:pt x="607517" y="1551233"/>
                  </a:lnTo>
                  <a:lnTo>
                    <a:pt x="608213" y="1558386"/>
                  </a:lnTo>
                  <a:lnTo>
                    <a:pt x="608909" y="1564639"/>
                  </a:lnTo>
                  <a:lnTo>
                    <a:pt x="609605" y="1570104"/>
                  </a:lnTo>
                  <a:lnTo>
                    <a:pt x="610302" y="1574416"/>
                  </a:lnTo>
                  <a:lnTo>
                    <a:pt x="610998" y="1578728"/>
                  </a:lnTo>
                  <a:lnTo>
                    <a:pt x="611694" y="1583039"/>
                  </a:lnTo>
                  <a:lnTo>
                    <a:pt x="612390" y="1587351"/>
                  </a:lnTo>
                  <a:lnTo>
                    <a:pt x="613086" y="1592575"/>
                  </a:lnTo>
                  <a:lnTo>
                    <a:pt x="613782" y="1598745"/>
                  </a:lnTo>
                  <a:lnTo>
                    <a:pt x="614479" y="1603668"/>
                  </a:lnTo>
                  <a:lnTo>
                    <a:pt x="615175" y="1610154"/>
                  </a:lnTo>
                  <a:lnTo>
                    <a:pt x="615871" y="1614651"/>
                  </a:lnTo>
                  <a:lnTo>
                    <a:pt x="616567" y="1618930"/>
                  </a:lnTo>
                  <a:lnTo>
                    <a:pt x="617263" y="1622995"/>
                  </a:lnTo>
                  <a:lnTo>
                    <a:pt x="617959" y="1627407"/>
                  </a:lnTo>
                  <a:lnTo>
                    <a:pt x="618656" y="1632710"/>
                  </a:lnTo>
                  <a:lnTo>
                    <a:pt x="619352" y="1639522"/>
                  </a:lnTo>
                  <a:lnTo>
                    <a:pt x="620048" y="1646334"/>
                  </a:lnTo>
                  <a:lnTo>
                    <a:pt x="620744" y="1653147"/>
                  </a:lnTo>
                  <a:lnTo>
                    <a:pt x="621440" y="1660429"/>
                  </a:lnTo>
                  <a:lnTo>
                    <a:pt x="622136" y="1667712"/>
                  </a:lnTo>
                  <a:lnTo>
                    <a:pt x="622833" y="1674995"/>
                  </a:lnTo>
                  <a:lnTo>
                    <a:pt x="623529" y="1680611"/>
                  </a:lnTo>
                  <a:lnTo>
                    <a:pt x="624225" y="1684723"/>
                  </a:lnTo>
                  <a:lnTo>
                    <a:pt x="624921" y="1688777"/>
                  </a:lnTo>
                  <a:lnTo>
                    <a:pt x="625617" y="1690949"/>
                  </a:lnTo>
                  <a:lnTo>
                    <a:pt x="626314" y="1693489"/>
                  </a:lnTo>
                  <a:lnTo>
                    <a:pt x="627010" y="1696030"/>
                  </a:lnTo>
                  <a:lnTo>
                    <a:pt x="627706" y="1698756"/>
                  </a:lnTo>
                  <a:lnTo>
                    <a:pt x="628402" y="1701297"/>
                  </a:lnTo>
                  <a:lnTo>
                    <a:pt x="629098" y="1701942"/>
                  </a:lnTo>
                  <a:lnTo>
                    <a:pt x="629794" y="1698783"/>
                  </a:lnTo>
                  <a:lnTo>
                    <a:pt x="630491" y="1696915"/>
                  </a:lnTo>
                  <a:lnTo>
                    <a:pt x="631187" y="1697033"/>
                  </a:lnTo>
                  <a:lnTo>
                    <a:pt x="631883" y="1698899"/>
                  </a:lnTo>
                  <a:lnTo>
                    <a:pt x="632579" y="1701100"/>
                  </a:lnTo>
                  <a:lnTo>
                    <a:pt x="633275" y="1703300"/>
                  </a:lnTo>
                  <a:lnTo>
                    <a:pt x="633971" y="1705501"/>
                  </a:lnTo>
                  <a:lnTo>
                    <a:pt x="634668" y="1707703"/>
                  </a:lnTo>
                  <a:lnTo>
                    <a:pt x="635364" y="1709903"/>
                  </a:lnTo>
                  <a:lnTo>
                    <a:pt x="636060" y="1710581"/>
                  </a:lnTo>
                  <a:lnTo>
                    <a:pt x="636756" y="1711052"/>
                  </a:lnTo>
                  <a:lnTo>
                    <a:pt x="637452" y="1711522"/>
                  </a:lnTo>
                  <a:lnTo>
                    <a:pt x="638149" y="1711523"/>
                  </a:lnTo>
                  <a:lnTo>
                    <a:pt x="638845" y="1711523"/>
                  </a:lnTo>
                  <a:lnTo>
                    <a:pt x="639541" y="1711730"/>
                  </a:lnTo>
                  <a:lnTo>
                    <a:pt x="640237" y="1714831"/>
                  </a:lnTo>
                  <a:lnTo>
                    <a:pt x="640933" y="1716979"/>
                  </a:lnTo>
                  <a:lnTo>
                    <a:pt x="641629" y="1717761"/>
                  </a:lnTo>
                  <a:lnTo>
                    <a:pt x="642326" y="1716121"/>
                  </a:lnTo>
                  <a:lnTo>
                    <a:pt x="643022" y="1714010"/>
                  </a:lnTo>
                  <a:lnTo>
                    <a:pt x="643718" y="1711899"/>
                  </a:lnTo>
                  <a:lnTo>
                    <a:pt x="644414" y="1710205"/>
                  </a:lnTo>
                  <a:lnTo>
                    <a:pt x="645110" y="1708511"/>
                  </a:lnTo>
                  <a:lnTo>
                    <a:pt x="645806" y="1706400"/>
                  </a:lnTo>
                  <a:lnTo>
                    <a:pt x="646503" y="1706128"/>
                  </a:lnTo>
                  <a:lnTo>
                    <a:pt x="647199" y="1706127"/>
                  </a:lnTo>
                  <a:lnTo>
                    <a:pt x="647895" y="1706127"/>
                  </a:lnTo>
                  <a:lnTo>
                    <a:pt x="648591" y="1706598"/>
                  </a:lnTo>
                  <a:lnTo>
                    <a:pt x="649287" y="1707497"/>
                  </a:lnTo>
                  <a:lnTo>
                    <a:pt x="649983" y="1708397"/>
                  </a:lnTo>
                  <a:lnTo>
                    <a:pt x="650680" y="1709298"/>
                  </a:lnTo>
                  <a:lnTo>
                    <a:pt x="651376" y="1710102"/>
                  </a:lnTo>
                  <a:lnTo>
                    <a:pt x="652072" y="1710655"/>
                  </a:lnTo>
                  <a:lnTo>
                    <a:pt x="652768" y="1711893"/>
                  </a:lnTo>
                  <a:lnTo>
                    <a:pt x="653464" y="1713317"/>
                  </a:lnTo>
                  <a:lnTo>
                    <a:pt x="654161" y="1714270"/>
                  </a:lnTo>
                  <a:lnTo>
                    <a:pt x="654857" y="1715407"/>
                  </a:lnTo>
                  <a:lnTo>
                    <a:pt x="655553" y="1716544"/>
                  </a:lnTo>
                  <a:lnTo>
                    <a:pt x="656249" y="1717680"/>
                  </a:lnTo>
                  <a:lnTo>
                    <a:pt x="656945" y="1718817"/>
                  </a:lnTo>
                  <a:lnTo>
                    <a:pt x="657641" y="1720853"/>
                  </a:lnTo>
                  <a:lnTo>
                    <a:pt x="658338" y="1722460"/>
                  </a:lnTo>
                  <a:lnTo>
                    <a:pt x="659034" y="1724067"/>
                  </a:lnTo>
                  <a:lnTo>
                    <a:pt x="659730" y="1725674"/>
                  </a:lnTo>
                  <a:lnTo>
                    <a:pt x="660426" y="1727009"/>
                  </a:lnTo>
                  <a:lnTo>
                    <a:pt x="661122" y="1726075"/>
                  </a:lnTo>
                  <a:lnTo>
                    <a:pt x="661818" y="1724772"/>
                  </a:lnTo>
                  <a:lnTo>
                    <a:pt x="662515" y="1723470"/>
                  </a:lnTo>
                  <a:lnTo>
                    <a:pt x="663211" y="1721697"/>
                  </a:lnTo>
                  <a:lnTo>
                    <a:pt x="663907" y="1720581"/>
                  </a:lnTo>
                  <a:lnTo>
                    <a:pt x="664603" y="1720167"/>
                  </a:lnTo>
                  <a:lnTo>
                    <a:pt x="665299" y="1722020"/>
                  </a:lnTo>
                  <a:lnTo>
                    <a:pt x="665996" y="1723672"/>
                  </a:lnTo>
                  <a:lnTo>
                    <a:pt x="666692" y="1725324"/>
                  </a:lnTo>
                  <a:lnTo>
                    <a:pt x="667388" y="1726512"/>
                  </a:lnTo>
                  <a:lnTo>
                    <a:pt x="668084" y="1726162"/>
                  </a:lnTo>
                  <a:lnTo>
                    <a:pt x="668780" y="1725812"/>
                  </a:lnTo>
                  <a:lnTo>
                    <a:pt x="669476" y="1725462"/>
                  </a:lnTo>
                  <a:lnTo>
                    <a:pt x="670173" y="1725112"/>
                  </a:lnTo>
                  <a:lnTo>
                    <a:pt x="670869" y="1724969"/>
                  </a:lnTo>
                  <a:lnTo>
                    <a:pt x="671565" y="1728342"/>
                  </a:lnTo>
                  <a:lnTo>
                    <a:pt x="672261" y="1731390"/>
                  </a:lnTo>
                  <a:lnTo>
                    <a:pt x="672957" y="1734438"/>
                  </a:lnTo>
                  <a:lnTo>
                    <a:pt x="673653" y="1737486"/>
                  </a:lnTo>
                  <a:lnTo>
                    <a:pt x="674350" y="1740116"/>
                  </a:lnTo>
                  <a:lnTo>
                    <a:pt x="675046" y="1742110"/>
                  </a:lnTo>
                  <a:lnTo>
                    <a:pt x="675742" y="1741680"/>
                  </a:lnTo>
                  <a:lnTo>
                    <a:pt x="676438" y="1741680"/>
                  </a:lnTo>
                  <a:lnTo>
                    <a:pt x="677134" y="1740780"/>
                  </a:lnTo>
                  <a:lnTo>
                    <a:pt x="677831" y="1740357"/>
                  </a:lnTo>
                  <a:lnTo>
                    <a:pt x="678527" y="1741231"/>
                  </a:lnTo>
                  <a:lnTo>
                    <a:pt x="679223" y="1742103"/>
                  </a:lnTo>
                  <a:lnTo>
                    <a:pt x="679919" y="1742190"/>
                  </a:lnTo>
                  <a:lnTo>
                    <a:pt x="680615" y="1742277"/>
                  </a:lnTo>
                  <a:lnTo>
                    <a:pt x="681311" y="1742781"/>
                  </a:lnTo>
                  <a:lnTo>
                    <a:pt x="682008" y="1741446"/>
                  </a:lnTo>
                  <a:lnTo>
                    <a:pt x="682704" y="1740022"/>
                  </a:lnTo>
                  <a:lnTo>
                    <a:pt x="683400" y="1738784"/>
                  </a:lnTo>
                  <a:lnTo>
                    <a:pt x="684096" y="1737546"/>
                  </a:lnTo>
                  <a:lnTo>
                    <a:pt x="684792" y="1735877"/>
                  </a:lnTo>
                  <a:lnTo>
                    <a:pt x="685488" y="1734210"/>
                  </a:lnTo>
                  <a:lnTo>
                    <a:pt x="686185" y="1732542"/>
                  </a:lnTo>
                  <a:lnTo>
                    <a:pt x="686881" y="1731303"/>
                  </a:lnTo>
                  <a:lnTo>
                    <a:pt x="687577" y="1731303"/>
                  </a:lnTo>
                  <a:lnTo>
                    <a:pt x="688273" y="1730498"/>
                  </a:lnTo>
                  <a:lnTo>
                    <a:pt x="688969" y="1730027"/>
                  </a:lnTo>
                  <a:lnTo>
                    <a:pt x="689665" y="1730927"/>
                  </a:lnTo>
                  <a:lnTo>
                    <a:pt x="690362" y="1732778"/>
                  </a:lnTo>
                  <a:lnTo>
                    <a:pt x="691058" y="1732688"/>
                  </a:lnTo>
                  <a:lnTo>
                    <a:pt x="691754" y="1731764"/>
                  </a:lnTo>
                  <a:lnTo>
                    <a:pt x="692450" y="1728873"/>
                  </a:lnTo>
                  <a:lnTo>
                    <a:pt x="693146" y="1725082"/>
                  </a:lnTo>
                  <a:lnTo>
                    <a:pt x="693843" y="1721721"/>
                  </a:lnTo>
                  <a:lnTo>
                    <a:pt x="694539" y="1718360"/>
                  </a:lnTo>
                  <a:lnTo>
                    <a:pt x="695235" y="1714999"/>
                  </a:lnTo>
                  <a:lnTo>
                    <a:pt x="695931" y="1711910"/>
                  </a:lnTo>
                  <a:lnTo>
                    <a:pt x="696627" y="1709827"/>
                  </a:lnTo>
                  <a:lnTo>
                    <a:pt x="697323" y="1705916"/>
                  </a:lnTo>
                  <a:lnTo>
                    <a:pt x="698020" y="1701418"/>
                  </a:lnTo>
                  <a:lnTo>
                    <a:pt x="698716" y="1697390"/>
                  </a:lnTo>
                  <a:lnTo>
                    <a:pt x="699412" y="1692892"/>
                  </a:lnTo>
                  <a:lnTo>
                    <a:pt x="700108" y="1687013"/>
                  </a:lnTo>
                  <a:lnTo>
                    <a:pt x="700804" y="1680235"/>
                  </a:lnTo>
                  <a:lnTo>
                    <a:pt x="701500" y="1673711"/>
                  </a:lnTo>
                  <a:lnTo>
                    <a:pt x="702197" y="1666681"/>
                  </a:lnTo>
                  <a:lnTo>
                    <a:pt x="702893" y="1661686"/>
                  </a:lnTo>
                  <a:lnTo>
                    <a:pt x="703589" y="1657559"/>
                  </a:lnTo>
                  <a:lnTo>
                    <a:pt x="704285" y="1653768"/>
                  </a:lnTo>
                  <a:lnTo>
                    <a:pt x="704981" y="1649794"/>
                  </a:lnTo>
                  <a:lnTo>
                    <a:pt x="705678" y="1644265"/>
                  </a:lnTo>
                  <a:lnTo>
                    <a:pt x="706374" y="1638194"/>
                  </a:lnTo>
                  <a:lnTo>
                    <a:pt x="707070" y="1631558"/>
                  </a:lnTo>
                  <a:lnTo>
                    <a:pt x="707766" y="1627086"/>
                  </a:lnTo>
                  <a:lnTo>
                    <a:pt x="708462" y="1622614"/>
                  </a:lnTo>
                  <a:lnTo>
                    <a:pt x="709158" y="1618761"/>
                  </a:lnTo>
                  <a:lnTo>
                    <a:pt x="709855" y="1615326"/>
                  </a:lnTo>
                  <a:lnTo>
                    <a:pt x="710551" y="1612655"/>
                  </a:lnTo>
                  <a:lnTo>
                    <a:pt x="711247" y="1609648"/>
                  </a:lnTo>
                  <a:lnTo>
                    <a:pt x="711943" y="1607379"/>
                  </a:lnTo>
                  <a:lnTo>
                    <a:pt x="712639" y="1607045"/>
                  </a:lnTo>
                  <a:lnTo>
                    <a:pt x="713335" y="1606232"/>
                  </a:lnTo>
                  <a:lnTo>
                    <a:pt x="714032" y="1604124"/>
                  </a:lnTo>
                  <a:lnTo>
                    <a:pt x="714728" y="1602017"/>
                  </a:lnTo>
                  <a:lnTo>
                    <a:pt x="715424" y="1600850"/>
                  </a:lnTo>
                  <a:lnTo>
                    <a:pt x="716120" y="1602457"/>
                  </a:lnTo>
                  <a:lnTo>
                    <a:pt x="716816" y="1604064"/>
                  </a:lnTo>
                  <a:lnTo>
                    <a:pt x="717512" y="1605671"/>
                  </a:lnTo>
                  <a:lnTo>
                    <a:pt x="718209" y="1607095"/>
                  </a:lnTo>
                  <a:lnTo>
                    <a:pt x="718905" y="1607444"/>
                  </a:lnTo>
                  <a:lnTo>
                    <a:pt x="719601" y="1606141"/>
                  </a:lnTo>
                  <a:lnTo>
                    <a:pt x="720297" y="1605269"/>
                  </a:lnTo>
                  <a:lnTo>
                    <a:pt x="720993" y="1603966"/>
                  </a:lnTo>
                  <a:lnTo>
                    <a:pt x="721690" y="1603093"/>
                  </a:lnTo>
                  <a:lnTo>
                    <a:pt x="722386" y="1602220"/>
                  </a:lnTo>
                  <a:lnTo>
                    <a:pt x="723082" y="1600997"/>
                  </a:lnTo>
                  <a:lnTo>
                    <a:pt x="723778" y="1598442"/>
                  </a:lnTo>
                  <a:lnTo>
                    <a:pt x="724474" y="1595550"/>
                  </a:lnTo>
                  <a:lnTo>
                    <a:pt x="725170" y="1591226"/>
                  </a:lnTo>
                  <a:lnTo>
                    <a:pt x="725867" y="1585952"/>
                  </a:lnTo>
                  <a:lnTo>
                    <a:pt x="726563" y="1582201"/>
                  </a:lnTo>
                  <a:lnTo>
                    <a:pt x="727259" y="1579283"/>
                  </a:lnTo>
                  <a:lnTo>
                    <a:pt x="727955" y="1578750"/>
                  </a:lnTo>
                  <a:lnTo>
                    <a:pt x="728651" y="1578216"/>
                  </a:lnTo>
                  <a:lnTo>
                    <a:pt x="729347" y="1578329"/>
                  </a:lnTo>
                  <a:lnTo>
                    <a:pt x="730044" y="1579150"/>
                  </a:lnTo>
                  <a:lnTo>
                    <a:pt x="730740" y="1579500"/>
                  </a:lnTo>
                  <a:lnTo>
                    <a:pt x="731436" y="1579850"/>
                  </a:lnTo>
                  <a:lnTo>
                    <a:pt x="732132" y="1581933"/>
                  </a:lnTo>
                  <a:lnTo>
                    <a:pt x="732828" y="1586274"/>
                  </a:lnTo>
                  <a:lnTo>
                    <a:pt x="733525" y="1590773"/>
                  </a:lnTo>
                  <a:lnTo>
                    <a:pt x="734221" y="1597812"/>
                  </a:lnTo>
                  <a:lnTo>
                    <a:pt x="734917" y="1606231"/>
                  </a:lnTo>
                  <a:lnTo>
                    <a:pt x="735613" y="1615601"/>
                  </a:lnTo>
                  <a:lnTo>
                    <a:pt x="736309" y="1625871"/>
                  </a:lnTo>
                  <a:lnTo>
                    <a:pt x="737005" y="1635468"/>
                  </a:lnTo>
                  <a:lnTo>
                    <a:pt x="737702" y="1646159"/>
                  </a:lnTo>
                  <a:lnTo>
                    <a:pt x="738398" y="1655280"/>
                  </a:lnTo>
                  <a:lnTo>
                    <a:pt x="739094" y="1665180"/>
                  </a:lnTo>
                  <a:lnTo>
                    <a:pt x="739790" y="1675312"/>
                  </a:lnTo>
                  <a:lnTo>
                    <a:pt x="740486" y="1685689"/>
                  </a:lnTo>
                  <a:lnTo>
                    <a:pt x="741182" y="1695928"/>
                  </a:lnTo>
                  <a:lnTo>
                    <a:pt x="741879" y="1706195"/>
                  </a:lnTo>
                  <a:lnTo>
                    <a:pt x="742575" y="1713415"/>
                  </a:lnTo>
                  <a:lnTo>
                    <a:pt x="743271" y="1716487"/>
                  </a:lnTo>
                  <a:lnTo>
                    <a:pt x="743967" y="1720884"/>
                  </a:lnTo>
                  <a:lnTo>
                    <a:pt x="744663" y="1723471"/>
                  </a:lnTo>
                  <a:lnTo>
                    <a:pt x="745360" y="1727431"/>
                  </a:lnTo>
                  <a:lnTo>
                    <a:pt x="746056" y="1731057"/>
                  </a:lnTo>
                  <a:lnTo>
                    <a:pt x="746752" y="1736660"/>
                  </a:lnTo>
                  <a:lnTo>
                    <a:pt x="747448" y="1743727"/>
                  </a:lnTo>
                  <a:lnTo>
                    <a:pt x="748144" y="1751519"/>
                  </a:lnTo>
                  <a:lnTo>
                    <a:pt x="748840" y="1760659"/>
                  </a:lnTo>
                  <a:lnTo>
                    <a:pt x="749537" y="1769139"/>
                  </a:lnTo>
                  <a:lnTo>
                    <a:pt x="750233" y="1777155"/>
                  </a:lnTo>
                  <a:lnTo>
                    <a:pt x="750929" y="1782977"/>
                  </a:lnTo>
                  <a:lnTo>
                    <a:pt x="751625" y="1789333"/>
                  </a:lnTo>
                  <a:lnTo>
                    <a:pt x="752321" y="1796138"/>
                  </a:lnTo>
                  <a:lnTo>
                    <a:pt x="753017" y="1803676"/>
                  </a:lnTo>
                  <a:lnTo>
                    <a:pt x="753714" y="1812644"/>
                  </a:lnTo>
                  <a:lnTo>
                    <a:pt x="754410" y="1821256"/>
                  </a:lnTo>
                  <a:lnTo>
                    <a:pt x="754836" y="1826954"/>
                  </a:lnTo>
                  <a:lnTo>
                    <a:pt x="789944" y="1826954"/>
                  </a:lnTo>
                  <a:lnTo>
                    <a:pt x="790611" y="1819370"/>
                  </a:lnTo>
                  <a:lnTo>
                    <a:pt x="791307" y="1812970"/>
                  </a:lnTo>
                  <a:lnTo>
                    <a:pt x="792003" y="1806999"/>
                  </a:lnTo>
                  <a:lnTo>
                    <a:pt x="792699" y="1802246"/>
                  </a:lnTo>
                  <a:lnTo>
                    <a:pt x="793396" y="1797941"/>
                  </a:lnTo>
                  <a:lnTo>
                    <a:pt x="794092" y="1797085"/>
                  </a:lnTo>
                  <a:lnTo>
                    <a:pt x="794788" y="1795762"/>
                  </a:lnTo>
                  <a:lnTo>
                    <a:pt x="795484" y="1795081"/>
                  </a:lnTo>
                  <a:lnTo>
                    <a:pt x="796180" y="1794627"/>
                  </a:lnTo>
                  <a:lnTo>
                    <a:pt x="796876" y="1794504"/>
                  </a:lnTo>
                  <a:lnTo>
                    <a:pt x="797573" y="1793847"/>
                  </a:lnTo>
                  <a:lnTo>
                    <a:pt x="798269" y="1793531"/>
                  </a:lnTo>
                  <a:lnTo>
                    <a:pt x="798965" y="1793523"/>
                  </a:lnTo>
                  <a:lnTo>
                    <a:pt x="799661" y="1792127"/>
                  </a:lnTo>
                  <a:lnTo>
                    <a:pt x="800357" y="1789090"/>
                  </a:lnTo>
                  <a:lnTo>
                    <a:pt x="801054" y="1783944"/>
                  </a:lnTo>
                  <a:lnTo>
                    <a:pt x="801750" y="1776708"/>
                  </a:lnTo>
                  <a:lnTo>
                    <a:pt x="802446" y="1769295"/>
                  </a:lnTo>
                  <a:lnTo>
                    <a:pt x="803142" y="1761498"/>
                  </a:lnTo>
                  <a:lnTo>
                    <a:pt x="803838" y="1754619"/>
                  </a:lnTo>
                  <a:lnTo>
                    <a:pt x="804534" y="1747430"/>
                  </a:lnTo>
                  <a:lnTo>
                    <a:pt x="805231" y="1744613"/>
                  </a:lnTo>
                  <a:lnTo>
                    <a:pt x="805927" y="1743095"/>
                  </a:lnTo>
                  <a:lnTo>
                    <a:pt x="806623" y="1740203"/>
                  </a:lnTo>
                  <a:lnTo>
                    <a:pt x="807319" y="1735896"/>
                  </a:lnTo>
                  <a:lnTo>
                    <a:pt x="808015" y="1731088"/>
                  </a:lnTo>
                  <a:lnTo>
                    <a:pt x="808711" y="1724410"/>
                  </a:lnTo>
                  <a:lnTo>
                    <a:pt x="809408" y="1718514"/>
                  </a:lnTo>
                  <a:lnTo>
                    <a:pt x="810104" y="1715366"/>
                  </a:lnTo>
                  <a:lnTo>
                    <a:pt x="810800" y="1715153"/>
                  </a:lnTo>
                  <a:lnTo>
                    <a:pt x="811496" y="1717366"/>
                  </a:lnTo>
                  <a:lnTo>
                    <a:pt x="812192" y="1720613"/>
                  </a:lnTo>
                  <a:lnTo>
                    <a:pt x="812888" y="1723459"/>
                  </a:lnTo>
                  <a:lnTo>
                    <a:pt x="813585" y="1724829"/>
                  </a:lnTo>
                  <a:lnTo>
                    <a:pt x="814281" y="1725394"/>
                  </a:lnTo>
                  <a:lnTo>
                    <a:pt x="814977" y="1722981"/>
                  </a:lnTo>
                  <a:lnTo>
                    <a:pt x="815673" y="1720568"/>
                  </a:lnTo>
                  <a:lnTo>
                    <a:pt x="816369" y="1718601"/>
                  </a:lnTo>
                  <a:lnTo>
                    <a:pt x="817066" y="1717221"/>
                  </a:lnTo>
                  <a:lnTo>
                    <a:pt x="817762" y="1714717"/>
                  </a:lnTo>
                  <a:lnTo>
                    <a:pt x="818458" y="1710808"/>
                  </a:lnTo>
                  <a:lnTo>
                    <a:pt x="819154" y="1709151"/>
                  </a:lnTo>
                  <a:lnTo>
                    <a:pt x="819850" y="1705964"/>
                  </a:lnTo>
                  <a:lnTo>
                    <a:pt x="820546" y="1699974"/>
                  </a:lnTo>
                  <a:lnTo>
                    <a:pt x="821243" y="1691323"/>
                  </a:lnTo>
                  <a:lnTo>
                    <a:pt x="821939" y="1683594"/>
                  </a:lnTo>
                  <a:lnTo>
                    <a:pt x="822635" y="1675277"/>
                  </a:lnTo>
                  <a:lnTo>
                    <a:pt x="823331" y="1667299"/>
                  </a:lnTo>
                  <a:lnTo>
                    <a:pt x="824027" y="1658731"/>
                  </a:lnTo>
                  <a:lnTo>
                    <a:pt x="824723" y="1651001"/>
                  </a:lnTo>
                  <a:lnTo>
                    <a:pt x="825420" y="1645910"/>
                  </a:lnTo>
                  <a:lnTo>
                    <a:pt x="826116" y="1639582"/>
                  </a:lnTo>
                  <a:lnTo>
                    <a:pt x="826812" y="1632191"/>
                  </a:lnTo>
                  <a:lnTo>
                    <a:pt x="827508" y="1624660"/>
                  </a:lnTo>
                  <a:lnTo>
                    <a:pt x="828204" y="1617129"/>
                  </a:lnTo>
                  <a:lnTo>
                    <a:pt x="828901" y="1611251"/>
                  </a:lnTo>
                  <a:lnTo>
                    <a:pt x="829597" y="1602768"/>
                  </a:lnTo>
                  <a:lnTo>
                    <a:pt x="830293" y="1594349"/>
                  </a:lnTo>
                  <a:lnTo>
                    <a:pt x="830989" y="1586833"/>
                  </a:lnTo>
                  <a:lnTo>
                    <a:pt x="831685" y="1580150"/>
                  </a:lnTo>
                  <a:lnTo>
                    <a:pt x="832381" y="1572997"/>
                  </a:lnTo>
                  <a:lnTo>
                    <a:pt x="833078" y="1566867"/>
                  </a:lnTo>
                  <a:lnTo>
                    <a:pt x="833774" y="1560737"/>
                  </a:lnTo>
                  <a:lnTo>
                    <a:pt x="834470" y="1556916"/>
                  </a:lnTo>
                  <a:lnTo>
                    <a:pt x="835166" y="1552942"/>
                  </a:lnTo>
                  <a:lnTo>
                    <a:pt x="835862" y="1549371"/>
                  </a:lnTo>
                  <a:lnTo>
                    <a:pt x="836558" y="1547263"/>
                  </a:lnTo>
                  <a:lnTo>
                    <a:pt x="837255" y="1546752"/>
                  </a:lnTo>
                  <a:lnTo>
                    <a:pt x="837951" y="1547775"/>
                  </a:lnTo>
                  <a:lnTo>
                    <a:pt x="838647" y="1549645"/>
                  </a:lnTo>
                  <a:lnTo>
                    <a:pt x="839343" y="1551097"/>
                  </a:lnTo>
                  <a:lnTo>
                    <a:pt x="840039" y="1553368"/>
                  </a:lnTo>
                  <a:lnTo>
                    <a:pt x="840736" y="1555639"/>
                  </a:lnTo>
                  <a:lnTo>
                    <a:pt x="841432" y="1557676"/>
                  </a:lnTo>
                  <a:lnTo>
                    <a:pt x="842128" y="1559712"/>
                  </a:lnTo>
                  <a:lnTo>
                    <a:pt x="842824" y="1561566"/>
                  </a:lnTo>
                  <a:lnTo>
                    <a:pt x="843520" y="1563419"/>
                  </a:lnTo>
                  <a:lnTo>
                    <a:pt x="844216" y="1565505"/>
                  </a:lnTo>
                  <a:lnTo>
                    <a:pt x="844913" y="1567375"/>
                  </a:lnTo>
                  <a:lnTo>
                    <a:pt x="845609" y="1569245"/>
                  </a:lnTo>
                  <a:lnTo>
                    <a:pt x="846305" y="1570897"/>
                  </a:lnTo>
                  <a:lnTo>
                    <a:pt x="847001" y="1572549"/>
                  </a:lnTo>
                  <a:lnTo>
                    <a:pt x="847697" y="1574952"/>
                  </a:lnTo>
                  <a:lnTo>
                    <a:pt x="848393" y="1577668"/>
                  </a:lnTo>
                  <a:lnTo>
                    <a:pt x="849090" y="1581444"/>
                  </a:lnTo>
                  <a:lnTo>
                    <a:pt x="849786" y="1585594"/>
                  </a:lnTo>
                  <a:lnTo>
                    <a:pt x="850482" y="1592277"/>
                  </a:lnTo>
                  <a:lnTo>
                    <a:pt x="851178" y="1599806"/>
                  </a:lnTo>
                  <a:lnTo>
                    <a:pt x="851874" y="1607336"/>
                  </a:lnTo>
                  <a:lnTo>
                    <a:pt x="852570" y="1614865"/>
                  </a:lnTo>
                  <a:lnTo>
                    <a:pt x="853267" y="1622865"/>
                  </a:lnTo>
                  <a:lnTo>
                    <a:pt x="853963" y="1630928"/>
                  </a:lnTo>
                  <a:lnTo>
                    <a:pt x="854659" y="1638458"/>
                  </a:lnTo>
                  <a:lnTo>
                    <a:pt x="855355" y="1646040"/>
                  </a:lnTo>
                  <a:lnTo>
                    <a:pt x="856051" y="1655027"/>
                  </a:lnTo>
                  <a:lnTo>
                    <a:pt x="856748" y="1665098"/>
                  </a:lnTo>
                  <a:lnTo>
                    <a:pt x="857444" y="1675368"/>
                  </a:lnTo>
                  <a:lnTo>
                    <a:pt x="858140" y="1685105"/>
                  </a:lnTo>
                  <a:lnTo>
                    <a:pt x="858836" y="1694096"/>
                  </a:lnTo>
                  <a:lnTo>
                    <a:pt x="859532" y="1702078"/>
                  </a:lnTo>
                  <a:lnTo>
                    <a:pt x="860228" y="1709220"/>
                  </a:lnTo>
                  <a:lnTo>
                    <a:pt x="860925" y="1713779"/>
                  </a:lnTo>
                  <a:lnTo>
                    <a:pt x="861621" y="1719156"/>
                  </a:lnTo>
                  <a:lnTo>
                    <a:pt x="862317" y="1725596"/>
                  </a:lnTo>
                  <a:lnTo>
                    <a:pt x="863013" y="1732710"/>
                  </a:lnTo>
                  <a:lnTo>
                    <a:pt x="863709" y="1739823"/>
                  </a:lnTo>
                  <a:lnTo>
                    <a:pt x="864405" y="1744495"/>
                  </a:lnTo>
                  <a:lnTo>
                    <a:pt x="865102" y="1748643"/>
                  </a:lnTo>
                  <a:lnTo>
                    <a:pt x="865798" y="1752184"/>
                  </a:lnTo>
                  <a:lnTo>
                    <a:pt x="866494" y="1752213"/>
                  </a:lnTo>
                  <a:lnTo>
                    <a:pt x="867190" y="1750476"/>
                  </a:lnTo>
                  <a:lnTo>
                    <a:pt x="867886" y="1749210"/>
                  </a:lnTo>
                  <a:lnTo>
                    <a:pt x="868583" y="1747944"/>
                  </a:lnTo>
                  <a:lnTo>
                    <a:pt x="869279" y="1746456"/>
                  </a:lnTo>
                  <a:lnTo>
                    <a:pt x="869975" y="1743813"/>
                  </a:lnTo>
                  <a:lnTo>
                    <a:pt x="870671" y="1741319"/>
                  </a:lnTo>
                  <a:lnTo>
                    <a:pt x="871367" y="1738640"/>
                  </a:lnTo>
                  <a:lnTo>
                    <a:pt x="872063" y="1734498"/>
                  </a:lnTo>
                  <a:lnTo>
                    <a:pt x="872760" y="1728879"/>
                  </a:lnTo>
                  <a:lnTo>
                    <a:pt x="873456" y="1721726"/>
                  </a:lnTo>
                  <a:lnTo>
                    <a:pt x="874152" y="1713391"/>
                  </a:lnTo>
                  <a:lnTo>
                    <a:pt x="874848" y="1707242"/>
                  </a:lnTo>
                  <a:lnTo>
                    <a:pt x="875544" y="1701183"/>
                  </a:lnTo>
                  <a:lnTo>
                    <a:pt x="876240" y="1695419"/>
                  </a:lnTo>
                  <a:lnTo>
                    <a:pt x="876937" y="1692947"/>
                  </a:lnTo>
                  <a:lnTo>
                    <a:pt x="877633" y="1691495"/>
                  </a:lnTo>
                  <a:lnTo>
                    <a:pt x="878329" y="1690042"/>
                  </a:lnTo>
                  <a:lnTo>
                    <a:pt x="879025" y="1688374"/>
                  </a:lnTo>
                  <a:lnTo>
                    <a:pt x="879721" y="1686504"/>
                  </a:lnTo>
                  <a:lnTo>
                    <a:pt x="880417" y="1685187"/>
                  </a:lnTo>
                  <a:lnTo>
                    <a:pt x="881114" y="1683870"/>
                  </a:lnTo>
                  <a:lnTo>
                    <a:pt x="881810" y="1682217"/>
                  </a:lnTo>
                  <a:lnTo>
                    <a:pt x="882506" y="1680900"/>
                  </a:lnTo>
                  <a:lnTo>
                    <a:pt x="883202" y="1678715"/>
                  </a:lnTo>
                  <a:lnTo>
                    <a:pt x="883898" y="1677062"/>
                  </a:lnTo>
                  <a:lnTo>
                    <a:pt x="884595" y="1676163"/>
                  </a:lnTo>
                  <a:lnTo>
                    <a:pt x="885291" y="1675357"/>
                  </a:lnTo>
                  <a:lnTo>
                    <a:pt x="885987" y="1675357"/>
                  </a:lnTo>
                  <a:lnTo>
                    <a:pt x="886683" y="1674511"/>
                  </a:lnTo>
                  <a:lnTo>
                    <a:pt x="887379" y="1673664"/>
                  </a:lnTo>
                  <a:lnTo>
                    <a:pt x="888075" y="1672817"/>
                  </a:lnTo>
                  <a:lnTo>
                    <a:pt x="888772" y="1671970"/>
                  </a:lnTo>
                  <a:lnTo>
                    <a:pt x="889468" y="1670590"/>
                  </a:lnTo>
                  <a:lnTo>
                    <a:pt x="890164" y="1669743"/>
                  </a:lnTo>
                  <a:lnTo>
                    <a:pt x="890860" y="1668843"/>
                  </a:lnTo>
                  <a:lnTo>
                    <a:pt x="891556" y="1667943"/>
                  </a:lnTo>
                  <a:lnTo>
                    <a:pt x="892252" y="1666626"/>
                  </a:lnTo>
                  <a:lnTo>
                    <a:pt x="892949" y="1664775"/>
                  </a:lnTo>
                  <a:lnTo>
                    <a:pt x="893645" y="1663458"/>
                  </a:lnTo>
                  <a:lnTo>
                    <a:pt x="894341" y="1663018"/>
                  </a:lnTo>
                  <a:lnTo>
                    <a:pt x="895037" y="1663708"/>
                  </a:lnTo>
                  <a:lnTo>
                    <a:pt x="895733" y="1664868"/>
                  </a:lnTo>
                  <a:lnTo>
                    <a:pt x="896430" y="1666092"/>
                  </a:lnTo>
                  <a:lnTo>
                    <a:pt x="897126" y="1667732"/>
                  </a:lnTo>
                  <a:lnTo>
                    <a:pt x="897822" y="1669373"/>
                  </a:lnTo>
                  <a:lnTo>
                    <a:pt x="898518" y="1671484"/>
                  </a:lnTo>
                  <a:lnTo>
                    <a:pt x="899214" y="1673125"/>
                  </a:lnTo>
                  <a:lnTo>
                    <a:pt x="899910" y="1677343"/>
                  </a:lnTo>
                  <a:lnTo>
                    <a:pt x="900607" y="1682084"/>
                  </a:lnTo>
                  <a:lnTo>
                    <a:pt x="901303" y="1687432"/>
                  </a:lnTo>
                  <a:lnTo>
                    <a:pt x="901999" y="1694920"/>
                  </a:lnTo>
                  <a:lnTo>
                    <a:pt x="902695" y="1703339"/>
                  </a:lnTo>
                  <a:lnTo>
                    <a:pt x="903391" y="1711758"/>
                  </a:lnTo>
                  <a:lnTo>
                    <a:pt x="904087" y="1719707"/>
                  </a:lnTo>
                  <a:lnTo>
                    <a:pt x="904784" y="1727877"/>
                  </a:lnTo>
                  <a:lnTo>
                    <a:pt x="905480" y="1734894"/>
                  </a:lnTo>
                  <a:lnTo>
                    <a:pt x="906176" y="1742130"/>
                  </a:lnTo>
                  <a:lnTo>
                    <a:pt x="906872" y="1748813"/>
                  </a:lnTo>
                  <a:lnTo>
                    <a:pt x="907568" y="1755830"/>
                  </a:lnTo>
                  <a:lnTo>
                    <a:pt x="908265" y="1762513"/>
                  </a:lnTo>
                  <a:lnTo>
                    <a:pt x="908961" y="1769195"/>
                  </a:lnTo>
                  <a:lnTo>
                    <a:pt x="909657" y="1776213"/>
                  </a:lnTo>
                  <a:lnTo>
                    <a:pt x="910353" y="1781127"/>
                  </a:lnTo>
                  <a:lnTo>
                    <a:pt x="911049" y="1785533"/>
                  </a:lnTo>
                  <a:lnTo>
                    <a:pt x="911745" y="1789980"/>
                  </a:lnTo>
                  <a:lnTo>
                    <a:pt x="912442" y="1791552"/>
                  </a:lnTo>
                  <a:lnTo>
                    <a:pt x="913138" y="1792575"/>
                  </a:lnTo>
                  <a:lnTo>
                    <a:pt x="913834" y="1793598"/>
                  </a:lnTo>
                  <a:lnTo>
                    <a:pt x="914530" y="1794836"/>
                  </a:lnTo>
                  <a:lnTo>
                    <a:pt x="915226" y="1795389"/>
                  </a:lnTo>
                  <a:lnTo>
                    <a:pt x="915922" y="1795389"/>
                  </a:lnTo>
                  <a:lnTo>
                    <a:pt x="916619" y="1795389"/>
                  </a:lnTo>
                  <a:lnTo>
                    <a:pt x="917315" y="1795724"/>
                  </a:lnTo>
                  <a:lnTo>
                    <a:pt x="918011" y="1795724"/>
                  </a:lnTo>
                  <a:lnTo>
                    <a:pt x="918707" y="1796059"/>
                  </a:lnTo>
                  <a:lnTo>
                    <a:pt x="919403" y="1796393"/>
                  </a:lnTo>
                  <a:lnTo>
                    <a:pt x="920099" y="1796864"/>
                  </a:lnTo>
                  <a:lnTo>
                    <a:pt x="920796" y="1798099"/>
                  </a:lnTo>
                  <a:lnTo>
                    <a:pt x="921492" y="1798945"/>
                  </a:lnTo>
                  <a:lnTo>
                    <a:pt x="922188" y="1797974"/>
                  </a:lnTo>
                  <a:lnTo>
                    <a:pt x="922884" y="1795863"/>
                  </a:lnTo>
                  <a:lnTo>
                    <a:pt x="923580" y="1794169"/>
                  </a:lnTo>
                  <a:lnTo>
                    <a:pt x="924277" y="1791015"/>
                  </a:lnTo>
                  <a:lnTo>
                    <a:pt x="924973" y="1787654"/>
                  </a:lnTo>
                  <a:lnTo>
                    <a:pt x="925669" y="1784292"/>
                  </a:lnTo>
                  <a:lnTo>
                    <a:pt x="926365" y="1781402"/>
                  </a:lnTo>
                  <a:lnTo>
                    <a:pt x="927061" y="1778511"/>
                  </a:lnTo>
                  <a:lnTo>
                    <a:pt x="927757" y="1775620"/>
                  </a:lnTo>
                  <a:lnTo>
                    <a:pt x="928454" y="1772729"/>
                  </a:lnTo>
                  <a:lnTo>
                    <a:pt x="929150" y="1769839"/>
                  </a:lnTo>
                  <a:lnTo>
                    <a:pt x="929846" y="1765095"/>
                  </a:lnTo>
                  <a:lnTo>
                    <a:pt x="930542" y="1760263"/>
                  </a:lnTo>
                  <a:lnTo>
                    <a:pt x="931238" y="1754960"/>
                  </a:lnTo>
                  <a:lnTo>
                    <a:pt x="931934" y="1749595"/>
                  </a:lnTo>
                  <a:lnTo>
                    <a:pt x="932631" y="1745564"/>
                  </a:lnTo>
                  <a:lnTo>
                    <a:pt x="933327" y="1742673"/>
                  </a:lnTo>
                  <a:lnTo>
                    <a:pt x="934023" y="1736837"/>
                  </a:lnTo>
                  <a:lnTo>
                    <a:pt x="934719" y="1732791"/>
                  </a:lnTo>
                  <a:lnTo>
                    <a:pt x="935415" y="1728591"/>
                  </a:lnTo>
                  <a:lnTo>
                    <a:pt x="936112" y="1722338"/>
                  </a:lnTo>
                  <a:lnTo>
                    <a:pt x="936808" y="1715610"/>
                  </a:lnTo>
                  <a:lnTo>
                    <a:pt x="937504" y="1708038"/>
                  </a:lnTo>
                  <a:lnTo>
                    <a:pt x="938200" y="1699274"/>
                  </a:lnTo>
                  <a:lnTo>
                    <a:pt x="938896" y="1689326"/>
                  </a:lnTo>
                  <a:lnTo>
                    <a:pt x="939592" y="1679220"/>
                  </a:lnTo>
                  <a:lnTo>
                    <a:pt x="940289" y="1669686"/>
                  </a:lnTo>
                  <a:lnTo>
                    <a:pt x="940985" y="1661014"/>
                  </a:lnTo>
                  <a:lnTo>
                    <a:pt x="941681" y="1651970"/>
                  </a:lnTo>
                  <a:lnTo>
                    <a:pt x="942377" y="1642198"/>
                  </a:lnTo>
                  <a:lnTo>
                    <a:pt x="943073" y="1632092"/>
                  </a:lnTo>
                  <a:lnTo>
                    <a:pt x="943769" y="1621567"/>
                  </a:lnTo>
                  <a:lnTo>
                    <a:pt x="944466" y="1612477"/>
                  </a:lnTo>
                  <a:lnTo>
                    <a:pt x="945162" y="1603387"/>
                  </a:lnTo>
                  <a:lnTo>
                    <a:pt x="945858" y="1594858"/>
                  </a:lnTo>
                  <a:lnTo>
                    <a:pt x="946554" y="1587674"/>
                  </a:lnTo>
                  <a:lnTo>
                    <a:pt x="947250" y="1579725"/>
                  </a:lnTo>
                  <a:lnTo>
                    <a:pt x="947946" y="1571776"/>
                  </a:lnTo>
                  <a:lnTo>
                    <a:pt x="948643" y="1565072"/>
                  </a:lnTo>
                  <a:lnTo>
                    <a:pt x="949339" y="1559857"/>
                  </a:lnTo>
                  <a:lnTo>
                    <a:pt x="950035" y="1555963"/>
                  </a:lnTo>
                  <a:lnTo>
                    <a:pt x="950731" y="1552121"/>
                  </a:lnTo>
                  <a:lnTo>
                    <a:pt x="951427" y="1548280"/>
                  </a:lnTo>
                  <a:lnTo>
                    <a:pt x="952124" y="1544646"/>
                  </a:lnTo>
                  <a:lnTo>
                    <a:pt x="952820" y="1540804"/>
                  </a:lnTo>
                  <a:lnTo>
                    <a:pt x="953516" y="1536061"/>
                  </a:lnTo>
                  <a:lnTo>
                    <a:pt x="954212" y="1529301"/>
                  </a:lnTo>
                  <a:lnTo>
                    <a:pt x="954908" y="1521782"/>
                  </a:lnTo>
                  <a:lnTo>
                    <a:pt x="955604" y="1514209"/>
                  </a:lnTo>
                  <a:lnTo>
                    <a:pt x="956301" y="1506741"/>
                  </a:lnTo>
                  <a:lnTo>
                    <a:pt x="956997" y="1498855"/>
                  </a:lnTo>
                  <a:lnTo>
                    <a:pt x="957693" y="1493633"/>
                  </a:lnTo>
                  <a:lnTo>
                    <a:pt x="958389" y="1490442"/>
                  </a:lnTo>
                  <a:lnTo>
                    <a:pt x="959085" y="1486300"/>
                  </a:lnTo>
                  <a:lnTo>
                    <a:pt x="959781" y="1483618"/>
                  </a:lnTo>
                  <a:lnTo>
                    <a:pt x="960478" y="1480726"/>
                  </a:lnTo>
                  <a:lnTo>
                    <a:pt x="961174" y="1477834"/>
                  </a:lnTo>
                  <a:lnTo>
                    <a:pt x="961870" y="1474942"/>
                  </a:lnTo>
                  <a:lnTo>
                    <a:pt x="962566" y="1472327"/>
                  </a:lnTo>
                  <a:lnTo>
                    <a:pt x="963262" y="1469713"/>
                  </a:lnTo>
                  <a:lnTo>
                    <a:pt x="963959" y="1468083"/>
                  </a:lnTo>
                  <a:lnTo>
                    <a:pt x="964655" y="1468504"/>
                  </a:lnTo>
                  <a:lnTo>
                    <a:pt x="965351" y="1469353"/>
                  </a:lnTo>
                  <a:lnTo>
                    <a:pt x="966047" y="1470343"/>
                  </a:lnTo>
                  <a:lnTo>
                    <a:pt x="966743" y="1470905"/>
                  </a:lnTo>
                  <a:lnTo>
                    <a:pt x="967439" y="1471999"/>
                  </a:lnTo>
                  <a:lnTo>
                    <a:pt x="968136" y="1472188"/>
                  </a:lnTo>
                  <a:lnTo>
                    <a:pt x="968832" y="1471238"/>
                  </a:lnTo>
                  <a:lnTo>
                    <a:pt x="969528" y="1472332"/>
                  </a:lnTo>
                  <a:lnTo>
                    <a:pt x="970224" y="1472108"/>
                  </a:lnTo>
                  <a:lnTo>
                    <a:pt x="970920" y="1471997"/>
                  </a:lnTo>
                  <a:lnTo>
                    <a:pt x="971616" y="1473938"/>
                  </a:lnTo>
                  <a:lnTo>
                    <a:pt x="972313" y="1476353"/>
                  </a:lnTo>
                  <a:lnTo>
                    <a:pt x="973009" y="1479614"/>
                  </a:lnTo>
                  <a:lnTo>
                    <a:pt x="973705" y="1485918"/>
                  </a:lnTo>
                  <a:lnTo>
                    <a:pt x="974401" y="1493754"/>
                  </a:lnTo>
                  <a:lnTo>
                    <a:pt x="975097" y="1502028"/>
                  </a:lnTo>
                  <a:lnTo>
                    <a:pt x="975793" y="1512032"/>
                  </a:lnTo>
                  <a:lnTo>
                    <a:pt x="976490" y="1521175"/>
                  </a:lnTo>
                  <a:lnTo>
                    <a:pt x="977186" y="1530689"/>
                  </a:lnTo>
                  <a:lnTo>
                    <a:pt x="977882" y="1541266"/>
                  </a:lnTo>
                  <a:lnTo>
                    <a:pt x="978578" y="1551843"/>
                  </a:lnTo>
                  <a:lnTo>
                    <a:pt x="979274" y="1562367"/>
                  </a:lnTo>
                  <a:lnTo>
                    <a:pt x="979971" y="1571458"/>
                  </a:lnTo>
                  <a:lnTo>
                    <a:pt x="980667" y="1580548"/>
                  </a:lnTo>
                  <a:lnTo>
                    <a:pt x="981363" y="1589412"/>
                  </a:lnTo>
                  <a:lnTo>
                    <a:pt x="982059" y="1596930"/>
                  </a:lnTo>
                  <a:lnTo>
                    <a:pt x="982755" y="1604880"/>
                  </a:lnTo>
                  <a:lnTo>
                    <a:pt x="983451" y="1612828"/>
                  </a:lnTo>
                  <a:lnTo>
                    <a:pt x="984148" y="1618510"/>
                  </a:lnTo>
                  <a:lnTo>
                    <a:pt x="984844" y="1622918"/>
                  </a:lnTo>
                  <a:lnTo>
                    <a:pt x="985540" y="1626008"/>
                  </a:lnTo>
                  <a:lnTo>
                    <a:pt x="986236" y="1629514"/>
                  </a:lnTo>
                  <a:lnTo>
                    <a:pt x="986932" y="1633356"/>
                  </a:lnTo>
                  <a:lnTo>
                    <a:pt x="987628" y="1636655"/>
                  </a:lnTo>
                  <a:lnTo>
                    <a:pt x="988325" y="1640161"/>
                  </a:lnTo>
                  <a:lnTo>
                    <a:pt x="989021" y="1644352"/>
                  </a:lnTo>
                  <a:lnTo>
                    <a:pt x="989717" y="1650778"/>
                  </a:lnTo>
                  <a:lnTo>
                    <a:pt x="990413" y="1657962"/>
                  </a:lnTo>
                  <a:lnTo>
                    <a:pt x="991109" y="1664729"/>
                  </a:lnTo>
                  <a:lnTo>
                    <a:pt x="991806" y="1670745"/>
                  </a:lnTo>
                  <a:lnTo>
                    <a:pt x="992502" y="1676546"/>
                  </a:lnTo>
                  <a:lnTo>
                    <a:pt x="993198" y="1681501"/>
                  </a:lnTo>
                  <a:lnTo>
                    <a:pt x="993894" y="1685565"/>
                  </a:lnTo>
                  <a:lnTo>
                    <a:pt x="994590" y="1690163"/>
                  </a:lnTo>
                  <a:lnTo>
                    <a:pt x="995286" y="1694760"/>
                  </a:lnTo>
                  <a:lnTo>
                    <a:pt x="995983" y="1699990"/>
                  </a:lnTo>
                  <a:lnTo>
                    <a:pt x="996679" y="1705220"/>
                  </a:lnTo>
                  <a:lnTo>
                    <a:pt x="997375" y="1710235"/>
                  </a:lnTo>
                  <a:lnTo>
                    <a:pt x="998071" y="1714973"/>
                  </a:lnTo>
                  <a:lnTo>
                    <a:pt x="998767" y="1719711"/>
                  </a:lnTo>
                  <a:lnTo>
                    <a:pt x="999463" y="1723462"/>
                  </a:lnTo>
                  <a:lnTo>
                    <a:pt x="1000160" y="1724979"/>
                  </a:lnTo>
                  <a:lnTo>
                    <a:pt x="1000856" y="1727850"/>
                  </a:lnTo>
                  <a:lnTo>
                    <a:pt x="1001552" y="1731139"/>
                  </a:lnTo>
                  <a:lnTo>
                    <a:pt x="1002248" y="1734858"/>
                  </a:lnTo>
                  <a:lnTo>
                    <a:pt x="1002944" y="1738794"/>
                  </a:lnTo>
                  <a:lnTo>
                    <a:pt x="1003641" y="1742300"/>
                  </a:lnTo>
                  <a:lnTo>
                    <a:pt x="1004337" y="1746142"/>
                  </a:lnTo>
                  <a:lnTo>
                    <a:pt x="1005033" y="1750413"/>
                  </a:lnTo>
                  <a:lnTo>
                    <a:pt x="1005729" y="1754349"/>
                  </a:lnTo>
                  <a:lnTo>
                    <a:pt x="1006425" y="1758190"/>
                  </a:lnTo>
                  <a:lnTo>
                    <a:pt x="1007121" y="1762032"/>
                  </a:lnTo>
                  <a:lnTo>
                    <a:pt x="1007818" y="1766344"/>
                  </a:lnTo>
                  <a:lnTo>
                    <a:pt x="1008514" y="1770655"/>
                  </a:lnTo>
                  <a:lnTo>
                    <a:pt x="1009210" y="1773116"/>
                  </a:lnTo>
                  <a:lnTo>
                    <a:pt x="1009906" y="1773473"/>
                  </a:lnTo>
                  <a:lnTo>
                    <a:pt x="1010602" y="1774083"/>
                  </a:lnTo>
                  <a:lnTo>
                    <a:pt x="1011298" y="1771972"/>
                  </a:lnTo>
                  <a:lnTo>
                    <a:pt x="1011995" y="1769861"/>
                  </a:lnTo>
                  <a:lnTo>
                    <a:pt x="1012691" y="1767750"/>
                  </a:lnTo>
                  <a:lnTo>
                    <a:pt x="1013387" y="1765639"/>
                  </a:lnTo>
                  <a:lnTo>
                    <a:pt x="1014083" y="1763528"/>
                  </a:lnTo>
                  <a:lnTo>
                    <a:pt x="1014779" y="1762304"/>
                  </a:lnTo>
                  <a:lnTo>
                    <a:pt x="1015475" y="1761081"/>
                  </a:lnTo>
                  <a:lnTo>
                    <a:pt x="1016172" y="1759858"/>
                  </a:lnTo>
                  <a:lnTo>
                    <a:pt x="1016868" y="1757413"/>
                  </a:lnTo>
                  <a:lnTo>
                    <a:pt x="1017564" y="1753989"/>
                  </a:lnTo>
                  <a:lnTo>
                    <a:pt x="1018260" y="1750147"/>
                  </a:lnTo>
                  <a:lnTo>
                    <a:pt x="1018956" y="1746306"/>
                  </a:lnTo>
                  <a:lnTo>
                    <a:pt x="1019653" y="1743017"/>
                  </a:lnTo>
                  <a:lnTo>
                    <a:pt x="1020349" y="1741780"/>
                  </a:lnTo>
                  <a:lnTo>
                    <a:pt x="1021045" y="1740891"/>
                  </a:lnTo>
                  <a:lnTo>
                    <a:pt x="1021741" y="1739653"/>
                  </a:lnTo>
                  <a:lnTo>
                    <a:pt x="1022437" y="1736762"/>
                  </a:lnTo>
                  <a:lnTo>
                    <a:pt x="1023133" y="1734206"/>
                  </a:lnTo>
                  <a:lnTo>
                    <a:pt x="1023830" y="1729986"/>
                  </a:lnTo>
                  <a:lnTo>
                    <a:pt x="1024526" y="1725707"/>
                  </a:lnTo>
                  <a:lnTo>
                    <a:pt x="1025222" y="1721796"/>
                  </a:lnTo>
                  <a:lnTo>
                    <a:pt x="1025918" y="1717886"/>
                  </a:lnTo>
                  <a:lnTo>
                    <a:pt x="1026614" y="1714421"/>
                  </a:lnTo>
                  <a:lnTo>
                    <a:pt x="1027310" y="1711828"/>
                  </a:lnTo>
                  <a:lnTo>
                    <a:pt x="1028007" y="1709261"/>
                  </a:lnTo>
                  <a:lnTo>
                    <a:pt x="1028703" y="1706230"/>
                  </a:lnTo>
                  <a:lnTo>
                    <a:pt x="1029399" y="1703198"/>
                  </a:lnTo>
                  <a:lnTo>
                    <a:pt x="1030095" y="1699720"/>
                  </a:lnTo>
                  <a:lnTo>
                    <a:pt x="1030791" y="1696244"/>
                  </a:lnTo>
                  <a:lnTo>
                    <a:pt x="1031488" y="1691964"/>
                  </a:lnTo>
                  <a:lnTo>
                    <a:pt x="1032184" y="1687777"/>
                  </a:lnTo>
                  <a:lnTo>
                    <a:pt x="1032880" y="1683712"/>
                  </a:lnTo>
                  <a:lnTo>
                    <a:pt x="1033576" y="1679115"/>
                  </a:lnTo>
                  <a:lnTo>
                    <a:pt x="1034272" y="1674517"/>
                  </a:lnTo>
                  <a:lnTo>
                    <a:pt x="1034968" y="1669920"/>
                  </a:lnTo>
                  <a:lnTo>
                    <a:pt x="1035665" y="1664191"/>
                  </a:lnTo>
                  <a:lnTo>
                    <a:pt x="1036361" y="1658061"/>
                  </a:lnTo>
                  <a:lnTo>
                    <a:pt x="1037057" y="1651378"/>
                  </a:lnTo>
                  <a:lnTo>
                    <a:pt x="1037753" y="1644480"/>
                  </a:lnTo>
                  <a:lnTo>
                    <a:pt x="1038449" y="1639013"/>
                  </a:lnTo>
                  <a:lnTo>
                    <a:pt x="1039145" y="1634054"/>
                  </a:lnTo>
                  <a:lnTo>
                    <a:pt x="1039842" y="1628760"/>
                  </a:lnTo>
                  <a:lnTo>
                    <a:pt x="1040538" y="1623466"/>
                  </a:lnTo>
                  <a:lnTo>
                    <a:pt x="1041234" y="1617702"/>
                  </a:lnTo>
                  <a:lnTo>
                    <a:pt x="1041930" y="1610466"/>
                  </a:lnTo>
                  <a:lnTo>
                    <a:pt x="1042626" y="1603200"/>
                  </a:lnTo>
                  <a:lnTo>
                    <a:pt x="1043322" y="1595371"/>
                  </a:lnTo>
                  <a:lnTo>
                    <a:pt x="1044019" y="1587883"/>
                  </a:lnTo>
                  <a:lnTo>
                    <a:pt x="1044715" y="1582030"/>
                  </a:lnTo>
                  <a:lnTo>
                    <a:pt x="1045411" y="1578572"/>
                  </a:lnTo>
                  <a:lnTo>
                    <a:pt x="1046107" y="1575054"/>
                  </a:lnTo>
                  <a:lnTo>
                    <a:pt x="1046803" y="1572423"/>
                  </a:lnTo>
                  <a:lnTo>
                    <a:pt x="1047500" y="1569323"/>
                  </a:lnTo>
                  <a:lnTo>
                    <a:pt x="1048196" y="1565223"/>
                  </a:lnTo>
                  <a:lnTo>
                    <a:pt x="1048892" y="1560181"/>
                  </a:lnTo>
                  <a:lnTo>
                    <a:pt x="1049588" y="1555139"/>
                  </a:lnTo>
                  <a:lnTo>
                    <a:pt x="1050284" y="1550150"/>
                  </a:lnTo>
                  <a:lnTo>
                    <a:pt x="1050980" y="1545160"/>
                  </a:lnTo>
                  <a:lnTo>
                    <a:pt x="1051677" y="1540921"/>
                  </a:lnTo>
                  <a:lnTo>
                    <a:pt x="1052373" y="1539094"/>
                  </a:lnTo>
                  <a:lnTo>
                    <a:pt x="1053069" y="1538247"/>
                  </a:lnTo>
                  <a:lnTo>
                    <a:pt x="1053765" y="1539669"/>
                  </a:lnTo>
                  <a:lnTo>
                    <a:pt x="1054461" y="1540970"/>
                  </a:lnTo>
                  <a:lnTo>
                    <a:pt x="1055157" y="1542270"/>
                  </a:lnTo>
                  <a:lnTo>
                    <a:pt x="1055854" y="1540750"/>
                  </a:lnTo>
                  <a:lnTo>
                    <a:pt x="1056550" y="1539098"/>
                  </a:lnTo>
                  <a:lnTo>
                    <a:pt x="1057246" y="1537578"/>
                  </a:lnTo>
                  <a:lnTo>
                    <a:pt x="1057942" y="1537928"/>
                  </a:lnTo>
                  <a:lnTo>
                    <a:pt x="1058638" y="1539499"/>
                  </a:lnTo>
                  <a:lnTo>
                    <a:pt x="1059335" y="1544055"/>
                  </a:lnTo>
                  <a:lnTo>
                    <a:pt x="1060031" y="1548887"/>
                  </a:lnTo>
                  <a:lnTo>
                    <a:pt x="1060727" y="1553132"/>
                  </a:lnTo>
                  <a:lnTo>
                    <a:pt x="1061423" y="1557377"/>
                  </a:lnTo>
                  <a:lnTo>
                    <a:pt x="1062119" y="1561176"/>
                  </a:lnTo>
                  <a:lnTo>
                    <a:pt x="1062815" y="1564322"/>
                  </a:lnTo>
                  <a:lnTo>
                    <a:pt x="1063512" y="1567657"/>
                  </a:lnTo>
                  <a:lnTo>
                    <a:pt x="1064208" y="1571927"/>
                  </a:lnTo>
                  <a:lnTo>
                    <a:pt x="1064904" y="1576197"/>
                  </a:lnTo>
                  <a:lnTo>
                    <a:pt x="1065600" y="1580912"/>
                  </a:lnTo>
                  <a:lnTo>
                    <a:pt x="1066296" y="1585627"/>
                  </a:lnTo>
                  <a:lnTo>
                    <a:pt x="1066992" y="1590930"/>
                  </a:lnTo>
                  <a:lnTo>
                    <a:pt x="1067689" y="1596141"/>
                  </a:lnTo>
                  <a:lnTo>
                    <a:pt x="1068385" y="1601443"/>
                  </a:lnTo>
                  <a:lnTo>
                    <a:pt x="1069081" y="1605216"/>
                  </a:lnTo>
                  <a:lnTo>
                    <a:pt x="1069777" y="1608512"/>
                  </a:lnTo>
                  <a:lnTo>
                    <a:pt x="1070473" y="1611807"/>
                  </a:lnTo>
                  <a:lnTo>
                    <a:pt x="1071170" y="1614812"/>
                  </a:lnTo>
                  <a:lnTo>
                    <a:pt x="1071866" y="1616753"/>
                  </a:lnTo>
                  <a:lnTo>
                    <a:pt x="1072562" y="1619247"/>
                  </a:lnTo>
                  <a:lnTo>
                    <a:pt x="1073258" y="1622426"/>
                  </a:lnTo>
                  <a:lnTo>
                    <a:pt x="1073954" y="1624386"/>
                  </a:lnTo>
                  <a:lnTo>
                    <a:pt x="1074650" y="1625409"/>
                  </a:lnTo>
                  <a:lnTo>
                    <a:pt x="1075347" y="1624490"/>
                  </a:lnTo>
                  <a:lnTo>
                    <a:pt x="1076043" y="1622385"/>
                  </a:lnTo>
                  <a:lnTo>
                    <a:pt x="1076739" y="1620535"/>
                  </a:lnTo>
                  <a:lnTo>
                    <a:pt x="1077435" y="1619255"/>
                  </a:lnTo>
                  <a:lnTo>
                    <a:pt x="1078131" y="1617848"/>
                  </a:lnTo>
                  <a:lnTo>
                    <a:pt x="1078827" y="1616535"/>
                  </a:lnTo>
                  <a:lnTo>
                    <a:pt x="1079524" y="1616657"/>
                  </a:lnTo>
                  <a:lnTo>
                    <a:pt x="1080220" y="1615471"/>
                  </a:lnTo>
                  <a:lnTo>
                    <a:pt x="1080916" y="1613644"/>
                  </a:lnTo>
                  <a:lnTo>
                    <a:pt x="1081612" y="1612663"/>
                  </a:lnTo>
                  <a:lnTo>
                    <a:pt x="1082308" y="1612101"/>
                  </a:lnTo>
                  <a:lnTo>
                    <a:pt x="1083004" y="1610357"/>
                  </a:lnTo>
                  <a:lnTo>
                    <a:pt x="1083701" y="1608996"/>
                  </a:lnTo>
                  <a:lnTo>
                    <a:pt x="1084397" y="1608576"/>
                  </a:lnTo>
                  <a:lnTo>
                    <a:pt x="1085093" y="1608445"/>
                  </a:lnTo>
                  <a:lnTo>
                    <a:pt x="1085789" y="1608676"/>
                  </a:lnTo>
                  <a:lnTo>
                    <a:pt x="1086485" y="1609580"/>
                  </a:lnTo>
                  <a:lnTo>
                    <a:pt x="1087182" y="1609147"/>
                  </a:lnTo>
                  <a:lnTo>
                    <a:pt x="1087878" y="1608024"/>
                  </a:lnTo>
                  <a:lnTo>
                    <a:pt x="1088574" y="1606143"/>
                  </a:lnTo>
                  <a:lnTo>
                    <a:pt x="1089270" y="1601461"/>
                  </a:lnTo>
                  <a:lnTo>
                    <a:pt x="1089966" y="1596483"/>
                  </a:lnTo>
                  <a:lnTo>
                    <a:pt x="1090662" y="1591504"/>
                  </a:lnTo>
                  <a:lnTo>
                    <a:pt x="1091359" y="1587078"/>
                  </a:lnTo>
                  <a:lnTo>
                    <a:pt x="1092055" y="1582435"/>
                  </a:lnTo>
                  <a:lnTo>
                    <a:pt x="1092751" y="1577158"/>
                  </a:lnTo>
                  <a:lnTo>
                    <a:pt x="1093447" y="1572514"/>
                  </a:lnTo>
                  <a:lnTo>
                    <a:pt x="1094143" y="1567265"/>
                  </a:lnTo>
                  <a:lnTo>
                    <a:pt x="1094839" y="1560164"/>
                  </a:lnTo>
                  <a:lnTo>
                    <a:pt x="1095536" y="1552894"/>
                  </a:lnTo>
                  <a:lnTo>
                    <a:pt x="1096232" y="1546681"/>
                  </a:lnTo>
                  <a:lnTo>
                    <a:pt x="1096928" y="1540469"/>
                  </a:lnTo>
                  <a:lnTo>
                    <a:pt x="1097624" y="1535394"/>
                  </a:lnTo>
                  <a:lnTo>
                    <a:pt x="1098320" y="1531123"/>
                  </a:lnTo>
                  <a:lnTo>
                    <a:pt x="1099017" y="1528474"/>
                  </a:lnTo>
                  <a:lnTo>
                    <a:pt x="1099713" y="1525934"/>
                  </a:lnTo>
                  <a:lnTo>
                    <a:pt x="1100409" y="1522922"/>
                  </a:lnTo>
                  <a:lnTo>
                    <a:pt x="1101105" y="1519911"/>
                  </a:lnTo>
                  <a:lnTo>
                    <a:pt x="1101801" y="1516900"/>
                  </a:lnTo>
                  <a:lnTo>
                    <a:pt x="1102497" y="1513889"/>
                  </a:lnTo>
                  <a:lnTo>
                    <a:pt x="1103194" y="1512325"/>
                  </a:lnTo>
                  <a:lnTo>
                    <a:pt x="1103890" y="1511302"/>
                  </a:lnTo>
                  <a:lnTo>
                    <a:pt x="1104586" y="1511941"/>
                  </a:lnTo>
                  <a:lnTo>
                    <a:pt x="1105282" y="1512875"/>
                  </a:lnTo>
                  <a:lnTo>
                    <a:pt x="1105978" y="1513809"/>
                  </a:lnTo>
                  <a:lnTo>
                    <a:pt x="1106674" y="1516200"/>
                  </a:lnTo>
                  <a:lnTo>
                    <a:pt x="1107371" y="1517592"/>
                  </a:lnTo>
                  <a:lnTo>
                    <a:pt x="1108067" y="1518200"/>
                  </a:lnTo>
                  <a:lnTo>
                    <a:pt x="1108763" y="1518337"/>
                  </a:lnTo>
                  <a:lnTo>
                    <a:pt x="1109459" y="1518351"/>
                  </a:lnTo>
                  <a:lnTo>
                    <a:pt x="1110155" y="1518795"/>
                  </a:lnTo>
                  <a:lnTo>
                    <a:pt x="1110851" y="1521180"/>
                  </a:lnTo>
                  <a:lnTo>
                    <a:pt x="1111548" y="1524752"/>
                  </a:lnTo>
                  <a:lnTo>
                    <a:pt x="1112244" y="1528873"/>
                  </a:lnTo>
                  <a:lnTo>
                    <a:pt x="1112940" y="1531361"/>
                  </a:lnTo>
                  <a:lnTo>
                    <a:pt x="1113636" y="1534005"/>
                  </a:lnTo>
                  <a:lnTo>
                    <a:pt x="1114332" y="1536650"/>
                  </a:lnTo>
                  <a:lnTo>
                    <a:pt x="1115029" y="1537516"/>
                  </a:lnTo>
                  <a:lnTo>
                    <a:pt x="1115725" y="1538057"/>
                  </a:lnTo>
                  <a:lnTo>
                    <a:pt x="1116421" y="1538597"/>
                  </a:lnTo>
                  <a:lnTo>
                    <a:pt x="1117117" y="1538292"/>
                  </a:lnTo>
                  <a:lnTo>
                    <a:pt x="1117813" y="1538833"/>
                  </a:lnTo>
                  <a:lnTo>
                    <a:pt x="1118509" y="1541491"/>
                  </a:lnTo>
                  <a:lnTo>
                    <a:pt x="1119206" y="1544766"/>
                  </a:lnTo>
                  <a:lnTo>
                    <a:pt x="1119902" y="1547734"/>
                  </a:lnTo>
                  <a:lnTo>
                    <a:pt x="1120598" y="1550721"/>
                  </a:lnTo>
                  <a:lnTo>
                    <a:pt x="1121294" y="1552875"/>
                  </a:lnTo>
                  <a:lnTo>
                    <a:pt x="1121990" y="1554356"/>
                  </a:lnTo>
                  <a:lnTo>
                    <a:pt x="1122686" y="1556424"/>
                  </a:lnTo>
                  <a:lnTo>
                    <a:pt x="1123383" y="1560532"/>
                  </a:lnTo>
                  <a:lnTo>
                    <a:pt x="1124079" y="1565546"/>
                  </a:lnTo>
                  <a:lnTo>
                    <a:pt x="1124775" y="1571512"/>
                  </a:lnTo>
                  <a:lnTo>
                    <a:pt x="1125471" y="1577895"/>
                  </a:lnTo>
                  <a:lnTo>
                    <a:pt x="1126167" y="1584277"/>
                  </a:lnTo>
                  <a:lnTo>
                    <a:pt x="1126864" y="1590660"/>
                  </a:lnTo>
                  <a:lnTo>
                    <a:pt x="1127560" y="1597042"/>
                  </a:lnTo>
                  <a:lnTo>
                    <a:pt x="1128256" y="1604276"/>
                  </a:lnTo>
                  <a:lnTo>
                    <a:pt x="1128952" y="1610324"/>
                  </a:lnTo>
                  <a:lnTo>
                    <a:pt x="1129648" y="1615756"/>
                  </a:lnTo>
                  <a:lnTo>
                    <a:pt x="1130344" y="1621721"/>
                  </a:lnTo>
                  <a:lnTo>
                    <a:pt x="1131041" y="1627704"/>
                  </a:lnTo>
                  <a:lnTo>
                    <a:pt x="1131737" y="1632630"/>
                  </a:lnTo>
                  <a:lnTo>
                    <a:pt x="1132433" y="1637889"/>
                  </a:lnTo>
                  <a:lnTo>
                    <a:pt x="1133129" y="1642010"/>
                  </a:lnTo>
                  <a:lnTo>
                    <a:pt x="1133825" y="1645513"/>
                  </a:lnTo>
                  <a:lnTo>
                    <a:pt x="1134521" y="1647208"/>
                  </a:lnTo>
                  <a:lnTo>
                    <a:pt x="1135218" y="1648510"/>
                  </a:lnTo>
                  <a:lnTo>
                    <a:pt x="1135914" y="1650284"/>
                  </a:lnTo>
                  <a:lnTo>
                    <a:pt x="1136610" y="1652056"/>
                  </a:lnTo>
                  <a:lnTo>
                    <a:pt x="1137306" y="1653829"/>
                  </a:lnTo>
                  <a:lnTo>
                    <a:pt x="1138002" y="1655602"/>
                  </a:lnTo>
                  <a:lnTo>
                    <a:pt x="1138699" y="1656360"/>
                  </a:lnTo>
                  <a:lnTo>
                    <a:pt x="1139395" y="1656578"/>
                  </a:lnTo>
                  <a:lnTo>
                    <a:pt x="1140091" y="1657197"/>
                  </a:lnTo>
                  <a:lnTo>
                    <a:pt x="1140787" y="1657999"/>
                  </a:lnTo>
                  <a:lnTo>
                    <a:pt x="1141483" y="1658801"/>
                  </a:lnTo>
                  <a:lnTo>
                    <a:pt x="1142179" y="1659753"/>
                  </a:lnTo>
                  <a:lnTo>
                    <a:pt x="1142876" y="1662550"/>
                  </a:lnTo>
                  <a:lnTo>
                    <a:pt x="1143572" y="1666131"/>
                  </a:lnTo>
                  <a:lnTo>
                    <a:pt x="1144268" y="1669497"/>
                  </a:lnTo>
                  <a:lnTo>
                    <a:pt x="1144964" y="1672556"/>
                  </a:lnTo>
                  <a:lnTo>
                    <a:pt x="1145660" y="1675430"/>
                  </a:lnTo>
                  <a:lnTo>
                    <a:pt x="1146356" y="1678489"/>
                  </a:lnTo>
                  <a:lnTo>
                    <a:pt x="1147053" y="1681549"/>
                  </a:lnTo>
                  <a:lnTo>
                    <a:pt x="1147749" y="1684823"/>
                  </a:lnTo>
                  <a:lnTo>
                    <a:pt x="1148445" y="1690299"/>
                  </a:lnTo>
                  <a:lnTo>
                    <a:pt x="1149141" y="1695374"/>
                  </a:lnTo>
                  <a:lnTo>
                    <a:pt x="1149837" y="1700448"/>
                  </a:lnTo>
                  <a:lnTo>
                    <a:pt x="1150533" y="1705523"/>
                  </a:lnTo>
                  <a:lnTo>
                    <a:pt x="1151230" y="1710597"/>
                  </a:lnTo>
                  <a:lnTo>
                    <a:pt x="1151926" y="1715672"/>
                  </a:lnTo>
                  <a:lnTo>
                    <a:pt x="1152622" y="1720747"/>
                  </a:lnTo>
                  <a:lnTo>
                    <a:pt x="1153318" y="1723902"/>
                  </a:lnTo>
                  <a:lnTo>
                    <a:pt x="1154014" y="1726592"/>
                  </a:lnTo>
                  <a:lnTo>
                    <a:pt x="1154711" y="1729466"/>
                  </a:lnTo>
                  <a:lnTo>
                    <a:pt x="1155407" y="1732646"/>
                  </a:lnTo>
                  <a:lnTo>
                    <a:pt x="1156103" y="1735706"/>
                  </a:lnTo>
                  <a:lnTo>
                    <a:pt x="1156799" y="1738765"/>
                  </a:lnTo>
                  <a:lnTo>
                    <a:pt x="1157495" y="1741824"/>
                  </a:lnTo>
                  <a:lnTo>
                    <a:pt x="1158191" y="1743438"/>
                  </a:lnTo>
                  <a:lnTo>
                    <a:pt x="1158888" y="1741416"/>
                  </a:lnTo>
                  <a:lnTo>
                    <a:pt x="1159584" y="1739677"/>
                  </a:lnTo>
                  <a:lnTo>
                    <a:pt x="1160280" y="1737938"/>
                  </a:lnTo>
                  <a:lnTo>
                    <a:pt x="1160976" y="1736534"/>
                  </a:lnTo>
                  <a:lnTo>
                    <a:pt x="1161672" y="1735130"/>
                  </a:lnTo>
                  <a:lnTo>
                    <a:pt x="1162368" y="1732950"/>
                  </a:lnTo>
                  <a:lnTo>
                    <a:pt x="1163065" y="1728304"/>
                  </a:lnTo>
                  <a:lnTo>
                    <a:pt x="1163761" y="1723658"/>
                  </a:lnTo>
                  <a:lnTo>
                    <a:pt x="1164457" y="1719429"/>
                  </a:lnTo>
                  <a:lnTo>
                    <a:pt x="1165153" y="1715200"/>
                  </a:lnTo>
                  <a:lnTo>
                    <a:pt x="1165849" y="1711505"/>
                  </a:lnTo>
                  <a:lnTo>
                    <a:pt x="1166546" y="1707960"/>
                  </a:lnTo>
                  <a:lnTo>
                    <a:pt x="1167242" y="1704414"/>
                  </a:lnTo>
                  <a:lnTo>
                    <a:pt x="1167938" y="1700536"/>
                  </a:lnTo>
                  <a:lnTo>
                    <a:pt x="1168634" y="1697696"/>
                  </a:lnTo>
                  <a:lnTo>
                    <a:pt x="1169330" y="1695573"/>
                  </a:lnTo>
                  <a:lnTo>
                    <a:pt x="1170026" y="1692832"/>
                  </a:lnTo>
                  <a:lnTo>
                    <a:pt x="1170723" y="1689355"/>
                  </a:lnTo>
                  <a:lnTo>
                    <a:pt x="1171419" y="1685291"/>
                  </a:lnTo>
                  <a:lnTo>
                    <a:pt x="1172115" y="1681227"/>
                  </a:lnTo>
                  <a:lnTo>
                    <a:pt x="1172811" y="1678202"/>
                  </a:lnTo>
                  <a:lnTo>
                    <a:pt x="1173507" y="1678280"/>
                  </a:lnTo>
                  <a:lnTo>
                    <a:pt x="1174203" y="1677925"/>
                  </a:lnTo>
                  <a:lnTo>
                    <a:pt x="1174900" y="1677570"/>
                  </a:lnTo>
                  <a:lnTo>
                    <a:pt x="1175596" y="1676681"/>
                  </a:lnTo>
                  <a:lnTo>
                    <a:pt x="1176292" y="1675375"/>
                  </a:lnTo>
                  <a:lnTo>
                    <a:pt x="1176988" y="1673640"/>
                  </a:lnTo>
                  <a:lnTo>
                    <a:pt x="1177684" y="1671905"/>
                  </a:lnTo>
                  <a:lnTo>
                    <a:pt x="1178380" y="1670387"/>
                  </a:lnTo>
                  <a:lnTo>
                    <a:pt x="1179077" y="1666301"/>
                  </a:lnTo>
                  <a:lnTo>
                    <a:pt x="1179773" y="1662798"/>
                  </a:lnTo>
                  <a:lnTo>
                    <a:pt x="1180469" y="1660140"/>
                  </a:lnTo>
                  <a:lnTo>
                    <a:pt x="1181165" y="1658553"/>
                  </a:lnTo>
                  <a:lnTo>
                    <a:pt x="1181861" y="1656780"/>
                  </a:lnTo>
                  <a:lnTo>
                    <a:pt x="1182558" y="1655008"/>
                  </a:lnTo>
                  <a:lnTo>
                    <a:pt x="1183254" y="1653020"/>
                  </a:lnTo>
                  <a:lnTo>
                    <a:pt x="1183950" y="1651032"/>
                  </a:lnTo>
                  <a:lnTo>
                    <a:pt x="1184646" y="1647244"/>
                  </a:lnTo>
                  <a:lnTo>
                    <a:pt x="1185342" y="1643456"/>
                  </a:lnTo>
                  <a:lnTo>
                    <a:pt x="1186038" y="1639668"/>
                  </a:lnTo>
                  <a:lnTo>
                    <a:pt x="1186735" y="1635880"/>
                  </a:lnTo>
                  <a:lnTo>
                    <a:pt x="1187431" y="1632092"/>
                  </a:lnTo>
                  <a:lnTo>
                    <a:pt x="1188127" y="1627969"/>
                  </a:lnTo>
                  <a:lnTo>
                    <a:pt x="1188823" y="1624029"/>
                  </a:lnTo>
                  <a:lnTo>
                    <a:pt x="1189519" y="1622508"/>
                  </a:lnTo>
                  <a:lnTo>
                    <a:pt x="1190215" y="1620586"/>
                  </a:lnTo>
                  <a:lnTo>
                    <a:pt x="1190912" y="1618231"/>
                  </a:lnTo>
                  <a:lnTo>
                    <a:pt x="1191608" y="1615906"/>
                  </a:lnTo>
                  <a:lnTo>
                    <a:pt x="1192304" y="1613580"/>
                  </a:lnTo>
                  <a:lnTo>
                    <a:pt x="1193000" y="1611255"/>
                  </a:lnTo>
                  <a:lnTo>
                    <a:pt x="1193696" y="1610160"/>
                  </a:lnTo>
                  <a:lnTo>
                    <a:pt x="1194393" y="1610160"/>
                  </a:lnTo>
                  <a:lnTo>
                    <a:pt x="1195089" y="1612482"/>
                  </a:lnTo>
                  <a:lnTo>
                    <a:pt x="1195785" y="1614404"/>
                  </a:lnTo>
                  <a:lnTo>
                    <a:pt x="1196481" y="1616392"/>
                  </a:lnTo>
                  <a:lnTo>
                    <a:pt x="1197177" y="1618599"/>
                  </a:lnTo>
                  <a:lnTo>
                    <a:pt x="1197873" y="1621916"/>
                  </a:lnTo>
                  <a:lnTo>
                    <a:pt x="1198570" y="1625158"/>
                  </a:lnTo>
                  <a:lnTo>
                    <a:pt x="1199266" y="1628400"/>
                  </a:lnTo>
                  <a:lnTo>
                    <a:pt x="1199962" y="1627306"/>
                  </a:lnTo>
                  <a:lnTo>
                    <a:pt x="1200658" y="1625989"/>
                  </a:lnTo>
                  <a:lnTo>
                    <a:pt x="1201354" y="1624138"/>
                  </a:lnTo>
                  <a:lnTo>
                    <a:pt x="1202050" y="1622758"/>
                  </a:lnTo>
                  <a:lnTo>
                    <a:pt x="1202747" y="1621807"/>
                  </a:lnTo>
                  <a:lnTo>
                    <a:pt x="1203443" y="1621274"/>
                  </a:lnTo>
                  <a:lnTo>
                    <a:pt x="1204139" y="1619701"/>
                  </a:lnTo>
                  <a:lnTo>
                    <a:pt x="1204835" y="1617227"/>
                  </a:lnTo>
                  <a:lnTo>
                    <a:pt x="1205531" y="1616090"/>
                  </a:lnTo>
                  <a:lnTo>
                    <a:pt x="1206227" y="1615503"/>
                  </a:lnTo>
                  <a:lnTo>
                    <a:pt x="1206924" y="1614969"/>
                  </a:lnTo>
                  <a:lnTo>
                    <a:pt x="1207620" y="1614969"/>
                  </a:lnTo>
                  <a:lnTo>
                    <a:pt x="1208316" y="1613930"/>
                  </a:lnTo>
                  <a:lnTo>
                    <a:pt x="1209012" y="1609788"/>
                  </a:lnTo>
                  <a:lnTo>
                    <a:pt x="1209708" y="1604159"/>
                  </a:lnTo>
                  <a:lnTo>
                    <a:pt x="1210405" y="1601351"/>
                  </a:lnTo>
                  <a:lnTo>
                    <a:pt x="1211101" y="1599683"/>
                  </a:lnTo>
                  <a:lnTo>
                    <a:pt x="1211797" y="1598433"/>
                  </a:lnTo>
                  <a:lnTo>
                    <a:pt x="1212493" y="1597613"/>
                  </a:lnTo>
                  <a:lnTo>
                    <a:pt x="1213189" y="1596258"/>
                  </a:lnTo>
                  <a:lnTo>
                    <a:pt x="1213885" y="1595438"/>
                  </a:lnTo>
                  <a:lnTo>
                    <a:pt x="1214582" y="1597185"/>
                  </a:lnTo>
                  <a:lnTo>
                    <a:pt x="1215278" y="1599598"/>
                  </a:lnTo>
                  <a:lnTo>
                    <a:pt x="1215974" y="1601731"/>
                  </a:lnTo>
                  <a:lnTo>
                    <a:pt x="1216670" y="1603665"/>
                  </a:lnTo>
                  <a:lnTo>
                    <a:pt x="1217366" y="1605599"/>
                  </a:lnTo>
                  <a:lnTo>
                    <a:pt x="1218062" y="1607533"/>
                  </a:lnTo>
                  <a:lnTo>
                    <a:pt x="1218759" y="1609467"/>
                  </a:lnTo>
                  <a:lnTo>
                    <a:pt x="1219455" y="1613601"/>
                  </a:lnTo>
                  <a:lnTo>
                    <a:pt x="1220151" y="1622071"/>
                  </a:lnTo>
                  <a:lnTo>
                    <a:pt x="1220847" y="1630947"/>
                  </a:lnTo>
                  <a:lnTo>
                    <a:pt x="1221543" y="1640632"/>
                  </a:lnTo>
                  <a:lnTo>
                    <a:pt x="1222240" y="1651069"/>
                  </a:lnTo>
                  <a:lnTo>
                    <a:pt x="1222936" y="1661411"/>
                  </a:lnTo>
                  <a:lnTo>
                    <a:pt x="1223632" y="1671487"/>
                  </a:lnTo>
                  <a:lnTo>
                    <a:pt x="1224328" y="1681564"/>
                  </a:lnTo>
                  <a:lnTo>
                    <a:pt x="1225024" y="1690345"/>
                  </a:lnTo>
                  <a:lnTo>
                    <a:pt x="1225720" y="1698605"/>
                  </a:lnTo>
                  <a:lnTo>
                    <a:pt x="1226417" y="1707298"/>
                  </a:lnTo>
                  <a:lnTo>
                    <a:pt x="1227113" y="1714450"/>
                  </a:lnTo>
                  <a:lnTo>
                    <a:pt x="1227809" y="1721602"/>
                  </a:lnTo>
                  <a:lnTo>
                    <a:pt x="1228505" y="1728755"/>
                  </a:lnTo>
                  <a:lnTo>
                    <a:pt x="1229201" y="1736122"/>
                  </a:lnTo>
                  <a:lnTo>
                    <a:pt x="1229897" y="1743490"/>
                  </a:lnTo>
                  <a:lnTo>
                    <a:pt x="1230594" y="1748101"/>
                  </a:lnTo>
                  <a:lnTo>
                    <a:pt x="1231290" y="1753114"/>
                  </a:lnTo>
                  <a:lnTo>
                    <a:pt x="1231986" y="1757725"/>
                  </a:lnTo>
                  <a:lnTo>
                    <a:pt x="1232682" y="1762119"/>
                  </a:lnTo>
                  <a:lnTo>
                    <a:pt x="1233378" y="1765562"/>
                  </a:lnTo>
                  <a:lnTo>
                    <a:pt x="1234075" y="1772123"/>
                  </a:lnTo>
                  <a:lnTo>
                    <a:pt x="1234771" y="1777819"/>
                  </a:lnTo>
                  <a:lnTo>
                    <a:pt x="1235467" y="1787478"/>
                  </a:lnTo>
                  <a:lnTo>
                    <a:pt x="1236163" y="1797610"/>
                  </a:lnTo>
                  <a:lnTo>
                    <a:pt x="1236859" y="1807176"/>
                  </a:lnTo>
                  <a:lnTo>
                    <a:pt x="1237555" y="1816272"/>
                  </a:lnTo>
                  <a:lnTo>
                    <a:pt x="1238252" y="1824938"/>
                  </a:lnTo>
                  <a:lnTo>
                    <a:pt x="1238422" y="1826954"/>
                  </a:lnTo>
                  <a:lnTo>
                    <a:pt x="1262670" y="1826954"/>
                  </a:lnTo>
                  <a:lnTo>
                    <a:pt x="1263314" y="1819253"/>
                  </a:lnTo>
                  <a:lnTo>
                    <a:pt x="1264010" y="1810923"/>
                  </a:lnTo>
                  <a:lnTo>
                    <a:pt x="1264706" y="1802593"/>
                  </a:lnTo>
                  <a:lnTo>
                    <a:pt x="1265402" y="1794693"/>
                  </a:lnTo>
                  <a:lnTo>
                    <a:pt x="1266099" y="1786792"/>
                  </a:lnTo>
                  <a:lnTo>
                    <a:pt x="1266795" y="1778892"/>
                  </a:lnTo>
                  <a:lnTo>
                    <a:pt x="1267491" y="1770992"/>
                  </a:lnTo>
                  <a:lnTo>
                    <a:pt x="1268187" y="1764863"/>
                  </a:lnTo>
                  <a:lnTo>
                    <a:pt x="1268883" y="1758879"/>
                  </a:lnTo>
                  <a:lnTo>
                    <a:pt x="1269579" y="1752318"/>
                  </a:lnTo>
                  <a:lnTo>
                    <a:pt x="1270276" y="1746623"/>
                  </a:lnTo>
                  <a:lnTo>
                    <a:pt x="1270972" y="1740882"/>
                  </a:lnTo>
                  <a:lnTo>
                    <a:pt x="1271668" y="1734892"/>
                  </a:lnTo>
                  <a:lnTo>
                    <a:pt x="1272364" y="1729468"/>
                  </a:lnTo>
                  <a:lnTo>
                    <a:pt x="1273060" y="1725393"/>
                  </a:lnTo>
                  <a:lnTo>
                    <a:pt x="1273756" y="1722510"/>
                  </a:lnTo>
                  <a:lnTo>
                    <a:pt x="1274453" y="1718822"/>
                  </a:lnTo>
                  <a:lnTo>
                    <a:pt x="1275149" y="1713509"/>
                  </a:lnTo>
                  <a:lnTo>
                    <a:pt x="1275845" y="1708196"/>
                  </a:lnTo>
                  <a:lnTo>
                    <a:pt x="1276541" y="1703252"/>
                  </a:lnTo>
                  <a:lnTo>
                    <a:pt x="1277237" y="1698308"/>
                  </a:lnTo>
                  <a:lnTo>
                    <a:pt x="1277934" y="1694744"/>
                  </a:lnTo>
                  <a:lnTo>
                    <a:pt x="1278630" y="1691290"/>
                  </a:lnTo>
                  <a:lnTo>
                    <a:pt x="1279326" y="1686549"/>
                  </a:lnTo>
                  <a:lnTo>
                    <a:pt x="1280022" y="1682025"/>
                  </a:lnTo>
                  <a:lnTo>
                    <a:pt x="1280718" y="1677836"/>
                  </a:lnTo>
                  <a:lnTo>
                    <a:pt x="1281414" y="1673863"/>
                  </a:lnTo>
                  <a:lnTo>
                    <a:pt x="1282111" y="1669923"/>
                  </a:lnTo>
                  <a:lnTo>
                    <a:pt x="1282807" y="1665396"/>
                  </a:lnTo>
                  <a:lnTo>
                    <a:pt x="1283503" y="1660870"/>
                  </a:lnTo>
                  <a:lnTo>
                    <a:pt x="1284199" y="1656897"/>
                  </a:lnTo>
                  <a:lnTo>
                    <a:pt x="1284895" y="1653553"/>
                  </a:lnTo>
                  <a:lnTo>
                    <a:pt x="1285591" y="1652035"/>
                  </a:lnTo>
                  <a:lnTo>
                    <a:pt x="1286288" y="1650517"/>
                  </a:lnTo>
                  <a:lnTo>
                    <a:pt x="1286984" y="1649211"/>
                  </a:lnTo>
                  <a:lnTo>
                    <a:pt x="1287680" y="1648123"/>
                  </a:lnTo>
                  <a:lnTo>
                    <a:pt x="1288376" y="1647036"/>
                  </a:lnTo>
                  <a:lnTo>
                    <a:pt x="1289072" y="1646117"/>
                  </a:lnTo>
                  <a:lnTo>
                    <a:pt x="1289769" y="1647141"/>
                  </a:lnTo>
                  <a:lnTo>
                    <a:pt x="1290465" y="1648164"/>
                  </a:lnTo>
                  <a:lnTo>
                    <a:pt x="1291161" y="1648499"/>
                  </a:lnTo>
                  <a:lnTo>
                    <a:pt x="1291857" y="1648833"/>
                  </a:lnTo>
                  <a:lnTo>
                    <a:pt x="1292553" y="1648833"/>
                  </a:lnTo>
                  <a:lnTo>
                    <a:pt x="1293249" y="1651709"/>
                  </a:lnTo>
                  <a:lnTo>
                    <a:pt x="1293946" y="1653779"/>
                  </a:lnTo>
                  <a:lnTo>
                    <a:pt x="1294642" y="1655514"/>
                  </a:lnTo>
                  <a:lnTo>
                    <a:pt x="1295338" y="1657032"/>
                  </a:lnTo>
                  <a:lnTo>
                    <a:pt x="1296034" y="1658805"/>
                  </a:lnTo>
                  <a:lnTo>
                    <a:pt x="1296730" y="1659921"/>
                  </a:lnTo>
                  <a:lnTo>
                    <a:pt x="1297426" y="1661325"/>
                  </a:lnTo>
                  <a:lnTo>
                    <a:pt x="1298123" y="1663826"/>
                  </a:lnTo>
                  <a:lnTo>
                    <a:pt x="1298819" y="1666810"/>
                  </a:lnTo>
                  <a:lnTo>
                    <a:pt x="1299515" y="1669945"/>
                  </a:lnTo>
                  <a:lnTo>
                    <a:pt x="1300211" y="1673079"/>
                  </a:lnTo>
                  <a:lnTo>
                    <a:pt x="1300907" y="1675967"/>
                  </a:lnTo>
                  <a:lnTo>
                    <a:pt x="1301604" y="1679040"/>
                  </a:lnTo>
                  <a:lnTo>
                    <a:pt x="1302300" y="1682329"/>
                  </a:lnTo>
                  <a:lnTo>
                    <a:pt x="1302996" y="1685618"/>
                  </a:lnTo>
                  <a:lnTo>
                    <a:pt x="1303692" y="1687135"/>
                  </a:lnTo>
                  <a:lnTo>
                    <a:pt x="1304388" y="1689124"/>
                  </a:lnTo>
                  <a:lnTo>
                    <a:pt x="1305084" y="1691111"/>
                  </a:lnTo>
                  <a:lnTo>
                    <a:pt x="1305781" y="1693100"/>
                  </a:lnTo>
                  <a:lnTo>
                    <a:pt x="1306477" y="1694872"/>
                  </a:lnTo>
                  <a:lnTo>
                    <a:pt x="1307173" y="1696860"/>
                  </a:lnTo>
                  <a:lnTo>
                    <a:pt x="1307869" y="1699066"/>
                  </a:lnTo>
                  <a:lnTo>
                    <a:pt x="1308565" y="1700258"/>
                  </a:lnTo>
                  <a:lnTo>
                    <a:pt x="1309261" y="1700728"/>
                  </a:lnTo>
                  <a:lnTo>
                    <a:pt x="1309958" y="1701533"/>
                  </a:lnTo>
                  <a:lnTo>
                    <a:pt x="1310654" y="1704878"/>
                  </a:lnTo>
                  <a:lnTo>
                    <a:pt x="1311350" y="1708225"/>
                  </a:lnTo>
                  <a:lnTo>
                    <a:pt x="1312046" y="1711788"/>
                  </a:lnTo>
                  <a:lnTo>
                    <a:pt x="1312742" y="1714881"/>
                  </a:lnTo>
                  <a:lnTo>
                    <a:pt x="1313438" y="1717975"/>
                  </a:lnTo>
                  <a:lnTo>
                    <a:pt x="1314135" y="1721429"/>
                  </a:lnTo>
                  <a:lnTo>
                    <a:pt x="1314831" y="1726723"/>
                  </a:lnTo>
                  <a:lnTo>
                    <a:pt x="1315527" y="1731799"/>
                  </a:lnTo>
                  <a:lnTo>
                    <a:pt x="1316223" y="1736540"/>
                  </a:lnTo>
                  <a:lnTo>
                    <a:pt x="1316919" y="1741282"/>
                  </a:lnTo>
                  <a:lnTo>
                    <a:pt x="1317616" y="1746358"/>
                  </a:lnTo>
                  <a:lnTo>
                    <a:pt x="1318312" y="1751652"/>
                  </a:lnTo>
                  <a:lnTo>
                    <a:pt x="1319008" y="1756612"/>
                  </a:lnTo>
                  <a:lnTo>
                    <a:pt x="1319704" y="1761353"/>
                  </a:lnTo>
                  <a:lnTo>
                    <a:pt x="1320400" y="1765465"/>
                  </a:lnTo>
                  <a:lnTo>
                    <a:pt x="1321096" y="1767535"/>
                  </a:lnTo>
                  <a:lnTo>
                    <a:pt x="1321793" y="1769270"/>
                  </a:lnTo>
                  <a:lnTo>
                    <a:pt x="1322489" y="1770576"/>
                  </a:lnTo>
                  <a:lnTo>
                    <a:pt x="1323185" y="1772217"/>
                  </a:lnTo>
                  <a:lnTo>
                    <a:pt x="1323881" y="1774328"/>
                  </a:lnTo>
                  <a:lnTo>
                    <a:pt x="1324577" y="1776269"/>
                  </a:lnTo>
                  <a:lnTo>
                    <a:pt x="1325273" y="1774812"/>
                  </a:lnTo>
                  <a:lnTo>
                    <a:pt x="1325970" y="1773119"/>
                  </a:lnTo>
                  <a:lnTo>
                    <a:pt x="1326666" y="1772428"/>
                  </a:lnTo>
                  <a:lnTo>
                    <a:pt x="1327362" y="1770125"/>
                  </a:lnTo>
                  <a:lnTo>
                    <a:pt x="1328058" y="1766250"/>
                  </a:lnTo>
                  <a:lnTo>
                    <a:pt x="1328754" y="1761418"/>
                  </a:lnTo>
                  <a:lnTo>
                    <a:pt x="1329451" y="1756586"/>
                  </a:lnTo>
                  <a:lnTo>
                    <a:pt x="1330147" y="1752089"/>
                  </a:lnTo>
                  <a:lnTo>
                    <a:pt x="1330843" y="1746918"/>
                  </a:lnTo>
                  <a:lnTo>
                    <a:pt x="1331539" y="1741118"/>
                  </a:lnTo>
                  <a:lnTo>
                    <a:pt x="1332235" y="1733416"/>
                  </a:lnTo>
                  <a:lnTo>
                    <a:pt x="1332931" y="1721246"/>
                  </a:lnTo>
                  <a:lnTo>
                    <a:pt x="1333628" y="1708702"/>
                  </a:lnTo>
                  <a:lnTo>
                    <a:pt x="1334324" y="1695262"/>
                  </a:lnTo>
                  <a:lnTo>
                    <a:pt x="1335020" y="1681053"/>
                  </a:lnTo>
                  <a:lnTo>
                    <a:pt x="1335716" y="1666779"/>
                  </a:lnTo>
                  <a:lnTo>
                    <a:pt x="1336412" y="1652418"/>
                  </a:lnTo>
                  <a:lnTo>
                    <a:pt x="1337108" y="1637338"/>
                  </a:lnTo>
                  <a:lnTo>
                    <a:pt x="1337805" y="1623043"/>
                  </a:lnTo>
                  <a:lnTo>
                    <a:pt x="1338501" y="1609592"/>
                  </a:lnTo>
                  <a:lnTo>
                    <a:pt x="1339197" y="1595556"/>
                  </a:lnTo>
                  <a:lnTo>
                    <a:pt x="1339893" y="1581794"/>
                  </a:lnTo>
                  <a:lnTo>
                    <a:pt x="1340589" y="1568031"/>
                  </a:lnTo>
                  <a:lnTo>
                    <a:pt x="1341285" y="1554793"/>
                  </a:lnTo>
                  <a:lnTo>
                    <a:pt x="1341982" y="1542309"/>
                  </a:lnTo>
                  <a:lnTo>
                    <a:pt x="1342678" y="1531165"/>
                  </a:lnTo>
                  <a:lnTo>
                    <a:pt x="1343374" y="1525014"/>
                  </a:lnTo>
                  <a:lnTo>
                    <a:pt x="1344070" y="1520366"/>
                  </a:lnTo>
                  <a:lnTo>
                    <a:pt x="1344766" y="1517005"/>
                  </a:lnTo>
                  <a:lnTo>
                    <a:pt x="1345463" y="1514977"/>
                  </a:lnTo>
                  <a:lnTo>
                    <a:pt x="1346159" y="1513817"/>
                  </a:lnTo>
                  <a:lnTo>
                    <a:pt x="1346855" y="1512656"/>
                  </a:lnTo>
                  <a:lnTo>
                    <a:pt x="1347551" y="1511497"/>
                  </a:lnTo>
                  <a:lnTo>
                    <a:pt x="1348247" y="1510273"/>
                  </a:lnTo>
                  <a:lnTo>
                    <a:pt x="1348943" y="1509049"/>
                  </a:lnTo>
                  <a:lnTo>
                    <a:pt x="1349640" y="1509694"/>
                  </a:lnTo>
                  <a:lnTo>
                    <a:pt x="1350336" y="1509023"/>
                  </a:lnTo>
                  <a:lnTo>
                    <a:pt x="1351032" y="1506952"/>
                  </a:lnTo>
                  <a:lnTo>
                    <a:pt x="1351728" y="1504412"/>
                  </a:lnTo>
                  <a:lnTo>
                    <a:pt x="1352424" y="1501871"/>
                  </a:lnTo>
                  <a:lnTo>
                    <a:pt x="1353120" y="1498995"/>
                  </a:lnTo>
                  <a:lnTo>
                    <a:pt x="1353817" y="1495501"/>
                  </a:lnTo>
                  <a:lnTo>
                    <a:pt x="1354513" y="1492342"/>
                  </a:lnTo>
                  <a:lnTo>
                    <a:pt x="1355209" y="1488515"/>
                  </a:lnTo>
                  <a:lnTo>
                    <a:pt x="1355905" y="1484688"/>
                  </a:lnTo>
                  <a:lnTo>
                    <a:pt x="1356601" y="1480555"/>
                  </a:lnTo>
                  <a:lnTo>
                    <a:pt x="1357298" y="1474972"/>
                  </a:lnTo>
                  <a:lnTo>
                    <a:pt x="1357994" y="1468973"/>
                  </a:lnTo>
                  <a:lnTo>
                    <a:pt x="1358690" y="1462638"/>
                  </a:lnTo>
                  <a:lnTo>
                    <a:pt x="1359386" y="1456139"/>
                  </a:lnTo>
                  <a:lnTo>
                    <a:pt x="1360082" y="1449974"/>
                  </a:lnTo>
                  <a:lnTo>
                    <a:pt x="1360778" y="1446550"/>
                  </a:lnTo>
                  <a:lnTo>
                    <a:pt x="1361475" y="1443475"/>
                  </a:lnTo>
                  <a:lnTo>
                    <a:pt x="1362171" y="1438470"/>
                  </a:lnTo>
                  <a:lnTo>
                    <a:pt x="1362867" y="1435078"/>
                  </a:lnTo>
                  <a:lnTo>
                    <a:pt x="1363563" y="1433443"/>
                  </a:lnTo>
                  <a:lnTo>
                    <a:pt x="1364259" y="1432766"/>
                  </a:lnTo>
                  <a:lnTo>
                    <a:pt x="1364955" y="1432089"/>
                  </a:lnTo>
                  <a:lnTo>
                    <a:pt x="1365652" y="1431627"/>
                  </a:lnTo>
                  <a:lnTo>
                    <a:pt x="1366348" y="1432056"/>
                  </a:lnTo>
                  <a:lnTo>
                    <a:pt x="1367044" y="1433331"/>
                  </a:lnTo>
                  <a:lnTo>
                    <a:pt x="1367740" y="1438430"/>
                  </a:lnTo>
                  <a:lnTo>
                    <a:pt x="1368436" y="1448642"/>
                  </a:lnTo>
                  <a:lnTo>
                    <a:pt x="1369132" y="1457282"/>
                  </a:lnTo>
                  <a:lnTo>
                    <a:pt x="1369829" y="1466715"/>
                  </a:lnTo>
                  <a:lnTo>
                    <a:pt x="1370525" y="1476059"/>
                  </a:lnTo>
                  <a:lnTo>
                    <a:pt x="1371221" y="1483833"/>
                  </a:lnTo>
                  <a:lnTo>
                    <a:pt x="1371917" y="1491425"/>
                  </a:lnTo>
                  <a:lnTo>
                    <a:pt x="1372613" y="1500037"/>
                  </a:lnTo>
                  <a:lnTo>
                    <a:pt x="1373310" y="1507867"/>
                  </a:lnTo>
                  <a:lnTo>
                    <a:pt x="1374006" y="1514635"/>
                  </a:lnTo>
                  <a:lnTo>
                    <a:pt x="1374702" y="1521989"/>
                  </a:lnTo>
                  <a:lnTo>
                    <a:pt x="1375398" y="1529068"/>
                  </a:lnTo>
                  <a:lnTo>
                    <a:pt x="1376094" y="1536148"/>
                  </a:lnTo>
                  <a:lnTo>
                    <a:pt x="1376790" y="1542705"/>
                  </a:lnTo>
                  <a:lnTo>
                    <a:pt x="1377487" y="1548938"/>
                  </a:lnTo>
                  <a:lnTo>
                    <a:pt x="1378183" y="1553953"/>
                  </a:lnTo>
                  <a:lnTo>
                    <a:pt x="1378879" y="1554227"/>
                  </a:lnTo>
                  <a:lnTo>
                    <a:pt x="1379575" y="1554501"/>
                  </a:lnTo>
                  <a:lnTo>
                    <a:pt x="1380271" y="1552650"/>
                  </a:lnTo>
                  <a:lnTo>
                    <a:pt x="1380967" y="1550248"/>
                  </a:lnTo>
                  <a:lnTo>
                    <a:pt x="1381664" y="1548397"/>
                  </a:lnTo>
                  <a:lnTo>
                    <a:pt x="1382360" y="1547768"/>
                  </a:lnTo>
                  <a:lnTo>
                    <a:pt x="1383056" y="1548123"/>
                  </a:lnTo>
                  <a:lnTo>
                    <a:pt x="1383752" y="1549011"/>
                  </a:lnTo>
                  <a:lnTo>
                    <a:pt x="1384448" y="1549900"/>
                  </a:lnTo>
                  <a:lnTo>
                    <a:pt x="1385145" y="1549256"/>
                  </a:lnTo>
                  <a:lnTo>
                    <a:pt x="1385841" y="1549926"/>
                  </a:lnTo>
                  <a:lnTo>
                    <a:pt x="1386537" y="1551662"/>
                  </a:lnTo>
                  <a:lnTo>
                    <a:pt x="1387233" y="1554202"/>
                  </a:lnTo>
                  <a:lnTo>
                    <a:pt x="1387929" y="1556408"/>
                  </a:lnTo>
                  <a:lnTo>
                    <a:pt x="1388625" y="1558516"/>
                  </a:lnTo>
                  <a:lnTo>
                    <a:pt x="1389322" y="1561056"/>
                  </a:lnTo>
                  <a:lnTo>
                    <a:pt x="1390018" y="1563597"/>
                  </a:lnTo>
                  <a:lnTo>
                    <a:pt x="1390714" y="1566656"/>
                  </a:lnTo>
                  <a:lnTo>
                    <a:pt x="1391410" y="1569716"/>
                  </a:lnTo>
                  <a:lnTo>
                    <a:pt x="1392106" y="1573081"/>
                  </a:lnTo>
                  <a:lnTo>
                    <a:pt x="1392802" y="1578230"/>
                  </a:lnTo>
                  <a:lnTo>
                    <a:pt x="1393499" y="1584012"/>
                  </a:lnTo>
                  <a:lnTo>
                    <a:pt x="1394195" y="1589578"/>
                  </a:lnTo>
                  <a:lnTo>
                    <a:pt x="1394891" y="1594839"/>
                  </a:lnTo>
                  <a:lnTo>
                    <a:pt x="1395587" y="1599580"/>
                  </a:lnTo>
                  <a:lnTo>
                    <a:pt x="1396283" y="1603222"/>
                  </a:lnTo>
                  <a:lnTo>
                    <a:pt x="1396980" y="1606968"/>
                  </a:lnTo>
                  <a:lnTo>
                    <a:pt x="1397676" y="1611895"/>
                  </a:lnTo>
                  <a:lnTo>
                    <a:pt x="1398372" y="1616822"/>
                  </a:lnTo>
                  <a:lnTo>
                    <a:pt x="1399068" y="1621564"/>
                  </a:lnTo>
                  <a:lnTo>
                    <a:pt x="1399764" y="1626520"/>
                  </a:lnTo>
                  <a:lnTo>
                    <a:pt x="1400460" y="1631695"/>
                  </a:lnTo>
                  <a:lnTo>
                    <a:pt x="1401157" y="1636437"/>
                  </a:lnTo>
                  <a:lnTo>
                    <a:pt x="1401853" y="1641178"/>
                  </a:lnTo>
                  <a:lnTo>
                    <a:pt x="1402549" y="1645919"/>
                  </a:lnTo>
                  <a:lnTo>
                    <a:pt x="1403245" y="1648924"/>
                  </a:lnTo>
                  <a:lnTo>
                    <a:pt x="1403941" y="1651683"/>
                  </a:lnTo>
                  <a:lnTo>
                    <a:pt x="1404637" y="1656873"/>
                  </a:lnTo>
                  <a:lnTo>
                    <a:pt x="1405334" y="1662638"/>
                  </a:lnTo>
                  <a:lnTo>
                    <a:pt x="1406030" y="1669110"/>
                  </a:lnTo>
                  <a:lnTo>
                    <a:pt x="1406726" y="1677216"/>
                  </a:lnTo>
                  <a:lnTo>
                    <a:pt x="1407422" y="1684940"/>
                  </a:lnTo>
                  <a:lnTo>
                    <a:pt x="1408118" y="1692175"/>
                  </a:lnTo>
                  <a:lnTo>
                    <a:pt x="1408814" y="1699192"/>
                  </a:lnTo>
                  <a:lnTo>
                    <a:pt x="1409511" y="1706428"/>
                  </a:lnTo>
                  <a:lnTo>
                    <a:pt x="1410207" y="1712942"/>
                  </a:lnTo>
                  <a:lnTo>
                    <a:pt x="1410903" y="1717636"/>
                  </a:lnTo>
                  <a:lnTo>
                    <a:pt x="1411599" y="1722802"/>
                  </a:lnTo>
                  <a:lnTo>
                    <a:pt x="1412295" y="1727967"/>
                  </a:lnTo>
                  <a:lnTo>
                    <a:pt x="1412992" y="1733344"/>
                  </a:lnTo>
                  <a:lnTo>
                    <a:pt x="1413688" y="1738386"/>
                  </a:lnTo>
                  <a:lnTo>
                    <a:pt x="1414384" y="1742528"/>
                  </a:lnTo>
                  <a:lnTo>
                    <a:pt x="1415080" y="1744361"/>
                  </a:lnTo>
                  <a:lnTo>
                    <a:pt x="1415776" y="1746915"/>
                  </a:lnTo>
                  <a:lnTo>
                    <a:pt x="1416472" y="1745225"/>
                  </a:lnTo>
                  <a:lnTo>
                    <a:pt x="1417169" y="1741178"/>
                  </a:lnTo>
                  <a:lnTo>
                    <a:pt x="1417865" y="1734978"/>
                  </a:lnTo>
                  <a:lnTo>
                    <a:pt x="1418561" y="1727724"/>
                  </a:lnTo>
                  <a:lnTo>
                    <a:pt x="1419257" y="1719919"/>
                  </a:lnTo>
                  <a:lnTo>
                    <a:pt x="1419953" y="1712115"/>
                  </a:lnTo>
                  <a:lnTo>
                    <a:pt x="1420649" y="1704131"/>
                  </a:lnTo>
                  <a:lnTo>
                    <a:pt x="1421346" y="1697029"/>
                  </a:lnTo>
                  <a:lnTo>
                    <a:pt x="1422042" y="1687815"/>
                  </a:lnTo>
                  <a:lnTo>
                    <a:pt x="1422738" y="1677708"/>
                  </a:lnTo>
                  <a:lnTo>
                    <a:pt x="1423434" y="1664861"/>
                  </a:lnTo>
                  <a:lnTo>
                    <a:pt x="1424130" y="1650729"/>
                  </a:lnTo>
                  <a:lnTo>
                    <a:pt x="1424827" y="1635835"/>
                  </a:lnTo>
                  <a:lnTo>
                    <a:pt x="1425523" y="1620605"/>
                  </a:lnTo>
                  <a:lnTo>
                    <a:pt x="1426219" y="1603493"/>
                  </a:lnTo>
                  <a:lnTo>
                    <a:pt x="1426915" y="1587518"/>
                  </a:lnTo>
                  <a:lnTo>
                    <a:pt x="1427611" y="1572034"/>
                  </a:lnTo>
                  <a:lnTo>
                    <a:pt x="1428307" y="1557107"/>
                  </a:lnTo>
                  <a:lnTo>
                    <a:pt x="1429004" y="1541806"/>
                  </a:lnTo>
                  <a:lnTo>
                    <a:pt x="1429700" y="1525901"/>
                  </a:lnTo>
                  <a:lnTo>
                    <a:pt x="1430396" y="1509169"/>
                  </a:lnTo>
                  <a:lnTo>
                    <a:pt x="1431092" y="1492623"/>
                  </a:lnTo>
                  <a:lnTo>
                    <a:pt x="1431788" y="1475890"/>
                  </a:lnTo>
                  <a:lnTo>
                    <a:pt x="1432484" y="1459230"/>
                  </a:lnTo>
                  <a:lnTo>
                    <a:pt x="1433181" y="1441891"/>
                  </a:lnTo>
                  <a:lnTo>
                    <a:pt x="1433877" y="1426597"/>
                  </a:lnTo>
                  <a:lnTo>
                    <a:pt x="1434573" y="1413459"/>
                  </a:lnTo>
                  <a:lnTo>
                    <a:pt x="1435269" y="1400464"/>
                  </a:lnTo>
                  <a:lnTo>
                    <a:pt x="1435965" y="1386916"/>
                  </a:lnTo>
                  <a:lnTo>
                    <a:pt x="1436661" y="1375571"/>
                  </a:lnTo>
                  <a:lnTo>
                    <a:pt x="1437358" y="1363380"/>
                  </a:lnTo>
                  <a:lnTo>
                    <a:pt x="1438054" y="1351190"/>
                  </a:lnTo>
                  <a:lnTo>
                    <a:pt x="1438750" y="1337443"/>
                  </a:lnTo>
                  <a:lnTo>
                    <a:pt x="1439446" y="1323521"/>
                  </a:lnTo>
                  <a:lnTo>
                    <a:pt x="1440142" y="1310155"/>
                  </a:lnTo>
                  <a:lnTo>
                    <a:pt x="1440839" y="1296942"/>
                  </a:lnTo>
                  <a:lnTo>
                    <a:pt x="1441535" y="1283728"/>
                  </a:lnTo>
                  <a:lnTo>
                    <a:pt x="1442231" y="1270629"/>
                  </a:lnTo>
                  <a:lnTo>
                    <a:pt x="1442927" y="1259429"/>
                  </a:lnTo>
                  <a:lnTo>
                    <a:pt x="1443623" y="1248886"/>
                  </a:lnTo>
                  <a:lnTo>
                    <a:pt x="1444319" y="1238343"/>
                  </a:lnTo>
                  <a:lnTo>
                    <a:pt x="1445016" y="1227585"/>
                  </a:lnTo>
                  <a:lnTo>
                    <a:pt x="1445712" y="1217178"/>
                  </a:lnTo>
                  <a:lnTo>
                    <a:pt x="1446408" y="1208961"/>
                  </a:lnTo>
                  <a:lnTo>
                    <a:pt x="1447104" y="1200313"/>
                  </a:lnTo>
                  <a:lnTo>
                    <a:pt x="1447800" y="1193011"/>
                  </a:lnTo>
                  <a:lnTo>
                    <a:pt x="1448496" y="1185464"/>
                  </a:lnTo>
                  <a:lnTo>
                    <a:pt x="1449193" y="1179654"/>
                  </a:lnTo>
                  <a:lnTo>
                    <a:pt x="1449889" y="1173276"/>
                  </a:lnTo>
                  <a:lnTo>
                    <a:pt x="1450585" y="1166679"/>
                  </a:lnTo>
                  <a:lnTo>
                    <a:pt x="1451281" y="1159310"/>
                  </a:lnTo>
                  <a:lnTo>
                    <a:pt x="1451977" y="1154530"/>
                  </a:lnTo>
                  <a:lnTo>
                    <a:pt x="1452674" y="1149546"/>
                  </a:lnTo>
                  <a:lnTo>
                    <a:pt x="1453370" y="1144702"/>
                  </a:lnTo>
                  <a:lnTo>
                    <a:pt x="1454066" y="1141014"/>
                  </a:lnTo>
                  <a:lnTo>
                    <a:pt x="1454762" y="1137877"/>
                  </a:lnTo>
                  <a:lnTo>
                    <a:pt x="1455458" y="1134739"/>
                  </a:lnTo>
                  <a:lnTo>
                    <a:pt x="1456154" y="1132057"/>
                  </a:lnTo>
                  <a:lnTo>
                    <a:pt x="1456851" y="1127882"/>
                  </a:lnTo>
                  <a:lnTo>
                    <a:pt x="1457547" y="1126153"/>
                  </a:lnTo>
                  <a:lnTo>
                    <a:pt x="1458243" y="1124983"/>
                  </a:lnTo>
                  <a:lnTo>
                    <a:pt x="1458939" y="1126582"/>
                  </a:lnTo>
                  <a:lnTo>
                    <a:pt x="1459635" y="1129899"/>
                  </a:lnTo>
                  <a:lnTo>
                    <a:pt x="1460331" y="1135088"/>
                  </a:lnTo>
                  <a:lnTo>
                    <a:pt x="1461028" y="1142545"/>
                  </a:lnTo>
                  <a:lnTo>
                    <a:pt x="1461724" y="1152149"/>
                  </a:lnTo>
                  <a:lnTo>
                    <a:pt x="1462420" y="1162252"/>
                  </a:lnTo>
                  <a:lnTo>
                    <a:pt x="1463116" y="1172800"/>
                  </a:lnTo>
                  <a:lnTo>
                    <a:pt x="1463812" y="1184362"/>
                  </a:lnTo>
                  <a:lnTo>
                    <a:pt x="1464509" y="1196083"/>
                  </a:lnTo>
                  <a:lnTo>
                    <a:pt x="1465205" y="1208622"/>
                  </a:lnTo>
                  <a:lnTo>
                    <a:pt x="1465901" y="1221988"/>
                  </a:lnTo>
                  <a:lnTo>
                    <a:pt x="1466597" y="1236576"/>
                  </a:lnTo>
                  <a:lnTo>
                    <a:pt x="1467293" y="1252484"/>
                  </a:lnTo>
                  <a:lnTo>
                    <a:pt x="1467989" y="1268104"/>
                  </a:lnTo>
                  <a:lnTo>
                    <a:pt x="1468686" y="1284618"/>
                  </a:lnTo>
                  <a:lnTo>
                    <a:pt x="1469382" y="1299088"/>
                  </a:lnTo>
                  <a:lnTo>
                    <a:pt x="1470078" y="1311400"/>
                  </a:lnTo>
                  <a:lnTo>
                    <a:pt x="1470774" y="1323355"/>
                  </a:lnTo>
                  <a:lnTo>
                    <a:pt x="1471470" y="1335645"/>
                  </a:lnTo>
                  <a:lnTo>
                    <a:pt x="1472166" y="1345950"/>
                  </a:lnTo>
                  <a:lnTo>
                    <a:pt x="1472863" y="1357101"/>
                  </a:lnTo>
                  <a:lnTo>
                    <a:pt x="1473559" y="1368251"/>
                  </a:lnTo>
                  <a:lnTo>
                    <a:pt x="1474255" y="1380958"/>
                  </a:lnTo>
                  <a:lnTo>
                    <a:pt x="1474951" y="1393621"/>
                  </a:lnTo>
                  <a:lnTo>
                    <a:pt x="1475647" y="1405394"/>
                  </a:lnTo>
                  <a:lnTo>
                    <a:pt x="1476343" y="1416545"/>
                  </a:lnTo>
                  <a:lnTo>
                    <a:pt x="1477040" y="1427695"/>
                  </a:lnTo>
                  <a:lnTo>
                    <a:pt x="1477736" y="1438731"/>
                  </a:lnTo>
                  <a:lnTo>
                    <a:pt x="1478432" y="1448338"/>
                  </a:lnTo>
                  <a:lnTo>
                    <a:pt x="1479128" y="1457288"/>
                  </a:lnTo>
                  <a:lnTo>
                    <a:pt x="1479824" y="1466239"/>
                  </a:lnTo>
                  <a:lnTo>
                    <a:pt x="1480521" y="1475404"/>
                  </a:lnTo>
                  <a:lnTo>
                    <a:pt x="1481217" y="1484939"/>
                  </a:lnTo>
                  <a:lnTo>
                    <a:pt x="1481913" y="1494104"/>
                  </a:lnTo>
                  <a:lnTo>
                    <a:pt x="1482609" y="1503229"/>
                  </a:lnTo>
                  <a:lnTo>
                    <a:pt x="1483305" y="1511009"/>
                  </a:lnTo>
                  <a:lnTo>
                    <a:pt x="1484001" y="1518604"/>
                  </a:lnTo>
                  <a:lnTo>
                    <a:pt x="1484698" y="1524461"/>
                  </a:lnTo>
                  <a:lnTo>
                    <a:pt x="1485394" y="1531317"/>
                  </a:lnTo>
                  <a:lnTo>
                    <a:pt x="1486090" y="1538863"/>
                  </a:lnTo>
                  <a:lnTo>
                    <a:pt x="1486786" y="1545254"/>
                  </a:lnTo>
                  <a:lnTo>
                    <a:pt x="1487482" y="1552022"/>
                  </a:lnTo>
                  <a:lnTo>
                    <a:pt x="1488178" y="1559764"/>
                  </a:lnTo>
                  <a:lnTo>
                    <a:pt x="1488875" y="1568301"/>
                  </a:lnTo>
                  <a:lnTo>
                    <a:pt x="1489571" y="1575750"/>
                  </a:lnTo>
                  <a:lnTo>
                    <a:pt x="1490267" y="1583199"/>
                  </a:lnTo>
                  <a:lnTo>
                    <a:pt x="1490963" y="1590649"/>
                  </a:lnTo>
                  <a:lnTo>
                    <a:pt x="1491659" y="1597488"/>
                  </a:lnTo>
                  <a:lnTo>
                    <a:pt x="1492356" y="1604937"/>
                  </a:lnTo>
                  <a:lnTo>
                    <a:pt x="1493052" y="1610923"/>
                  </a:lnTo>
                  <a:lnTo>
                    <a:pt x="1493748" y="1616171"/>
                  </a:lnTo>
                  <a:lnTo>
                    <a:pt x="1494444" y="1621726"/>
                  </a:lnTo>
                  <a:lnTo>
                    <a:pt x="1495140" y="1627431"/>
                  </a:lnTo>
                  <a:lnTo>
                    <a:pt x="1495836" y="1632394"/>
                  </a:lnTo>
                  <a:lnTo>
                    <a:pt x="1496533" y="1635426"/>
                  </a:lnTo>
                  <a:lnTo>
                    <a:pt x="1497229" y="1639292"/>
                  </a:lnTo>
                  <a:lnTo>
                    <a:pt x="1497925" y="1642438"/>
                  </a:lnTo>
                  <a:lnTo>
                    <a:pt x="1498621" y="1644465"/>
                  </a:lnTo>
                  <a:lnTo>
                    <a:pt x="1499317" y="1644921"/>
                  </a:lnTo>
                  <a:lnTo>
                    <a:pt x="1500013" y="1645378"/>
                  </a:lnTo>
                  <a:lnTo>
                    <a:pt x="1500710" y="1645834"/>
                  </a:lnTo>
                  <a:lnTo>
                    <a:pt x="1501406" y="1645374"/>
                  </a:lnTo>
                  <a:lnTo>
                    <a:pt x="1502102" y="1642591"/>
                  </a:lnTo>
                  <a:lnTo>
                    <a:pt x="1502798" y="1638675"/>
                  </a:lnTo>
                  <a:lnTo>
                    <a:pt x="1503494" y="1636588"/>
                  </a:lnTo>
                  <a:lnTo>
                    <a:pt x="1504190" y="1635640"/>
                  </a:lnTo>
                  <a:lnTo>
                    <a:pt x="1504887" y="1634692"/>
                  </a:lnTo>
                  <a:lnTo>
                    <a:pt x="1505583" y="1633745"/>
                  </a:lnTo>
                  <a:lnTo>
                    <a:pt x="1506279" y="1632797"/>
                  </a:lnTo>
                  <a:lnTo>
                    <a:pt x="1506975" y="1631849"/>
                  </a:lnTo>
                  <a:lnTo>
                    <a:pt x="1507671" y="1628701"/>
                  </a:lnTo>
                  <a:lnTo>
                    <a:pt x="1508368" y="1625616"/>
                  </a:lnTo>
                  <a:lnTo>
                    <a:pt x="1509064" y="1619855"/>
                  </a:lnTo>
                  <a:lnTo>
                    <a:pt x="1509760" y="1613928"/>
                  </a:lnTo>
                  <a:lnTo>
                    <a:pt x="1510456" y="1608420"/>
                  </a:lnTo>
                  <a:lnTo>
                    <a:pt x="1511152" y="1603444"/>
                  </a:lnTo>
                  <a:lnTo>
                    <a:pt x="1511848" y="1599141"/>
                  </a:lnTo>
                  <a:lnTo>
                    <a:pt x="1512545" y="1595368"/>
                  </a:lnTo>
                  <a:lnTo>
                    <a:pt x="1513241" y="1591596"/>
                  </a:lnTo>
                  <a:lnTo>
                    <a:pt x="1513937" y="1587406"/>
                  </a:lnTo>
                  <a:lnTo>
                    <a:pt x="1514633" y="1581897"/>
                  </a:lnTo>
                  <a:lnTo>
                    <a:pt x="1515329" y="1574400"/>
                  </a:lnTo>
                  <a:lnTo>
                    <a:pt x="1516025" y="1566731"/>
                  </a:lnTo>
                  <a:lnTo>
                    <a:pt x="1516722" y="1558217"/>
                  </a:lnTo>
                  <a:lnTo>
                    <a:pt x="1517418" y="1549703"/>
                  </a:lnTo>
                  <a:lnTo>
                    <a:pt x="1518114" y="1542622"/>
                  </a:lnTo>
                  <a:lnTo>
                    <a:pt x="1518810" y="1535845"/>
                  </a:lnTo>
                  <a:lnTo>
                    <a:pt x="1519506" y="1531890"/>
                  </a:lnTo>
                  <a:lnTo>
                    <a:pt x="1520203" y="1528118"/>
                  </a:lnTo>
                  <a:lnTo>
                    <a:pt x="1520899" y="1523927"/>
                  </a:lnTo>
                  <a:lnTo>
                    <a:pt x="1521595" y="1519308"/>
                  </a:lnTo>
                  <a:lnTo>
                    <a:pt x="1522291" y="1516259"/>
                  </a:lnTo>
                  <a:lnTo>
                    <a:pt x="1522987" y="1515027"/>
                  </a:lnTo>
                  <a:lnTo>
                    <a:pt x="1523683" y="1513489"/>
                  </a:lnTo>
                  <a:lnTo>
                    <a:pt x="1524380" y="1511951"/>
                  </a:lnTo>
                  <a:lnTo>
                    <a:pt x="1525076" y="1511846"/>
                  </a:lnTo>
                  <a:lnTo>
                    <a:pt x="1525772" y="1514451"/>
                  </a:lnTo>
                  <a:lnTo>
                    <a:pt x="1526468" y="1518558"/>
                  </a:lnTo>
                  <a:lnTo>
                    <a:pt x="1527164" y="1524236"/>
                  </a:lnTo>
                  <a:lnTo>
                    <a:pt x="1527860" y="1529380"/>
                  </a:lnTo>
                  <a:lnTo>
                    <a:pt x="1528557" y="1536521"/>
                  </a:lnTo>
                  <a:lnTo>
                    <a:pt x="1529253" y="1543867"/>
                  </a:lnTo>
                  <a:lnTo>
                    <a:pt x="1529949" y="1551746"/>
                  </a:lnTo>
                  <a:lnTo>
                    <a:pt x="1530645" y="1560062"/>
                  </a:lnTo>
                  <a:lnTo>
                    <a:pt x="1531341" y="1565521"/>
                  </a:lnTo>
                  <a:lnTo>
                    <a:pt x="1532038" y="1569924"/>
                  </a:lnTo>
                  <a:lnTo>
                    <a:pt x="1532734" y="1573220"/>
                  </a:lnTo>
                  <a:lnTo>
                    <a:pt x="1533430" y="1574976"/>
                  </a:lnTo>
                  <a:lnTo>
                    <a:pt x="1534126" y="1577666"/>
                  </a:lnTo>
                  <a:lnTo>
                    <a:pt x="1534822" y="1580770"/>
                  </a:lnTo>
                  <a:lnTo>
                    <a:pt x="1535518" y="1582426"/>
                  </a:lnTo>
                  <a:lnTo>
                    <a:pt x="1536215" y="1583655"/>
                  </a:lnTo>
                  <a:lnTo>
                    <a:pt x="1536911" y="1584923"/>
                  </a:lnTo>
                  <a:lnTo>
                    <a:pt x="1537607" y="1586735"/>
                  </a:lnTo>
                  <a:lnTo>
                    <a:pt x="1538303" y="1588362"/>
                  </a:lnTo>
                  <a:lnTo>
                    <a:pt x="1538999" y="1588159"/>
                  </a:lnTo>
                  <a:lnTo>
                    <a:pt x="1539695" y="1586748"/>
                  </a:lnTo>
                  <a:lnTo>
                    <a:pt x="1540392" y="1584086"/>
                  </a:lnTo>
                  <a:lnTo>
                    <a:pt x="1541088" y="1581424"/>
                  </a:lnTo>
                  <a:lnTo>
                    <a:pt x="1541784" y="1579449"/>
                  </a:lnTo>
                  <a:lnTo>
                    <a:pt x="1542480" y="1577197"/>
                  </a:lnTo>
                  <a:lnTo>
                    <a:pt x="1543176" y="1576556"/>
                  </a:lnTo>
                  <a:lnTo>
                    <a:pt x="1543872" y="1575574"/>
                  </a:lnTo>
                  <a:lnTo>
                    <a:pt x="1544569" y="1576448"/>
                  </a:lnTo>
                  <a:lnTo>
                    <a:pt x="1545265" y="1577024"/>
                  </a:lnTo>
                  <a:lnTo>
                    <a:pt x="1545961" y="1577170"/>
                  </a:lnTo>
                  <a:lnTo>
                    <a:pt x="1546657" y="1577170"/>
                  </a:lnTo>
                  <a:lnTo>
                    <a:pt x="1547353" y="1576984"/>
                  </a:lnTo>
                  <a:lnTo>
                    <a:pt x="1548050" y="1577517"/>
                  </a:lnTo>
                  <a:lnTo>
                    <a:pt x="1548746" y="1577517"/>
                  </a:lnTo>
                  <a:lnTo>
                    <a:pt x="1549442" y="1577517"/>
                  </a:lnTo>
                  <a:lnTo>
                    <a:pt x="1550138" y="1578928"/>
                  </a:lnTo>
                  <a:lnTo>
                    <a:pt x="1550834" y="1584594"/>
                  </a:lnTo>
                  <a:lnTo>
                    <a:pt x="1551530" y="1590965"/>
                  </a:lnTo>
                  <a:lnTo>
                    <a:pt x="1552227" y="1598768"/>
                  </a:lnTo>
                  <a:lnTo>
                    <a:pt x="1552923" y="1608067"/>
                  </a:lnTo>
                  <a:lnTo>
                    <a:pt x="1553619" y="1616050"/>
                  </a:lnTo>
                  <a:lnTo>
                    <a:pt x="1554315" y="1626135"/>
                  </a:lnTo>
                  <a:lnTo>
                    <a:pt x="1555011" y="1632582"/>
                  </a:lnTo>
                  <a:lnTo>
                    <a:pt x="1555707" y="1638847"/>
                  </a:lnTo>
                  <a:lnTo>
                    <a:pt x="1556404" y="1645393"/>
                  </a:lnTo>
                  <a:lnTo>
                    <a:pt x="1557100" y="1650382"/>
                  </a:lnTo>
                  <a:lnTo>
                    <a:pt x="1557796" y="1655913"/>
                  </a:lnTo>
                  <a:lnTo>
                    <a:pt x="1558492" y="1660672"/>
                  </a:lnTo>
                  <a:lnTo>
                    <a:pt x="1559188" y="1666240"/>
                  </a:lnTo>
                  <a:lnTo>
                    <a:pt x="1559885" y="1674405"/>
                  </a:lnTo>
                  <a:lnTo>
                    <a:pt x="1560581" y="1681136"/>
                  </a:lnTo>
                  <a:lnTo>
                    <a:pt x="1561277" y="1687744"/>
                  </a:lnTo>
                  <a:lnTo>
                    <a:pt x="1561973" y="1694351"/>
                  </a:lnTo>
                  <a:lnTo>
                    <a:pt x="1562669" y="1697885"/>
                  </a:lnTo>
                  <a:lnTo>
                    <a:pt x="1563365" y="1701952"/>
                  </a:lnTo>
                  <a:lnTo>
                    <a:pt x="1564062" y="1705487"/>
                  </a:lnTo>
                  <a:lnTo>
                    <a:pt x="1564758" y="1709554"/>
                  </a:lnTo>
                  <a:lnTo>
                    <a:pt x="1565454" y="1713088"/>
                  </a:lnTo>
                  <a:lnTo>
                    <a:pt x="1566150" y="1716035"/>
                  </a:lnTo>
                  <a:lnTo>
                    <a:pt x="1566846" y="1721759"/>
                  </a:lnTo>
                  <a:lnTo>
                    <a:pt x="1567542" y="1732138"/>
                  </a:lnTo>
                  <a:lnTo>
                    <a:pt x="1568239" y="1742939"/>
                  </a:lnTo>
                  <a:lnTo>
                    <a:pt x="1568935" y="1754804"/>
                  </a:lnTo>
                  <a:lnTo>
                    <a:pt x="1569631" y="1765917"/>
                  </a:lnTo>
                  <a:lnTo>
                    <a:pt x="1570327" y="1774031"/>
                  </a:lnTo>
                  <a:lnTo>
                    <a:pt x="1571023" y="1782615"/>
                  </a:lnTo>
                  <a:lnTo>
                    <a:pt x="1571719" y="1789198"/>
                  </a:lnTo>
                  <a:lnTo>
                    <a:pt x="1572416" y="1794960"/>
                  </a:lnTo>
                  <a:lnTo>
                    <a:pt x="1573112" y="1801281"/>
                  </a:lnTo>
                  <a:lnTo>
                    <a:pt x="1573808" y="1807601"/>
                  </a:lnTo>
                  <a:lnTo>
                    <a:pt x="1574504" y="1813922"/>
                  </a:lnTo>
                  <a:lnTo>
                    <a:pt x="1575200" y="1820312"/>
                  </a:lnTo>
                  <a:lnTo>
                    <a:pt x="1575806" y="1826954"/>
                  </a:lnTo>
                  <a:lnTo>
                    <a:pt x="1602904" y="1826954"/>
                  </a:lnTo>
                  <a:lnTo>
                    <a:pt x="1603047" y="1824590"/>
                  </a:lnTo>
                  <a:lnTo>
                    <a:pt x="1603744" y="1812833"/>
                  </a:lnTo>
                  <a:lnTo>
                    <a:pt x="1604440" y="1800637"/>
                  </a:lnTo>
                  <a:lnTo>
                    <a:pt x="1605136" y="1788441"/>
                  </a:lnTo>
                  <a:lnTo>
                    <a:pt x="1605832" y="1778829"/>
                  </a:lnTo>
                  <a:lnTo>
                    <a:pt x="1606528" y="1769727"/>
                  </a:lnTo>
                  <a:lnTo>
                    <a:pt x="1607224" y="1762717"/>
                  </a:lnTo>
                  <a:lnTo>
                    <a:pt x="1607921" y="1757404"/>
                  </a:lnTo>
                  <a:lnTo>
                    <a:pt x="1608617" y="1751873"/>
                  </a:lnTo>
                  <a:lnTo>
                    <a:pt x="1609313" y="1748079"/>
                  </a:lnTo>
                  <a:lnTo>
                    <a:pt x="1610009" y="1744687"/>
                  </a:lnTo>
                  <a:lnTo>
                    <a:pt x="1610705" y="1741296"/>
                  </a:lnTo>
                  <a:lnTo>
                    <a:pt x="1611401" y="1737905"/>
                  </a:lnTo>
                  <a:lnTo>
                    <a:pt x="1612098" y="1734513"/>
                  </a:lnTo>
                  <a:lnTo>
                    <a:pt x="1612794" y="1731122"/>
                  </a:lnTo>
                  <a:lnTo>
                    <a:pt x="1613490" y="1728318"/>
                  </a:lnTo>
                  <a:lnTo>
                    <a:pt x="1614186" y="1726281"/>
                  </a:lnTo>
                  <a:lnTo>
                    <a:pt x="1614882" y="1725145"/>
                  </a:lnTo>
                  <a:lnTo>
                    <a:pt x="1615579" y="1724008"/>
                  </a:lnTo>
                  <a:lnTo>
                    <a:pt x="1616275" y="1723206"/>
                  </a:lnTo>
                  <a:lnTo>
                    <a:pt x="1616971" y="1722404"/>
                  </a:lnTo>
                  <a:lnTo>
                    <a:pt x="1617667" y="1721451"/>
                  </a:lnTo>
                  <a:lnTo>
                    <a:pt x="1618363" y="1720497"/>
                  </a:lnTo>
                  <a:lnTo>
                    <a:pt x="1619059" y="1719878"/>
                  </a:lnTo>
                  <a:lnTo>
                    <a:pt x="1619756" y="1719077"/>
                  </a:lnTo>
                  <a:lnTo>
                    <a:pt x="1620452" y="1717940"/>
                  </a:lnTo>
                  <a:lnTo>
                    <a:pt x="1621148" y="1716803"/>
                  </a:lnTo>
                  <a:lnTo>
                    <a:pt x="1621844" y="1715046"/>
                  </a:lnTo>
                  <a:lnTo>
                    <a:pt x="1622540" y="1713289"/>
                  </a:lnTo>
                  <a:lnTo>
                    <a:pt x="1623236" y="1711532"/>
                  </a:lnTo>
                  <a:lnTo>
                    <a:pt x="1623933" y="1709345"/>
                  </a:lnTo>
                  <a:lnTo>
                    <a:pt x="1624629" y="1707158"/>
                  </a:lnTo>
                  <a:lnTo>
                    <a:pt x="1625325" y="1704972"/>
                  </a:lnTo>
                  <a:lnTo>
                    <a:pt x="1626021" y="1702785"/>
                  </a:lnTo>
                  <a:lnTo>
                    <a:pt x="1626717" y="1700598"/>
                  </a:lnTo>
                  <a:lnTo>
                    <a:pt x="1627414" y="1698411"/>
                  </a:lnTo>
                  <a:lnTo>
                    <a:pt x="1628110" y="1698102"/>
                  </a:lnTo>
                  <a:lnTo>
                    <a:pt x="1628806" y="1698150"/>
                  </a:lnTo>
                  <a:lnTo>
                    <a:pt x="1629502" y="1698198"/>
                  </a:lnTo>
                  <a:lnTo>
                    <a:pt x="1630198" y="1698245"/>
                  </a:lnTo>
                  <a:lnTo>
                    <a:pt x="1630894" y="1698293"/>
                  </a:lnTo>
                  <a:lnTo>
                    <a:pt x="1631591" y="1698341"/>
                  </a:lnTo>
                  <a:lnTo>
                    <a:pt x="1632287" y="1698389"/>
                  </a:lnTo>
                  <a:lnTo>
                    <a:pt x="1632983" y="1698437"/>
                  </a:lnTo>
                  <a:lnTo>
                    <a:pt x="1633679" y="1698485"/>
                  </a:lnTo>
                  <a:lnTo>
                    <a:pt x="1634375" y="1700533"/>
                  </a:lnTo>
                  <a:lnTo>
                    <a:pt x="1635071" y="1702782"/>
                  </a:lnTo>
                  <a:lnTo>
                    <a:pt x="1635768" y="1705030"/>
                  </a:lnTo>
                  <a:lnTo>
                    <a:pt x="1636464" y="1707279"/>
                  </a:lnTo>
                  <a:lnTo>
                    <a:pt x="1637160" y="1709528"/>
                  </a:lnTo>
                  <a:lnTo>
                    <a:pt x="1637856" y="1712512"/>
                  </a:lnTo>
                  <a:lnTo>
                    <a:pt x="1638552" y="1713645"/>
                  </a:lnTo>
                  <a:lnTo>
                    <a:pt x="1639248" y="1714429"/>
                  </a:lnTo>
                  <a:lnTo>
                    <a:pt x="1639945" y="1715212"/>
                  </a:lnTo>
                  <a:lnTo>
                    <a:pt x="1640641" y="1715996"/>
                  </a:lnTo>
                  <a:lnTo>
                    <a:pt x="1641337" y="1717298"/>
                  </a:lnTo>
                  <a:lnTo>
                    <a:pt x="1642033" y="1719286"/>
                  </a:lnTo>
                  <a:lnTo>
                    <a:pt x="1642729" y="1721609"/>
                  </a:lnTo>
                  <a:lnTo>
                    <a:pt x="1643426" y="1723931"/>
                  </a:lnTo>
                  <a:lnTo>
                    <a:pt x="1644122" y="1726472"/>
                  </a:lnTo>
                  <a:lnTo>
                    <a:pt x="1644818" y="1727276"/>
                  </a:lnTo>
                  <a:lnTo>
                    <a:pt x="1645514" y="1727895"/>
                  </a:lnTo>
                  <a:lnTo>
                    <a:pt x="1646210" y="1728514"/>
                  </a:lnTo>
                  <a:lnTo>
                    <a:pt x="1646906" y="1729467"/>
                  </a:lnTo>
                  <a:lnTo>
                    <a:pt x="1647603" y="1730891"/>
                  </a:lnTo>
                  <a:lnTo>
                    <a:pt x="1648299" y="1732745"/>
                  </a:lnTo>
                  <a:lnTo>
                    <a:pt x="1648995" y="1735016"/>
                  </a:lnTo>
                  <a:lnTo>
                    <a:pt x="1649691" y="1738003"/>
                  </a:lnTo>
                  <a:lnTo>
                    <a:pt x="1650387" y="1740990"/>
                  </a:lnTo>
                  <a:lnTo>
                    <a:pt x="1651083" y="1743977"/>
                  </a:lnTo>
                  <a:lnTo>
                    <a:pt x="1651780" y="1746431"/>
                  </a:lnTo>
                  <a:lnTo>
                    <a:pt x="1652476" y="1748468"/>
                  </a:lnTo>
                  <a:lnTo>
                    <a:pt x="1653172" y="1750321"/>
                  </a:lnTo>
                  <a:lnTo>
                    <a:pt x="1653868" y="1752175"/>
                  </a:lnTo>
                  <a:lnTo>
                    <a:pt x="1654564" y="1754446"/>
                  </a:lnTo>
                  <a:lnTo>
                    <a:pt x="1655261" y="1757433"/>
                  </a:lnTo>
                  <a:lnTo>
                    <a:pt x="1655957" y="1760420"/>
                  </a:lnTo>
                  <a:lnTo>
                    <a:pt x="1656653" y="1763408"/>
                  </a:lnTo>
                  <a:lnTo>
                    <a:pt x="1657349" y="1766012"/>
                  </a:lnTo>
                  <a:lnTo>
                    <a:pt x="1658045" y="1768616"/>
                  </a:lnTo>
                  <a:lnTo>
                    <a:pt x="1658741" y="1770802"/>
                  </a:lnTo>
                  <a:lnTo>
                    <a:pt x="1659438" y="1772560"/>
                  </a:lnTo>
                  <a:lnTo>
                    <a:pt x="1660134" y="1773846"/>
                  </a:lnTo>
                  <a:lnTo>
                    <a:pt x="1660830" y="1775133"/>
                  </a:lnTo>
                  <a:lnTo>
                    <a:pt x="1661526" y="1774724"/>
                  </a:lnTo>
                  <a:lnTo>
                    <a:pt x="1662222" y="1773470"/>
                  </a:lnTo>
                  <a:lnTo>
                    <a:pt x="1662918" y="1772687"/>
                  </a:lnTo>
                  <a:lnTo>
                    <a:pt x="1663615" y="1772639"/>
                  </a:lnTo>
                  <a:lnTo>
                    <a:pt x="1664311" y="1772591"/>
                  </a:lnTo>
                  <a:lnTo>
                    <a:pt x="1665007" y="1772543"/>
                  </a:lnTo>
                  <a:lnTo>
                    <a:pt x="1665703" y="1771596"/>
                  </a:lnTo>
                  <a:lnTo>
                    <a:pt x="1666399" y="1769732"/>
                  </a:lnTo>
                  <a:lnTo>
                    <a:pt x="1667095" y="1766583"/>
                  </a:lnTo>
                  <a:lnTo>
                    <a:pt x="1667792" y="1763434"/>
                  </a:lnTo>
                  <a:lnTo>
                    <a:pt x="1668488" y="1760286"/>
                  </a:lnTo>
                  <a:lnTo>
                    <a:pt x="1669184" y="1757137"/>
                  </a:lnTo>
                  <a:lnTo>
                    <a:pt x="1669880" y="1753989"/>
                  </a:lnTo>
                  <a:lnTo>
                    <a:pt x="1670576" y="1750840"/>
                  </a:lnTo>
                  <a:lnTo>
                    <a:pt x="1671273" y="1747691"/>
                  </a:lnTo>
                  <a:lnTo>
                    <a:pt x="1671969" y="1745939"/>
                  </a:lnTo>
                  <a:lnTo>
                    <a:pt x="1672665" y="1744991"/>
                  </a:lnTo>
                  <a:lnTo>
                    <a:pt x="1673361" y="1743184"/>
                  </a:lnTo>
                  <a:lnTo>
                    <a:pt x="1674057" y="1740977"/>
                  </a:lnTo>
                  <a:lnTo>
                    <a:pt x="1674753" y="1739171"/>
                  </a:lnTo>
                  <a:lnTo>
                    <a:pt x="1675450" y="1737582"/>
                  </a:lnTo>
                  <a:lnTo>
                    <a:pt x="1676146" y="1736328"/>
                  </a:lnTo>
                  <a:lnTo>
                    <a:pt x="1676842" y="1735524"/>
                  </a:lnTo>
                  <a:lnTo>
                    <a:pt x="1677538" y="1735742"/>
                  </a:lnTo>
                  <a:lnTo>
                    <a:pt x="1678234" y="1736295"/>
                  </a:lnTo>
                  <a:lnTo>
                    <a:pt x="1678930" y="1736848"/>
                  </a:lnTo>
                  <a:lnTo>
                    <a:pt x="1679627" y="1737401"/>
                  </a:lnTo>
                  <a:lnTo>
                    <a:pt x="1680323" y="1737618"/>
                  </a:lnTo>
                  <a:lnTo>
                    <a:pt x="1681019" y="1737618"/>
                  </a:lnTo>
                  <a:lnTo>
                    <a:pt x="1681715" y="1737619"/>
                  </a:lnTo>
                  <a:lnTo>
                    <a:pt x="1682411" y="1737284"/>
                  </a:lnTo>
                  <a:lnTo>
                    <a:pt x="1683108" y="1736813"/>
                  </a:lnTo>
                  <a:lnTo>
                    <a:pt x="1683804" y="1735913"/>
                  </a:lnTo>
                  <a:lnTo>
                    <a:pt x="1684500" y="1735066"/>
                  </a:lnTo>
                  <a:lnTo>
                    <a:pt x="1685196" y="1734116"/>
                  </a:lnTo>
                  <a:lnTo>
                    <a:pt x="1685892" y="1731595"/>
                  </a:lnTo>
                  <a:lnTo>
                    <a:pt x="1686588" y="1728520"/>
                  </a:lnTo>
                  <a:lnTo>
                    <a:pt x="1687285" y="1725176"/>
                  </a:lnTo>
                  <a:lnTo>
                    <a:pt x="1687981" y="1719187"/>
                  </a:lnTo>
                  <a:lnTo>
                    <a:pt x="1688677" y="1712922"/>
                  </a:lnTo>
                  <a:lnTo>
                    <a:pt x="1689373" y="1706656"/>
                  </a:lnTo>
                  <a:lnTo>
                    <a:pt x="1690069" y="1699974"/>
                  </a:lnTo>
                  <a:lnTo>
                    <a:pt x="1690765" y="1692757"/>
                  </a:lnTo>
                  <a:lnTo>
                    <a:pt x="1691462" y="1686075"/>
                  </a:lnTo>
                  <a:lnTo>
                    <a:pt x="1692158" y="1679392"/>
                  </a:lnTo>
                  <a:lnTo>
                    <a:pt x="1692854" y="1673243"/>
                  </a:lnTo>
                  <a:lnTo>
                    <a:pt x="1693550" y="1667093"/>
                  </a:lnTo>
                  <a:lnTo>
                    <a:pt x="1694246" y="1661361"/>
                  </a:lnTo>
                  <a:lnTo>
                    <a:pt x="1694943" y="1654571"/>
                  </a:lnTo>
                  <a:lnTo>
                    <a:pt x="1695639" y="1647469"/>
                  </a:lnTo>
                  <a:lnTo>
                    <a:pt x="1696335" y="1641387"/>
                  </a:lnTo>
                  <a:lnTo>
                    <a:pt x="1697031" y="1637300"/>
                  </a:lnTo>
                  <a:lnTo>
                    <a:pt x="1697727" y="1634282"/>
                  </a:lnTo>
                  <a:lnTo>
                    <a:pt x="1698423" y="1633932"/>
                  </a:lnTo>
                  <a:lnTo>
                    <a:pt x="1699120" y="1633932"/>
                  </a:lnTo>
                  <a:lnTo>
                    <a:pt x="1699816" y="1633502"/>
                  </a:lnTo>
                  <a:lnTo>
                    <a:pt x="1700512" y="1633073"/>
                  </a:lnTo>
                  <a:lnTo>
                    <a:pt x="1701208" y="1633543"/>
                  </a:lnTo>
                  <a:lnTo>
                    <a:pt x="1701904" y="1634929"/>
                  </a:lnTo>
                  <a:lnTo>
                    <a:pt x="1702600" y="1638030"/>
                  </a:lnTo>
                  <a:lnTo>
                    <a:pt x="1703297" y="1641131"/>
                  </a:lnTo>
                  <a:lnTo>
                    <a:pt x="1703993" y="1643803"/>
                  </a:lnTo>
                  <a:lnTo>
                    <a:pt x="1704689" y="1646474"/>
                  </a:lnTo>
                  <a:lnTo>
                    <a:pt x="1705385" y="1650809"/>
                  </a:lnTo>
                  <a:lnTo>
                    <a:pt x="1706081" y="1655550"/>
                  </a:lnTo>
                  <a:lnTo>
                    <a:pt x="1706777" y="1660292"/>
                  </a:lnTo>
                  <a:lnTo>
                    <a:pt x="1707474" y="1663636"/>
                  </a:lnTo>
                  <a:lnTo>
                    <a:pt x="1708170" y="1666177"/>
                  </a:lnTo>
                  <a:lnTo>
                    <a:pt x="1708866" y="1669270"/>
                  </a:lnTo>
                  <a:lnTo>
                    <a:pt x="1709562" y="1672764"/>
                  </a:lnTo>
                  <a:lnTo>
                    <a:pt x="1710258" y="1675858"/>
                  </a:lnTo>
                  <a:lnTo>
                    <a:pt x="1710955" y="1679203"/>
                  </a:lnTo>
                  <a:lnTo>
                    <a:pt x="1711651" y="1682644"/>
                  </a:lnTo>
                  <a:lnTo>
                    <a:pt x="1712347" y="1685115"/>
                  </a:lnTo>
                  <a:lnTo>
                    <a:pt x="1713043" y="1685920"/>
                  </a:lnTo>
                  <a:lnTo>
                    <a:pt x="1713739" y="1686391"/>
                  </a:lnTo>
                  <a:lnTo>
                    <a:pt x="1714435" y="1687290"/>
                  </a:lnTo>
                  <a:lnTo>
                    <a:pt x="1715132" y="1688190"/>
                  </a:lnTo>
                  <a:lnTo>
                    <a:pt x="1715828" y="1689425"/>
                  </a:lnTo>
                  <a:lnTo>
                    <a:pt x="1716524" y="1690660"/>
                  </a:lnTo>
                  <a:lnTo>
                    <a:pt x="1717220" y="1692312"/>
                  </a:lnTo>
                  <a:lnTo>
                    <a:pt x="1717916" y="1693964"/>
                  </a:lnTo>
                  <a:lnTo>
                    <a:pt x="1718612" y="1695282"/>
                  </a:lnTo>
                  <a:lnTo>
                    <a:pt x="1719309" y="1696599"/>
                  </a:lnTo>
                  <a:lnTo>
                    <a:pt x="1720005" y="1697446"/>
                  </a:lnTo>
                  <a:lnTo>
                    <a:pt x="1720701" y="1697863"/>
                  </a:lnTo>
                  <a:lnTo>
                    <a:pt x="1721397" y="1699852"/>
                  </a:lnTo>
                  <a:lnTo>
                    <a:pt x="1722093" y="1701975"/>
                  </a:lnTo>
                  <a:lnTo>
                    <a:pt x="1722790" y="1704902"/>
                  </a:lnTo>
                  <a:lnTo>
                    <a:pt x="1723486" y="1710891"/>
                  </a:lnTo>
                  <a:lnTo>
                    <a:pt x="1724182" y="1717156"/>
                  </a:lnTo>
                  <a:lnTo>
                    <a:pt x="1724878" y="1721238"/>
                  </a:lnTo>
                  <a:lnTo>
                    <a:pt x="1725574" y="1724047"/>
                  </a:lnTo>
                  <a:lnTo>
                    <a:pt x="1726270" y="1725141"/>
                  </a:lnTo>
                  <a:lnTo>
                    <a:pt x="1726967" y="1725702"/>
                  </a:lnTo>
                  <a:lnTo>
                    <a:pt x="1727663" y="1725793"/>
                  </a:lnTo>
                  <a:lnTo>
                    <a:pt x="1728359" y="1725883"/>
                  </a:lnTo>
                  <a:lnTo>
                    <a:pt x="1729055" y="1724310"/>
                  </a:lnTo>
                  <a:lnTo>
                    <a:pt x="1729751" y="1722459"/>
                  </a:lnTo>
                  <a:lnTo>
                    <a:pt x="1730447" y="1721849"/>
                  </a:lnTo>
                  <a:lnTo>
                    <a:pt x="1731144" y="1721002"/>
                  </a:lnTo>
                  <a:lnTo>
                    <a:pt x="1731840" y="1718665"/>
                  </a:lnTo>
                  <a:lnTo>
                    <a:pt x="1732536" y="1714609"/>
                  </a:lnTo>
                  <a:lnTo>
                    <a:pt x="1733232" y="1709213"/>
                  </a:lnTo>
                  <a:lnTo>
                    <a:pt x="1733928" y="1699487"/>
                  </a:lnTo>
                  <a:lnTo>
                    <a:pt x="1734624" y="1685966"/>
                  </a:lnTo>
                  <a:lnTo>
                    <a:pt x="1735321" y="1673670"/>
                  </a:lnTo>
                  <a:lnTo>
                    <a:pt x="1736017" y="1662401"/>
                  </a:lnTo>
                  <a:lnTo>
                    <a:pt x="1736713" y="1652357"/>
                  </a:lnTo>
                  <a:lnTo>
                    <a:pt x="1737409" y="1642314"/>
                  </a:lnTo>
                  <a:lnTo>
                    <a:pt x="1738105" y="1631840"/>
                  </a:lnTo>
                  <a:lnTo>
                    <a:pt x="1738802" y="1621366"/>
                  </a:lnTo>
                  <a:lnTo>
                    <a:pt x="1739498" y="1612355"/>
                  </a:lnTo>
                  <a:lnTo>
                    <a:pt x="1740194" y="1602999"/>
                  </a:lnTo>
                  <a:lnTo>
                    <a:pt x="1740890" y="1592576"/>
                  </a:lnTo>
                  <a:lnTo>
                    <a:pt x="1741586" y="1581151"/>
                  </a:lnTo>
                  <a:lnTo>
                    <a:pt x="1742282" y="1569575"/>
                  </a:lnTo>
                  <a:lnTo>
                    <a:pt x="1742979" y="1559143"/>
                  </a:lnTo>
                  <a:lnTo>
                    <a:pt x="1743675" y="1550157"/>
                  </a:lnTo>
                  <a:lnTo>
                    <a:pt x="1744371" y="1542455"/>
                  </a:lnTo>
                  <a:lnTo>
                    <a:pt x="1745067" y="1539946"/>
                  </a:lnTo>
                  <a:lnTo>
                    <a:pt x="1745763" y="1537643"/>
                  </a:lnTo>
                  <a:lnTo>
                    <a:pt x="1746459" y="1534869"/>
                  </a:lnTo>
                  <a:lnTo>
                    <a:pt x="1747156" y="1531665"/>
                  </a:lnTo>
                  <a:lnTo>
                    <a:pt x="1747852" y="1528461"/>
                  </a:lnTo>
                  <a:lnTo>
                    <a:pt x="1748548" y="1525687"/>
                  </a:lnTo>
                  <a:lnTo>
                    <a:pt x="1749244" y="1522951"/>
                  </a:lnTo>
                  <a:lnTo>
                    <a:pt x="1749940" y="1516764"/>
                  </a:lnTo>
                  <a:lnTo>
                    <a:pt x="1750637" y="1510895"/>
                  </a:lnTo>
                  <a:lnTo>
                    <a:pt x="1751333" y="1504942"/>
                  </a:lnTo>
                  <a:lnTo>
                    <a:pt x="1752029" y="1499758"/>
                  </a:lnTo>
                  <a:lnTo>
                    <a:pt x="1752725" y="1495089"/>
                  </a:lnTo>
                  <a:lnTo>
                    <a:pt x="1753421" y="1491223"/>
                  </a:lnTo>
                  <a:lnTo>
                    <a:pt x="1754117" y="1487358"/>
                  </a:lnTo>
                  <a:lnTo>
                    <a:pt x="1754814" y="1484302"/>
                  </a:lnTo>
                  <a:lnTo>
                    <a:pt x="1755510" y="1480934"/>
                  </a:lnTo>
                  <a:lnTo>
                    <a:pt x="1756206" y="1474095"/>
                  </a:lnTo>
                  <a:lnTo>
                    <a:pt x="1756902" y="1466596"/>
                  </a:lnTo>
                  <a:lnTo>
                    <a:pt x="1757598" y="1459514"/>
                  </a:lnTo>
                  <a:lnTo>
                    <a:pt x="1758294" y="1452432"/>
                  </a:lnTo>
                  <a:lnTo>
                    <a:pt x="1758991" y="1445350"/>
                  </a:lnTo>
                  <a:lnTo>
                    <a:pt x="1759687" y="1439503"/>
                  </a:lnTo>
                  <a:lnTo>
                    <a:pt x="1760383" y="1437749"/>
                  </a:lnTo>
                  <a:lnTo>
                    <a:pt x="1761079" y="1434300"/>
                  </a:lnTo>
                  <a:lnTo>
                    <a:pt x="1761775" y="1431836"/>
                  </a:lnTo>
                  <a:lnTo>
                    <a:pt x="1762471" y="1431022"/>
                  </a:lnTo>
                  <a:lnTo>
                    <a:pt x="1763168" y="1429748"/>
                  </a:lnTo>
                  <a:lnTo>
                    <a:pt x="1763864" y="1426840"/>
                  </a:lnTo>
                  <a:lnTo>
                    <a:pt x="1764560" y="1427043"/>
                  </a:lnTo>
                  <a:lnTo>
                    <a:pt x="1765256" y="1426487"/>
                  </a:lnTo>
                  <a:lnTo>
                    <a:pt x="1765952" y="1426457"/>
                  </a:lnTo>
                  <a:lnTo>
                    <a:pt x="1766649" y="1431300"/>
                  </a:lnTo>
                  <a:lnTo>
                    <a:pt x="1767345" y="1435347"/>
                  </a:lnTo>
                  <a:lnTo>
                    <a:pt x="1768041" y="1440693"/>
                  </a:lnTo>
                  <a:lnTo>
                    <a:pt x="1768737" y="1446353"/>
                  </a:lnTo>
                  <a:lnTo>
                    <a:pt x="1769433" y="1453798"/>
                  </a:lnTo>
                  <a:lnTo>
                    <a:pt x="1770129" y="1461984"/>
                  </a:lnTo>
                  <a:lnTo>
                    <a:pt x="1770826" y="1469338"/>
                  </a:lnTo>
                  <a:lnTo>
                    <a:pt x="1771522" y="1475408"/>
                  </a:lnTo>
                  <a:lnTo>
                    <a:pt x="1772218" y="1478636"/>
                  </a:lnTo>
                  <a:lnTo>
                    <a:pt x="1772914" y="1481462"/>
                  </a:lnTo>
                  <a:lnTo>
                    <a:pt x="1773610" y="1483972"/>
                  </a:lnTo>
                  <a:lnTo>
                    <a:pt x="1774306" y="1485761"/>
                  </a:lnTo>
                  <a:lnTo>
                    <a:pt x="1775003" y="1485051"/>
                  </a:lnTo>
                  <a:lnTo>
                    <a:pt x="1775699" y="1484445"/>
                  </a:lnTo>
                  <a:lnTo>
                    <a:pt x="1776395" y="1482543"/>
                  </a:lnTo>
                  <a:lnTo>
                    <a:pt x="1777091" y="1480697"/>
                  </a:lnTo>
                  <a:lnTo>
                    <a:pt x="1777787" y="1478826"/>
                  </a:lnTo>
                  <a:lnTo>
                    <a:pt x="1778484" y="1475522"/>
                  </a:lnTo>
                  <a:lnTo>
                    <a:pt x="1779180" y="1470488"/>
                  </a:lnTo>
                  <a:lnTo>
                    <a:pt x="1779876" y="1464583"/>
                  </a:lnTo>
                  <a:lnTo>
                    <a:pt x="1780572" y="1452066"/>
                  </a:lnTo>
                  <a:lnTo>
                    <a:pt x="1781268" y="1439525"/>
                  </a:lnTo>
                  <a:lnTo>
                    <a:pt x="1781964" y="1426921"/>
                  </a:lnTo>
                  <a:lnTo>
                    <a:pt x="1782661" y="1416050"/>
                  </a:lnTo>
                  <a:lnTo>
                    <a:pt x="1783357" y="1402912"/>
                  </a:lnTo>
                  <a:lnTo>
                    <a:pt x="1784053" y="1387869"/>
                  </a:lnTo>
                  <a:lnTo>
                    <a:pt x="1784749" y="1371891"/>
                  </a:lnTo>
                  <a:lnTo>
                    <a:pt x="1785445" y="1359813"/>
                  </a:lnTo>
                  <a:lnTo>
                    <a:pt x="1786141" y="1346187"/>
                  </a:lnTo>
                  <a:lnTo>
                    <a:pt x="1786838" y="1334052"/>
                  </a:lnTo>
                  <a:lnTo>
                    <a:pt x="1787534" y="1321311"/>
                  </a:lnTo>
                  <a:lnTo>
                    <a:pt x="1788230" y="1308520"/>
                  </a:lnTo>
                  <a:lnTo>
                    <a:pt x="1788926" y="1295522"/>
                  </a:lnTo>
                  <a:lnTo>
                    <a:pt x="1789622" y="1282958"/>
                  </a:lnTo>
                  <a:lnTo>
                    <a:pt x="1790319" y="1269918"/>
                  </a:lnTo>
                  <a:lnTo>
                    <a:pt x="1791015" y="1257805"/>
                  </a:lnTo>
                  <a:lnTo>
                    <a:pt x="1791711" y="1250824"/>
                  </a:lnTo>
                  <a:lnTo>
                    <a:pt x="1792407" y="1244497"/>
                  </a:lnTo>
                  <a:lnTo>
                    <a:pt x="1793103" y="1239000"/>
                  </a:lnTo>
                  <a:lnTo>
                    <a:pt x="1793799" y="1234915"/>
                  </a:lnTo>
                  <a:lnTo>
                    <a:pt x="1794496" y="1232112"/>
                  </a:lnTo>
                  <a:lnTo>
                    <a:pt x="1795192" y="1228706"/>
                  </a:lnTo>
                  <a:lnTo>
                    <a:pt x="1795888" y="1223496"/>
                  </a:lnTo>
                  <a:lnTo>
                    <a:pt x="1796584" y="1220689"/>
                  </a:lnTo>
                  <a:lnTo>
                    <a:pt x="1797280" y="1215897"/>
                  </a:lnTo>
                  <a:lnTo>
                    <a:pt x="1797976" y="1208318"/>
                  </a:lnTo>
                  <a:lnTo>
                    <a:pt x="1798673" y="1201927"/>
                  </a:lnTo>
                  <a:lnTo>
                    <a:pt x="1799369" y="1197463"/>
                  </a:lnTo>
                  <a:lnTo>
                    <a:pt x="1800065" y="1189991"/>
                  </a:lnTo>
                  <a:lnTo>
                    <a:pt x="1800761" y="1183722"/>
                  </a:lnTo>
                  <a:lnTo>
                    <a:pt x="1801457" y="1178034"/>
                  </a:lnTo>
                  <a:lnTo>
                    <a:pt x="1802153" y="1168109"/>
                  </a:lnTo>
                  <a:lnTo>
                    <a:pt x="1802850" y="1158425"/>
                  </a:lnTo>
                  <a:lnTo>
                    <a:pt x="1803546" y="1148071"/>
                  </a:lnTo>
                  <a:lnTo>
                    <a:pt x="1804242" y="1138776"/>
                  </a:lnTo>
                  <a:lnTo>
                    <a:pt x="1804938" y="1129692"/>
                  </a:lnTo>
                  <a:lnTo>
                    <a:pt x="1805634" y="1121603"/>
                  </a:lnTo>
                  <a:lnTo>
                    <a:pt x="1806331" y="1114413"/>
                  </a:lnTo>
                  <a:lnTo>
                    <a:pt x="1807027" y="1109600"/>
                  </a:lnTo>
                  <a:lnTo>
                    <a:pt x="1807723" y="1108966"/>
                  </a:lnTo>
                  <a:lnTo>
                    <a:pt x="1808419" y="1110735"/>
                  </a:lnTo>
                  <a:lnTo>
                    <a:pt x="1809115" y="1112821"/>
                  </a:lnTo>
                  <a:lnTo>
                    <a:pt x="1809811" y="1115626"/>
                  </a:lnTo>
                  <a:lnTo>
                    <a:pt x="1810508" y="1121453"/>
                  </a:lnTo>
                  <a:lnTo>
                    <a:pt x="1811204" y="1127702"/>
                  </a:lnTo>
                  <a:lnTo>
                    <a:pt x="1811900" y="1134222"/>
                  </a:lnTo>
                  <a:lnTo>
                    <a:pt x="1812596" y="1142815"/>
                  </a:lnTo>
                  <a:lnTo>
                    <a:pt x="1813292" y="1153143"/>
                  </a:lnTo>
                  <a:lnTo>
                    <a:pt x="1813988" y="1165239"/>
                  </a:lnTo>
                  <a:lnTo>
                    <a:pt x="1814685" y="1177190"/>
                  </a:lnTo>
                  <a:lnTo>
                    <a:pt x="1815381" y="1189156"/>
                  </a:lnTo>
                  <a:lnTo>
                    <a:pt x="1816077" y="1204674"/>
                  </a:lnTo>
                  <a:lnTo>
                    <a:pt x="1816773" y="1219989"/>
                  </a:lnTo>
                  <a:lnTo>
                    <a:pt x="1817469" y="1235796"/>
                  </a:lnTo>
                  <a:lnTo>
                    <a:pt x="1818166" y="1249872"/>
                  </a:lnTo>
                  <a:lnTo>
                    <a:pt x="1818862" y="1266214"/>
                  </a:lnTo>
                  <a:lnTo>
                    <a:pt x="1819558" y="1284460"/>
                  </a:lnTo>
                  <a:lnTo>
                    <a:pt x="1820254" y="1303602"/>
                  </a:lnTo>
                  <a:lnTo>
                    <a:pt x="1820950" y="1321867"/>
                  </a:lnTo>
                  <a:lnTo>
                    <a:pt x="1821646" y="1342314"/>
                  </a:lnTo>
                  <a:lnTo>
                    <a:pt x="1822343" y="1361352"/>
                  </a:lnTo>
                  <a:lnTo>
                    <a:pt x="1823039" y="1380228"/>
                  </a:lnTo>
                  <a:lnTo>
                    <a:pt x="1823735" y="1398223"/>
                  </a:lnTo>
                  <a:lnTo>
                    <a:pt x="1824431" y="1415086"/>
                  </a:lnTo>
                  <a:lnTo>
                    <a:pt x="1825127" y="1431516"/>
                  </a:lnTo>
                  <a:lnTo>
                    <a:pt x="1825823" y="1447193"/>
                  </a:lnTo>
                  <a:lnTo>
                    <a:pt x="1826520" y="1461828"/>
                  </a:lnTo>
                  <a:lnTo>
                    <a:pt x="1827216" y="1474802"/>
                  </a:lnTo>
                  <a:lnTo>
                    <a:pt x="1827912" y="1487781"/>
                  </a:lnTo>
                  <a:lnTo>
                    <a:pt x="1828608" y="1499459"/>
                  </a:lnTo>
                  <a:lnTo>
                    <a:pt x="1829304" y="1509726"/>
                  </a:lnTo>
                  <a:lnTo>
                    <a:pt x="1830000" y="1518711"/>
                  </a:lnTo>
                  <a:lnTo>
                    <a:pt x="1830697" y="1527064"/>
                  </a:lnTo>
                  <a:lnTo>
                    <a:pt x="1831393" y="1535312"/>
                  </a:lnTo>
                  <a:lnTo>
                    <a:pt x="1832089" y="1543572"/>
                  </a:lnTo>
                  <a:lnTo>
                    <a:pt x="1832785" y="1554546"/>
                  </a:lnTo>
                  <a:lnTo>
                    <a:pt x="1833481" y="1566442"/>
                  </a:lnTo>
                  <a:lnTo>
                    <a:pt x="1834178" y="1577895"/>
                  </a:lnTo>
                  <a:lnTo>
                    <a:pt x="1834874" y="1589241"/>
                  </a:lnTo>
                  <a:lnTo>
                    <a:pt x="1835570" y="1602362"/>
                  </a:lnTo>
                  <a:lnTo>
                    <a:pt x="1836266" y="1615318"/>
                  </a:lnTo>
                  <a:lnTo>
                    <a:pt x="1836962" y="1627965"/>
                  </a:lnTo>
                  <a:lnTo>
                    <a:pt x="1837658" y="1641466"/>
                  </a:lnTo>
                  <a:lnTo>
                    <a:pt x="1838355" y="1656421"/>
                  </a:lnTo>
                  <a:lnTo>
                    <a:pt x="1839051" y="1672170"/>
                  </a:lnTo>
                  <a:lnTo>
                    <a:pt x="1839747" y="1687659"/>
                  </a:lnTo>
                  <a:lnTo>
                    <a:pt x="1840443" y="1702343"/>
                  </a:lnTo>
                  <a:lnTo>
                    <a:pt x="1841139" y="1718308"/>
                  </a:lnTo>
                  <a:lnTo>
                    <a:pt x="1841835" y="1733410"/>
                  </a:lnTo>
                  <a:lnTo>
                    <a:pt x="1842532" y="1747343"/>
                  </a:lnTo>
                  <a:lnTo>
                    <a:pt x="1843228" y="1757142"/>
                  </a:lnTo>
                  <a:lnTo>
                    <a:pt x="1843924" y="1762358"/>
                  </a:lnTo>
                  <a:lnTo>
                    <a:pt x="1844620" y="1767573"/>
                  </a:lnTo>
                  <a:lnTo>
                    <a:pt x="1845316" y="1771757"/>
                  </a:lnTo>
                  <a:lnTo>
                    <a:pt x="1846013" y="1773477"/>
                  </a:lnTo>
                  <a:lnTo>
                    <a:pt x="1846709" y="1775460"/>
                  </a:lnTo>
                  <a:lnTo>
                    <a:pt x="1847405" y="1777427"/>
                  </a:lnTo>
                  <a:lnTo>
                    <a:pt x="1848101" y="1777860"/>
                  </a:lnTo>
                  <a:lnTo>
                    <a:pt x="1848797" y="1776734"/>
                  </a:lnTo>
                  <a:lnTo>
                    <a:pt x="1849493" y="1774130"/>
                  </a:lnTo>
                  <a:lnTo>
                    <a:pt x="1850190" y="1771955"/>
                  </a:lnTo>
                  <a:lnTo>
                    <a:pt x="1850886" y="1769350"/>
                  </a:lnTo>
                  <a:lnTo>
                    <a:pt x="1851582" y="1764612"/>
                  </a:lnTo>
                  <a:lnTo>
                    <a:pt x="1852278" y="1759897"/>
                  </a:lnTo>
                  <a:lnTo>
                    <a:pt x="1852974" y="1754165"/>
                  </a:lnTo>
                  <a:lnTo>
                    <a:pt x="1853670" y="1749570"/>
                  </a:lnTo>
                  <a:lnTo>
                    <a:pt x="1854367" y="1746912"/>
                  </a:lnTo>
                  <a:lnTo>
                    <a:pt x="1855063" y="1742171"/>
                  </a:lnTo>
                  <a:lnTo>
                    <a:pt x="1855759" y="1739052"/>
                  </a:lnTo>
                  <a:lnTo>
                    <a:pt x="1856455" y="1736464"/>
                  </a:lnTo>
                  <a:lnTo>
                    <a:pt x="1857151" y="1731190"/>
                  </a:lnTo>
                  <a:lnTo>
                    <a:pt x="1857848" y="1725915"/>
                  </a:lnTo>
                  <a:lnTo>
                    <a:pt x="1858544" y="1721173"/>
                  </a:lnTo>
                  <a:lnTo>
                    <a:pt x="1859240" y="1717019"/>
                  </a:lnTo>
                  <a:lnTo>
                    <a:pt x="1859936" y="1713398"/>
                  </a:lnTo>
                  <a:lnTo>
                    <a:pt x="1860632" y="1709190"/>
                  </a:lnTo>
                  <a:lnTo>
                    <a:pt x="1861328" y="1705399"/>
                  </a:lnTo>
                  <a:lnTo>
                    <a:pt x="1862025" y="1702038"/>
                  </a:lnTo>
                  <a:lnTo>
                    <a:pt x="1862721" y="1698677"/>
                  </a:lnTo>
                  <a:lnTo>
                    <a:pt x="1863417" y="1695316"/>
                  </a:lnTo>
                  <a:lnTo>
                    <a:pt x="1864113" y="1692425"/>
                  </a:lnTo>
                  <a:lnTo>
                    <a:pt x="1864809" y="1689637"/>
                  </a:lnTo>
                  <a:lnTo>
                    <a:pt x="1865505" y="1689535"/>
                  </a:lnTo>
                  <a:lnTo>
                    <a:pt x="1866202" y="1688845"/>
                  </a:lnTo>
                  <a:lnTo>
                    <a:pt x="1866898" y="1688632"/>
                  </a:lnTo>
                  <a:lnTo>
                    <a:pt x="1867594" y="1691036"/>
                  </a:lnTo>
                  <a:lnTo>
                    <a:pt x="1868290" y="1693439"/>
                  </a:lnTo>
                  <a:lnTo>
                    <a:pt x="1868986" y="1695107"/>
                  </a:lnTo>
                  <a:lnTo>
                    <a:pt x="1869682" y="1696061"/>
                  </a:lnTo>
                  <a:lnTo>
                    <a:pt x="1870379" y="1696829"/>
                  </a:lnTo>
                  <a:lnTo>
                    <a:pt x="1871075" y="1697381"/>
                  </a:lnTo>
                  <a:lnTo>
                    <a:pt x="1871771" y="1698404"/>
                  </a:lnTo>
                  <a:lnTo>
                    <a:pt x="1872467" y="1698404"/>
                  </a:lnTo>
                  <a:lnTo>
                    <a:pt x="1873163" y="1697934"/>
                  </a:lnTo>
                  <a:lnTo>
                    <a:pt x="1873860" y="1697033"/>
                  </a:lnTo>
                  <a:lnTo>
                    <a:pt x="1874556" y="1696133"/>
                  </a:lnTo>
                  <a:lnTo>
                    <a:pt x="1875252" y="1695704"/>
                  </a:lnTo>
                  <a:lnTo>
                    <a:pt x="1875948" y="1695274"/>
                  </a:lnTo>
                  <a:lnTo>
                    <a:pt x="1876644" y="1695274"/>
                  </a:lnTo>
                  <a:lnTo>
                    <a:pt x="1877340" y="1695691"/>
                  </a:lnTo>
                  <a:lnTo>
                    <a:pt x="1878037" y="1694741"/>
                  </a:lnTo>
                  <a:lnTo>
                    <a:pt x="1878733" y="1694931"/>
                  </a:lnTo>
                  <a:lnTo>
                    <a:pt x="1879429" y="1697705"/>
                  </a:lnTo>
                  <a:lnTo>
                    <a:pt x="1880125" y="1700479"/>
                  </a:lnTo>
                  <a:lnTo>
                    <a:pt x="1880821" y="1704285"/>
                  </a:lnTo>
                  <a:lnTo>
                    <a:pt x="1881517" y="1709430"/>
                  </a:lnTo>
                  <a:lnTo>
                    <a:pt x="1882214" y="1714129"/>
                  </a:lnTo>
                  <a:lnTo>
                    <a:pt x="1882910" y="1719274"/>
                  </a:lnTo>
                  <a:lnTo>
                    <a:pt x="1883606" y="1724419"/>
                  </a:lnTo>
                  <a:lnTo>
                    <a:pt x="1884302" y="1729564"/>
                  </a:lnTo>
                  <a:lnTo>
                    <a:pt x="1884998" y="1734279"/>
                  </a:lnTo>
                  <a:lnTo>
                    <a:pt x="1885695" y="1739424"/>
                  </a:lnTo>
                  <a:lnTo>
                    <a:pt x="1886391" y="1744140"/>
                  </a:lnTo>
                  <a:lnTo>
                    <a:pt x="1887087" y="1748385"/>
                  </a:lnTo>
                  <a:lnTo>
                    <a:pt x="1887783" y="1752078"/>
                  </a:lnTo>
                  <a:lnTo>
                    <a:pt x="1888479" y="1756357"/>
                  </a:lnTo>
                  <a:lnTo>
                    <a:pt x="1889175" y="1759499"/>
                  </a:lnTo>
                  <a:lnTo>
                    <a:pt x="1889872" y="1760922"/>
                  </a:lnTo>
                  <a:lnTo>
                    <a:pt x="1890568" y="1764429"/>
                  </a:lnTo>
                  <a:lnTo>
                    <a:pt x="1891264" y="1766313"/>
                  </a:lnTo>
                  <a:lnTo>
                    <a:pt x="1891960" y="1767448"/>
                  </a:lnTo>
                  <a:lnTo>
                    <a:pt x="1892656" y="1770320"/>
                  </a:lnTo>
                  <a:lnTo>
                    <a:pt x="1893352" y="1773191"/>
                  </a:lnTo>
                  <a:lnTo>
                    <a:pt x="1894049" y="1775530"/>
                  </a:lnTo>
                  <a:lnTo>
                    <a:pt x="1894745" y="1776138"/>
                  </a:lnTo>
                  <a:lnTo>
                    <a:pt x="1895441" y="1773908"/>
                  </a:lnTo>
                  <a:lnTo>
                    <a:pt x="1896137" y="1771504"/>
                  </a:lnTo>
                  <a:lnTo>
                    <a:pt x="1896833" y="1767814"/>
                  </a:lnTo>
                  <a:lnTo>
                    <a:pt x="1897529" y="1763687"/>
                  </a:lnTo>
                  <a:lnTo>
                    <a:pt x="1898226" y="1759560"/>
                  </a:lnTo>
                  <a:lnTo>
                    <a:pt x="1898922" y="1755768"/>
                  </a:lnTo>
                  <a:lnTo>
                    <a:pt x="1899618" y="1751976"/>
                  </a:lnTo>
                  <a:lnTo>
                    <a:pt x="1900314" y="1748081"/>
                  </a:lnTo>
                  <a:lnTo>
                    <a:pt x="1901010" y="1741972"/>
                  </a:lnTo>
                  <a:lnTo>
                    <a:pt x="1901707" y="1736450"/>
                  </a:lnTo>
                  <a:lnTo>
                    <a:pt x="1902403" y="1729559"/>
                  </a:lnTo>
                  <a:lnTo>
                    <a:pt x="1903099" y="1718264"/>
                  </a:lnTo>
                  <a:lnTo>
                    <a:pt x="1903795" y="1705459"/>
                  </a:lnTo>
                  <a:lnTo>
                    <a:pt x="1904491" y="1692933"/>
                  </a:lnTo>
                  <a:lnTo>
                    <a:pt x="1905187" y="1681035"/>
                  </a:lnTo>
                  <a:lnTo>
                    <a:pt x="1905884" y="1670896"/>
                  </a:lnTo>
                  <a:lnTo>
                    <a:pt x="1906580" y="1660905"/>
                  </a:lnTo>
                  <a:lnTo>
                    <a:pt x="1907276" y="1650296"/>
                  </a:lnTo>
                  <a:lnTo>
                    <a:pt x="1907972" y="1639009"/>
                  </a:lnTo>
                  <a:lnTo>
                    <a:pt x="1908668" y="1625044"/>
                  </a:lnTo>
                  <a:lnTo>
                    <a:pt x="1909364" y="1611079"/>
                  </a:lnTo>
                  <a:lnTo>
                    <a:pt x="1910061" y="1597114"/>
                  </a:lnTo>
                  <a:lnTo>
                    <a:pt x="1910757" y="1581652"/>
                  </a:lnTo>
                  <a:lnTo>
                    <a:pt x="1911453" y="1565745"/>
                  </a:lnTo>
                  <a:lnTo>
                    <a:pt x="1912149" y="1549097"/>
                  </a:lnTo>
                  <a:lnTo>
                    <a:pt x="1912845" y="1530375"/>
                  </a:lnTo>
                  <a:lnTo>
                    <a:pt x="1913542" y="1511784"/>
                  </a:lnTo>
                  <a:lnTo>
                    <a:pt x="1914238" y="1493671"/>
                  </a:lnTo>
                  <a:lnTo>
                    <a:pt x="1914934" y="1475558"/>
                  </a:lnTo>
                  <a:lnTo>
                    <a:pt x="1915630" y="1457923"/>
                  </a:lnTo>
                  <a:lnTo>
                    <a:pt x="1916326" y="1440758"/>
                  </a:lnTo>
                  <a:lnTo>
                    <a:pt x="1917022" y="1423164"/>
                  </a:lnTo>
                  <a:lnTo>
                    <a:pt x="1917719" y="1405139"/>
                  </a:lnTo>
                  <a:lnTo>
                    <a:pt x="1918415" y="1386973"/>
                  </a:lnTo>
                  <a:lnTo>
                    <a:pt x="1919111" y="1370377"/>
                  </a:lnTo>
                  <a:lnTo>
                    <a:pt x="1919807" y="1353375"/>
                  </a:lnTo>
                  <a:lnTo>
                    <a:pt x="1920503" y="1334661"/>
                  </a:lnTo>
                  <a:lnTo>
                    <a:pt x="1921199" y="1315233"/>
                  </a:lnTo>
                  <a:lnTo>
                    <a:pt x="1921896" y="1295765"/>
                  </a:lnTo>
                  <a:lnTo>
                    <a:pt x="1922592" y="1277296"/>
                  </a:lnTo>
                  <a:lnTo>
                    <a:pt x="1923288" y="1261427"/>
                  </a:lnTo>
                  <a:lnTo>
                    <a:pt x="1923984" y="1247907"/>
                  </a:lnTo>
                  <a:lnTo>
                    <a:pt x="1924680" y="1234369"/>
                  </a:lnTo>
                  <a:lnTo>
                    <a:pt x="1925377" y="1220502"/>
                  </a:lnTo>
                  <a:lnTo>
                    <a:pt x="1926073" y="1206634"/>
                  </a:lnTo>
                  <a:lnTo>
                    <a:pt x="1926769" y="1192338"/>
                  </a:lnTo>
                  <a:lnTo>
                    <a:pt x="1927465" y="1178258"/>
                  </a:lnTo>
                  <a:lnTo>
                    <a:pt x="1928161" y="1165554"/>
                  </a:lnTo>
                  <a:lnTo>
                    <a:pt x="1928857" y="1154480"/>
                  </a:lnTo>
                  <a:lnTo>
                    <a:pt x="1929554" y="1144079"/>
                  </a:lnTo>
                  <a:lnTo>
                    <a:pt x="1930250" y="1134548"/>
                  </a:lnTo>
                  <a:lnTo>
                    <a:pt x="1930946" y="1129549"/>
                  </a:lnTo>
                  <a:lnTo>
                    <a:pt x="1931642" y="1126998"/>
                  </a:lnTo>
                  <a:lnTo>
                    <a:pt x="1932338" y="1124489"/>
                  </a:lnTo>
                  <a:lnTo>
                    <a:pt x="1933034" y="1119537"/>
                  </a:lnTo>
                  <a:lnTo>
                    <a:pt x="1933731" y="1113490"/>
                  </a:lnTo>
                  <a:lnTo>
                    <a:pt x="1934427" y="1106329"/>
                  </a:lnTo>
                  <a:lnTo>
                    <a:pt x="1935123" y="1099524"/>
                  </a:lnTo>
                  <a:lnTo>
                    <a:pt x="1935819" y="1093464"/>
                  </a:lnTo>
                  <a:lnTo>
                    <a:pt x="1936515" y="1086932"/>
                  </a:lnTo>
                  <a:lnTo>
                    <a:pt x="1937211" y="1079417"/>
                  </a:lnTo>
                  <a:lnTo>
                    <a:pt x="1937908" y="1072222"/>
                  </a:lnTo>
                  <a:lnTo>
                    <a:pt x="1938604" y="1067341"/>
                  </a:lnTo>
                  <a:lnTo>
                    <a:pt x="1939300" y="1063446"/>
                  </a:lnTo>
                  <a:lnTo>
                    <a:pt x="1939996" y="1058747"/>
                  </a:lnTo>
                  <a:lnTo>
                    <a:pt x="1940692" y="1054415"/>
                  </a:lnTo>
                  <a:lnTo>
                    <a:pt x="1941389" y="1048193"/>
                  </a:lnTo>
                  <a:lnTo>
                    <a:pt x="1942085" y="1042015"/>
                  </a:lnTo>
                  <a:lnTo>
                    <a:pt x="1942781" y="1036889"/>
                  </a:lnTo>
                  <a:lnTo>
                    <a:pt x="1943477" y="1034306"/>
                  </a:lnTo>
                  <a:lnTo>
                    <a:pt x="1944173" y="1034346"/>
                  </a:lnTo>
                  <a:lnTo>
                    <a:pt x="1944869" y="1034442"/>
                  </a:lnTo>
                  <a:lnTo>
                    <a:pt x="1945566" y="1034763"/>
                  </a:lnTo>
                  <a:lnTo>
                    <a:pt x="1946262" y="1035553"/>
                  </a:lnTo>
                  <a:lnTo>
                    <a:pt x="1946958" y="1035468"/>
                  </a:lnTo>
                  <a:lnTo>
                    <a:pt x="1947654" y="1035320"/>
                  </a:lnTo>
                  <a:lnTo>
                    <a:pt x="1948350" y="1036173"/>
                  </a:lnTo>
                  <a:lnTo>
                    <a:pt x="1949046" y="1037660"/>
                  </a:lnTo>
                  <a:lnTo>
                    <a:pt x="1949743" y="1039137"/>
                  </a:lnTo>
                  <a:lnTo>
                    <a:pt x="1950439" y="1041298"/>
                  </a:lnTo>
                  <a:lnTo>
                    <a:pt x="1951135" y="1042767"/>
                  </a:lnTo>
                  <a:lnTo>
                    <a:pt x="1951831" y="1044343"/>
                  </a:lnTo>
                  <a:lnTo>
                    <a:pt x="1952527" y="1046407"/>
                  </a:lnTo>
                  <a:lnTo>
                    <a:pt x="1953224" y="1048574"/>
                  </a:lnTo>
                  <a:lnTo>
                    <a:pt x="1953920" y="1050990"/>
                  </a:lnTo>
                  <a:lnTo>
                    <a:pt x="1954616" y="1052900"/>
                  </a:lnTo>
                  <a:lnTo>
                    <a:pt x="1955312" y="1054647"/>
                  </a:lnTo>
                  <a:lnTo>
                    <a:pt x="1956008" y="1058819"/>
                  </a:lnTo>
                  <a:lnTo>
                    <a:pt x="1956704" y="1063852"/>
                  </a:lnTo>
                  <a:lnTo>
                    <a:pt x="1957401" y="1070427"/>
                  </a:lnTo>
                  <a:lnTo>
                    <a:pt x="1958097" y="1078348"/>
                  </a:lnTo>
                  <a:lnTo>
                    <a:pt x="1958793" y="1085055"/>
                  </a:lnTo>
                  <a:lnTo>
                    <a:pt x="1959489" y="1087856"/>
                  </a:lnTo>
                  <a:lnTo>
                    <a:pt x="1960185" y="1089396"/>
                  </a:lnTo>
                  <a:lnTo>
                    <a:pt x="1960881" y="1091634"/>
                  </a:lnTo>
                  <a:lnTo>
                    <a:pt x="1961578" y="1095293"/>
                  </a:lnTo>
                  <a:lnTo>
                    <a:pt x="1962274" y="1099382"/>
                  </a:lnTo>
                  <a:lnTo>
                    <a:pt x="1962970" y="1102666"/>
                  </a:lnTo>
                  <a:lnTo>
                    <a:pt x="1963666" y="1104149"/>
                  </a:lnTo>
                  <a:lnTo>
                    <a:pt x="1964362" y="1104831"/>
                  </a:lnTo>
                  <a:lnTo>
                    <a:pt x="1965058" y="1104842"/>
                  </a:lnTo>
                  <a:lnTo>
                    <a:pt x="1965755" y="1106048"/>
                  </a:lnTo>
                  <a:lnTo>
                    <a:pt x="1966451" y="1105257"/>
                  </a:lnTo>
                  <a:lnTo>
                    <a:pt x="1967147" y="1102380"/>
                  </a:lnTo>
                  <a:lnTo>
                    <a:pt x="1967843" y="1100516"/>
                  </a:lnTo>
                  <a:lnTo>
                    <a:pt x="1968539" y="1101532"/>
                  </a:lnTo>
                  <a:lnTo>
                    <a:pt x="1969236" y="1104488"/>
                  </a:lnTo>
                  <a:lnTo>
                    <a:pt x="1969932" y="1109816"/>
                  </a:lnTo>
                  <a:lnTo>
                    <a:pt x="1970628" y="1116819"/>
                  </a:lnTo>
                  <a:lnTo>
                    <a:pt x="1971324" y="1123350"/>
                  </a:lnTo>
                  <a:lnTo>
                    <a:pt x="1972020" y="1130728"/>
                  </a:lnTo>
                  <a:lnTo>
                    <a:pt x="1972716" y="1137436"/>
                  </a:lnTo>
                  <a:lnTo>
                    <a:pt x="1973413" y="1145306"/>
                  </a:lnTo>
                  <a:lnTo>
                    <a:pt x="1974109" y="1154265"/>
                  </a:lnTo>
                  <a:lnTo>
                    <a:pt x="1974805" y="1163748"/>
                  </a:lnTo>
                  <a:lnTo>
                    <a:pt x="1975501" y="1174708"/>
                  </a:lnTo>
                  <a:lnTo>
                    <a:pt x="1976197" y="1185851"/>
                  </a:lnTo>
                  <a:lnTo>
                    <a:pt x="1976893" y="1198371"/>
                  </a:lnTo>
                  <a:lnTo>
                    <a:pt x="1977590" y="1211760"/>
                  </a:lnTo>
                  <a:lnTo>
                    <a:pt x="1978286" y="1225385"/>
                  </a:lnTo>
                  <a:lnTo>
                    <a:pt x="1978982" y="1237614"/>
                  </a:lnTo>
                  <a:lnTo>
                    <a:pt x="1979678" y="1249898"/>
                  </a:lnTo>
                  <a:lnTo>
                    <a:pt x="1980374" y="1262544"/>
                  </a:lnTo>
                  <a:lnTo>
                    <a:pt x="1981071" y="1274546"/>
                  </a:lnTo>
                  <a:lnTo>
                    <a:pt x="1981767" y="1287108"/>
                  </a:lnTo>
                  <a:lnTo>
                    <a:pt x="1982463" y="1300559"/>
                  </a:lnTo>
                  <a:lnTo>
                    <a:pt x="1983159" y="1316317"/>
                  </a:lnTo>
                  <a:lnTo>
                    <a:pt x="1983855" y="1332871"/>
                  </a:lnTo>
                  <a:lnTo>
                    <a:pt x="1984551" y="1349073"/>
                  </a:lnTo>
                  <a:lnTo>
                    <a:pt x="1985248" y="1365239"/>
                  </a:lnTo>
                  <a:lnTo>
                    <a:pt x="1985944" y="1378902"/>
                  </a:lnTo>
                  <a:lnTo>
                    <a:pt x="1986640" y="1389856"/>
                  </a:lnTo>
                  <a:lnTo>
                    <a:pt x="1987336" y="1400233"/>
                  </a:lnTo>
                  <a:lnTo>
                    <a:pt x="1988032" y="1410123"/>
                  </a:lnTo>
                  <a:lnTo>
                    <a:pt x="1988728" y="1418156"/>
                  </a:lnTo>
                  <a:lnTo>
                    <a:pt x="1989425" y="1425987"/>
                  </a:lnTo>
                  <a:lnTo>
                    <a:pt x="1990121" y="1432538"/>
                  </a:lnTo>
                  <a:lnTo>
                    <a:pt x="1990817" y="1439657"/>
                  </a:lnTo>
                  <a:lnTo>
                    <a:pt x="1991513" y="1446494"/>
                  </a:lnTo>
                  <a:lnTo>
                    <a:pt x="1992209" y="1452879"/>
                  </a:lnTo>
                  <a:lnTo>
                    <a:pt x="1992905" y="1456720"/>
                  </a:lnTo>
                  <a:lnTo>
                    <a:pt x="1993602" y="1457055"/>
                  </a:lnTo>
                  <a:lnTo>
                    <a:pt x="1994298" y="1455815"/>
                  </a:lnTo>
                  <a:lnTo>
                    <a:pt x="1994994" y="1456562"/>
                  </a:lnTo>
                  <a:lnTo>
                    <a:pt x="1995690" y="1457984"/>
                  </a:lnTo>
                  <a:lnTo>
                    <a:pt x="1996386" y="1459017"/>
                  </a:lnTo>
                  <a:lnTo>
                    <a:pt x="1997083" y="1460082"/>
                  </a:lnTo>
                  <a:lnTo>
                    <a:pt x="1997779" y="1460518"/>
                  </a:lnTo>
                  <a:lnTo>
                    <a:pt x="1998475" y="1462291"/>
                  </a:lnTo>
                  <a:lnTo>
                    <a:pt x="1999171" y="1465703"/>
                  </a:lnTo>
                  <a:lnTo>
                    <a:pt x="1999867" y="1465071"/>
                  </a:lnTo>
                  <a:lnTo>
                    <a:pt x="2000563" y="1462654"/>
                  </a:lnTo>
                  <a:lnTo>
                    <a:pt x="2001260" y="1457825"/>
                  </a:lnTo>
                  <a:lnTo>
                    <a:pt x="2001956" y="1453835"/>
                  </a:lnTo>
                  <a:lnTo>
                    <a:pt x="2002652" y="1450294"/>
                  </a:lnTo>
                  <a:lnTo>
                    <a:pt x="2003348" y="1447833"/>
                  </a:lnTo>
                  <a:lnTo>
                    <a:pt x="2004044" y="1445701"/>
                  </a:lnTo>
                  <a:lnTo>
                    <a:pt x="2004740" y="1442754"/>
                  </a:lnTo>
                  <a:lnTo>
                    <a:pt x="2005437" y="1436474"/>
                  </a:lnTo>
                  <a:lnTo>
                    <a:pt x="2006133" y="1428422"/>
                  </a:lnTo>
                  <a:lnTo>
                    <a:pt x="2006829" y="1419786"/>
                  </a:lnTo>
                  <a:lnTo>
                    <a:pt x="2007525" y="1410462"/>
                  </a:lnTo>
                  <a:lnTo>
                    <a:pt x="2008221" y="1403280"/>
                  </a:lnTo>
                  <a:lnTo>
                    <a:pt x="2008918" y="1394065"/>
                  </a:lnTo>
                  <a:lnTo>
                    <a:pt x="2009614" y="1383839"/>
                  </a:lnTo>
                  <a:lnTo>
                    <a:pt x="2010310" y="1375888"/>
                  </a:lnTo>
                  <a:lnTo>
                    <a:pt x="2011006" y="1369107"/>
                  </a:lnTo>
                  <a:lnTo>
                    <a:pt x="2011702" y="1363242"/>
                  </a:lnTo>
                  <a:lnTo>
                    <a:pt x="2012398" y="1356130"/>
                  </a:lnTo>
                  <a:lnTo>
                    <a:pt x="2013095" y="1347148"/>
                  </a:lnTo>
                  <a:lnTo>
                    <a:pt x="2013791" y="1337377"/>
                  </a:lnTo>
                  <a:lnTo>
                    <a:pt x="2014487" y="1328104"/>
                  </a:lnTo>
                  <a:lnTo>
                    <a:pt x="2015183" y="1318809"/>
                  </a:lnTo>
                  <a:lnTo>
                    <a:pt x="2015879" y="1311196"/>
                  </a:lnTo>
                  <a:lnTo>
                    <a:pt x="2016575" y="1304666"/>
                  </a:lnTo>
                  <a:lnTo>
                    <a:pt x="2017272" y="1300095"/>
                  </a:lnTo>
                  <a:lnTo>
                    <a:pt x="2017968" y="1295953"/>
                  </a:lnTo>
                  <a:lnTo>
                    <a:pt x="2018664" y="1289877"/>
                  </a:lnTo>
                  <a:lnTo>
                    <a:pt x="2019360" y="1285503"/>
                  </a:lnTo>
                  <a:lnTo>
                    <a:pt x="2020056" y="1279661"/>
                  </a:lnTo>
                  <a:lnTo>
                    <a:pt x="2020753" y="1274628"/>
                  </a:lnTo>
                  <a:lnTo>
                    <a:pt x="2021449" y="1273023"/>
                  </a:lnTo>
                  <a:lnTo>
                    <a:pt x="2022145" y="1271421"/>
                  </a:lnTo>
                  <a:lnTo>
                    <a:pt x="2022841" y="1269061"/>
                  </a:lnTo>
                  <a:lnTo>
                    <a:pt x="2023537" y="1266700"/>
                  </a:lnTo>
                  <a:lnTo>
                    <a:pt x="2024233" y="1267057"/>
                  </a:lnTo>
                  <a:lnTo>
                    <a:pt x="2024930" y="1266860"/>
                  </a:lnTo>
                  <a:lnTo>
                    <a:pt x="2025626" y="1266960"/>
                  </a:lnTo>
                  <a:lnTo>
                    <a:pt x="2026322" y="1266055"/>
                  </a:lnTo>
                  <a:lnTo>
                    <a:pt x="2027018" y="1263672"/>
                  </a:lnTo>
                  <a:lnTo>
                    <a:pt x="2027714" y="1259103"/>
                  </a:lnTo>
                  <a:lnTo>
                    <a:pt x="2028410" y="1254994"/>
                  </a:lnTo>
                  <a:lnTo>
                    <a:pt x="2029107" y="1250687"/>
                  </a:lnTo>
                  <a:lnTo>
                    <a:pt x="2029803" y="1244537"/>
                  </a:lnTo>
                  <a:lnTo>
                    <a:pt x="2030499" y="1236904"/>
                  </a:lnTo>
                  <a:lnTo>
                    <a:pt x="2031195" y="1229396"/>
                  </a:lnTo>
                  <a:lnTo>
                    <a:pt x="2031891" y="1221531"/>
                  </a:lnTo>
                  <a:lnTo>
                    <a:pt x="2032587" y="1213474"/>
                  </a:lnTo>
                  <a:lnTo>
                    <a:pt x="2033284" y="1206434"/>
                  </a:lnTo>
                  <a:lnTo>
                    <a:pt x="2033980" y="1198860"/>
                  </a:lnTo>
                  <a:lnTo>
                    <a:pt x="2034676" y="1189327"/>
                  </a:lnTo>
                  <a:lnTo>
                    <a:pt x="2035372" y="1183454"/>
                  </a:lnTo>
                  <a:lnTo>
                    <a:pt x="2036068" y="1179440"/>
                  </a:lnTo>
                  <a:lnTo>
                    <a:pt x="2036765" y="1177715"/>
                  </a:lnTo>
                  <a:lnTo>
                    <a:pt x="2037461" y="1175457"/>
                  </a:lnTo>
                  <a:lnTo>
                    <a:pt x="2038157" y="1174067"/>
                  </a:lnTo>
                  <a:lnTo>
                    <a:pt x="2038853" y="1173158"/>
                  </a:lnTo>
                  <a:lnTo>
                    <a:pt x="2039549" y="1173415"/>
                  </a:lnTo>
                  <a:lnTo>
                    <a:pt x="2040245" y="1177305"/>
                  </a:lnTo>
                  <a:lnTo>
                    <a:pt x="2040942" y="1185890"/>
                  </a:lnTo>
                  <a:lnTo>
                    <a:pt x="2041638" y="1195278"/>
                  </a:lnTo>
                  <a:lnTo>
                    <a:pt x="2042334" y="1205855"/>
                  </a:lnTo>
                  <a:lnTo>
                    <a:pt x="2043030" y="1214797"/>
                  </a:lnTo>
                  <a:lnTo>
                    <a:pt x="2043726" y="1224166"/>
                  </a:lnTo>
                  <a:lnTo>
                    <a:pt x="2044422" y="1234978"/>
                  </a:lnTo>
                  <a:lnTo>
                    <a:pt x="2045119" y="1246203"/>
                  </a:lnTo>
                  <a:lnTo>
                    <a:pt x="2045815" y="1256095"/>
                  </a:lnTo>
                  <a:lnTo>
                    <a:pt x="2046511" y="1264816"/>
                  </a:lnTo>
                  <a:lnTo>
                    <a:pt x="2047207" y="1272666"/>
                  </a:lnTo>
                  <a:lnTo>
                    <a:pt x="2047903" y="1281979"/>
                  </a:lnTo>
                  <a:lnTo>
                    <a:pt x="2048600" y="1292098"/>
                  </a:lnTo>
                  <a:lnTo>
                    <a:pt x="2049296" y="1301869"/>
                  </a:lnTo>
                  <a:lnTo>
                    <a:pt x="2049992" y="1311559"/>
                  </a:lnTo>
                  <a:lnTo>
                    <a:pt x="2050688" y="1321806"/>
                  </a:lnTo>
                  <a:lnTo>
                    <a:pt x="2051384" y="1330539"/>
                  </a:lnTo>
                  <a:lnTo>
                    <a:pt x="2052080" y="1338606"/>
                  </a:lnTo>
                  <a:lnTo>
                    <a:pt x="2052777" y="1344128"/>
                  </a:lnTo>
                  <a:lnTo>
                    <a:pt x="2053473" y="1351518"/>
                  </a:lnTo>
                  <a:lnTo>
                    <a:pt x="2054169" y="1359047"/>
                  </a:lnTo>
                  <a:lnTo>
                    <a:pt x="2054865" y="1364738"/>
                  </a:lnTo>
                  <a:lnTo>
                    <a:pt x="2055561" y="1372431"/>
                  </a:lnTo>
                  <a:lnTo>
                    <a:pt x="2056257" y="1380347"/>
                  </a:lnTo>
                  <a:lnTo>
                    <a:pt x="2056954" y="1387221"/>
                  </a:lnTo>
                  <a:lnTo>
                    <a:pt x="2057650" y="1398586"/>
                  </a:lnTo>
                  <a:lnTo>
                    <a:pt x="2058346" y="1408843"/>
                  </a:lnTo>
                  <a:lnTo>
                    <a:pt x="2059042" y="1418866"/>
                  </a:lnTo>
                  <a:lnTo>
                    <a:pt x="2059738" y="1426388"/>
                  </a:lnTo>
                  <a:lnTo>
                    <a:pt x="2060434" y="1434557"/>
                  </a:lnTo>
                  <a:lnTo>
                    <a:pt x="2061131" y="1441896"/>
                  </a:lnTo>
                  <a:lnTo>
                    <a:pt x="2061827" y="1450238"/>
                  </a:lnTo>
                  <a:lnTo>
                    <a:pt x="2062523" y="1460060"/>
                  </a:lnTo>
                  <a:lnTo>
                    <a:pt x="2063219" y="1473733"/>
                  </a:lnTo>
                  <a:lnTo>
                    <a:pt x="2063915" y="1490221"/>
                  </a:lnTo>
                  <a:lnTo>
                    <a:pt x="2064612" y="1508584"/>
                  </a:lnTo>
                  <a:lnTo>
                    <a:pt x="2065308" y="1526674"/>
                  </a:lnTo>
                  <a:lnTo>
                    <a:pt x="2066004" y="1539989"/>
                  </a:lnTo>
                  <a:lnTo>
                    <a:pt x="2066700" y="1557659"/>
                  </a:lnTo>
                  <a:lnTo>
                    <a:pt x="2067396" y="1573062"/>
                  </a:lnTo>
                  <a:lnTo>
                    <a:pt x="2068092" y="1587126"/>
                  </a:lnTo>
                  <a:lnTo>
                    <a:pt x="2068789" y="1598880"/>
                  </a:lnTo>
                  <a:lnTo>
                    <a:pt x="2069485" y="1609789"/>
                  </a:lnTo>
                  <a:lnTo>
                    <a:pt x="2070181" y="1621814"/>
                  </a:lnTo>
                  <a:lnTo>
                    <a:pt x="2070877" y="1633390"/>
                  </a:lnTo>
                  <a:lnTo>
                    <a:pt x="2071573" y="1644892"/>
                  </a:lnTo>
                  <a:lnTo>
                    <a:pt x="2072269" y="1655206"/>
                  </a:lnTo>
                  <a:lnTo>
                    <a:pt x="2072966" y="1665011"/>
                  </a:lnTo>
                  <a:lnTo>
                    <a:pt x="2073662" y="1672937"/>
                  </a:lnTo>
                  <a:lnTo>
                    <a:pt x="2074358" y="1678386"/>
                  </a:lnTo>
                  <a:lnTo>
                    <a:pt x="2075054" y="1682573"/>
                  </a:lnTo>
                  <a:lnTo>
                    <a:pt x="2075750" y="1683843"/>
                  </a:lnTo>
                  <a:lnTo>
                    <a:pt x="2076447" y="1684436"/>
                  </a:lnTo>
                  <a:lnTo>
                    <a:pt x="2077143" y="1682589"/>
                  </a:lnTo>
                  <a:lnTo>
                    <a:pt x="2077839" y="1679663"/>
                  </a:lnTo>
                  <a:lnTo>
                    <a:pt x="2078535" y="1676989"/>
                  </a:lnTo>
                  <a:lnTo>
                    <a:pt x="2079231" y="1674411"/>
                  </a:lnTo>
                  <a:lnTo>
                    <a:pt x="2079927" y="1671212"/>
                  </a:lnTo>
                  <a:lnTo>
                    <a:pt x="2080624" y="1666559"/>
                  </a:lnTo>
                  <a:lnTo>
                    <a:pt x="2081320" y="1659462"/>
                  </a:lnTo>
                  <a:lnTo>
                    <a:pt x="2082016" y="1652365"/>
                  </a:lnTo>
                  <a:lnTo>
                    <a:pt x="2082712" y="1645752"/>
                  </a:lnTo>
                  <a:lnTo>
                    <a:pt x="2083408" y="1638828"/>
                  </a:lnTo>
                  <a:lnTo>
                    <a:pt x="2084104" y="1632261"/>
                  </a:lnTo>
                  <a:lnTo>
                    <a:pt x="2084801" y="1628565"/>
                  </a:lnTo>
                  <a:lnTo>
                    <a:pt x="2085497" y="1623787"/>
                  </a:lnTo>
                  <a:lnTo>
                    <a:pt x="2086193" y="1619389"/>
                  </a:lnTo>
                  <a:lnTo>
                    <a:pt x="2086889" y="1615207"/>
                  </a:lnTo>
                  <a:lnTo>
                    <a:pt x="2087585" y="1612221"/>
                  </a:lnTo>
                  <a:lnTo>
                    <a:pt x="2088282" y="1610363"/>
                  </a:lnTo>
                  <a:lnTo>
                    <a:pt x="2088978" y="1606637"/>
                  </a:lnTo>
                  <a:lnTo>
                    <a:pt x="2089674" y="1602772"/>
                  </a:lnTo>
                  <a:lnTo>
                    <a:pt x="2090370" y="1599444"/>
                  </a:lnTo>
                  <a:lnTo>
                    <a:pt x="2091066" y="1593873"/>
                  </a:lnTo>
                  <a:lnTo>
                    <a:pt x="2091762" y="1585069"/>
                  </a:lnTo>
                  <a:lnTo>
                    <a:pt x="2092459" y="1574571"/>
                  </a:lnTo>
                  <a:lnTo>
                    <a:pt x="2093155" y="1562501"/>
                  </a:lnTo>
                  <a:lnTo>
                    <a:pt x="2093851" y="1552481"/>
                  </a:lnTo>
                  <a:lnTo>
                    <a:pt x="2094547" y="1540216"/>
                  </a:lnTo>
                  <a:lnTo>
                    <a:pt x="2095243" y="1529002"/>
                  </a:lnTo>
                  <a:lnTo>
                    <a:pt x="2095939" y="1520107"/>
                  </a:lnTo>
                  <a:lnTo>
                    <a:pt x="2096636" y="1511803"/>
                  </a:lnTo>
                  <a:lnTo>
                    <a:pt x="2097332" y="1505298"/>
                  </a:lnTo>
                  <a:lnTo>
                    <a:pt x="2098028" y="1498201"/>
                  </a:lnTo>
                  <a:lnTo>
                    <a:pt x="2098724" y="1488333"/>
                  </a:lnTo>
                  <a:lnTo>
                    <a:pt x="2099420" y="1476172"/>
                  </a:lnTo>
                  <a:lnTo>
                    <a:pt x="2100116" y="1463965"/>
                  </a:lnTo>
                  <a:lnTo>
                    <a:pt x="2100813" y="1454760"/>
                  </a:lnTo>
                  <a:lnTo>
                    <a:pt x="2101509" y="1451383"/>
                  </a:lnTo>
                  <a:lnTo>
                    <a:pt x="2102205" y="1444357"/>
                  </a:lnTo>
                  <a:lnTo>
                    <a:pt x="2102901" y="1440348"/>
                  </a:lnTo>
                  <a:lnTo>
                    <a:pt x="2103597" y="1436415"/>
                  </a:lnTo>
                  <a:lnTo>
                    <a:pt x="2104294" y="1435065"/>
                  </a:lnTo>
                  <a:lnTo>
                    <a:pt x="2104990" y="1436638"/>
                  </a:lnTo>
                  <a:lnTo>
                    <a:pt x="2105686" y="1439036"/>
                  </a:lnTo>
                  <a:lnTo>
                    <a:pt x="2106382" y="1441210"/>
                  </a:lnTo>
                  <a:lnTo>
                    <a:pt x="2107078" y="1443849"/>
                  </a:lnTo>
                  <a:lnTo>
                    <a:pt x="2107774" y="1445864"/>
                  </a:lnTo>
                  <a:lnTo>
                    <a:pt x="2108471" y="1448840"/>
                  </a:lnTo>
                  <a:lnTo>
                    <a:pt x="2109167" y="1452520"/>
                  </a:lnTo>
                  <a:lnTo>
                    <a:pt x="2109863" y="1457124"/>
                  </a:lnTo>
                  <a:lnTo>
                    <a:pt x="2110559" y="1459451"/>
                  </a:lnTo>
                  <a:lnTo>
                    <a:pt x="2111255" y="1459710"/>
                  </a:lnTo>
                  <a:lnTo>
                    <a:pt x="2111951" y="1459451"/>
                  </a:lnTo>
                  <a:lnTo>
                    <a:pt x="2112648" y="1460569"/>
                  </a:lnTo>
                  <a:lnTo>
                    <a:pt x="2113344" y="1461888"/>
                  </a:lnTo>
                  <a:lnTo>
                    <a:pt x="2114040" y="1464614"/>
                  </a:lnTo>
                  <a:lnTo>
                    <a:pt x="2114736" y="1466329"/>
                  </a:lnTo>
                  <a:lnTo>
                    <a:pt x="2115432" y="1468665"/>
                  </a:lnTo>
                  <a:lnTo>
                    <a:pt x="2116129" y="1471990"/>
                  </a:lnTo>
                  <a:lnTo>
                    <a:pt x="2116825" y="1476816"/>
                  </a:lnTo>
                  <a:lnTo>
                    <a:pt x="2117521" y="1481642"/>
                  </a:lnTo>
                  <a:lnTo>
                    <a:pt x="2118217" y="1485664"/>
                  </a:lnTo>
                  <a:lnTo>
                    <a:pt x="2118913" y="1486328"/>
                  </a:lnTo>
                  <a:lnTo>
                    <a:pt x="2119609" y="1486368"/>
                  </a:lnTo>
                  <a:lnTo>
                    <a:pt x="2120306" y="1484469"/>
                  </a:lnTo>
                  <a:lnTo>
                    <a:pt x="2121002" y="1483985"/>
                  </a:lnTo>
                  <a:lnTo>
                    <a:pt x="2121698" y="1483997"/>
                  </a:lnTo>
                  <a:lnTo>
                    <a:pt x="2122394" y="1483541"/>
                  </a:lnTo>
                  <a:lnTo>
                    <a:pt x="2123090" y="1481784"/>
                  </a:lnTo>
                  <a:lnTo>
                    <a:pt x="2123786" y="1477650"/>
                  </a:lnTo>
                  <a:lnTo>
                    <a:pt x="2124483" y="1473515"/>
                  </a:lnTo>
                  <a:lnTo>
                    <a:pt x="2125179" y="1469046"/>
                  </a:lnTo>
                  <a:lnTo>
                    <a:pt x="2125875" y="1463570"/>
                  </a:lnTo>
                  <a:lnTo>
                    <a:pt x="2126571" y="1458149"/>
                  </a:lnTo>
                  <a:lnTo>
                    <a:pt x="2127267" y="1453393"/>
                  </a:lnTo>
                  <a:lnTo>
                    <a:pt x="2127963" y="1449917"/>
                  </a:lnTo>
                  <a:lnTo>
                    <a:pt x="2128660" y="1446858"/>
                  </a:lnTo>
                  <a:lnTo>
                    <a:pt x="2129356" y="1445012"/>
                  </a:lnTo>
                  <a:lnTo>
                    <a:pt x="2130052" y="1445910"/>
                  </a:lnTo>
                  <a:lnTo>
                    <a:pt x="2130748" y="1447081"/>
                  </a:lnTo>
                  <a:lnTo>
                    <a:pt x="2131444" y="1445932"/>
                  </a:lnTo>
                  <a:lnTo>
                    <a:pt x="2132141" y="1444943"/>
                  </a:lnTo>
                  <a:lnTo>
                    <a:pt x="2132837" y="1442154"/>
                  </a:lnTo>
                  <a:lnTo>
                    <a:pt x="2133533" y="1439605"/>
                  </a:lnTo>
                  <a:lnTo>
                    <a:pt x="2134229" y="1439528"/>
                  </a:lnTo>
                  <a:lnTo>
                    <a:pt x="2134925" y="1439944"/>
                  </a:lnTo>
                  <a:lnTo>
                    <a:pt x="2135621" y="1440033"/>
                  </a:lnTo>
                  <a:lnTo>
                    <a:pt x="2136318" y="1439420"/>
                  </a:lnTo>
                  <a:lnTo>
                    <a:pt x="2137014" y="1440974"/>
                  </a:lnTo>
                  <a:lnTo>
                    <a:pt x="2137710" y="1443820"/>
                  </a:lnTo>
                  <a:lnTo>
                    <a:pt x="2138406" y="1446953"/>
                  </a:lnTo>
                  <a:lnTo>
                    <a:pt x="2139102" y="1449614"/>
                  </a:lnTo>
                  <a:lnTo>
                    <a:pt x="2139798" y="1451616"/>
                  </a:lnTo>
                  <a:lnTo>
                    <a:pt x="2140495" y="1453391"/>
                  </a:lnTo>
                  <a:lnTo>
                    <a:pt x="2141191" y="1454325"/>
                  </a:lnTo>
                  <a:lnTo>
                    <a:pt x="2141887" y="1455952"/>
                  </a:lnTo>
                  <a:lnTo>
                    <a:pt x="2142583" y="1457116"/>
                  </a:lnTo>
                  <a:lnTo>
                    <a:pt x="2143279" y="1459291"/>
                  </a:lnTo>
                  <a:lnTo>
                    <a:pt x="2143976" y="1461013"/>
                  </a:lnTo>
                  <a:lnTo>
                    <a:pt x="2144672" y="1462989"/>
                  </a:lnTo>
                  <a:lnTo>
                    <a:pt x="2145368" y="1466037"/>
                  </a:lnTo>
                  <a:lnTo>
                    <a:pt x="2146064" y="1471605"/>
                  </a:lnTo>
                  <a:lnTo>
                    <a:pt x="2146760" y="1480141"/>
                  </a:lnTo>
                  <a:lnTo>
                    <a:pt x="2147456" y="1486919"/>
                  </a:lnTo>
                  <a:lnTo>
                    <a:pt x="2148153" y="1493696"/>
                  </a:lnTo>
                  <a:lnTo>
                    <a:pt x="2148849" y="1500045"/>
                  </a:lnTo>
                  <a:lnTo>
                    <a:pt x="2149545" y="1506210"/>
                  </a:lnTo>
                  <a:lnTo>
                    <a:pt x="2150241" y="1512376"/>
                  </a:lnTo>
                  <a:lnTo>
                    <a:pt x="2150937" y="1518071"/>
                  </a:lnTo>
                  <a:lnTo>
                    <a:pt x="2151633" y="1524237"/>
                  </a:lnTo>
                  <a:lnTo>
                    <a:pt x="2152330" y="1530402"/>
                  </a:lnTo>
                  <a:lnTo>
                    <a:pt x="2153026" y="1534934"/>
                  </a:lnTo>
                  <a:lnTo>
                    <a:pt x="2153722" y="1538989"/>
                  </a:lnTo>
                  <a:lnTo>
                    <a:pt x="2154418" y="1543895"/>
                  </a:lnTo>
                  <a:lnTo>
                    <a:pt x="2155114" y="1548221"/>
                  </a:lnTo>
                  <a:lnTo>
                    <a:pt x="2155811" y="1550714"/>
                  </a:lnTo>
                  <a:lnTo>
                    <a:pt x="2156507" y="1552459"/>
                  </a:lnTo>
                  <a:lnTo>
                    <a:pt x="2157203" y="1551037"/>
                  </a:lnTo>
                  <a:lnTo>
                    <a:pt x="2157899" y="1549096"/>
                  </a:lnTo>
                  <a:lnTo>
                    <a:pt x="2158595" y="1546924"/>
                  </a:lnTo>
                  <a:lnTo>
                    <a:pt x="2159291" y="1545011"/>
                  </a:lnTo>
                  <a:lnTo>
                    <a:pt x="2159988" y="1541170"/>
                  </a:lnTo>
                  <a:lnTo>
                    <a:pt x="2160684" y="1538614"/>
                  </a:lnTo>
                  <a:lnTo>
                    <a:pt x="2161380" y="1535399"/>
                  </a:lnTo>
                  <a:lnTo>
                    <a:pt x="2162076" y="1532663"/>
                  </a:lnTo>
                  <a:lnTo>
                    <a:pt x="2162772" y="1530421"/>
                  </a:lnTo>
                  <a:lnTo>
                    <a:pt x="2163468" y="1526149"/>
                  </a:lnTo>
                  <a:lnTo>
                    <a:pt x="2164165" y="1521408"/>
                  </a:lnTo>
                  <a:lnTo>
                    <a:pt x="2164861" y="1515483"/>
                  </a:lnTo>
                  <a:lnTo>
                    <a:pt x="2165557" y="1508976"/>
                  </a:lnTo>
                  <a:lnTo>
                    <a:pt x="2166253" y="1503218"/>
                  </a:lnTo>
                  <a:lnTo>
                    <a:pt x="2166949" y="1497460"/>
                  </a:lnTo>
                  <a:lnTo>
                    <a:pt x="2167645" y="1493134"/>
                  </a:lnTo>
                  <a:lnTo>
                    <a:pt x="2168342" y="1487909"/>
                  </a:lnTo>
                  <a:lnTo>
                    <a:pt x="2169038" y="1481943"/>
                  </a:lnTo>
                  <a:lnTo>
                    <a:pt x="2169734" y="1474006"/>
                  </a:lnTo>
                  <a:lnTo>
                    <a:pt x="2170430" y="1466689"/>
                  </a:lnTo>
                  <a:lnTo>
                    <a:pt x="2171126" y="1459269"/>
                  </a:lnTo>
                  <a:lnTo>
                    <a:pt x="2171823" y="1453304"/>
                  </a:lnTo>
                  <a:lnTo>
                    <a:pt x="2172519" y="1445770"/>
                  </a:lnTo>
                  <a:lnTo>
                    <a:pt x="2173215" y="1437799"/>
                  </a:lnTo>
                  <a:lnTo>
                    <a:pt x="2173911" y="1431709"/>
                  </a:lnTo>
                  <a:lnTo>
                    <a:pt x="2174607" y="1426461"/>
                  </a:lnTo>
                  <a:lnTo>
                    <a:pt x="2175303" y="1421212"/>
                  </a:lnTo>
                  <a:lnTo>
                    <a:pt x="2176000" y="1413287"/>
                  </a:lnTo>
                  <a:lnTo>
                    <a:pt x="2176696" y="1404403"/>
                  </a:lnTo>
                  <a:lnTo>
                    <a:pt x="2177392" y="1394714"/>
                  </a:lnTo>
                  <a:lnTo>
                    <a:pt x="2178088" y="1385429"/>
                  </a:lnTo>
                  <a:lnTo>
                    <a:pt x="2178784" y="1377360"/>
                  </a:lnTo>
                  <a:lnTo>
                    <a:pt x="2179480" y="1369950"/>
                  </a:lnTo>
                  <a:lnTo>
                    <a:pt x="2180177" y="1365003"/>
                  </a:lnTo>
                  <a:lnTo>
                    <a:pt x="2180873" y="1357805"/>
                  </a:lnTo>
                  <a:lnTo>
                    <a:pt x="2181569" y="1350132"/>
                  </a:lnTo>
                  <a:lnTo>
                    <a:pt x="2182265" y="1339831"/>
                  </a:lnTo>
                  <a:lnTo>
                    <a:pt x="2182961" y="1328606"/>
                  </a:lnTo>
                  <a:lnTo>
                    <a:pt x="2183658" y="1317716"/>
                  </a:lnTo>
                  <a:lnTo>
                    <a:pt x="2184354" y="1306812"/>
                  </a:lnTo>
                  <a:lnTo>
                    <a:pt x="2185050" y="1293789"/>
                  </a:lnTo>
                  <a:lnTo>
                    <a:pt x="2185746" y="1280485"/>
                  </a:lnTo>
                  <a:lnTo>
                    <a:pt x="2186442" y="1267777"/>
                  </a:lnTo>
                  <a:lnTo>
                    <a:pt x="2187138" y="1254659"/>
                  </a:lnTo>
                  <a:lnTo>
                    <a:pt x="2187835" y="1242075"/>
                  </a:lnTo>
                  <a:lnTo>
                    <a:pt x="2188531" y="1230659"/>
                  </a:lnTo>
                  <a:lnTo>
                    <a:pt x="2189227" y="1218140"/>
                  </a:lnTo>
                  <a:lnTo>
                    <a:pt x="2189923" y="1206555"/>
                  </a:lnTo>
                  <a:lnTo>
                    <a:pt x="2190619" y="1194766"/>
                  </a:lnTo>
                  <a:lnTo>
                    <a:pt x="2191315" y="1183220"/>
                  </a:lnTo>
                  <a:lnTo>
                    <a:pt x="2192012" y="1172240"/>
                  </a:lnTo>
                  <a:lnTo>
                    <a:pt x="2192708" y="1161385"/>
                  </a:lnTo>
                  <a:lnTo>
                    <a:pt x="2193404" y="1151554"/>
                  </a:lnTo>
                  <a:lnTo>
                    <a:pt x="2194100" y="1142058"/>
                  </a:lnTo>
                  <a:lnTo>
                    <a:pt x="2194796" y="1134378"/>
                  </a:lnTo>
                  <a:lnTo>
                    <a:pt x="2195492" y="1129909"/>
                  </a:lnTo>
                  <a:lnTo>
                    <a:pt x="2196189" y="1124793"/>
                  </a:lnTo>
                  <a:lnTo>
                    <a:pt x="2196885" y="1121800"/>
                  </a:lnTo>
                  <a:lnTo>
                    <a:pt x="2197581" y="1119961"/>
                  </a:lnTo>
                  <a:lnTo>
                    <a:pt x="2198277" y="1119164"/>
                  </a:lnTo>
                  <a:lnTo>
                    <a:pt x="2198973" y="1120637"/>
                  </a:lnTo>
                  <a:lnTo>
                    <a:pt x="2199670" y="1123778"/>
                  </a:lnTo>
                  <a:lnTo>
                    <a:pt x="2200366" y="1128364"/>
                  </a:lnTo>
                  <a:lnTo>
                    <a:pt x="2201062" y="1135407"/>
                  </a:lnTo>
                  <a:lnTo>
                    <a:pt x="2201758" y="1144720"/>
                  </a:lnTo>
                  <a:lnTo>
                    <a:pt x="2202454" y="1153835"/>
                  </a:lnTo>
                  <a:lnTo>
                    <a:pt x="2203150" y="1163179"/>
                  </a:lnTo>
                  <a:lnTo>
                    <a:pt x="2203847" y="1172662"/>
                  </a:lnTo>
                  <a:lnTo>
                    <a:pt x="2204543" y="1183241"/>
                  </a:lnTo>
                  <a:lnTo>
                    <a:pt x="2205239" y="1192358"/>
                  </a:lnTo>
                  <a:lnTo>
                    <a:pt x="2205935" y="1200521"/>
                  </a:lnTo>
                  <a:lnTo>
                    <a:pt x="2206631" y="1208370"/>
                  </a:lnTo>
                  <a:lnTo>
                    <a:pt x="2207327" y="1215647"/>
                  </a:lnTo>
                  <a:lnTo>
                    <a:pt x="2208024" y="1221897"/>
                  </a:lnTo>
                  <a:lnTo>
                    <a:pt x="2208720" y="1226597"/>
                  </a:lnTo>
                  <a:lnTo>
                    <a:pt x="2209416" y="1228538"/>
                  </a:lnTo>
                  <a:lnTo>
                    <a:pt x="2210112" y="1230579"/>
                  </a:lnTo>
                  <a:lnTo>
                    <a:pt x="2210808" y="1232621"/>
                  </a:lnTo>
                  <a:lnTo>
                    <a:pt x="2211505" y="1235018"/>
                  </a:lnTo>
                  <a:lnTo>
                    <a:pt x="2212201" y="1237688"/>
                  </a:lnTo>
                  <a:lnTo>
                    <a:pt x="2212897" y="1240342"/>
                  </a:lnTo>
                  <a:lnTo>
                    <a:pt x="2213593" y="1245312"/>
                  </a:lnTo>
                  <a:lnTo>
                    <a:pt x="2214289" y="1249573"/>
                  </a:lnTo>
                  <a:lnTo>
                    <a:pt x="2214985" y="1253175"/>
                  </a:lnTo>
                  <a:lnTo>
                    <a:pt x="2215682" y="1256051"/>
                  </a:lnTo>
                  <a:lnTo>
                    <a:pt x="2216378" y="1260795"/>
                  </a:lnTo>
                  <a:lnTo>
                    <a:pt x="2217074" y="1266632"/>
                  </a:lnTo>
                  <a:lnTo>
                    <a:pt x="2217770" y="1274896"/>
                  </a:lnTo>
                  <a:lnTo>
                    <a:pt x="2218466" y="1282893"/>
                  </a:lnTo>
                  <a:lnTo>
                    <a:pt x="2219162" y="1287212"/>
                  </a:lnTo>
                  <a:lnTo>
                    <a:pt x="2219859" y="1291617"/>
                  </a:lnTo>
                  <a:lnTo>
                    <a:pt x="2220555" y="1296949"/>
                  </a:lnTo>
                  <a:lnTo>
                    <a:pt x="2221251" y="1300145"/>
                  </a:lnTo>
                  <a:lnTo>
                    <a:pt x="2221947" y="1299818"/>
                  </a:lnTo>
                  <a:lnTo>
                    <a:pt x="2222643" y="1298586"/>
                  </a:lnTo>
                  <a:lnTo>
                    <a:pt x="2223339" y="1297003"/>
                  </a:lnTo>
                  <a:lnTo>
                    <a:pt x="2224036" y="1295693"/>
                  </a:lnTo>
                  <a:lnTo>
                    <a:pt x="2224732" y="1295121"/>
                  </a:lnTo>
                  <a:lnTo>
                    <a:pt x="2225428" y="1294910"/>
                  </a:lnTo>
                  <a:lnTo>
                    <a:pt x="2226124" y="1293583"/>
                  </a:lnTo>
                  <a:lnTo>
                    <a:pt x="2226820" y="1291855"/>
                  </a:lnTo>
                  <a:lnTo>
                    <a:pt x="2227517" y="1289049"/>
                  </a:lnTo>
                  <a:lnTo>
                    <a:pt x="2228213" y="1287238"/>
                  </a:lnTo>
                  <a:lnTo>
                    <a:pt x="2228909" y="1284753"/>
                  </a:lnTo>
                  <a:lnTo>
                    <a:pt x="2229605" y="1283538"/>
                  </a:lnTo>
                  <a:lnTo>
                    <a:pt x="2230301" y="1280761"/>
                  </a:lnTo>
                  <a:lnTo>
                    <a:pt x="2230997" y="1276485"/>
                  </a:lnTo>
                  <a:lnTo>
                    <a:pt x="2231694" y="1273119"/>
                  </a:lnTo>
                  <a:lnTo>
                    <a:pt x="2232390" y="1270302"/>
                  </a:lnTo>
                  <a:lnTo>
                    <a:pt x="2233086" y="1265656"/>
                  </a:lnTo>
                  <a:lnTo>
                    <a:pt x="2233782" y="1260359"/>
                  </a:lnTo>
                  <a:lnTo>
                    <a:pt x="2234478" y="1254172"/>
                  </a:lnTo>
                  <a:lnTo>
                    <a:pt x="2235174" y="1245553"/>
                  </a:lnTo>
                  <a:lnTo>
                    <a:pt x="2235871" y="1234106"/>
                  </a:lnTo>
                  <a:lnTo>
                    <a:pt x="2236567" y="1222261"/>
                  </a:lnTo>
                  <a:lnTo>
                    <a:pt x="2237263" y="1208326"/>
                  </a:lnTo>
                  <a:lnTo>
                    <a:pt x="2237959" y="1193733"/>
                  </a:lnTo>
                  <a:lnTo>
                    <a:pt x="2238655" y="1175800"/>
                  </a:lnTo>
                  <a:lnTo>
                    <a:pt x="2239352" y="1158410"/>
                  </a:lnTo>
                  <a:lnTo>
                    <a:pt x="2240048" y="1140925"/>
                  </a:lnTo>
                  <a:lnTo>
                    <a:pt x="2240744" y="1127149"/>
                  </a:lnTo>
                  <a:lnTo>
                    <a:pt x="2241440" y="1113322"/>
                  </a:lnTo>
                  <a:lnTo>
                    <a:pt x="2242136" y="1099398"/>
                  </a:lnTo>
                  <a:lnTo>
                    <a:pt x="2242832" y="1085670"/>
                  </a:lnTo>
                  <a:lnTo>
                    <a:pt x="2243529" y="1073180"/>
                  </a:lnTo>
                  <a:lnTo>
                    <a:pt x="2244225" y="1061061"/>
                  </a:lnTo>
                  <a:lnTo>
                    <a:pt x="2244921" y="1049164"/>
                  </a:lnTo>
                  <a:lnTo>
                    <a:pt x="2245617" y="1036216"/>
                  </a:lnTo>
                  <a:lnTo>
                    <a:pt x="2246313" y="1024132"/>
                  </a:lnTo>
                  <a:lnTo>
                    <a:pt x="2247009" y="1012518"/>
                  </a:lnTo>
                  <a:lnTo>
                    <a:pt x="2247706" y="1002080"/>
                  </a:lnTo>
                  <a:lnTo>
                    <a:pt x="2248402" y="991867"/>
                  </a:lnTo>
                  <a:lnTo>
                    <a:pt x="2249098" y="979749"/>
                  </a:lnTo>
                  <a:lnTo>
                    <a:pt x="2249794" y="966140"/>
                  </a:lnTo>
                  <a:lnTo>
                    <a:pt x="2250490" y="951835"/>
                  </a:lnTo>
                  <a:lnTo>
                    <a:pt x="2251187" y="936261"/>
                  </a:lnTo>
                  <a:lnTo>
                    <a:pt x="2251883" y="920101"/>
                  </a:lnTo>
                  <a:lnTo>
                    <a:pt x="2252579" y="903462"/>
                  </a:lnTo>
                  <a:lnTo>
                    <a:pt x="2253275" y="885605"/>
                  </a:lnTo>
                  <a:lnTo>
                    <a:pt x="2253971" y="869935"/>
                  </a:lnTo>
                  <a:lnTo>
                    <a:pt x="2254667" y="857825"/>
                  </a:lnTo>
                  <a:lnTo>
                    <a:pt x="2255364" y="845194"/>
                  </a:lnTo>
                  <a:lnTo>
                    <a:pt x="2256060" y="834771"/>
                  </a:lnTo>
                  <a:lnTo>
                    <a:pt x="2256756" y="826597"/>
                  </a:lnTo>
                  <a:lnTo>
                    <a:pt x="2257452" y="819226"/>
                  </a:lnTo>
                  <a:lnTo>
                    <a:pt x="2258148" y="812895"/>
                  </a:lnTo>
                  <a:lnTo>
                    <a:pt x="2258844" y="806617"/>
                  </a:lnTo>
                  <a:lnTo>
                    <a:pt x="2259541" y="801900"/>
                  </a:lnTo>
                  <a:lnTo>
                    <a:pt x="2260237" y="799222"/>
                  </a:lnTo>
                  <a:lnTo>
                    <a:pt x="2260933" y="795771"/>
                  </a:lnTo>
                  <a:lnTo>
                    <a:pt x="2261629" y="794072"/>
                  </a:lnTo>
                  <a:lnTo>
                    <a:pt x="2262325" y="794484"/>
                  </a:lnTo>
                  <a:lnTo>
                    <a:pt x="2263021" y="795109"/>
                  </a:lnTo>
                  <a:lnTo>
                    <a:pt x="2263718" y="801598"/>
                  </a:lnTo>
                  <a:lnTo>
                    <a:pt x="2264414" y="807821"/>
                  </a:lnTo>
                  <a:lnTo>
                    <a:pt x="2265110" y="810505"/>
                  </a:lnTo>
                  <a:lnTo>
                    <a:pt x="2265806" y="813953"/>
                  </a:lnTo>
                  <a:lnTo>
                    <a:pt x="2266502" y="819026"/>
                  </a:lnTo>
                  <a:lnTo>
                    <a:pt x="2267199" y="823488"/>
                  </a:lnTo>
                  <a:lnTo>
                    <a:pt x="2267895" y="825839"/>
                  </a:lnTo>
                  <a:lnTo>
                    <a:pt x="2268591" y="828971"/>
                  </a:lnTo>
                  <a:lnTo>
                    <a:pt x="2269287" y="832953"/>
                  </a:lnTo>
                  <a:lnTo>
                    <a:pt x="2269983" y="837222"/>
                  </a:lnTo>
                  <a:lnTo>
                    <a:pt x="2270679" y="842331"/>
                  </a:lnTo>
                  <a:lnTo>
                    <a:pt x="2271376" y="848626"/>
                  </a:lnTo>
                  <a:lnTo>
                    <a:pt x="2272072" y="853153"/>
                  </a:lnTo>
                  <a:lnTo>
                    <a:pt x="2272768" y="857317"/>
                  </a:lnTo>
                  <a:lnTo>
                    <a:pt x="2273464" y="861534"/>
                  </a:lnTo>
                  <a:lnTo>
                    <a:pt x="2274160" y="865269"/>
                  </a:lnTo>
                  <a:lnTo>
                    <a:pt x="2274856" y="868137"/>
                  </a:lnTo>
                  <a:lnTo>
                    <a:pt x="2275553" y="872788"/>
                  </a:lnTo>
                  <a:lnTo>
                    <a:pt x="2276249" y="877279"/>
                  </a:lnTo>
                  <a:lnTo>
                    <a:pt x="2276945" y="879737"/>
                  </a:lnTo>
                  <a:lnTo>
                    <a:pt x="2277641" y="882432"/>
                  </a:lnTo>
                  <a:lnTo>
                    <a:pt x="2278337" y="883708"/>
                  </a:lnTo>
                  <a:lnTo>
                    <a:pt x="2279034" y="888134"/>
                  </a:lnTo>
                  <a:lnTo>
                    <a:pt x="2279730" y="890885"/>
                  </a:lnTo>
                  <a:lnTo>
                    <a:pt x="2280426" y="892381"/>
                  </a:lnTo>
                  <a:lnTo>
                    <a:pt x="2281122" y="893437"/>
                  </a:lnTo>
                  <a:lnTo>
                    <a:pt x="2281818" y="893422"/>
                  </a:lnTo>
                  <a:lnTo>
                    <a:pt x="2282514" y="894036"/>
                  </a:lnTo>
                  <a:lnTo>
                    <a:pt x="2283211" y="893822"/>
                  </a:lnTo>
                  <a:lnTo>
                    <a:pt x="2283907" y="893509"/>
                  </a:lnTo>
                  <a:lnTo>
                    <a:pt x="2284603" y="893061"/>
                  </a:lnTo>
                  <a:lnTo>
                    <a:pt x="2285299" y="892514"/>
                  </a:lnTo>
                  <a:lnTo>
                    <a:pt x="2285995" y="891508"/>
                  </a:lnTo>
                  <a:lnTo>
                    <a:pt x="2286691" y="889813"/>
                  </a:lnTo>
                  <a:lnTo>
                    <a:pt x="2287388" y="887204"/>
                  </a:lnTo>
                  <a:lnTo>
                    <a:pt x="2288084" y="882537"/>
                  </a:lnTo>
                  <a:lnTo>
                    <a:pt x="2288780" y="877009"/>
                  </a:lnTo>
                  <a:lnTo>
                    <a:pt x="2289476" y="870470"/>
                  </a:lnTo>
                  <a:lnTo>
                    <a:pt x="2290172" y="865211"/>
                  </a:lnTo>
                  <a:lnTo>
                    <a:pt x="2290868" y="861054"/>
                  </a:lnTo>
                  <a:lnTo>
                    <a:pt x="2291565" y="856735"/>
                  </a:lnTo>
                  <a:lnTo>
                    <a:pt x="2292261" y="853133"/>
                  </a:lnTo>
                  <a:lnTo>
                    <a:pt x="2292957" y="851571"/>
                  </a:lnTo>
                  <a:lnTo>
                    <a:pt x="2293653" y="847742"/>
                  </a:lnTo>
                  <a:lnTo>
                    <a:pt x="2294349" y="843736"/>
                  </a:lnTo>
                  <a:lnTo>
                    <a:pt x="2295046" y="838236"/>
                  </a:lnTo>
                  <a:lnTo>
                    <a:pt x="2295742" y="831134"/>
                  </a:lnTo>
                  <a:lnTo>
                    <a:pt x="2296438" y="825720"/>
                  </a:lnTo>
                  <a:lnTo>
                    <a:pt x="2297134" y="819497"/>
                  </a:lnTo>
                  <a:lnTo>
                    <a:pt x="2297830" y="812191"/>
                  </a:lnTo>
                  <a:lnTo>
                    <a:pt x="2298526" y="806173"/>
                  </a:lnTo>
                  <a:lnTo>
                    <a:pt x="2299223" y="795426"/>
                  </a:lnTo>
                  <a:lnTo>
                    <a:pt x="2299919" y="783751"/>
                  </a:lnTo>
                  <a:lnTo>
                    <a:pt x="2300615" y="773156"/>
                  </a:lnTo>
                  <a:lnTo>
                    <a:pt x="2301311" y="763094"/>
                  </a:lnTo>
                  <a:lnTo>
                    <a:pt x="2302007" y="751098"/>
                  </a:lnTo>
                  <a:lnTo>
                    <a:pt x="2302703" y="736833"/>
                  </a:lnTo>
                  <a:lnTo>
                    <a:pt x="2303400" y="720912"/>
                  </a:lnTo>
                  <a:lnTo>
                    <a:pt x="2304096" y="705815"/>
                  </a:lnTo>
                  <a:lnTo>
                    <a:pt x="2304792" y="690711"/>
                  </a:lnTo>
                  <a:lnTo>
                    <a:pt x="2305488" y="675298"/>
                  </a:lnTo>
                  <a:lnTo>
                    <a:pt x="2306184" y="659469"/>
                  </a:lnTo>
                  <a:lnTo>
                    <a:pt x="2306881" y="643516"/>
                  </a:lnTo>
                  <a:lnTo>
                    <a:pt x="2307577" y="628021"/>
                  </a:lnTo>
                  <a:lnTo>
                    <a:pt x="2308273" y="611982"/>
                  </a:lnTo>
                  <a:lnTo>
                    <a:pt x="2308969" y="596307"/>
                  </a:lnTo>
                  <a:lnTo>
                    <a:pt x="2309665" y="581582"/>
                  </a:lnTo>
                  <a:lnTo>
                    <a:pt x="2310361" y="567830"/>
                  </a:lnTo>
                  <a:lnTo>
                    <a:pt x="2311058" y="552167"/>
                  </a:lnTo>
                  <a:lnTo>
                    <a:pt x="2311754" y="534321"/>
                  </a:lnTo>
                  <a:lnTo>
                    <a:pt x="2312450" y="518571"/>
                  </a:lnTo>
                  <a:lnTo>
                    <a:pt x="2313146" y="503774"/>
                  </a:lnTo>
                  <a:lnTo>
                    <a:pt x="2313842" y="490739"/>
                  </a:lnTo>
                  <a:lnTo>
                    <a:pt x="2314538" y="474673"/>
                  </a:lnTo>
                  <a:lnTo>
                    <a:pt x="2315235" y="460666"/>
                  </a:lnTo>
                  <a:lnTo>
                    <a:pt x="2315931" y="447788"/>
                  </a:lnTo>
                  <a:lnTo>
                    <a:pt x="2316627" y="437042"/>
                  </a:lnTo>
                  <a:lnTo>
                    <a:pt x="2317323" y="426320"/>
                  </a:lnTo>
                  <a:lnTo>
                    <a:pt x="2318019" y="415115"/>
                  </a:lnTo>
                  <a:lnTo>
                    <a:pt x="2318716" y="404919"/>
                  </a:lnTo>
                  <a:lnTo>
                    <a:pt x="2319412" y="394766"/>
                  </a:lnTo>
                  <a:lnTo>
                    <a:pt x="2320108" y="385541"/>
                  </a:lnTo>
                  <a:lnTo>
                    <a:pt x="2320804" y="377967"/>
                  </a:lnTo>
                  <a:lnTo>
                    <a:pt x="2321500" y="373514"/>
                  </a:lnTo>
                  <a:lnTo>
                    <a:pt x="2322196" y="371101"/>
                  </a:lnTo>
                  <a:lnTo>
                    <a:pt x="2322893" y="371204"/>
                  </a:lnTo>
                  <a:lnTo>
                    <a:pt x="2323589" y="374261"/>
                  </a:lnTo>
                  <a:lnTo>
                    <a:pt x="2324285" y="378940"/>
                  </a:lnTo>
                  <a:lnTo>
                    <a:pt x="2324981" y="385695"/>
                  </a:lnTo>
                  <a:lnTo>
                    <a:pt x="2325677" y="392724"/>
                  </a:lnTo>
                  <a:lnTo>
                    <a:pt x="2326373" y="400439"/>
                  </a:lnTo>
                  <a:lnTo>
                    <a:pt x="2327070" y="408029"/>
                  </a:lnTo>
                  <a:lnTo>
                    <a:pt x="2327766" y="416364"/>
                  </a:lnTo>
                  <a:lnTo>
                    <a:pt x="2328462" y="425947"/>
                  </a:lnTo>
                  <a:lnTo>
                    <a:pt x="2329158" y="439074"/>
                  </a:lnTo>
                  <a:lnTo>
                    <a:pt x="2329854" y="456407"/>
                  </a:lnTo>
                  <a:lnTo>
                    <a:pt x="2330550" y="475435"/>
                  </a:lnTo>
                  <a:lnTo>
                    <a:pt x="2331247" y="494871"/>
                  </a:lnTo>
                  <a:lnTo>
                    <a:pt x="2331943" y="512595"/>
                  </a:lnTo>
                  <a:lnTo>
                    <a:pt x="2332639" y="527112"/>
                  </a:lnTo>
                  <a:lnTo>
                    <a:pt x="2333335" y="541627"/>
                  </a:lnTo>
                  <a:lnTo>
                    <a:pt x="2334031" y="552962"/>
                  </a:lnTo>
                  <a:lnTo>
                    <a:pt x="2334728" y="562181"/>
                  </a:lnTo>
                  <a:lnTo>
                    <a:pt x="2335424" y="572430"/>
                  </a:lnTo>
                  <a:lnTo>
                    <a:pt x="2336120" y="583757"/>
                  </a:lnTo>
                  <a:lnTo>
                    <a:pt x="2336816" y="593902"/>
                  </a:lnTo>
                  <a:lnTo>
                    <a:pt x="2337512" y="603490"/>
                  </a:lnTo>
                  <a:lnTo>
                    <a:pt x="2338208" y="614558"/>
                  </a:lnTo>
                  <a:lnTo>
                    <a:pt x="2338905" y="628292"/>
                  </a:lnTo>
                  <a:lnTo>
                    <a:pt x="2339601" y="640581"/>
                  </a:lnTo>
                  <a:lnTo>
                    <a:pt x="2340297" y="650717"/>
                  </a:lnTo>
                  <a:lnTo>
                    <a:pt x="2340993" y="659790"/>
                  </a:lnTo>
                  <a:lnTo>
                    <a:pt x="2341689" y="667875"/>
                  </a:lnTo>
                  <a:lnTo>
                    <a:pt x="2342385" y="674845"/>
                  </a:lnTo>
                  <a:lnTo>
                    <a:pt x="2343082" y="681909"/>
                  </a:lnTo>
                  <a:lnTo>
                    <a:pt x="2343778" y="687804"/>
                  </a:lnTo>
                  <a:lnTo>
                    <a:pt x="2344474" y="694892"/>
                  </a:lnTo>
                  <a:lnTo>
                    <a:pt x="2345170" y="703239"/>
                  </a:lnTo>
                  <a:lnTo>
                    <a:pt x="2345866" y="711182"/>
                  </a:lnTo>
                  <a:lnTo>
                    <a:pt x="2346563" y="719460"/>
                  </a:lnTo>
                  <a:lnTo>
                    <a:pt x="2347259" y="727313"/>
                  </a:lnTo>
                  <a:lnTo>
                    <a:pt x="2347955" y="734609"/>
                  </a:lnTo>
                  <a:lnTo>
                    <a:pt x="2348651" y="740174"/>
                  </a:lnTo>
                  <a:lnTo>
                    <a:pt x="2349347" y="743834"/>
                  </a:lnTo>
                  <a:lnTo>
                    <a:pt x="2350043" y="745939"/>
                  </a:lnTo>
                  <a:lnTo>
                    <a:pt x="2350740" y="748236"/>
                  </a:lnTo>
                  <a:lnTo>
                    <a:pt x="2351436" y="750736"/>
                  </a:lnTo>
                  <a:lnTo>
                    <a:pt x="2352132" y="752534"/>
                  </a:lnTo>
                  <a:lnTo>
                    <a:pt x="2352828" y="754662"/>
                  </a:lnTo>
                  <a:lnTo>
                    <a:pt x="2353524" y="756514"/>
                  </a:lnTo>
                  <a:lnTo>
                    <a:pt x="2354220" y="757145"/>
                  </a:lnTo>
                  <a:lnTo>
                    <a:pt x="2354917" y="758218"/>
                  </a:lnTo>
                  <a:lnTo>
                    <a:pt x="2355613" y="757137"/>
                  </a:lnTo>
                  <a:lnTo>
                    <a:pt x="2356309" y="755561"/>
                  </a:lnTo>
                  <a:lnTo>
                    <a:pt x="2357005" y="751749"/>
                  </a:lnTo>
                  <a:lnTo>
                    <a:pt x="2357701" y="745487"/>
                  </a:lnTo>
                  <a:lnTo>
                    <a:pt x="2358397" y="737987"/>
                  </a:lnTo>
                  <a:lnTo>
                    <a:pt x="2359094" y="730210"/>
                  </a:lnTo>
                  <a:lnTo>
                    <a:pt x="2359790" y="722854"/>
                  </a:lnTo>
                  <a:lnTo>
                    <a:pt x="2360486" y="713911"/>
                  </a:lnTo>
                  <a:lnTo>
                    <a:pt x="2361182" y="703643"/>
                  </a:lnTo>
                  <a:lnTo>
                    <a:pt x="2361878" y="692115"/>
                  </a:lnTo>
                  <a:lnTo>
                    <a:pt x="2362575" y="679819"/>
                  </a:lnTo>
                  <a:lnTo>
                    <a:pt x="2363271" y="666828"/>
                  </a:lnTo>
                  <a:lnTo>
                    <a:pt x="2363967" y="653217"/>
                  </a:lnTo>
                  <a:lnTo>
                    <a:pt x="2364663" y="637246"/>
                  </a:lnTo>
                  <a:lnTo>
                    <a:pt x="2365359" y="617600"/>
                  </a:lnTo>
                  <a:lnTo>
                    <a:pt x="2366055" y="596959"/>
                  </a:lnTo>
                  <a:lnTo>
                    <a:pt x="2366752" y="574899"/>
                  </a:lnTo>
                  <a:lnTo>
                    <a:pt x="2367448" y="552588"/>
                  </a:lnTo>
                  <a:lnTo>
                    <a:pt x="2368144" y="535459"/>
                  </a:lnTo>
                  <a:lnTo>
                    <a:pt x="2368840" y="519124"/>
                  </a:lnTo>
                  <a:lnTo>
                    <a:pt x="2369536" y="503215"/>
                  </a:lnTo>
                  <a:lnTo>
                    <a:pt x="2370232" y="487553"/>
                  </a:lnTo>
                  <a:lnTo>
                    <a:pt x="2370929" y="472416"/>
                  </a:lnTo>
                  <a:lnTo>
                    <a:pt x="2371625" y="456893"/>
                  </a:lnTo>
                  <a:lnTo>
                    <a:pt x="2372321" y="444166"/>
                  </a:lnTo>
                  <a:lnTo>
                    <a:pt x="2373017" y="432927"/>
                  </a:lnTo>
                  <a:lnTo>
                    <a:pt x="2373713" y="421861"/>
                  </a:lnTo>
                  <a:lnTo>
                    <a:pt x="2374410" y="409405"/>
                  </a:lnTo>
                  <a:lnTo>
                    <a:pt x="2375106" y="400003"/>
                  </a:lnTo>
                  <a:lnTo>
                    <a:pt x="2375802" y="392876"/>
                  </a:lnTo>
                  <a:lnTo>
                    <a:pt x="2376498" y="386759"/>
                  </a:lnTo>
                  <a:lnTo>
                    <a:pt x="2377194" y="382368"/>
                  </a:lnTo>
                  <a:lnTo>
                    <a:pt x="2377890" y="380178"/>
                  </a:lnTo>
                  <a:lnTo>
                    <a:pt x="2378587" y="377351"/>
                  </a:lnTo>
                  <a:lnTo>
                    <a:pt x="2379283" y="376382"/>
                  </a:lnTo>
                  <a:lnTo>
                    <a:pt x="2379979" y="374509"/>
                  </a:lnTo>
                  <a:lnTo>
                    <a:pt x="2380675" y="374255"/>
                  </a:lnTo>
                  <a:lnTo>
                    <a:pt x="2381371" y="373590"/>
                  </a:lnTo>
                  <a:lnTo>
                    <a:pt x="2382067" y="372153"/>
                  </a:lnTo>
                  <a:lnTo>
                    <a:pt x="2382764" y="369727"/>
                  </a:lnTo>
                  <a:lnTo>
                    <a:pt x="2383460" y="366845"/>
                  </a:lnTo>
                  <a:lnTo>
                    <a:pt x="2384156" y="365244"/>
                  </a:lnTo>
                  <a:lnTo>
                    <a:pt x="2384852" y="365055"/>
                  </a:lnTo>
                  <a:lnTo>
                    <a:pt x="2385548" y="365293"/>
                  </a:lnTo>
                  <a:lnTo>
                    <a:pt x="2386244" y="364234"/>
                  </a:lnTo>
                  <a:lnTo>
                    <a:pt x="2386941" y="363652"/>
                  </a:lnTo>
                  <a:lnTo>
                    <a:pt x="2387637" y="363458"/>
                  </a:lnTo>
                  <a:lnTo>
                    <a:pt x="2388333" y="362992"/>
                  </a:lnTo>
                  <a:lnTo>
                    <a:pt x="2389029" y="362560"/>
                  </a:lnTo>
                  <a:lnTo>
                    <a:pt x="2389725" y="363649"/>
                  </a:lnTo>
                  <a:lnTo>
                    <a:pt x="2390422" y="365279"/>
                  </a:lnTo>
                  <a:lnTo>
                    <a:pt x="2391118" y="367226"/>
                  </a:lnTo>
                  <a:lnTo>
                    <a:pt x="2391814" y="369416"/>
                  </a:lnTo>
                  <a:lnTo>
                    <a:pt x="2392510" y="373843"/>
                  </a:lnTo>
                  <a:lnTo>
                    <a:pt x="2393206" y="380093"/>
                  </a:lnTo>
                  <a:lnTo>
                    <a:pt x="2393902" y="387661"/>
                  </a:lnTo>
                  <a:lnTo>
                    <a:pt x="2394599" y="395246"/>
                  </a:lnTo>
                  <a:lnTo>
                    <a:pt x="2395295" y="402328"/>
                  </a:lnTo>
                  <a:lnTo>
                    <a:pt x="2395991" y="408989"/>
                  </a:lnTo>
                  <a:lnTo>
                    <a:pt x="2396687" y="415554"/>
                  </a:lnTo>
                  <a:lnTo>
                    <a:pt x="2397383" y="423307"/>
                  </a:lnTo>
                  <a:lnTo>
                    <a:pt x="2398079" y="430959"/>
                  </a:lnTo>
                  <a:lnTo>
                    <a:pt x="2398776" y="438259"/>
                  </a:lnTo>
                  <a:lnTo>
                    <a:pt x="2399472" y="445025"/>
                  </a:lnTo>
                  <a:lnTo>
                    <a:pt x="2400168" y="453379"/>
                  </a:lnTo>
                  <a:lnTo>
                    <a:pt x="2400864" y="461620"/>
                  </a:lnTo>
                  <a:lnTo>
                    <a:pt x="2401560" y="470189"/>
                  </a:lnTo>
                  <a:lnTo>
                    <a:pt x="2402257" y="480179"/>
                  </a:lnTo>
                  <a:lnTo>
                    <a:pt x="2402953" y="490873"/>
                  </a:lnTo>
                  <a:lnTo>
                    <a:pt x="2403649" y="502891"/>
                  </a:lnTo>
                  <a:lnTo>
                    <a:pt x="2404345" y="516557"/>
                  </a:lnTo>
                  <a:lnTo>
                    <a:pt x="2405041" y="529995"/>
                  </a:lnTo>
                  <a:lnTo>
                    <a:pt x="2405737" y="543069"/>
                  </a:lnTo>
                  <a:lnTo>
                    <a:pt x="2406434" y="554484"/>
                  </a:lnTo>
                  <a:lnTo>
                    <a:pt x="2407130" y="567123"/>
                  </a:lnTo>
                  <a:lnTo>
                    <a:pt x="2407826" y="578163"/>
                  </a:lnTo>
                  <a:lnTo>
                    <a:pt x="2408522" y="589265"/>
                  </a:lnTo>
                  <a:lnTo>
                    <a:pt x="2409218" y="602380"/>
                  </a:lnTo>
                  <a:lnTo>
                    <a:pt x="2409914" y="617055"/>
                  </a:lnTo>
                  <a:lnTo>
                    <a:pt x="2410611" y="629836"/>
                  </a:lnTo>
                  <a:lnTo>
                    <a:pt x="2411307" y="641904"/>
                  </a:lnTo>
                  <a:lnTo>
                    <a:pt x="2412003" y="652769"/>
                  </a:lnTo>
                  <a:lnTo>
                    <a:pt x="2412699" y="662459"/>
                  </a:lnTo>
                  <a:lnTo>
                    <a:pt x="2413395" y="670037"/>
                  </a:lnTo>
                  <a:lnTo>
                    <a:pt x="2414092" y="678315"/>
                  </a:lnTo>
                  <a:lnTo>
                    <a:pt x="2414788" y="685944"/>
                  </a:lnTo>
                  <a:lnTo>
                    <a:pt x="2415484" y="695158"/>
                  </a:lnTo>
                  <a:lnTo>
                    <a:pt x="2416180" y="703461"/>
                  </a:lnTo>
                  <a:lnTo>
                    <a:pt x="2416876" y="711896"/>
                  </a:lnTo>
                  <a:lnTo>
                    <a:pt x="2417572" y="717607"/>
                  </a:lnTo>
                  <a:lnTo>
                    <a:pt x="2418269" y="721845"/>
                  </a:lnTo>
                  <a:lnTo>
                    <a:pt x="2418965" y="724769"/>
                  </a:lnTo>
                  <a:lnTo>
                    <a:pt x="2419661" y="726759"/>
                  </a:lnTo>
                  <a:lnTo>
                    <a:pt x="2420357" y="728259"/>
                  </a:lnTo>
                  <a:lnTo>
                    <a:pt x="2421053" y="729747"/>
                  </a:lnTo>
                  <a:lnTo>
                    <a:pt x="2421749" y="732665"/>
                  </a:lnTo>
                  <a:lnTo>
                    <a:pt x="2422446" y="735332"/>
                  </a:lnTo>
                  <a:lnTo>
                    <a:pt x="2423142" y="736724"/>
                  </a:lnTo>
                  <a:lnTo>
                    <a:pt x="2423838" y="737628"/>
                  </a:lnTo>
                  <a:lnTo>
                    <a:pt x="2424534" y="736746"/>
                  </a:lnTo>
                  <a:lnTo>
                    <a:pt x="2425230" y="733228"/>
                  </a:lnTo>
                  <a:lnTo>
                    <a:pt x="2425926" y="727956"/>
                  </a:lnTo>
                  <a:lnTo>
                    <a:pt x="2426623" y="722305"/>
                  </a:lnTo>
                  <a:lnTo>
                    <a:pt x="2427319" y="714990"/>
                  </a:lnTo>
                  <a:lnTo>
                    <a:pt x="2428015" y="707353"/>
                  </a:lnTo>
                  <a:lnTo>
                    <a:pt x="2428711" y="700318"/>
                  </a:lnTo>
                  <a:lnTo>
                    <a:pt x="2429407" y="694200"/>
                  </a:lnTo>
                  <a:lnTo>
                    <a:pt x="2430104" y="688316"/>
                  </a:lnTo>
                  <a:lnTo>
                    <a:pt x="2430800" y="681899"/>
                  </a:lnTo>
                  <a:lnTo>
                    <a:pt x="2431496" y="676104"/>
                  </a:lnTo>
                  <a:lnTo>
                    <a:pt x="2432192" y="668440"/>
                  </a:lnTo>
                  <a:lnTo>
                    <a:pt x="2432888" y="659837"/>
                  </a:lnTo>
                  <a:lnTo>
                    <a:pt x="2433584" y="650677"/>
                  </a:lnTo>
                  <a:lnTo>
                    <a:pt x="2434281" y="642132"/>
                  </a:lnTo>
                  <a:lnTo>
                    <a:pt x="2434977" y="635242"/>
                  </a:lnTo>
                  <a:lnTo>
                    <a:pt x="2435673" y="629926"/>
                  </a:lnTo>
                  <a:lnTo>
                    <a:pt x="2436369" y="624993"/>
                  </a:lnTo>
                  <a:lnTo>
                    <a:pt x="2437065" y="621846"/>
                  </a:lnTo>
                  <a:lnTo>
                    <a:pt x="2437761" y="619912"/>
                  </a:lnTo>
                  <a:lnTo>
                    <a:pt x="2438458" y="616555"/>
                  </a:lnTo>
                  <a:lnTo>
                    <a:pt x="2439154" y="608909"/>
                  </a:lnTo>
                  <a:lnTo>
                    <a:pt x="2439850" y="596735"/>
                  </a:lnTo>
                  <a:lnTo>
                    <a:pt x="2440546" y="584007"/>
                  </a:lnTo>
                  <a:lnTo>
                    <a:pt x="2441242" y="571264"/>
                  </a:lnTo>
                  <a:lnTo>
                    <a:pt x="2441939" y="559811"/>
                  </a:lnTo>
                  <a:lnTo>
                    <a:pt x="2442635" y="547653"/>
                  </a:lnTo>
                  <a:lnTo>
                    <a:pt x="2443331" y="534483"/>
                  </a:lnTo>
                  <a:lnTo>
                    <a:pt x="2444027" y="520256"/>
                  </a:lnTo>
                  <a:lnTo>
                    <a:pt x="2444723" y="503277"/>
                  </a:lnTo>
                  <a:lnTo>
                    <a:pt x="2445419" y="485296"/>
                  </a:lnTo>
                  <a:lnTo>
                    <a:pt x="2446116" y="467843"/>
                  </a:lnTo>
                  <a:lnTo>
                    <a:pt x="2446812" y="449110"/>
                  </a:lnTo>
                  <a:lnTo>
                    <a:pt x="2447508" y="430405"/>
                  </a:lnTo>
                  <a:lnTo>
                    <a:pt x="2448204" y="411976"/>
                  </a:lnTo>
                  <a:lnTo>
                    <a:pt x="2448900" y="394085"/>
                  </a:lnTo>
                  <a:lnTo>
                    <a:pt x="2449596" y="374717"/>
                  </a:lnTo>
                  <a:lnTo>
                    <a:pt x="2450293" y="355240"/>
                  </a:lnTo>
                  <a:lnTo>
                    <a:pt x="2450989" y="334623"/>
                  </a:lnTo>
                  <a:lnTo>
                    <a:pt x="2451685" y="313162"/>
                  </a:lnTo>
                  <a:lnTo>
                    <a:pt x="2452381" y="291897"/>
                  </a:lnTo>
                  <a:lnTo>
                    <a:pt x="2453077" y="273761"/>
                  </a:lnTo>
                  <a:lnTo>
                    <a:pt x="2453773" y="259607"/>
                  </a:lnTo>
                  <a:lnTo>
                    <a:pt x="2454470" y="248847"/>
                  </a:lnTo>
                  <a:lnTo>
                    <a:pt x="2455166" y="239455"/>
                  </a:lnTo>
                  <a:lnTo>
                    <a:pt x="2455862" y="230585"/>
                  </a:lnTo>
                  <a:lnTo>
                    <a:pt x="2456558" y="221252"/>
                  </a:lnTo>
                  <a:lnTo>
                    <a:pt x="2457254" y="210889"/>
                  </a:lnTo>
                  <a:lnTo>
                    <a:pt x="2457951" y="199136"/>
                  </a:lnTo>
                  <a:lnTo>
                    <a:pt x="2458647" y="187981"/>
                  </a:lnTo>
                  <a:lnTo>
                    <a:pt x="2459343" y="177703"/>
                  </a:lnTo>
                  <a:lnTo>
                    <a:pt x="2460039" y="170044"/>
                  </a:lnTo>
                  <a:lnTo>
                    <a:pt x="2460735" y="164971"/>
                  </a:lnTo>
                  <a:lnTo>
                    <a:pt x="2461431" y="161867"/>
                  </a:lnTo>
                  <a:lnTo>
                    <a:pt x="2462128" y="160383"/>
                  </a:lnTo>
                  <a:lnTo>
                    <a:pt x="2462824" y="160481"/>
                  </a:lnTo>
                  <a:lnTo>
                    <a:pt x="2463520" y="158578"/>
                  </a:lnTo>
                  <a:lnTo>
                    <a:pt x="2464216" y="154069"/>
                  </a:lnTo>
                  <a:lnTo>
                    <a:pt x="2464912" y="146225"/>
                  </a:lnTo>
                  <a:lnTo>
                    <a:pt x="2465608" y="137086"/>
                  </a:lnTo>
                  <a:lnTo>
                    <a:pt x="2466305" y="127898"/>
                  </a:lnTo>
                  <a:lnTo>
                    <a:pt x="2467001" y="118677"/>
                  </a:lnTo>
                  <a:lnTo>
                    <a:pt x="2467697" y="112431"/>
                  </a:lnTo>
                  <a:lnTo>
                    <a:pt x="2468393" y="108354"/>
                  </a:lnTo>
                  <a:lnTo>
                    <a:pt x="2469089" y="104486"/>
                  </a:lnTo>
                  <a:lnTo>
                    <a:pt x="2469786" y="99124"/>
                  </a:lnTo>
                  <a:lnTo>
                    <a:pt x="2470482" y="92891"/>
                  </a:lnTo>
                  <a:lnTo>
                    <a:pt x="2471178" y="83845"/>
                  </a:lnTo>
                  <a:lnTo>
                    <a:pt x="2471874" y="73157"/>
                  </a:lnTo>
                  <a:lnTo>
                    <a:pt x="2472570" y="59746"/>
                  </a:lnTo>
                  <a:lnTo>
                    <a:pt x="2473266" y="45482"/>
                  </a:lnTo>
                  <a:lnTo>
                    <a:pt x="2473963" y="33320"/>
                  </a:lnTo>
                  <a:lnTo>
                    <a:pt x="2474659" y="24236"/>
                  </a:lnTo>
                  <a:lnTo>
                    <a:pt x="2475355" y="17493"/>
                  </a:lnTo>
                  <a:lnTo>
                    <a:pt x="2476051" y="13364"/>
                  </a:lnTo>
                  <a:lnTo>
                    <a:pt x="2476747" y="9343"/>
                  </a:lnTo>
                  <a:lnTo>
                    <a:pt x="2477443" y="5378"/>
                  </a:lnTo>
                  <a:lnTo>
                    <a:pt x="2478140" y="1765"/>
                  </a:lnTo>
                  <a:lnTo>
                    <a:pt x="2478836" y="0"/>
                  </a:lnTo>
                  <a:lnTo>
                    <a:pt x="2479532" y="442"/>
                  </a:lnTo>
                  <a:lnTo>
                    <a:pt x="2480228" y="1972"/>
                  </a:lnTo>
                  <a:lnTo>
                    <a:pt x="2480924" y="3899"/>
                  </a:lnTo>
                  <a:lnTo>
                    <a:pt x="2481621" y="6653"/>
                  </a:lnTo>
                  <a:lnTo>
                    <a:pt x="2482317" y="10658"/>
                  </a:lnTo>
                  <a:lnTo>
                    <a:pt x="2483013" y="15910"/>
                  </a:lnTo>
                  <a:lnTo>
                    <a:pt x="2483709" y="23279"/>
                  </a:lnTo>
                  <a:lnTo>
                    <a:pt x="2484405" y="30530"/>
                  </a:lnTo>
                  <a:lnTo>
                    <a:pt x="2485101" y="39583"/>
                  </a:lnTo>
                  <a:lnTo>
                    <a:pt x="2485798" y="50518"/>
                  </a:lnTo>
                  <a:lnTo>
                    <a:pt x="2486494" y="61901"/>
                  </a:lnTo>
                  <a:lnTo>
                    <a:pt x="2487190" y="72845"/>
                  </a:lnTo>
                  <a:lnTo>
                    <a:pt x="2487886" y="84509"/>
                  </a:lnTo>
                  <a:lnTo>
                    <a:pt x="2488582" y="96120"/>
                  </a:lnTo>
                  <a:lnTo>
                    <a:pt x="2489278" y="107570"/>
                  </a:lnTo>
                  <a:lnTo>
                    <a:pt x="2489975" y="119070"/>
                  </a:lnTo>
                  <a:lnTo>
                    <a:pt x="2490671" y="130442"/>
                  </a:lnTo>
                  <a:lnTo>
                    <a:pt x="2491367" y="140550"/>
                  </a:lnTo>
                  <a:lnTo>
                    <a:pt x="2492063" y="151725"/>
                  </a:lnTo>
                  <a:lnTo>
                    <a:pt x="2492759" y="163101"/>
                  </a:lnTo>
                  <a:lnTo>
                    <a:pt x="2493455" y="175095"/>
                  </a:lnTo>
                  <a:lnTo>
                    <a:pt x="2494152" y="186598"/>
                  </a:lnTo>
                  <a:lnTo>
                    <a:pt x="2494848" y="198121"/>
                  </a:lnTo>
                  <a:lnTo>
                    <a:pt x="2495544" y="209203"/>
                  </a:lnTo>
                  <a:lnTo>
                    <a:pt x="2496240" y="219173"/>
                  </a:lnTo>
                  <a:lnTo>
                    <a:pt x="2496936" y="227720"/>
                  </a:lnTo>
                  <a:lnTo>
                    <a:pt x="2497633" y="236348"/>
                  </a:lnTo>
                  <a:lnTo>
                    <a:pt x="2498329" y="244772"/>
                  </a:lnTo>
                  <a:lnTo>
                    <a:pt x="2499025" y="254293"/>
                  </a:lnTo>
                  <a:lnTo>
                    <a:pt x="2499721" y="264306"/>
                  </a:lnTo>
                  <a:lnTo>
                    <a:pt x="2500417" y="274854"/>
                  </a:lnTo>
                  <a:lnTo>
                    <a:pt x="2501113" y="284938"/>
                  </a:lnTo>
                  <a:lnTo>
                    <a:pt x="2501810" y="295047"/>
                  </a:lnTo>
                  <a:lnTo>
                    <a:pt x="2502506" y="304185"/>
                  </a:lnTo>
                  <a:lnTo>
                    <a:pt x="2503202" y="311733"/>
                  </a:lnTo>
                  <a:lnTo>
                    <a:pt x="2503898" y="316724"/>
                  </a:lnTo>
                  <a:lnTo>
                    <a:pt x="2504594" y="322095"/>
                  </a:lnTo>
                  <a:lnTo>
                    <a:pt x="2505290" y="327638"/>
                  </a:lnTo>
                  <a:lnTo>
                    <a:pt x="2505987" y="333059"/>
                  </a:lnTo>
                  <a:lnTo>
                    <a:pt x="2506683" y="338438"/>
                  </a:lnTo>
                  <a:lnTo>
                    <a:pt x="2507379" y="344436"/>
                  </a:lnTo>
                  <a:lnTo>
                    <a:pt x="2508075" y="350676"/>
                  </a:lnTo>
                  <a:lnTo>
                    <a:pt x="2508771" y="356455"/>
                  </a:lnTo>
                  <a:lnTo>
                    <a:pt x="2509468" y="361746"/>
                  </a:lnTo>
                  <a:lnTo>
                    <a:pt x="2510164" y="366170"/>
                  </a:lnTo>
                  <a:lnTo>
                    <a:pt x="2510860" y="369818"/>
                  </a:lnTo>
                  <a:lnTo>
                    <a:pt x="2511556" y="373119"/>
                  </a:lnTo>
                  <a:lnTo>
                    <a:pt x="2512252" y="378336"/>
                  </a:lnTo>
                  <a:lnTo>
                    <a:pt x="2512948" y="383358"/>
                  </a:lnTo>
                  <a:lnTo>
                    <a:pt x="2513645" y="388179"/>
                  </a:lnTo>
                  <a:lnTo>
                    <a:pt x="2514341" y="392775"/>
                  </a:lnTo>
                  <a:lnTo>
                    <a:pt x="2515037" y="396064"/>
                  </a:lnTo>
                  <a:lnTo>
                    <a:pt x="2515733" y="398407"/>
                  </a:lnTo>
                  <a:lnTo>
                    <a:pt x="2516429" y="401485"/>
                  </a:lnTo>
                  <a:lnTo>
                    <a:pt x="2517125" y="402845"/>
                  </a:lnTo>
                  <a:lnTo>
                    <a:pt x="2517822" y="404737"/>
                  </a:lnTo>
                  <a:lnTo>
                    <a:pt x="2518518" y="407718"/>
                  </a:lnTo>
                  <a:lnTo>
                    <a:pt x="2519214" y="409473"/>
                  </a:lnTo>
                  <a:lnTo>
                    <a:pt x="2519910" y="412290"/>
                  </a:lnTo>
                  <a:lnTo>
                    <a:pt x="2520606" y="414925"/>
                  </a:lnTo>
                  <a:lnTo>
                    <a:pt x="2521302" y="412919"/>
                  </a:lnTo>
                  <a:lnTo>
                    <a:pt x="2521999" y="409798"/>
                  </a:lnTo>
                  <a:lnTo>
                    <a:pt x="2522695" y="407028"/>
                  </a:lnTo>
                  <a:lnTo>
                    <a:pt x="2523391" y="403954"/>
                  </a:lnTo>
                  <a:lnTo>
                    <a:pt x="2524087" y="399494"/>
                  </a:lnTo>
                  <a:lnTo>
                    <a:pt x="2524783" y="394690"/>
                  </a:lnTo>
                  <a:lnTo>
                    <a:pt x="2525480" y="389376"/>
                  </a:lnTo>
                  <a:lnTo>
                    <a:pt x="2526176" y="382278"/>
                  </a:lnTo>
                  <a:lnTo>
                    <a:pt x="2526872" y="375288"/>
                  </a:lnTo>
                  <a:lnTo>
                    <a:pt x="2527568" y="367126"/>
                  </a:lnTo>
                  <a:lnTo>
                    <a:pt x="2528264" y="358542"/>
                  </a:lnTo>
                  <a:lnTo>
                    <a:pt x="2528960" y="350563"/>
                  </a:lnTo>
                  <a:lnTo>
                    <a:pt x="2529657" y="342652"/>
                  </a:lnTo>
                  <a:lnTo>
                    <a:pt x="2530353" y="334415"/>
                  </a:lnTo>
                  <a:lnTo>
                    <a:pt x="2531049" y="325255"/>
                  </a:lnTo>
                  <a:lnTo>
                    <a:pt x="2531745" y="315942"/>
                  </a:lnTo>
                  <a:lnTo>
                    <a:pt x="2532441" y="306540"/>
                  </a:lnTo>
                  <a:lnTo>
                    <a:pt x="2533137" y="295086"/>
                  </a:lnTo>
                  <a:lnTo>
                    <a:pt x="2533834" y="282407"/>
                  </a:lnTo>
                  <a:lnTo>
                    <a:pt x="2534530" y="268682"/>
                  </a:lnTo>
                  <a:lnTo>
                    <a:pt x="2535226" y="255604"/>
                  </a:lnTo>
                  <a:lnTo>
                    <a:pt x="2535922" y="243163"/>
                  </a:lnTo>
                  <a:lnTo>
                    <a:pt x="2536618" y="231832"/>
                  </a:lnTo>
                  <a:lnTo>
                    <a:pt x="2537315" y="220042"/>
                  </a:lnTo>
                  <a:lnTo>
                    <a:pt x="2538011" y="209337"/>
                  </a:lnTo>
                  <a:lnTo>
                    <a:pt x="2538707" y="199125"/>
                  </a:lnTo>
                  <a:lnTo>
                    <a:pt x="2539403" y="189800"/>
                  </a:lnTo>
                  <a:lnTo>
                    <a:pt x="2540099" y="180401"/>
                  </a:lnTo>
                  <a:lnTo>
                    <a:pt x="2540795" y="172215"/>
                  </a:lnTo>
                  <a:lnTo>
                    <a:pt x="2541492" y="163418"/>
                  </a:lnTo>
                  <a:lnTo>
                    <a:pt x="2542188" y="156141"/>
                  </a:lnTo>
                  <a:lnTo>
                    <a:pt x="2542884" y="150856"/>
                  </a:lnTo>
                  <a:lnTo>
                    <a:pt x="2543580" y="147054"/>
                  </a:lnTo>
                  <a:lnTo>
                    <a:pt x="2544276" y="144851"/>
                  </a:lnTo>
                  <a:lnTo>
                    <a:pt x="2544972" y="142985"/>
                  </a:lnTo>
                  <a:lnTo>
                    <a:pt x="2545669" y="141931"/>
                  </a:lnTo>
                  <a:lnTo>
                    <a:pt x="2546365" y="140786"/>
                  </a:lnTo>
                  <a:lnTo>
                    <a:pt x="2547061" y="139697"/>
                  </a:lnTo>
                  <a:lnTo>
                    <a:pt x="2547757" y="139617"/>
                  </a:lnTo>
                  <a:lnTo>
                    <a:pt x="2548453" y="139721"/>
                  </a:lnTo>
                  <a:lnTo>
                    <a:pt x="2549150" y="140521"/>
                  </a:lnTo>
                  <a:lnTo>
                    <a:pt x="2549846" y="141363"/>
                  </a:lnTo>
                  <a:lnTo>
                    <a:pt x="2550542" y="141328"/>
                  </a:lnTo>
                  <a:lnTo>
                    <a:pt x="2551238" y="142572"/>
                  </a:lnTo>
                  <a:lnTo>
                    <a:pt x="2551934" y="143982"/>
                  </a:lnTo>
                  <a:lnTo>
                    <a:pt x="2552630" y="145275"/>
                  </a:lnTo>
                  <a:lnTo>
                    <a:pt x="2553327" y="145874"/>
                  </a:lnTo>
                  <a:lnTo>
                    <a:pt x="2554023" y="145198"/>
                  </a:lnTo>
                  <a:lnTo>
                    <a:pt x="2554719" y="143214"/>
                  </a:lnTo>
                  <a:lnTo>
                    <a:pt x="2555415" y="141089"/>
                  </a:lnTo>
                  <a:lnTo>
                    <a:pt x="2556111" y="137873"/>
                  </a:lnTo>
                  <a:lnTo>
                    <a:pt x="2556807" y="139093"/>
                  </a:lnTo>
                  <a:lnTo>
                    <a:pt x="2557504" y="142610"/>
                  </a:lnTo>
                  <a:lnTo>
                    <a:pt x="2558200" y="146276"/>
                  </a:lnTo>
                  <a:lnTo>
                    <a:pt x="2558896" y="150692"/>
                  </a:lnTo>
                  <a:lnTo>
                    <a:pt x="2559592" y="156487"/>
                  </a:lnTo>
                  <a:lnTo>
                    <a:pt x="2560288" y="162359"/>
                  </a:lnTo>
                  <a:lnTo>
                    <a:pt x="2560984" y="167584"/>
                  </a:lnTo>
                  <a:lnTo>
                    <a:pt x="2561681" y="174317"/>
                  </a:lnTo>
                  <a:lnTo>
                    <a:pt x="2562377" y="182105"/>
                  </a:lnTo>
                  <a:lnTo>
                    <a:pt x="2563073" y="190685"/>
                  </a:lnTo>
                  <a:lnTo>
                    <a:pt x="2563769" y="200114"/>
                  </a:lnTo>
                  <a:lnTo>
                    <a:pt x="2564465" y="208939"/>
                  </a:lnTo>
                  <a:lnTo>
                    <a:pt x="2565162" y="218012"/>
                  </a:lnTo>
                  <a:lnTo>
                    <a:pt x="2565858" y="225365"/>
                  </a:lnTo>
                  <a:lnTo>
                    <a:pt x="2566554" y="233392"/>
                  </a:lnTo>
                  <a:lnTo>
                    <a:pt x="2567250" y="240887"/>
                  </a:lnTo>
                  <a:lnTo>
                    <a:pt x="2567946" y="247761"/>
                  </a:lnTo>
                  <a:lnTo>
                    <a:pt x="2568642" y="254481"/>
                  </a:lnTo>
                  <a:lnTo>
                    <a:pt x="2569339" y="262929"/>
                  </a:lnTo>
                  <a:lnTo>
                    <a:pt x="2570035" y="272189"/>
                  </a:lnTo>
                  <a:lnTo>
                    <a:pt x="2570731" y="280531"/>
                  </a:lnTo>
                  <a:lnTo>
                    <a:pt x="2571427" y="288645"/>
                  </a:lnTo>
                  <a:lnTo>
                    <a:pt x="2572123" y="295258"/>
                  </a:lnTo>
                  <a:lnTo>
                    <a:pt x="2572819" y="300688"/>
                  </a:lnTo>
                  <a:lnTo>
                    <a:pt x="2573516" y="304743"/>
                  </a:lnTo>
                  <a:lnTo>
                    <a:pt x="2574212" y="308586"/>
                  </a:lnTo>
                  <a:lnTo>
                    <a:pt x="2574908" y="312373"/>
                  </a:lnTo>
                  <a:lnTo>
                    <a:pt x="2575604" y="315853"/>
                  </a:lnTo>
                  <a:lnTo>
                    <a:pt x="2576300" y="319356"/>
                  </a:lnTo>
                  <a:lnTo>
                    <a:pt x="2576997" y="323501"/>
                  </a:lnTo>
                  <a:lnTo>
                    <a:pt x="2577693" y="327975"/>
                  </a:lnTo>
                  <a:lnTo>
                    <a:pt x="2578389" y="332081"/>
                  </a:lnTo>
                  <a:lnTo>
                    <a:pt x="2579085" y="334834"/>
                  </a:lnTo>
                  <a:lnTo>
                    <a:pt x="2579781" y="336317"/>
                  </a:lnTo>
                  <a:lnTo>
                    <a:pt x="2580477" y="336403"/>
                  </a:lnTo>
                  <a:lnTo>
                    <a:pt x="2581174" y="335929"/>
                  </a:lnTo>
                  <a:lnTo>
                    <a:pt x="2581870" y="335060"/>
                  </a:lnTo>
                  <a:lnTo>
                    <a:pt x="2582566" y="334067"/>
                  </a:lnTo>
                  <a:lnTo>
                    <a:pt x="2583262" y="332190"/>
                  </a:lnTo>
                  <a:lnTo>
                    <a:pt x="2583958" y="331321"/>
                  </a:lnTo>
                  <a:lnTo>
                    <a:pt x="2584654" y="330453"/>
                  </a:lnTo>
                  <a:lnTo>
                    <a:pt x="2585351" y="329198"/>
                  </a:lnTo>
                  <a:lnTo>
                    <a:pt x="2586047" y="329101"/>
                  </a:lnTo>
                  <a:lnTo>
                    <a:pt x="2586743" y="328900"/>
                  </a:lnTo>
                  <a:lnTo>
                    <a:pt x="2587439" y="327689"/>
                  </a:lnTo>
                  <a:lnTo>
                    <a:pt x="2588135" y="326782"/>
                  </a:lnTo>
                  <a:lnTo>
                    <a:pt x="2588831" y="325857"/>
                  </a:lnTo>
                  <a:lnTo>
                    <a:pt x="2589528" y="325032"/>
                  </a:lnTo>
                  <a:lnTo>
                    <a:pt x="2590224" y="324448"/>
                  </a:lnTo>
                  <a:lnTo>
                    <a:pt x="2590920" y="325002"/>
                  </a:lnTo>
                  <a:lnTo>
                    <a:pt x="2591616" y="326124"/>
                  </a:lnTo>
                  <a:lnTo>
                    <a:pt x="2592312" y="327264"/>
                  </a:lnTo>
                  <a:lnTo>
                    <a:pt x="2593009" y="327184"/>
                  </a:lnTo>
                  <a:lnTo>
                    <a:pt x="2593705" y="327265"/>
                  </a:lnTo>
                  <a:lnTo>
                    <a:pt x="2594401" y="326618"/>
                  </a:lnTo>
                  <a:lnTo>
                    <a:pt x="2595097" y="325034"/>
                  </a:lnTo>
                  <a:lnTo>
                    <a:pt x="2595793" y="323179"/>
                  </a:lnTo>
                  <a:lnTo>
                    <a:pt x="2596489" y="322631"/>
                  </a:lnTo>
                  <a:lnTo>
                    <a:pt x="2597186" y="322189"/>
                  </a:lnTo>
                  <a:lnTo>
                    <a:pt x="2597882" y="322091"/>
                  </a:lnTo>
                  <a:lnTo>
                    <a:pt x="2598578" y="322098"/>
                  </a:lnTo>
                  <a:lnTo>
                    <a:pt x="2599274" y="321192"/>
                  </a:lnTo>
                  <a:lnTo>
                    <a:pt x="2599970" y="321661"/>
                  </a:lnTo>
                  <a:lnTo>
                    <a:pt x="2600666" y="323309"/>
                  </a:lnTo>
                  <a:lnTo>
                    <a:pt x="2601363" y="326722"/>
                  </a:lnTo>
                  <a:lnTo>
                    <a:pt x="2602059" y="329211"/>
                  </a:lnTo>
                  <a:lnTo>
                    <a:pt x="2602755" y="332530"/>
                  </a:lnTo>
                  <a:lnTo>
                    <a:pt x="2603451" y="336245"/>
                  </a:lnTo>
                  <a:lnTo>
                    <a:pt x="2604147" y="341092"/>
                  </a:lnTo>
                  <a:lnTo>
                    <a:pt x="2604844" y="346125"/>
                  </a:lnTo>
                  <a:lnTo>
                    <a:pt x="2605540" y="351584"/>
                  </a:lnTo>
                  <a:lnTo>
                    <a:pt x="2606236" y="357429"/>
                  </a:lnTo>
                  <a:lnTo>
                    <a:pt x="2606932" y="363070"/>
                  </a:lnTo>
                  <a:lnTo>
                    <a:pt x="2607628" y="369210"/>
                  </a:lnTo>
                  <a:lnTo>
                    <a:pt x="2608324" y="375936"/>
                  </a:lnTo>
                  <a:lnTo>
                    <a:pt x="2609021" y="382513"/>
                  </a:lnTo>
                  <a:lnTo>
                    <a:pt x="2609717" y="388969"/>
                  </a:lnTo>
                  <a:lnTo>
                    <a:pt x="2610413" y="393940"/>
                  </a:lnTo>
                  <a:lnTo>
                    <a:pt x="2611109" y="399427"/>
                  </a:lnTo>
                  <a:lnTo>
                    <a:pt x="2611805" y="403200"/>
                  </a:lnTo>
                  <a:lnTo>
                    <a:pt x="2612501" y="407190"/>
                  </a:lnTo>
                  <a:lnTo>
                    <a:pt x="2613198" y="410139"/>
                  </a:lnTo>
                  <a:lnTo>
                    <a:pt x="2613894" y="411457"/>
                  </a:lnTo>
                  <a:lnTo>
                    <a:pt x="2614590" y="412578"/>
                  </a:lnTo>
                  <a:lnTo>
                    <a:pt x="2615286" y="412645"/>
                  </a:lnTo>
                  <a:lnTo>
                    <a:pt x="2615982" y="414171"/>
                  </a:lnTo>
                  <a:lnTo>
                    <a:pt x="2616678" y="416192"/>
                  </a:lnTo>
                  <a:lnTo>
                    <a:pt x="2617375" y="419469"/>
                  </a:lnTo>
                  <a:lnTo>
                    <a:pt x="2618071" y="423242"/>
                  </a:lnTo>
                  <a:lnTo>
                    <a:pt x="2618767" y="427371"/>
                  </a:lnTo>
                  <a:lnTo>
                    <a:pt x="2619463" y="432012"/>
                  </a:lnTo>
                  <a:lnTo>
                    <a:pt x="2620159" y="437791"/>
                  </a:lnTo>
                  <a:lnTo>
                    <a:pt x="2620856" y="445422"/>
                  </a:lnTo>
                  <a:lnTo>
                    <a:pt x="2621552" y="452768"/>
                  </a:lnTo>
                  <a:lnTo>
                    <a:pt x="2622248" y="460550"/>
                  </a:lnTo>
                  <a:lnTo>
                    <a:pt x="2622944" y="470369"/>
                  </a:lnTo>
                  <a:lnTo>
                    <a:pt x="2623640" y="481742"/>
                  </a:lnTo>
                  <a:lnTo>
                    <a:pt x="2624336" y="496274"/>
                  </a:lnTo>
                  <a:lnTo>
                    <a:pt x="2625033" y="514031"/>
                  </a:lnTo>
                  <a:lnTo>
                    <a:pt x="2625729" y="535293"/>
                  </a:lnTo>
                  <a:lnTo>
                    <a:pt x="2626425" y="555756"/>
                  </a:lnTo>
                  <a:lnTo>
                    <a:pt x="2627121" y="573879"/>
                  </a:lnTo>
                  <a:lnTo>
                    <a:pt x="2627817" y="589471"/>
                  </a:lnTo>
                  <a:lnTo>
                    <a:pt x="2628513" y="603026"/>
                  </a:lnTo>
                  <a:lnTo>
                    <a:pt x="2629210" y="613186"/>
                  </a:lnTo>
                  <a:lnTo>
                    <a:pt x="2629906" y="621552"/>
                  </a:lnTo>
                  <a:lnTo>
                    <a:pt x="2630602" y="631386"/>
                  </a:lnTo>
                  <a:lnTo>
                    <a:pt x="2631298" y="640091"/>
                  </a:lnTo>
                  <a:lnTo>
                    <a:pt x="2631994" y="647940"/>
                  </a:lnTo>
                  <a:lnTo>
                    <a:pt x="2632691" y="656870"/>
                  </a:lnTo>
                  <a:lnTo>
                    <a:pt x="2633387" y="664990"/>
                  </a:lnTo>
                  <a:lnTo>
                    <a:pt x="2634083" y="670480"/>
                  </a:lnTo>
                  <a:lnTo>
                    <a:pt x="2634779" y="675209"/>
                  </a:lnTo>
                  <a:lnTo>
                    <a:pt x="2635475" y="678080"/>
                  </a:lnTo>
                  <a:lnTo>
                    <a:pt x="2636171" y="678776"/>
                  </a:lnTo>
                  <a:lnTo>
                    <a:pt x="2636868" y="677703"/>
                  </a:lnTo>
                  <a:lnTo>
                    <a:pt x="2637564" y="676193"/>
                  </a:lnTo>
                  <a:lnTo>
                    <a:pt x="2638260" y="673080"/>
                  </a:lnTo>
                  <a:lnTo>
                    <a:pt x="2638956" y="670679"/>
                  </a:lnTo>
                  <a:lnTo>
                    <a:pt x="2639652" y="669584"/>
                  </a:lnTo>
                  <a:lnTo>
                    <a:pt x="2640348" y="666674"/>
                  </a:lnTo>
                  <a:lnTo>
                    <a:pt x="2641045" y="662427"/>
                  </a:lnTo>
                  <a:lnTo>
                    <a:pt x="2641741" y="657401"/>
                  </a:lnTo>
                  <a:lnTo>
                    <a:pt x="2642437" y="652094"/>
                  </a:lnTo>
                  <a:lnTo>
                    <a:pt x="2643133" y="646354"/>
                  </a:lnTo>
                  <a:lnTo>
                    <a:pt x="2643829" y="641511"/>
                  </a:lnTo>
                  <a:lnTo>
                    <a:pt x="2644526" y="637242"/>
                  </a:lnTo>
                  <a:lnTo>
                    <a:pt x="2645222" y="632724"/>
                  </a:lnTo>
                  <a:lnTo>
                    <a:pt x="2645918" y="628670"/>
                  </a:lnTo>
                  <a:lnTo>
                    <a:pt x="2646614" y="625612"/>
                  </a:lnTo>
                  <a:lnTo>
                    <a:pt x="2647310" y="622454"/>
                  </a:lnTo>
                  <a:lnTo>
                    <a:pt x="2648006" y="619873"/>
                  </a:lnTo>
                  <a:lnTo>
                    <a:pt x="2648703" y="617822"/>
                  </a:lnTo>
                  <a:lnTo>
                    <a:pt x="2649399" y="616115"/>
                  </a:lnTo>
                  <a:lnTo>
                    <a:pt x="2650095" y="613932"/>
                  </a:lnTo>
                  <a:lnTo>
                    <a:pt x="2650791" y="614070"/>
                  </a:lnTo>
                  <a:lnTo>
                    <a:pt x="2651487" y="613618"/>
                  </a:lnTo>
                  <a:lnTo>
                    <a:pt x="2652183" y="613173"/>
                  </a:lnTo>
                  <a:lnTo>
                    <a:pt x="2652880" y="613126"/>
                  </a:lnTo>
                  <a:lnTo>
                    <a:pt x="2653576" y="612720"/>
                  </a:lnTo>
                  <a:lnTo>
                    <a:pt x="2654272" y="611595"/>
                  </a:lnTo>
                  <a:lnTo>
                    <a:pt x="2654968" y="609798"/>
                  </a:lnTo>
                  <a:lnTo>
                    <a:pt x="2655664" y="606743"/>
                  </a:lnTo>
                  <a:lnTo>
                    <a:pt x="2656360" y="601727"/>
                  </a:lnTo>
                  <a:lnTo>
                    <a:pt x="2657057" y="596250"/>
                  </a:lnTo>
                  <a:lnTo>
                    <a:pt x="2657753" y="591340"/>
                  </a:lnTo>
                  <a:lnTo>
                    <a:pt x="2658449" y="584095"/>
                  </a:lnTo>
                  <a:lnTo>
                    <a:pt x="2659145" y="576282"/>
                  </a:lnTo>
                  <a:lnTo>
                    <a:pt x="2659841" y="566061"/>
                  </a:lnTo>
                  <a:lnTo>
                    <a:pt x="2660538" y="552903"/>
                  </a:lnTo>
                  <a:lnTo>
                    <a:pt x="2661234" y="537013"/>
                  </a:lnTo>
                  <a:lnTo>
                    <a:pt x="2661930" y="519944"/>
                  </a:lnTo>
                  <a:lnTo>
                    <a:pt x="2662626" y="505231"/>
                  </a:lnTo>
                  <a:lnTo>
                    <a:pt x="2663322" y="492529"/>
                  </a:lnTo>
                  <a:lnTo>
                    <a:pt x="2664018" y="481978"/>
                  </a:lnTo>
                  <a:lnTo>
                    <a:pt x="2664715" y="474501"/>
                  </a:lnTo>
                  <a:lnTo>
                    <a:pt x="2665411" y="468896"/>
                  </a:lnTo>
                  <a:lnTo>
                    <a:pt x="2666107" y="462916"/>
                  </a:lnTo>
                  <a:lnTo>
                    <a:pt x="2666803" y="458753"/>
                  </a:lnTo>
                  <a:lnTo>
                    <a:pt x="2667499" y="454792"/>
                  </a:lnTo>
                  <a:lnTo>
                    <a:pt x="2668195" y="448739"/>
                  </a:lnTo>
                  <a:lnTo>
                    <a:pt x="2668892" y="444388"/>
                  </a:lnTo>
                  <a:lnTo>
                    <a:pt x="2669588" y="443249"/>
                  </a:lnTo>
                  <a:lnTo>
                    <a:pt x="2670284" y="443091"/>
                  </a:lnTo>
                  <a:lnTo>
                    <a:pt x="2670980" y="443961"/>
                  </a:lnTo>
                  <a:lnTo>
                    <a:pt x="2671676" y="444957"/>
                  </a:lnTo>
                  <a:lnTo>
                    <a:pt x="2672373" y="447350"/>
                  </a:lnTo>
                  <a:lnTo>
                    <a:pt x="2673069" y="451898"/>
                  </a:lnTo>
                  <a:lnTo>
                    <a:pt x="2673765" y="457684"/>
                  </a:lnTo>
                  <a:lnTo>
                    <a:pt x="2674461" y="463098"/>
                  </a:lnTo>
                  <a:lnTo>
                    <a:pt x="2675157" y="467214"/>
                  </a:lnTo>
                  <a:lnTo>
                    <a:pt x="2675853" y="473283"/>
                  </a:lnTo>
                  <a:lnTo>
                    <a:pt x="2676550" y="478433"/>
                  </a:lnTo>
                  <a:lnTo>
                    <a:pt x="2677246" y="484325"/>
                  </a:lnTo>
                  <a:lnTo>
                    <a:pt x="2677942" y="490558"/>
                  </a:lnTo>
                  <a:lnTo>
                    <a:pt x="2678638" y="497961"/>
                  </a:lnTo>
                  <a:lnTo>
                    <a:pt x="2679334" y="505734"/>
                  </a:lnTo>
                  <a:lnTo>
                    <a:pt x="2680030" y="514055"/>
                  </a:lnTo>
                  <a:lnTo>
                    <a:pt x="2680727" y="523552"/>
                  </a:lnTo>
                  <a:lnTo>
                    <a:pt x="2681423" y="533673"/>
                  </a:lnTo>
                  <a:lnTo>
                    <a:pt x="2682119" y="544426"/>
                  </a:lnTo>
                  <a:lnTo>
                    <a:pt x="2682815" y="557816"/>
                  </a:lnTo>
                  <a:lnTo>
                    <a:pt x="2683511" y="570309"/>
                  </a:lnTo>
                  <a:lnTo>
                    <a:pt x="2684207" y="581980"/>
                  </a:lnTo>
                  <a:lnTo>
                    <a:pt x="2684904" y="594062"/>
                  </a:lnTo>
                  <a:lnTo>
                    <a:pt x="2685600" y="606850"/>
                  </a:lnTo>
                  <a:lnTo>
                    <a:pt x="2686296" y="618142"/>
                  </a:lnTo>
                  <a:lnTo>
                    <a:pt x="2686992" y="632310"/>
                  </a:lnTo>
                  <a:lnTo>
                    <a:pt x="2687688" y="647865"/>
                  </a:lnTo>
                  <a:lnTo>
                    <a:pt x="2688385" y="663225"/>
                  </a:lnTo>
                  <a:lnTo>
                    <a:pt x="2689081" y="678322"/>
                  </a:lnTo>
                  <a:lnTo>
                    <a:pt x="2689777" y="689775"/>
                  </a:lnTo>
                  <a:lnTo>
                    <a:pt x="2690473" y="700790"/>
                  </a:lnTo>
                  <a:lnTo>
                    <a:pt x="2691169" y="709738"/>
                  </a:lnTo>
                  <a:lnTo>
                    <a:pt x="2691865" y="718539"/>
                  </a:lnTo>
                  <a:lnTo>
                    <a:pt x="2692562" y="726841"/>
                  </a:lnTo>
                  <a:lnTo>
                    <a:pt x="2693258" y="733911"/>
                  </a:lnTo>
                  <a:lnTo>
                    <a:pt x="2693954" y="740964"/>
                  </a:lnTo>
                  <a:lnTo>
                    <a:pt x="2694650" y="748980"/>
                  </a:lnTo>
                  <a:lnTo>
                    <a:pt x="2695346" y="758032"/>
                  </a:lnTo>
                  <a:lnTo>
                    <a:pt x="2696042" y="765826"/>
                  </a:lnTo>
                  <a:lnTo>
                    <a:pt x="2696739" y="772863"/>
                  </a:lnTo>
                  <a:lnTo>
                    <a:pt x="2697435" y="780054"/>
                  </a:lnTo>
                  <a:lnTo>
                    <a:pt x="2698131" y="788000"/>
                  </a:lnTo>
                  <a:lnTo>
                    <a:pt x="2698827" y="796142"/>
                  </a:lnTo>
                  <a:lnTo>
                    <a:pt x="2699523" y="804804"/>
                  </a:lnTo>
                  <a:lnTo>
                    <a:pt x="2700220" y="815432"/>
                  </a:lnTo>
                  <a:lnTo>
                    <a:pt x="2700916" y="825133"/>
                  </a:lnTo>
                  <a:lnTo>
                    <a:pt x="2701612" y="835165"/>
                  </a:lnTo>
                  <a:lnTo>
                    <a:pt x="2702308" y="845220"/>
                  </a:lnTo>
                  <a:lnTo>
                    <a:pt x="2703004" y="855574"/>
                  </a:lnTo>
                  <a:lnTo>
                    <a:pt x="2703700" y="865706"/>
                  </a:lnTo>
                  <a:lnTo>
                    <a:pt x="2704397" y="873986"/>
                  </a:lnTo>
                  <a:lnTo>
                    <a:pt x="2705093" y="880308"/>
                  </a:lnTo>
                  <a:lnTo>
                    <a:pt x="2705789" y="887537"/>
                  </a:lnTo>
                  <a:lnTo>
                    <a:pt x="2706485" y="897008"/>
                  </a:lnTo>
                  <a:lnTo>
                    <a:pt x="2707181" y="907706"/>
                  </a:lnTo>
                  <a:lnTo>
                    <a:pt x="2707877" y="919190"/>
                  </a:lnTo>
                  <a:lnTo>
                    <a:pt x="2708574" y="928396"/>
                  </a:lnTo>
                  <a:lnTo>
                    <a:pt x="2709270" y="938488"/>
                  </a:lnTo>
                  <a:lnTo>
                    <a:pt x="2709966" y="949419"/>
                  </a:lnTo>
                  <a:lnTo>
                    <a:pt x="2710662" y="959428"/>
                  </a:lnTo>
                  <a:lnTo>
                    <a:pt x="2711358" y="970445"/>
                  </a:lnTo>
                  <a:lnTo>
                    <a:pt x="2712055" y="983564"/>
                  </a:lnTo>
                  <a:lnTo>
                    <a:pt x="2712751" y="1000048"/>
                  </a:lnTo>
                  <a:lnTo>
                    <a:pt x="2713447" y="1015366"/>
                  </a:lnTo>
                  <a:lnTo>
                    <a:pt x="2714143" y="1030714"/>
                  </a:lnTo>
                  <a:lnTo>
                    <a:pt x="2714839" y="1045690"/>
                  </a:lnTo>
                  <a:lnTo>
                    <a:pt x="2715535" y="1060124"/>
                  </a:lnTo>
                  <a:lnTo>
                    <a:pt x="2716232" y="1073601"/>
                  </a:lnTo>
                  <a:lnTo>
                    <a:pt x="2716928" y="1087137"/>
                  </a:lnTo>
                  <a:lnTo>
                    <a:pt x="2717624" y="1098991"/>
                  </a:lnTo>
                  <a:lnTo>
                    <a:pt x="2718320" y="1109677"/>
                  </a:lnTo>
                  <a:lnTo>
                    <a:pt x="2719016" y="1120678"/>
                  </a:lnTo>
                  <a:lnTo>
                    <a:pt x="2719712" y="1133513"/>
                  </a:lnTo>
                  <a:lnTo>
                    <a:pt x="2720409" y="1145727"/>
                  </a:lnTo>
                  <a:lnTo>
                    <a:pt x="2721105" y="1159766"/>
                  </a:lnTo>
                  <a:lnTo>
                    <a:pt x="2721801" y="1173648"/>
                  </a:lnTo>
                  <a:lnTo>
                    <a:pt x="2722497" y="1186466"/>
                  </a:lnTo>
                  <a:lnTo>
                    <a:pt x="2723193" y="1194165"/>
                  </a:lnTo>
                  <a:lnTo>
                    <a:pt x="2723889" y="1203575"/>
                  </a:lnTo>
                  <a:lnTo>
                    <a:pt x="2724586" y="1212625"/>
                  </a:lnTo>
                  <a:lnTo>
                    <a:pt x="2725282" y="1226493"/>
                  </a:lnTo>
                  <a:lnTo>
                    <a:pt x="2725978" y="1238910"/>
                  </a:lnTo>
                  <a:lnTo>
                    <a:pt x="2726674" y="1253349"/>
                  </a:lnTo>
                  <a:lnTo>
                    <a:pt x="2727370" y="1264693"/>
                  </a:lnTo>
                  <a:lnTo>
                    <a:pt x="2728067" y="1276647"/>
                  </a:lnTo>
                  <a:lnTo>
                    <a:pt x="2728763" y="1287642"/>
                  </a:lnTo>
                  <a:lnTo>
                    <a:pt x="2729459" y="1297546"/>
                  </a:lnTo>
                  <a:lnTo>
                    <a:pt x="2730155" y="1306692"/>
                  </a:lnTo>
                  <a:lnTo>
                    <a:pt x="2730851" y="1314242"/>
                  </a:lnTo>
                  <a:lnTo>
                    <a:pt x="2731547" y="1320407"/>
                  </a:lnTo>
                  <a:lnTo>
                    <a:pt x="2732244" y="1327280"/>
                  </a:lnTo>
                  <a:lnTo>
                    <a:pt x="2732940" y="1334504"/>
                  </a:lnTo>
                  <a:lnTo>
                    <a:pt x="2733636" y="1339919"/>
                  </a:lnTo>
                  <a:lnTo>
                    <a:pt x="2734332" y="1343542"/>
                  </a:lnTo>
                  <a:lnTo>
                    <a:pt x="2735028" y="1345737"/>
                  </a:lnTo>
                  <a:lnTo>
                    <a:pt x="2735724" y="1345465"/>
                  </a:lnTo>
                  <a:lnTo>
                    <a:pt x="2736421" y="1346447"/>
                  </a:lnTo>
                  <a:lnTo>
                    <a:pt x="2737117" y="1345557"/>
                  </a:lnTo>
                  <a:lnTo>
                    <a:pt x="2737813" y="1345117"/>
                  </a:lnTo>
                  <a:lnTo>
                    <a:pt x="2738509" y="1343596"/>
                  </a:lnTo>
                  <a:lnTo>
                    <a:pt x="2739205" y="1343364"/>
                  </a:lnTo>
                  <a:lnTo>
                    <a:pt x="2739902" y="1343724"/>
                  </a:lnTo>
                  <a:lnTo>
                    <a:pt x="2740598" y="1344883"/>
                  </a:lnTo>
                  <a:lnTo>
                    <a:pt x="2741294" y="1345633"/>
                  </a:lnTo>
                  <a:lnTo>
                    <a:pt x="2741990" y="1344203"/>
                  </a:lnTo>
                  <a:lnTo>
                    <a:pt x="2742686" y="1340752"/>
                  </a:lnTo>
                  <a:lnTo>
                    <a:pt x="2743382" y="1336813"/>
                  </a:lnTo>
                  <a:lnTo>
                    <a:pt x="2744079" y="1335239"/>
                  </a:lnTo>
                  <a:lnTo>
                    <a:pt x="2744775" y="1334086"/>
                  </a:lnTo>
                  <a:lnTo>
                    <a:pt x="2745471" y="1331008"/>
                  </a:lnTo>
                  <a:lnTo>
                    <a:pt x="2746167" y="1328743"/>
                  </a:lnTo>
                  <a:lnTo>
                    <a:pt x="2746863" y="1323926"/>
                  </a:lnTo>
                  <a:lnTo>
                    <a:pt x="2747559" y="1317869"/>
                  </a:lnTo>
                  <a:lnTo>
                    <a:pt x="2748256" y="1305808"/>
                  </a:lnTo>
                  <a:lnTo>
                    <a:pt x="2748952" y="1293791"/>
                  </a:lnTo>
                  <a:lnTo>
                    <a:pt x="2749648" y="1281353"/>
                  </a:lnTo>
                  <a:lnTo>
                    <a:pt x="2750344" y="1270416"/>
                  </a:lnTo>
                  <a:lnTo>
                    <a:pt x="2751040" y="1260042"/>
                  </a:lnTo>
                  <a:lnTo>
                    <a:pt x="2751736" y="1248963"/>
                  </a:lnTo>
                  <a:lnTo>
                    <a:pt x="2752433" y="1236651"/>
                  </a:lnTo>
                  <a:lnTo>
                    <a:pt x="2753129" y="1225219"/>
                  </a:lnTo>
                  <a:lnTo>
                    <a:pt x="2753825" y="1212599"/>
                  </a:lnTo>
                  <a:lnTo>
                    <a:pt x="2754521" y="1198995"/>
                  </a:lnTo>
                  <a:lnTo>
                    <a:pt x="2755217" y="1183221"/>
                  </a:lnTo>
                  <a:lnTo>
                    <a:pt x="2755914" y="1166797"/>
                  </a:lnTo>
                  <a:lnTo>
                    <a:pt x="2756610" y="1148238"/>
                  </a:lnTo>
                  <a:lnTo>
                    <a:pt x="2757306" y="1129178"/>
                  </a:lnTo>
                  <a:lnTo>
                    <a:pt x="2758002" y="1107850"/>
                  </a:lnTo>
                  <a:lnTo>
                    <a:pt x="2758698" y="1090342"/>
                  </a:lnTo>
                  <a:lnTo>
                    <a:pt x="2759394" y="1072695"/>
                  </a:lnTo>
                  <a:lnTo>
                    <a:pt x="2760091" y="1055501"/>
                  </a:lnTo>
                  <a:lnTo>
                    <a:pt x="2760787" y="1036371"/>
                  </a:lnTo>
                  <a:lnTo>
                    <a:pt x="2761483" y="1016907"/>
                  </a:lnTo>
                  <a:lnTo>
                    <a:pt x="2762179" y="996321"/>
                  </a:lnTo>
                  <a:lnTo>
                    <a:pt x="2762875" y="979064"/>
                  </a:lnTo>
                  <a:lnTo>
                    <a:pt x="2763571" y="962428"/>
                  </a:lnTo>
                  <a:lnTo>
                    <a:pt x="2764268" y="947085"/>
                  </a:lnTo>
                  <a:lnTo>
                    <a:pt x="2764964" y="933179"/>
                  </a:lnTo>
                  <a:lnTo>
                    <a:pt x="2765660" y="919932"/>
                  </a:lnTo>
                  <a:lnTo>
                    <a:pt x="2766356" y="907866"/>
                  </a:lnTo>
                  <a:lnTo>
                    <a:pt x="2767052" y="898744"/>
                  </a:lnTo>
                  <a:lnTo>
                    <a:pt x="2767749" y="891042"/>
                  </a:lnTo>
                  <a:lnTo>
                    <a:pt x="2768445" y="884953"/>
                  </a:lnTo>
                  <a:lnTo>
                    <a:pt x="2769141" y="881062"/>
                  </a:lnTo>
                  <a:lnTo>
                    <a:pt x="2769837" y="877951"/>
                  </a:lnTo>
                  <a:lnTo>
                    <a:pt x="2770533" y="875570"/>
                  </a:lnTo>
                  <a:lnTo>
                    <a:pt x="2771229" y="874116"/>
                  </a:lnTo>
                  <a:lnTo>
                    <a:pt x="2771926" y="873586"/>
                  </a:lnTo>
                  <a:lnTo>
                    <a:pt x="2772622" y="877086"/>
                  </a:lnTo>
                  <a:lnTo>
                    <a:pt x="2773318" y="881469"/>
                  </a:lnTo>
                  <a:lnTo>
                    <a:pt x="2774014" y="884811"/>
                  </a:lnTo>
                  <a:lnTo>
                    <a:pt x="2774710" y="887504"/>
                  </a:lnTo>
                  <a:lnTo>
                    <a:pt x="2775406" y="891252"/>
                  </a:lnTo>
                  <a:lnTo>
                    <a:pt x="2776103" y="894457"/>
                  </a:lnTo>
                  <a:lnTo>
                    <a:pt x="2776799" y="897653"/>
                  </a:lnTo>
                  <a:lnTo>
                    <a:pt x="2777495" y="900300"/>
                  </a:lnTo>
                  <a:lnTo>
                    <a:pt x="2778191" y="904951"/>
                  </a:lnTo>
                  <a:lnTo>
                    <a:pt x="2778887" y="909583"/>
                  </a:lnTo>
                  <a:lnTo>
                    <a:pt x="2779583" y="912589"/>
                  </a:lnTo>
                  <a:lnTo>
                    <a:pt x="2780280" y="912311"/>
                  </a:lnTo>
                  <a:lnTo>
                    <a:pt x="2780976" y="915326"/>
                  </a:lnTo>
                  <a:lnTo>
                    <a:pt x="2781672" y="918422"/>
                  </a:lnTo>
                  <a:lnTo>
                    <a:pt x="2782368" y="921704"/>
                  </a:lnTo>
                  <a:lnTo>
                    <a:pt x="2783064" y="925217"/>
                  </a:lnTo>
                  <a:lnTo>
                    <a:pt x="2783761" y="930933"/>
                  </a:lnTo>
                  <a:lnTo>
                    <a:pt x="2784457" y="939089"/>
                  </a:lnTo>
                  <a:lnTo>
                    <a:pt x="2785153" y="946785"/>
                  </a:lnTo>
                  <a:lnTo>
                    <a:pt x="2785849" y="951273"/>
                  </a:lnTo>
                  <a:lnTo>
                    <a:pt x="2786545" y="955895"/>
                  </a:lnTo>
                  <a:lnTo>
                    <a:pt x="2787241" y="960370"/>
                  </a:lnTo>
                  <a:lnTo>
                    <a:pt x="2787938" y="965125"/>
                  </a:lnTo>
                  <a:lnTo>
                    <a:pt x="2788634" y="968766"/>
                  </a:lnTo>
                  <a:lnTo>
                    <a:pt x="2789330" y="972751"/>
                  </a:lnTo>
                  <a:lnTo>
                    <a:pt x="2790026" y="977183"/>
                  </a:lnTo>
                  <a:lnTo>
                    <a:pt x="2790722" y="982969"/>
                  </a:lnTo>
                  <a:lnTo>
                    <a:pt x="2791418" y="986151"/>
                  </a:lnTo>
                  <a:lnTo>
                    <a:pt x="2792115" y="987976"/>
                  </a:lnTo>
                  <a:lnTo>
                    <a:pt x="2792811" y="988689"/>
                  </a:lnTo>
                  <a:lnTo>
                    <a:pt x="2793507" y="990498"/>
                  </a:lnTo>
                  <a:lnTo>
                    <a:pt x="2794203" y="991079"/>
                  </a:lnTo>
                  <a:lnTo>
                    <a:pt x="2794899" y="989545"/>
                  </a:lnTo>
                  <a:lnTo>
                    <a:pt x="2795596" y="988505"/>
                  </a:lnTo>
                  <a:lnTo>
                    <a:pt x="2796292" y="987457"/>
                  </a:lnTo>
                  <a:lnTo>
                    <a:pt x="2796988" y="986375"/>
                  </a:lnTo>
                  <a:lnTo>
                    <a:pt x="2797684" y="985641"/>
                  </a:lnTo>
                  <a:lnTo>
                    <a:pt x="2798380" y="984549"/>
                  </a:lnTo>
                  <a:lnTo>
                    <a:pt x="2799076" y="983175"/>
                  </a:lnTo>
                  <a:lnTo>
                    <a:pt x="2799773" y="979937"/>
                  </a:lnTo>
                  <a:lnTo>
                    <a:pt x="2800469" y="976910"/>
                  </a:lnTo>
                  <a:lnTo>
                    <a:pt x="2801165" y="970722"/>
                  </a:lnTo>
                  <a:lnTo>
                    <a:pt x="2801861" y="964189"/>
                  </a:lnTo>
                  <a:lnTo>
                    <a:pt x="2802557" y="956974"/>
                  </a:lnTo>
                  <a:lnTo>
                    <a:pt x="2803253" y="947825"/>
                  </a:lnTo>
                  <a:lnTo>
                    <a:pt x="2803950" y="937324"/>
                  </a:lnTo>
                  <a:lnTo>
                    <a:pt x="2804646" y="925518"/>
                  </a:lnTo>
                  <a:lnTo>
                    <a:pt x="2805342" y="913852"/>
                  </a:lnTo>
                  <a:lnTo>
                    <a:pt x="2806038" y="901391"/>
                  </a:lnTo>
                  <a:lnTo>
                    <a:pt x="2806734" y="889650"/>
                  </a:lnTo>
                  <a:lnTo>
                    <a:pt x="2807431" y="877959"/>
                  </a:lnTo>
                  <a:lnTo>
                    <a:pt x="2808127" y="863045"/>
                  </a:lnTo>
                  <a:lnTo>
                    <a:pt x="2808823" y="846831"/>
                  </a:lnTo>
                  <a:lnTo>
                    <a:pt x="2809519" y="832736"/>
                  </a:lnTo>
                  <a:lnTo>
                    <a:pt x="2810215" y="820356"/>
                  </a:lnTo>
                  <a:lnTo>
                    <a:pt x="2810911" y="807326"/>
                  </a:lnTo>
                  <a:lnTo>
                    <a:pt x="2811608" y="797913"/>
                  </a:lnTo>
                  <a:lnTo>
                    <a:pt x="2812304" y="790372"/>
                  </a:lnTo>
                  <a:lnTo>
                    <a:pt x="2813000" y="785506"/>
                  </a:lnTo>
                  <a:lnTo>
                    <a:pt x="2813696" y="780942"/>
                  </a:lnTo>
                  <a:lnTo>
                    <a:pt x="2814392" y="774772"/>
                  </a:lnTo>
                  <a:lnTo>
                    <a:pt x="2815088" y="770237"/>
                  </a:lnTo>
                  <a:lnTo>
                    <a:pt x="2815785" y="768445"/>
                  </a:lnTo>
                  <a:lnTo>
                    <a:pt x="2816481" y="765072"/>
                  </a:lnTo>
                  <a:lnTo>
                    <a:pt x="2817177" y="760638"/>
                  </a:lnTo>
                  <a:lnTo>
                    <a:pt x="2817873" y="756421"/>
                  </a:lnTo>
                  <a:lnTo>
                    <a:pt x="2818569" y="752446"/>
                  </a:lnTo>
                  <a:lnTo>
                    <a:pt x="2819265" y="748725"/>
                  </a:lnTo>
                  <a:lnTo>
                    <a:pt x="2819962" y="742273"/>
                  </a:lnTo>
                  <a:lnTo>
                    <a:pt x="2820658" y="736148"/>
                  </a:lnTo>
                  <a:lnTo>
                    <a:pt x="2821354" y="731378"/>
                  </a:lnTo>
                  <a:lnTo>
                    <a:pt x="2822050" y="726568"/>
                  </a:lnTo>
                  <a:lnTo>
                    <a:pt x="2822746" y="721991"/>
                  </a:lnTo>
                  <a:lnTo>
                    <a:pt x="2823443" y="718479"/>
                  </a:lnTo>
                  <a:lnTo>
                    <a:pt x="2824139" y="716627"/>
                  </a:lnTo>
                  <a:lnTo>
                    <a:pt x="2824835" y="716178"/>
                  </a:lnTo>
                  <a:lnTo>
                    <a:pt x="2825531" y="715774"/>
                  </a:lnTo>
                  <a:lnTo>
                    <a:pt x="2826227" y="713397"/>
                  </a:lnTo>
                  <a:lnTo>
                    <a:pt x="2826923" y="712632"/>
                  </a:lnTo>
                  <a:lnTo>
                    <a:pt x="2827620" y="713009"/>
                  </a:lnTo>
                  <a:lnTo>
                    <a:pt x="2828316" y="714813"/>
                  </a:lnTo>
                  <a:lnTo>
                    <a:pt x="2829012" y="715642"/>
                  </a:lnTo>
                  <a:lnTo>
                    <a:pt x="2829708" y="716818"/>
                  </a:lnTo>
                  <a:lnTo>
                    <a:pt x="2830404" y="718351"/>
                  </a:lnTo>
                  <a:lnTo>
                    <a:pt x="2831100" y="718803"/>
                  </a:lnTo>
                  <a:lnTo>
                    <a:pt x="2831797" y="720887"/>
                  </a:lnTo>
                  <a:lnTo>
                    <a:pt x="2832493" y="724111"/>
                  </a:lnTo>
                  <a:lnTo>
                    <a:pt x="2833189" y="726369"/>
                  </a:lnTo>
                  <a:lnTo>
                    <a:pt x="2833885" y="729931"/>
                  </a:lnTo>
                  <a:lnTo>
                    <a:pt x="2834581" y="731010"/>
                  </a:lnTo>
                  <a:lnTo>
                    <a:pt x="2835278" y="732372"/>
                  </a:lnTo>
                  <a:lnTo>
                    <a:pt x="2835974" y="733149"/>
                  </a:lnTo>
                  <a:lnTo>
                    <a:pt x="2836670" y="735765"/>
                  </a:lnTo>
                  <a:lnTo>
                    <a:pt x="2837366" y="738317"/>
                  </a:lnTo>
                  <a:lnTo>
                    <a:pt x="2838062" y="740936"/>
                  </a:lnTo>
                  <a:lnTo>
                    <a:pt x="2838758" y="744354"/>
                  </a:lnTo>
                  <a:lnTo>
                    <a:pt x="2839455" y="747518"/>
                  </a:lnTo>
                  <a:lnTo>
                    <a:pt x="2840151" y="749759"/>
                  </a:lnTo>
                  <a:lnTo>
                    <a:pt x="2840847" y="752055"/>
                  </a:lnTo>
                  <a:lnTo>
                    <a:pt x="2841543" y="754479"/>
                  </a:lnTo>
                  <a:lnTo>
                    <a:pt x="2842239" y="754596"/>
                  </a:lnTo>
                  <a:lnTo>
                    <a:pt x="2842935" y="753691"/>
                  </a:lnTo>
                  <a:lnTo>
                    <a:pt x="2843632" y="753255"/>
                  </a:lnTo>
                  <a:lnTo>
                    <a:pt x="2844328" y="751056"/>
                  </a:lnTo>
                  <a:lnTo>
                    <a:pt x="2845024" y="748829"/>
                  </a:lnTo>
                  <a:lnTo>
                    <a:pt x="2845720" y="746542"/>
                  </a:lnTo>
                  <a:lnTo>
                    <a:pt x="2846416" y="743683"/>
                  </a:lnTo>
                  <a:lnTo>
                    <a:pt x="2847112" y="737618"/>
                  </a:lnTo>
                  <a:lnTo>
                    <a:pt x="2847809" y="729726"/>
                  </a:lnTo>
                  <a:lnTo>
                    <a:pt x="2848505" y="720627"/>
                  </a:lnTo>
                  <a:lnTo>
                    <a:pt x="2849201" y="711377"/>
                  </a:lnTo>
                  <a:lnTo>
                    <a:pt x="2849897" y="703675"/>
                  </a:lnTo>
                  <a:lnTo>
                    <a:pt x="2850593" y="696446"/>
                  </a:lnTo>
                  <a:lnTo>
                    <a:pt x="2851290" y="689553"/>
                  </a:lnTo>
                  <a:lnTo>
                    <a:pt x="2851986" y="681848"/>
                  </a:lnTo>
                  <a:lnTo>
                    <a:pt x="2852682" y="676559"/>
                  </a:lnTo>
                  <a:lnTo>
                    <a:pt x="2853378" y="671389"/>
                  </a:lnTo>
                  <a:lnTo>
                    <a:pt x="2854074" y="667497"/>
                  </a:lnTo>
                  <a:lnTo>
                    <a:pt x="2854770" y="665605"/>
                  </a:lnTo>
                  <a:lnTo>
                    <a:pt x="2855467" y="666397"/>
                  </a:lnTo>
                  <a:lnTo>
                    <a:pt x="2856163" y="666845"/>
                  </a:lnTo>
                  <a:lnTo>
                    <a:pt x="2856859" y="669472"/>
                  </a:lnTo>
                  <a:lnTo>
                    <a:pt x="2857555" y="673773"/>
                  </a:lnTo>
                  <a:lnTo>
                    <a:pt x="2858251" y="680021"/>
                  </a:lnTo>
                  <a:lnTo>
                    <a:pt x="2858947" y="685971"/>
                  </a:lnTo>
                  <a:lnTo>
                    <a:pt x="2859644" y="691306"/>
                  </a:lnTo>
                  <a:lnTo>
                    <a:pt x="2860340" y="699036"/>
                  </a:lnTo>
                  <a:lnTo>
                    <a:pt x="2861036" y="707773"/>
                  </a:lnTo>
                  <a:lnTo>
                    <a:pt x="2861732" y="717531"/>
                  </a:lnTo>
                  <a:lnTo>
                    <a:pt x="2862428" y="730735"/>
                  </a:lnTo>
                  <a:lnTo>
                    <a:pt x="2863125" y="745102"/>
                  </a:lnTo>
                  <a:lnTo>
                    <a:pt x="2863821" y="759106"/>
                  </a:lnTo>
                  <a:lnTo>
                    <a:pt x="2864517" y="772611"/>
                  </a:lnTo>
                  <a:lnTo>
                    <a:pt x="2865213" y="786153"/>
                  </a:lnTo>
                  <a:lnTo>
                    <a:pt x="2865909" y="798060"/>
                  </a:lnTo>
                  <a:lnTo>
                    <a:pt x="2866605" y="810270"/>
                  </a:lnTo>
                  <a:lnTo>
                    <a:pt x="2867302" y="821950"/>
                  </a:lnTo>
                  <a:lnTo>
                    <a:pt x="2867998" y="835497"/>
                  </a:lnTo>
                  <a:lnTo>
                    <a:pt x="2868694" y="848127"/>
                  </a:lnTo>
                  <a:lnTo>
                    <a:pt x="2869390" y="859140"/>
                  </a:lnTo>
                  <a:lnTo>
                    <a:pt x="2870086" y="872561"/>
                  </a:lnTo>
                  <a:lnTo>
                    <a:pt x="2870782" y="886894"/>
                  </a:lnTo>
                  <a:lnTo>
                    <a:pt x="2871479" y="902007"/>
                  </a:lnTo>
                  <a:lnTo>
                    <a:pt x="2872175" y="916270"/>
                  </a:lnTo>
                  <a:lnTo>
                    <a:pt x="2872871" y="929100"/>
                  </a:lnTo>
                  <a:lnTo>
                    <a:pt x="2873567" y="942544"/>
                  </a:lnTo>
                  <a:lnTo>
                    <a:pt x="2874263" y="956794"/>
                  </a:lnTo>
                  <a:lnTo>
                    <a:pt x="2874960" y="969368"/>
                  </a:lnTo>
                  <a:lnTo>
                    <a:pt x="2875656" y="983142"/>
                  </a:lnTo>
                  <a:lnTo>
                    <a:pt x="2876352" y="998099"/>
                  </a:lnTo>
                  <a:lnTo>
                    <a:pt x="2877048" y="1011251"/>
                  </a:lnTo>
                  <a:lnTo>
                    <a:pt x="2877744" y="1024014"/>
                  </a:lnTo>
                  <a:lnTo>
                    <a:pt x="2878440" y="1035072"/>
                  </a:lnTo>
                  <a:lnTo>
                    <a:pt x="2879137" y="1046067"/>
                  </a:lnTo>
                  <a:lnTo>
                    <a:pt x="2879833" y="1055986"/>
                  </a:lnTo>
                  <a:lnTo>
                    <a:pt x="2880529" y="1064926"/>
                  </a:lnTo>
                  <a:lnTo>
                    <a:pt x="2881225" y="1072302"/>
                  </a:lnTo>
                  <a:lnTo>
                    <a:pt x="2881921" y="1078110"/>
                  </a:lnTo>
                  <a:lnTo>
                    <a:pt x="2882617" y="1083738"/>
                  </a:lnTo>
                  <a:lnTo>
                    <a:pt x="2883314" y="1089171"/>
                  </a:lnTo>
                  <a:lnTo>
                    <a:pt x="2884010" y="1092765"/>
                  </a:lnTo>
                  <a:lnTo>
                    <a:pt x="2884706" y="1095453"/>
                  </a:lnTo>
                  <a:lnTo>
                    <a:pt x="2885402" y="1099498"/>
                  </a:lnTo>
                  <a:lnTo>
                    <a:pt x="2886098" y="1101910"/>
                  </a:lnTo>
                  <a:lnTo>
                    <a:pt x="2886794" y="1103279"/>
                  </a:lnTo>
                  <a:lnTo>
                    <a:pt x="2887491" y="1106523"/>
                  </a:lnTo>
                  <a:lnTo>
                    <a:pt x="2888187" y="1109787"/>
                  </a:lnTo>
                  <a:lnTo>
                    <a:pt x="2888883" y="1114609"/>
                  </a:lnTo>
                  <a:lnTo>
                    <a:pt x="2889579" y="1120510"/>
                  </a:lnTo>
                  <a:lnTo>
                    <a:pt x="2890275" y="1128421"/>
                  </a:lnTo>
                  <a:lnTo>
                    <a:pt x="2890972" y="1134165"/>
                  </a:lnTo>
                  <a:lnTo>
                    <a:pt x="2891668" y="1139229"/>
                  </a:lnTo>
                  <a:lnTo>
                    <a:pt x="2892364" y="1142514"/>
                  </a:lnTo>
                  <a:lnTo>
                    <a:pt x="2893060" y="1145442"/>
                  </a:lnTo>
                  <a:lnTo>
                    <a:pt x="2893756" y="1148592"/>
                  </a:lnTo>
                  <a:lnTo>
                    <a:pt x="2894452" y="1151780"/>
                  </a:lnTo>
                  <a:lnTo>
                    <a:pt x="2895149" y="1154554"/>
                  </a:lnTo>
                  <a:lnTo>
                    <a:pt x="2895845" y="1153868"/>
                  </a:lnTo>
                  <a:lnTo>
                    <a:pt x="2896541" y="1150863"/>
                  </a:lnTo>
                  <a:lnTo>
                    <a:pt x="2897237" y="1148276"/>
                  </a:lnTo>
                  <a:lnTo>
                    <a:pt x="2897933" y="1143499"/>
                  </a:lnTo>
                  <a:lnTo>
                    <a:pt x="2898629" y="1138134"/>
                  </a:lnTo>
                  <a:lnTo>
                    <a:pt x="2899326" y="1133474"/>
                  </a:lnTo>
                  <a:lnTo>
                    <a:pt x="2900022" y="1129633"/>
                  </a:lnTo>
                  <a:lnTo>
                    <a:pt x="2900718" y="1125157"/>
                  </a:lnTo>
                  <a:lnTo>
                    <a:pt x="2901414" y="1121888"/>
                  </a:lnTo>
                  <a:lnTo>
                    <a:pt x="2902110" y="1121263"/>
                  </a:lnTo>
                  <a:lnTo>
                    <a:pt x="2902807" y="1122630"/>
                  </a:lnTo>
                  <a:lnTo>
                    <a:pt x="2903503" y="1120958"/>
                  </a:lnTo>
                  <a:lnTo>
                    <a:pt x="2904199" y="1121324"/>
                  </a:lnTo>
                  <a:lnTo>
                    <a:pt x="2904895" y="1123613"/>
                  </a:lnTo>
                  <a:lnTo>
                    <a:pt x="2905591" y="1125685"/>
                  </a:lnTo>
                  <a:lnTo>
                    <a:pt x="2906287" y="1127847"/>
                  </a:lnTo>
                  <a:lnTo>
                    <a:pt x="2906984" y="1131526"/>
                  </a:lnTo>
                  <a:lnTo>
                    <a:pt x="2907680" y="1134105"/>
                  </a:lnTo>
                  <a:lnTo>
                    <a:pt x="2908376" y="1136113"/>
                  </a:lnTo>
                  <a:lnTo>
                    <a:pt x="2909072" y="1136647"/>
                  </a:lnTo>
                  <a:lnTo>
                    <a:pt x="2909768" y="1134727"/>
                  </a:lnTo>
                  <a:lnTo>
                    <a:pt x="2910464" y="1135008"/>
                  </a:lnTo>
                  <a:lnTo>
                    <a:pt x="2911161" y="1133558"/>
                  </a:lnTo>
                  <a:lnTo>
                    <a:pt x="2911857" y="1131978"/>
                  </a:lnTo>
                  <a:lnTo>
                    <a:pt x="2912553" y="1131978"/>
                  </a:lnTo>
                  <a:lnTo>
                    <a:pt x="2913249" y="1132475"/>
                  </a:lnTo>
                  <a:lnTo>
                    <a:pt x="2913945" y="1134875"/>
                  </a:lnTo>
                  <a:lnTo>
                    <a:pt x="2914641" y="1135463"/>
                  </a:lnTo>
                  <a:lnTo>
                    <a:pt x="2915338" y="1137494"/>
                  </a:lnTo>
                  <a:lnTo>
                    <a:pt x="2916034" y="1137933"/>
                  </a:lnTo>
                  <a:lnTo>
                    <a:pt x="2916730" y="1137626"/>
                  </a:lnTo>
                  <a:lnTo>
                    <a:pt x="2917426" y="1137639"/>
                  </a:lnTo>
                  <a:lnTo>
                    <a:pt x="2918122" y="1138944"/>
                  </a:lnTo>
                  <a:lnTo>
                    <a:pt x="2918819" y="1141368"/>
                  </a:lnTo>
                  <a:lnTo>
                    <a:pt x="2919515" y="1144872"/>
                  </a:lnTo>
                  <a:lnTo>
                    <a:pt x="2920211" y="1149648"/>
                  </a:lnTo>
                  <a:lnTo>
                    <a:pt x="2920907" y="1152585"/>
                  </a:lnTo>
                  <a:lnTo>
                    <a:pt x="2921603" y="1156034"/>
                  </a:lnTo>
                  <a:lnTo>
                    <a:pt x="2922299" y="1159121"/>
                  </a:lnTo>
                  <a:lnTo>
                    <a:pt x="2922996" y="1158890"/>
                  </a:lnTo>
                  <a:lnTo>
                    <a:pt x="2923692" y="1156783"/>
                  </a:lnTo>
                  <a:lnTo>
                    <a:pt x="2924388" y="1153711"/>
                  </a:lnTo>
                  <a:lnTo>
                    <a:pt x="2925084" y="1150113"/>
                  </a:lnTo>
                  <a:lnTo>
                    <a:pt x="2925780" y="1142845"/>
                  </a:lnTo>
                  <a:lnTo>
                    <a:pt x="2926476" y="1137627"/>
                  </a:lnTo>
                  <a:lnTo>
                    <a:pt x="2927173" y="1133917"/>
                  </a:lnTo>
                  <a:lnTo>
                    <a:pt x="2927869" y="1130143"/>
                  </a:lnTo>
                  <a:lnTo>
                    <a:pt x="2928565" y="1124842"/>
                  </a:lnTo>
                  <a:lnTo>
                    <a:pt x="2929261" y="1117655"/>
                  </a:lnTo>
                  <a:lnTo>
                    <a:pt x="2929957" y="1109999"/>
                  </a:lnTo>
                  <a:lnTo>
                    <a:pt x="2930654" y="1101074"/>
                  </a:lnTo>
                  <a:lnTo>
                    <a:pt x="2931350" y="1092546"/>
                  </a:lnTo>
                  <a:lnTo>
                    <a:pt x="2932046" y="1086570"/>
                  </a:lnTo>
                  <a:lnTo>
                    <a:pt x="2932742" y="1079820"/>
                  </a:lnTo>
                  <a:lnTo>
                    <a:pt x="2933438" y="1075186"/>
                  </a:lnTo>
                  <a:lnTo>
                    <a:pt x="2934134" y="1071328"/>
                  </a:lnTo>
                  <a:lnTo>
                    <a:pt x="2934831" y="1067470"/>
                  </a:lnTo>
                  <a:lnTo>
                    <a:pt x="2935527" y="1064138"/>
                  </a:lnTo>
                  <a:lnTo>
                    <a:pt x="2936223" y="1061174"/>
                  </a:lnTo>
                  <a:lnTo>
                    <a:pt x="2936919" y="1059514"/>
                  </a:lnTo>
                  <a:lnTo>
                    <a:pt x="2937615" y="1056917"/>
                  </a:lnTo>
                  <a:lnTo>
                    <a:pt x="2938311" y="1052027"/>
                  </a:lnTo>
                  <a:lnTo>
                    <a:pt x="2939008" y="1048521"/>
                  </a:lnTo>
                  <a:lnTo>
                    <a:pt x="2939704" y="1044933"/>
                  </a:lnTo>
                  <a:lnTo>
                    <a:pt x="2940400" y="1040998"/>
                  </a:lnTo>
                  <a:lnTo>
                    <a:pt x="2941096" y="1038330"/>
                  </a:lnTo>
                  <a:lnTo>
                    <a:pt x="2941792" y="1035733"/>
                  </a:lnTo>
                  <a:lnTo>
                    <a:pt x="2942489" y="1031102"/>
                  </a:lnTo>
                  <a:lnTo>
                    <a:pt x="2943185" y="1029614"/>
                  </a:lnTo>
                  <a:lnTo>
                    <a:pt x="2943881" y="1031350"/>
                  </a:lnTo>
                  <a:lnTo>
                    <a:pt x="2944577" y="1033522"/>
                  </a:lnTo>
                  <a:lnTo>
                    <a:pt x="2945273" y="1037057"/>
                  </a:lnTo>
                  <a:lnTo>
                    <a:pt x="2945969" y="1040192"/>
                  </a:lnTo>
                  <a:lnTo>
                    <a:pt x="2946666" y="1046201"/>
                  </a:lnTo>
                  <a:lnTo>
                    <a:pt x="2947362" y="1051599"/>
                  </a:lnTo>
                  <a:lnTo>
                    <a:pt x="2948058" y="1057249"/>
                  </a:lnTo>
                  <a:lnTo>
                    <a:pt x="2948754" y="1065876"/>
                  </a:lnTo>
                  <a:lnTo>
                    <a:pt x="2949450" y="1073214"/>
                  </a:lnTo>
                  <a:lnTo>
                    <a:pt x="2950146" y="1082158"/>
                  </a:lnTo>
                  <a:lnTo>
                    <a:pt x="2950843" y="1089631"/>
                  </a:lnTo>
                  <a:lnTo>
                    <a:pt x="2951539" y="1096533"/>
                  </a:lnTo>
                  <a:lnTo>
                    <a:pt x="2952235" y="1104650"/>
                  </a:lnTo>
                  <a:lnTo>
                    <a:pt x="2952931" y="1113529"/>
                  </a:lnTo>
                  <a:lnTo>
                    <a:pt x="2953627" y="1121040"/>
                  </a:lnTo>
                  <a:lnTo>
                    <a:pt x="2954323" y="1127176"/>
                  </a:lnTo>
                  <a:lnTo>
                    <a:pt x="2955020" y="1130651"/>
                  </a:lnTo>
                  <a:lnTo>
                    <a:pt x="2955716" y="1133324"/>
                  </a:lnTo>
                  <a:lnTo>
                    <a:pt x="2956412" y="1136169"/>
                  </a:lnTo>
                  <a:lnTo>
                    <a:pt x="2957108" y="1137202"/>
                  </a:lnTo>
                  <a:lnTo>
                    <a:pt x="2957804" y="1137793"/>
                  </a:lnTo>
                  <a:lnTo>
                    <a:pt x="2958501" y="1140202"/>
                  </a:lnTo>
                  <a:lnTo>
                    <a:pt x="2959197" y="1142542"/>
                  </a:lnTo>
                  <a:lnTo>
                    <a:pt x="2959893" y="1144421"/>
                  </a:lnTo>
                  <a:lnTo>
                    <a:pt x="2960589" y="1144629"/>
                  </a:lnTo>
                  <a:lnTo>
                    <a:pt x="2961285" y="1146043"/>
                  </a:lnTo>
                  <a:lnTo>
                    <a:pt x="2961981" y="1148435"/>
                  </a:lnTo>
                  <a:lnTo>
                    <a:pt x="2962678" y="1150300"/>
                  </a:lnTo>
                  <a:lnTo>
                    <a:pt x="2963374" y="1152286"/>
                  </a:lnTo>
                  <a:lnTo>
                    <a:pt x="2964070" y="1154754"/>
                  </a:lnTo>
                  <a:lnTo>
                    <a:pt x="2964766" y="1158723"/>
                  </a:lnTo>
                  <a:lnTo>
                    <a:pt x="2965462" y="1166652"/>
                  </a:lnTo>
                  <a:lnTo>
                    <a:pt x="2966158" y="1175480"/>
                  </a:lnTo>
                  <a:lnTo>
                    <a:pt x="2966855" y="1183821"/>
                  </a:lnTo>
                  <a:lnTo>
                    <a:pt x="2967551" y="1193086"/>
                  </a:lnTo>
                  <a:lnTo>
                    <a:pt x="2968247" y="1204242"/>
                  </a:lnTo>
                  <a:lnTo>
                    <a:pt x="2968943" y="1214322"/>
                  </a:lnTo>
                  <a:lnTo>
                    <a:pt x="2969639" y="1223341"/>
                  </a:lnTo>
                  <a:lnTo>
                    <a:pt x="2970336" y="1231182"/>
                  </a:lnTo>
                  <a:lnTo>
                    <a:pt x="2971032" y="1238174"/>
                  </a:lnTo>
                  <a:lnTo>
                    <a:pt x="2971728" y="1243877"/>
                  </a:lnTo>
                  <a:lnTo>
                    <a:pt x="2972424" y="1248473"/>
                  </a:lnTo>
                  <a:lnTo>
                    <a:pt x="2973120" y="1252031"/>
                  </a:lnTo>
                  <a:lnTo>
                    <a:pt x="2973816" y="1255520"/>
                  </a:lnTo>
                  <a:lnTo>
                    <a:pt x="2974513" y="1258214"/>
                  </a:lnTo>
                  <a:lnTo>
                    <a:pt x="2975209" y="1259983"/>
                  </a:lnTo>
                  <a:lnTo>
                    <a:pt x="2975905" y="1260064"/>
                  </a:lnTo>
                  <a:lnTo>
                    <a:pt x="2976601" y="1258461"/>
                  </a:lnTo>
                  <a:lnTo>
                    <a:pt x="2977297" y="1257395"/>
                  </a:lnTo>
                  <a:lnTo>
                    <a:pt x="2977993" y="1256703"/>
                  </a:lnTo>
                  <a:lnTo>
                    <a:pt x="2978690" y="1253632"/>
                  </a:lnTo>
                  <a:lnTo>
                    <a:pt x="2979386" y="1248988"/>
                  </a:lnTo>
                  <a:lnTo>
                    <a:pt x="2980082" y="1245821"/>
                  </a:lnTo>
                  <a:lnTo>
                    <a:pt x="2980778" y="1244417"/>
                  </a:lnTo>
                  <a:lnTo>
                    <a:pt x="2981474" y="1241442"/>
                  </a:lnTo>
                  <a:lnTo>
                    <a:pt x="2982170" y="1238256"/>
                  </a:lnTo>
                  <a:lnTo>
                    <a:pt x="2982867" y="1232998"/>
                  </a:lnTo>
                  <a:lnTo>
                    <a:pt x="2983563" y="1228071"/>
                  </a:lnTo>
                  <a:lnTo>
                    <a:pt x="2984259" y="1221410"/>
                  </a:lnTo>
                  <a:lnTo>
                    <a:pt x="2984955" y="1215727"/>
                  </a:lnTo>
                  <a:lnTo>
                    <a:pt x="2985651" y="1212085"/>
                  </a:lnTo>
                  <a:lnTo>
                    <a:pt x="2986348" y="1211355"/>
                  </a:lnTo>
                  <a:lnTo>
                    <a:pt x="2987044" y="1213694"/>
                  </a:lnTo>
                  <a:lnTo>
                    <a:pt x="2987740" y="1216033"/>
                  </a:lnTo>
                  <a:lnTo>
                    <a:pt x="2988436" y="1219295"/>
                  </a:lnTo>
                  <a:lnTo>
                    <a:pt x="2989132" y="1225060"/>
                  </a:lnTo>
                  <a:lnTo>
                    <a:pt x="2989828" y="1231661"/>
                  </a:lnTo>
                  <a:lnTo>
                    <a:pt x="2990525" y="1238351"/>
                  </a:lnTo>
                  <a:lnTo>
                    <a:pt x="2991221" y="1242208"/>
                  </a:lnTo>
                  <a:lnTo>
                    <a:pt x="2991917" y="1246476"/>
                  </a:lnTo>
                  <a:lnTo>
                    <a:pt x="2992613" y="1252084"/>
                  </a:lnTo>
                  <a:lnTo>
                    <a:pt x="2993309" y="1258957"/>
                  </a:lnTo>
                  <a:lnTo>
                    <a:pt x="2994005" y="1264238"/>
                  </a:lnTo>
                  <a:lnTo>
                    <a:pt x="2994702" y="1270091"/>
                  </a:lnTo>
                  <a:lnTo>
                    <a:pt x="2995398" y="1275221"/>
                  </a:lnTo>
                  <a:lnTo>
                    <a:pt x="2996094" y="1278207"/>
                  </a:lnTo>
                  <a:lnTo>
                    <a:pt x="2996790" y="1279791"/>
                  </a:lnTo>
                  <a:lnTo>
                    <a:pt x="2997486" y="1279300"/>
                  </a:lnTo>
                  <a:lnTo>
                    <a:pt x="2998183" y="1278672"/>
                  </a:lnTo>
                  <a:lnTo>
                    <a:pt x="2998879" y="1275983"/>
                  </a:lnTo>
                  <a:lnTo>
                    <a:pt x="2999575" y="1271149"/>
                  </a:lnTo>
                  <a:lnTo>
                    <a:pt x="3000271" y="1265001"/>
                  </a:lnTo>
                  <a:lnTo>
                    <a:pt x="3000967" y="1255399"/>
                  </a:lnTo>
                  <a:lnTo>
                    <a:pt x="3001663" y="1246495"/>
                  </a:lnTo>
                  <a:lnTo>
                    <a:pt x="3002360" y="1237935"/>
                  </a:lnTo>
                  <a:lnTo>
                    <a:pt x="3003056" y="1227062"/>
                  </a:lnTo>
                  <a:lnTo>
                    <a:pt x="3003752" y="1213391"/>
                  </a:lnTo>
                  <a:lnTo>
                    <a:pt x="3004448" y="1199047"/>
                  </a:lnTo>
                  <a:lnTo>
                    <a:pt x="3005144" y="1183249"/>
                  </a:lnTo>
                  <a:lnTo>
                    <a:pt x="3005840" y="1169284"/>
                  </a:lnTo>
                  <a:lnTo>
                    <a:pt x="3006537" y="1157448"/>
                  </a:lnTo>
                  <a:lnTo>
                    <a:pt x="3007233" y="1146048"/>
                  </a:lnTo>
                  <a:lnTo>
                    <a:pt x="3007929" y="1133902"/>
                  </a:lnTo>
                  <a:lnTo>
                    <a:pt x="3008625" y="1121920"/>
                  </a:lnTo>
                  <a:lnTo>
                    <a:pt x="3009321" y="1110909"/>
                  </a:lnTo>
                  <a:lnTo>
                    <a:pt x="3010017" y="1101877"/>
                  </a:lnTo>
                  <a:lnTo>
                    <a:pt x="3010714" y="1093673"/>
                  </a:lnTo>
                  <a:lnTo>
                    <a:pt x="3011410" y="1086703"/>
                  </a:lnTo>
                  <a:lnTo>
                    <a:pt x="3012106" y="1080461"/>
                  </a:lnTo>
                  <a:lnTo>
                    <a:pt x="3012802" y="1073923"/>
                  </a:lnTo>
                  <a:lnTo>
                    <a:pt x="3013498" y="1067663"/>
                  </a:lnTo>
                  <a:lnTo>
                    <a:pt x="3014195" y="1064239"/>
                  </a:lnTo>
                  <a:lnTo>
                    <a:pt x="3014891" y="1062522"/>
                  </a:lnTo>
                  <a:lnTo>
                    <a:pt x="3015587" y="1061706"/>
                  </a:lnTo>
                  <a:lnTo>
                    <a:pt x="3016283" y="1058710"/>
                  </a:lnTo>
                  <a:lnTo>
                    <a:pt x="3016979" y="1057106"/>
                  </a:lnTo>
                  <a:lnTo>
                    <a:pt x="3017675" y="1056874"/>
                  </a:lnTo>
                  <a:lnTo>
                    <a:pt x="3018372" y="1059837"/>
                  </a:lnTo>
                  <a:lnTo>
                    <a:pt x="3019068" y="1062842"/>
                  </a:lnTo>
                  <a:lnTo>
                    <a:pt x="3019764" y="1067221"/>
                  </a:lnTo>
                  <a:lnTo>
                    <a:pt x="3020460" y="1071404"/>
                  </a:lnTo>
                  <a:lnTo>
                    <a:pt x="3021156" y="1075775"/>
                  </a:lnTo>
                  <a:lnTo>
                    <a:pt x="3021852" y="1079940"/>
                  </a:lnTo>
                  <a:lnTo>
                    <a:pt x="3022549" y="1084902"/>
                  </a:lnTo>
                  <a:lnTo>
                    <a:pt x="3023245" y="1091251"/>
                  </a:lnTo>
                  <a:lnTo>
                    <a:pt x="3023941" y="1097478"/>
                  </a:lnTo>
                  <a:lnTo>
                    <a:pt x="3024637" y="1102466"/>
                  </a:lnTo>
                  <a:lnTo>
                    <a:pt x="3025333" y="1106608"/>
                  </a:lnTo>
                  <a:lnTo>
                    <a:pt x="3026030" y="1112795"/>
                  </a:lnTo>
                  <a:lnTo>
                    <a:pt x="3026726" y="1122538"/>
                  </a:lnTo>
                  <a:lnTo>
                    <a:pt x="3027422" y="1134569"/>
                  </a:lnTo>
                  <a:lnTo>
                    <a:pt x="3028118" y="1146361"/>
                  </a:lnTo>
                  <a:lnTo>
                    <a:pt x="3028814" y="1155752"/>
                  </a:lnTo>
                  <a:lnTo>
                    <a:pt x="3029510" y="1165901"/>
                  </a:lnTo>
                  <a:lnTo>
                    <a:pt x="3030207" y="1176049"/>
                  </a:lnTo>
                  <a:lnTo>
                    <a:pt x="3030903" y="1185808"/>
                  </a:lnTo>
                  <a:lnTo>
                    <a:pt x="3031599" y="1196913"/>
                  </a:lnTo>
                  <a:lnTo>
                    <a:pt x="3032295" y="1208295"/>
                  </a:lnTo>
                  <a:lnTo>
                    <a:pt x="3032991" y="1219677"/>
                  </a:lnTo>
                  <a:lnTo>
                    <a:pt x="3033687" y="1230766"/>
                  </a:lnTo>
                  <a:lnTo>
                    <a:pt x="3034384" y="1240935"/>
                  </a:lnTo>
                  <a:lnTo>
                    <a:pt x="3035080" y="1248624"/>
                  </a:lnTo>
                  <a:lnTo>
                    <a:pt x="3035776" y="1255274"/>
                  </a:lnTo>
                  <a:lnTo>
                    <a:pt x="3036472" y="1259933"/>
                  </a:lnTo>
                  <a:lnTo>
                    <a:pt x="3037168" y="1262302"/>
                  </a:lnTo>
                  <a:lnTo>
                    <a:pt x="3037865" y="1264365"/>
                  </a:lnTo>
                  <a:lnTo>
                    <a:pt x="3038561" y="1267159"/>
                  </a:lnTo>
                  <a:lnTo>
                    <a:pt x="3039257" y="1271561"/>
                  </a:lnTo>
                  <a:lnTo>
                    <a:pt x="3039953" y="1273920"/>
                  </a:lnTo>
                  <a:lnTo>
                    <a:pt x="3040649" y="1277259"/>
                  </a:lnTo>
                  <a:lnTo>
                    <a:pt x="3041345" y="1280445"/>
                  </a:lnTo>
                  <a:lnTo>
                    <a:pt x="3042042" y="1281739"/>
                  </a:lnTo>
                  <a:lnTo>
                    <a:pt x="3042738" y="1284354"/>
                  </a:lnTo>
                  <a:lnTo>
                    <a:pt x="3043434" y="1287154"/>
                  </a:lnTo>
                  <a:lnTo>
                    <a:pt x="3044130" y="1289666"/>
                  </a:lnTo>
                  <a:lnTo>
                    <a:pt x="3044826" y="1291244"/>
                  </a:lnTo>
                  <a:lnTo>
                    <a:pt x="3045522" y="1293239"/>
                  </a:lnTo>
                  <a:lnTo>
                    <a:pt x="3046219" y="1295455"/>
                  </a:lnTo>
                  <a:lnTo>
                    <a:pt x="3046915" y="1298250"/>
                  </a:lnTo>
                  <a:lnTo>
                    <a:pt x="3047611" y="1302634"/>
                  </a:lnTo>
                  <a:lnTo>
                    <a:pt x="3048307" y="1306760"/>
                  </a:lnTo>
                  <a:lnTo>
                    <a:pt x="3049003" y="1310421"/>
                  </a:lnTo>
                  <a:lnTo>
                    <a:pt x="3049699" y="1312464"/>
                  </a:lnTo>
                  <a:lnTo>
                    <a:pt x="3050396" y="1315894"/>
                  </a:lnTo>
                  <a:lnTo>
                    <a:pt x="3051092" y="1319557"/>
                  </a:lnTo>
                  <a:lnTo>
                    <a:pt x="3051788" y="1323254"/>
                  </a:lnTo>
                  <a:lnTo>
                    <a:pt x="3052484" y="1329084"/>
                  </a:lnTo>
                  <a:lnTo>
                    <a:pt x="3053180" y="1332235"/>
                  </a:lnTo>
                  <a:lnTo>
                    <a:pt x="3053877" y="1334776"/>
                  </a:lnTo>
                  <a:lnTo>
                    <a:pt x="3054573" y="1337778"/>
                  </a:lnTo>
                  <a:lnTo>
                    <a:pt x="3055269" y="1341812"/>
                  </a:lnTo>
                  <a:lnTo>
                    <a:pt x="3055965" y="1345402"/>
                  </a:lnTo>
                  <a:lnTo>
                    <a:pt x="3056661" y="1349860"/>
                  </a:lnTo>
                  <a:lnTo>
                    <a:pt x="3057357" y="1354049"/>
                  </a:lnTo>
                  <a:lnTo>
                    <a:pt x="3058054" y="1356738"/>
                  </a:lnTo>
                  <a:lnTo>
                    <a:pt x="3058750" y="1358808"/>
                  </a:lnTo>
                  <a:lnTo>
                    <a:pt x="3059446" y="1359130"/>
                  </a:lnTo>
                  <a:lnTo>
                    <a:pt x="3060142" y="1357813"/>
                  </a:lnTo>
                  <a:lnTo>
                    <a:pt x="3060838" y="1356912"/>
                  </a:lnTo>
                  <a:lnTo>
                    <a:pt x="3061534" y="1354019"/>
                  </a:lnTo>
                  <a:lnTo>
                    <a:pt x="3062231" y="1349196"/>
                  </a:lnTo>
                  <a:lnTo>
                    <a:pt x="3062927" y="1340643"/>
                  </a:lnTo>
                  <a:lnTo>
                    <a:pt x="3063623" y="1331359"/>
                  </a:lnTo>
                  <a:lnTo>
                    <a:pt x="3064319" y="1323646"/>
                  </a:lnTo>
                  <a:lnTo>
                    <a:pt x="3065015" y="1316576"/>
                  </a:lnTo>
                  <a:lnTo>
                    <a:pt x="3065712" y="1309126"/>
                  </a:lnTo>
                  <a:lnTo>
                    <a:pt x="3066408" y="1301339"/>
                  </a:lnTo>
                  <a:lnTo>
                    <a:pt x="3067104" y="1292413"/>
                  </a:lnTo>
                  <a:lnTo>
                    <a:pt x="3067800" y="1282306"/>
                  </a:lnTo>
                  <a:lnTo>
                    <a:pt x="3068496" y="1270833"/>
                  </a:lnTo>
                  <a:lnTo>
                    <a:pt x="3069192" y="1259016"/>
                  </a:lnTo>
                  <a:lnTo>
                    <a:pt x="3069889" y="1250039"/>
                  </a:lnTo>
                  <a:lnTo>
                    <a:pt x="3070585" y="1244234"/>
                  </a:lnTo>
                  <a:lnTo>
                    <a:pt x="3071281" y="1238305"/>
                  </a:lnTo>
                  <a:lnTo>
                    <a:pt x="3071977" y="1234592"/>
                  </a:lnTo>
                  <a:lnTo>
                    <a:pt x="3072673" y="1231634"/>
                  </a:lnTo>
                  <a:lnTo>
                    <a:pt x="3073369" y="1228606"/>
                  </a:lnTo>
                  <a:lnTo>
                    <a:pt x="3074066" y="1224014"/>
                  </a:lnTo>
                  <a:lnTo>
                    <a:pt x="3074762" y="1218330"/>
                  </a:lnTo>
                  <a:lnTo>
                    <a:pt x="3075458" y="1215154"/>
                  </a:lnTo>
                  <a:lnTo>
                    <a:pt x="3076154" y="1212291"/>
                  </a:lnTo>
                  <a:lnTo>
                    <a:pt x="3076850" y="1208508"/>
                  </a:lnTo>
                  <a:lnTo>
                    <a:pt x="3077546" y="1204944"/>
                  </a:lnTo>
                  <a:lnTo>
                    <a:pt x="3078243" y="1200658"/>
                  </a:lnTo>
                  <a:lnTo>
                    <a:pt x="3078939" y="1195538"/>
                  </a:lnTo>
                  <a:lnTo>
                    <a:pt x="3079635" y="1190379"/>
                  </a:lnTo>
                  <a:lnTo>
                    <a:pt x="3080331" y="1184671"/>
                  </a:lnTo>
                  <a:lnTo>
                    <a:pt x="3081027" y="1177882"/>
                  </a:lnTo>
                  <a:lnTo>
                    <a:pt x="3081724" y="1171447"/>
                  </a:lnTo>
                  <a:lnTo>
                    <a:pt x="3082420" y="1162272"/>
                  </a:lnTo>
                  <a:lnTo>
                    <a:pt x="3083116" y="1151249"/>
                  </a:lnTo>
                  <a:lnTo>
                    <a:pt x="3083812" y="1139579"/>
                  </a:lnTo>
                  <a:lnTo>
                    <a:pt x="3084508" y="1127318"/>
                  </a:lnTo>
                  <a:lnTo>
                    <a:pt x="3085204" y="1114664"/>
                  </a:lnTo>
                  <a:lnTo>
                    <a:pt x="3085901" y="1097358"/>
                  </a:lnTo>
                  <a:lnTo>
                    <a:pt x="3086597" y="1078533"/>
                  </a:lnTo>
                  <a:lnTo>
                    <a:pt x="3087293" y="1060863"/>
                  </a:lnTo>
                  <a:lnTo>
                    <a:pt x="3087989" y="1041458"/>
                  </a:lnTo>
                  <a:lnTo>
                    <a:pt x="3088685" y="1022935"/>
                  </a:lnTo>
                  <a:lnTo>
                    <a:pt x="3089381" y="1005276"/>
                  </a:lnTo>
                  <a:lnTo>
                    <a:pt x="3090078" y="986878"/>
                  </a:lnTo>
                  <a:lnTo>
                    <a:pt x="3090774" y="964937"/>
                  </a:lnTo>
                  <a:lnTo>
                    <a:pt x="3091470" y="943289"/>
                  </a:lnTo>
                  <a:lnTo>
                    <a:pt x="3092166" y="919148"/>
                  </a:lnTo>
                  <a:lnTo>
                    <a:pt x="3092862" y="896818"/>
                  </a:lnTo>
                  <a:lnTo>
                    <a:pt x="3093559" y="874998"/>
                  </a:lnTo>
                  <a:lnTo>
                    <a:pt x="3094255" y="853955"/>
                  </a:lnTo>
                  <a:lnTo>
                    <a:pt x="3094951" y="834353"/>
                  </a:lnTo>
                  <a:lnTo>
                    <a:pt x="3095647" y="817253"/>
                  </a:lnTo>
                  <a:lnTo>
                    <a:pt x="3096343" y="800820"/>
                  </a:lnTo>
                  <a:lnTo>
                    <a:pt x="3097039" y="784923"/>
                  </a:lnTo>
                  <a:lnTo>
                    <a:pt x="3097736" y="768538"/>
                  </a:lnTo>
                  <a:lnTo>
                    <a:pt x="3098432" y="752923"/>
                  </a:lnTo>
                  <a:lnTo>
                    <a:pt x="3099128" y="739151"/>
                  </a:lnTo>
                  <a:lnTo>
                    <a:pt x="3099824" y="725181"/>
                  </a:lnTo>
                  <a:lnTo>
                    <a:pt x="3100520" y="711690"/>
                  </a:lnTo>
                  <a:lnTo>
                    <a:pt x="3101216" y="697409"/>
                  </a:lnTo>
                  <a:lnTo>
                    <a:pt x="3101913" y="683280"/>
                  </a:lnTo>
                  <a:lnTo>
                    <a:pt x="3102609" y="670191"/>
                  </a:lnTo>
                  <a:lnTo>
                    <a:pt x="3103305" y="657605"/>
                  </a:lnTo>
                  <a:lnTo>
                    <a:pt x="3104001" y="646341"/>
                  </a:lnTo>
                  <a:lnTo>
                    <a:pt x="3104697" y="634426"/>
                  </a:lnTo>
                  <a:lnTo>
                    <a:pt x="3105394" y="621636"/>
                  </a:lnTo>
                  <a:lnTo>
                    <a:pt x="3106090" y="608318"/>
                  </a:lnTo>
                  <a:lnTo>
                    <a:pt x="3106786" y="595239"/>
                  </a:lnTo>
                  <a:lnTo>
                    <a:pt x="3107482" y="581154"/>
                  </a:lnTo>
                  <a:lnTo>
                    <a:pt x="3108178" y="568540"/>
                  </a:lnTo>
                  <a:lnTo>
                    <a:pt x="3108874" y="555423"/>
                  </a:lnTo>
                  <a:lnTo>
                    <a:pt x="3109571" y="542762"/>
                  </a:lnTo>
                  <a:lnTo>
                    <a:pt x="3110267" y="530338"/>
                  </a:lnTo>
                  <a:lnTo>
                    <a:pt x="3110963" y="517238"/>
                  </a:lnTo>
                  <a:lnTo>
                    <a:pt x="3111659" y="503895"/>
                  </a:lnTo>
                  <a:lnTo>
                    <a:pt x="3112355" y="491301"/>
                  </a:lnTo>
                  <a:lnTo>
                    <a:pt x="3113051" y="479758"/>
                  </a:lnTo>
                  <a:lnTo>
                    <a:pt x="3113748" y="468578"/>
                  </a:lnTo>
                  <a:lnTo>
                    <a:pt x="3114444" y="458220"/>
                  </a:lnTo>
                  <a:lnTo>
                    <a:pt x="3115140" y="448100"/>
                  </a:lnTo>
                  <a:lnTo>
                    <a:pt x="3115836" y="440288"/>
                  </a:lnTo>
                  <a:lnTo>
                    <a:pt x="3116532" y="431384"/>
                  </a:lnTo>
                  <a:lnTo>
                    <a:pt x="3117228" y="423519"/>
                  </a:lnTo>
                  <a:lnTo>
                    <a:pt x="3117925" y="418533"/>
                  </a:lnTo>
                  <a:lnTo>
                    <a:pt x="3118621" y="412729"/>
                  </a:lnTo>
                  <a:lnTo>
                    <a:pt x="3119317" y="407016"/>
                  </a:lnTo>
                  <a:lnTo>
                    <a:pt x="3120013" y="401638"/>
                  </a:lnTo>
                  <a:lnTo>
                    <a:pt x="3120709" y="397204"/>
                  </a:lnTo>
                  <a:lnTo>
                    <a:pt x="3121406" y="394959"/>
                  </a:lnTo>
                  <a:lnTo>
                    <a:pt x="3122102" y="392472"/>
                  </a:lnTo>
                  <a:lnTo>
                    <a:pt x="3122798" y="389988"/>
                  </a:lnTo>
                  <a:lnTo>
                    <a:pt x="3123494" y="388770"/>
                  </a:lnTo>
                  <a:lnTo>
                    <a:pt x="3124190" y="387930"/>
                  </a:lnTo>
                  <a:lnTo>
                    <a:pt x="3124886" y="387177"/>
                  </a:lnTo>
                  <a:lnTo>
                    <a:pt x="3125583" y="388028"/>
                  </a:lnTo>
                  <a:lnTo>
                    <a:pt x="3126279" y="389892"/>
                  </a:lnTo>
                  <a:lnTo>
                    <a:pt x="3126975" y="391807"/>
                  </a:lnTo>
                  <a:lnTo>
                    <a:pt x="3127671" y="394446"/>
                  </a:lnTo>
                  <a:lnTo>
                    <a:pt x="3128367" y="395754"/>
                  </a:lnTo>
                  <a:lnTo>
                    <a:pt x="3129063" y="396805"/>
                  </a:lnTo>
                  <a:lnTo>
                    <a:pt x="3129760" y="395876"/>
                  </a:lnTo>
                  <a:lnTo>
                    <a:pt x="3130456" y="395241"/>
                  </a:lnTo>
                  <a:lnTo>
                    <a:pt x="3131152" y="393213"/>
                  </a:lnTo>
                  <a:lnTo>
                    <a:pt x="3131848" y="390585"/>
                  </a:lnTo>
                  <a:lnTo>
                    <a:pt x="3132544" y="389847"/>
                  </a:lnTo>
                  <a:lnTo>
                    <a:pt x="3133241" y="390975"/>
                  </a:lnTo>
                  <a:lnTo>
                    <a:pt x="3133937" y="393508"/>
                  </a:lnTo>
                  <a:lnTo>
                    <a:pt x="3134633" y="395562"/>
                  </a:lnTo>
                  <a:lnTo>
                    <a:pt x="3135329" y="398365"/>
                  </a:lnTo>
                  <a:lnTo>
                    <a:pt x="3136025" y="399957"/>
                  </a:lnTo>
                  <a:lnTo>
                    <a:pt x="3136721" y="402081"/>
                  </a:lnTo>
                  <a:lnTo>
                    <a:pt x="3137418" y="406084"/>
                  </a:lnTo>
                  <a:lnTo>
                    <a:pt x="3138114" y="410459"/>
                  </a:lnTo>
                  <a:lnTo>
                    <a:pt x="3138810" y="414436"/>
                  </a:lnTo>
                  <a:lnTo>
                    <a:pt x="3139506" y="417861"/>
                  </a:lnTo>
                  <a:lnTo>
                    <a:pt x="3140202" y="422614"/>
                  </a:lnTo>
                  <a:lnTo>
                    <a:pt x="3140898" y="428576"/>
                  </a:lnTo>
                  <a:lnTo>
                    <a:pt x="3141595" y="436408"/>
                  </a:lnTo>
                  <a:lnTo>
                    <a:pt x="3142291" y="445288"/>
                  </a:lnTo>
                  <a:lnTo>
                    <a:pt x="3142987" y="455143"/>
                  </a:lnTo>
                  <a:lnTo>
                    <a:pt x="3143683" y="464575"/>
                  </a:lnTo>
                  <a:lnTo>
                    <a:pt x="3144379" y="473193"/>
                  </a:lnTo>
                  <a:lnTo>
                    <a:pt x="3145075" y="481386"/>
                  </a:lnTo>
                  <a:lnTo>
                    <a:pt x="3145772" y="489666"/>
                  </a:lnTo>
                  <a:lnTo>
                    <a:pt x="3146468" y="497953"/>
                  </a:lnTo>
                  <a:lnTo>
                    <a:pt x="3147164" y="508098"/>
                  </a:lnTo>
                  <a:lnTo>
                    <a:pt x="3147860" y="517694"/>
                  </a:lnTo>
                  <a:lnTo>
                    <a:pt x="3148556" y="526730"/>
                  </a:lnTo>
                  <a:lnTo>
                    <a:pt x="3149253" y="534871"/>
                  </a:lnTo>
                  <a:lnTo>
                    <a:pt x="3149949" y="543741"/>
                  </a:lnTo>
                  <a:lnTo>
                    <a:pt x="3150645" y="552577"/>
                  </a:lnTo>
                  <a:lnTo>
                    <a:pt x="3151341" y="559099"/>
                  </a:lnTo>
                  <a:lnTo>
                    <a:pt x="3152037" y="566713"/>
                  </a:lnTo>
                  <a:lnTo>
                    <a:pt x="3152733" y="571777"/>
                  </a:lnTo>
                  <a:lnTo>
                    <a:pt x="3153430" y="575908"/>
                  </a:lnTo>
                  <a:lnTo>
                    <a:pt x="3154126" y="579930"/>
                  </a:lnTo>
                  <a:lnTo>
                    <a:pt x="3154822" y="583578"/>
                  </a:lnTo>
                  <a:lnTo>
                    <a:pt x="3155518" y="587051"/>
                  </a:lnTo>
                  <a:lnTo>
                    <a:pt x="3156214" y="590903"/>
                  </a:lnTo>
                  <a:lnTo>
                    <a:pt x="3156910" y="595228"/>
                  </a:lnTo>
                  <a:lnTo>
                    <a:pt x="3157607" y="599398"/>
                  </a:lnTo>
                  <a:lnTo>
                    <a:pt x="3158303" y="602923"/>
                  </a:lnTo>
                  <a:lnTo>
                    <a:pt x="3158999" y="606163"/>
                  </a:lnTo>
                  <a:lnTo>
                    <a:pt x="3159695" y="609563"/>
                  </a:lnTo>
                  <a:lnTo>
                    <a:pt x="3160391" y="612059"/>
                  </a:lnTo>
                  <a:lnTo>
                    <a:pt x="3161088" y="612653"/>
                  </a:lnTo>
                  <a:lnTo>
                    <a:pt x="3161784" y="613967"/>
                  </a:lnTo>
                  <a:lnTo>
                    <a:pt x="3162480" y="615422"/>
                  </a:lnTo>
                  <a:lnTo>
                    <a:pt x="3163176" y="616109"/>
                  </a:lnTo>
                  <a:lnTo>
                    <a:pt x="3163872" y="616570"/>
                  </a:lnTo>
                  <a:lnTo>
                    <a:pt x="3164568" y="618582"/>
                  </a:lnTo>
                  <a:lnTo>
                    <a:pt x="3165265" y="622762"/>
                  </a:lnTo>
                  <a:lnTo>
                    <a:pt x="3165961" y="627576"/>
                  </a:lnTo>
                  <a:lnTo>
                    <a:pt x="3166657" y="632455"/>
                  </a:lnTo>
                  <a:lnTo>
                    <a:pt x="3167353" y="637599"/>
                  </a:lnTo>
                  <a:lnTo>
                    <a:pt x="3168049" y="642310"/>
                  </a:lnTo>
                  <a:lnTo>
                    <a:pt x="3168745" y="648188"/>
                  </a:lnTo>
                  <a:lnTo>
                    <a:pt x="3169442" y="650804"/>
                  </a:lnTo>
                  <a:lnTo>
                    <a:pt x="3170138" y="651084"/>
                  </a:lnTo>
                  <a:lnTo>
                    <a:pt x="3170834" y="650020"/>
                  </a:lnTo>
                  <a:lnTo>
                    <a:pt x="3171530" y="649489"/>
                  </a:lnTo>
                  <a:lnTo>
                    <a:pt x="3172226" y="649373"/>
                  </a:lnTo>
                  <a:lnTo>
                    <a:pt x="3172922" y="649244"/>
                  </a:lnTo>
                  <a:lnTo>
                    <a:pt x="3173619" y="649054"/>
                  </a:lnTo>
                  <a:lnTo>
                    <a:pt x="3174315" y="650616"/>
                  </a:lnTo>
                  <a:lnTo>
                    <a:pt x="3175011" y="653027"/>
                  </a:lnTo>
                  <a:lnTo>
                    <a:pt x="3175707" y="655205"/>
                  </a:lnTo>
                  <a:lnTo>
                    <a:pt x="3176403" y="657497"/>
                  </a:lnTo>
                  <a:lnTo>
                    <a:pt x="3177100" y="659226"/>
                  </a:lnTo>
                  <a:lnTo>
                    <a:pt x="3177796" y="659228"/>
                  </a:lnTo>
                  <a:lnTo>
                    <a:pt x="3178492" y="659592"/>
                  </a:lnTo>
                  <a:lnTo>
                    <a:pt x="3179188" y="659436"/>
                  </a:lnTo>
                  <a:lnTo>
                    <a:pt x="3179884" y="660743"/>
                  </a:lnTo>
                  <a:lnTo>
                    <a:pt x="3180580" y="663895"/>
                  </a:lnTo>
                  <a:lnTo>
                    <a:pt x="3181277" y="668055"/>
                  </a:lnTo>
                  <a:lnTo>
                    <a:pt x="3181973" y="672965"/>
                  </a:lnTo>
                  <a:lnTo>
                    <a:pt x="3182669" y="676383"/>
                  </a:lnTo>
                  <a:lnTo>
                    <a:pt x="3183365" y="679168"/>
                  </a:lnTo>
                  <a:lnTo>
                    <a:pt x="3184061" y="681729"/>
                  </a:lnTo>
                  <a:lnTo>
                    <a:pt x="3184757" y="684424"/>
                  </a:lnTo>
                  <a:lnTo>
                    <a:pt x="3185454" y="686943"/>
                  </a:lnTo>
                  <a:lnTo>
                    <a:pt x="3186150" y="688583"/>
                  </a:lnTo>
                  <a:lnTo>
                    <a:pt x="3186846" y="691340"/>
                  </a:lnTo>
                  <a:lnTo>
                    <a:pt x="3187542" y="693951"/>
                  </a:lnTo>
                  <a:lnTo>
                    <a:pt x="3188238" y="697712"/>
                  </a:lnTo>
                  <a:lnTo>
                    <a:pt x="3188935" y="701893"/>
                  </a:lnTo>
                  <a:lnTo>
                    <a:pt x="3189631" y="708129"/>
                  </a:lnTo>
                  <a:lnTo>
                    <a:pt x="3190327" y="715229"/>
                  </a:lnTo>
                  <a:lnTo>
                    <a:pt x="3191023" y="723082"/>
                  </a:lnTo>
                  <a:lnTo>
                    <a:pt x="3191719" y="729202"/>
                  </a:lnTo>
                  <a:lnTo>
                    <a:pt x="3192415" y="733055"/>
                  </a:lnTo>
                  <a:lnTo>
                    <a:pt x="3193112" y="737685"/>
                  </a:lnTo>
                  <a:lnTo>
                    <a:pt x="3193808" y="744476"/>
                  </a:lnTo>
                  <a:lnTo>
                    <a:pt x="3194504" y="751731"/>
                  </a:lnTo>
                  <a:lnTo>
                    <a:pt x="3195200" y="759029"/>
                  </a:lnTo>
                  <a:lnTo>
                    <a:pt x="3195896" y="766769"/>
                  </a:lnTo>
                  <a:lnTo>
                    <a:pt x="3196592" y="776318"/>
                  </a:lnTo>
                  <a:lnTo>
                    <a:pt x="3197289" y="784262"/>
                  </a:lnTo>
                  <a:lnTo>
                    <a:pt x="3197985" y="791317"/>
                  </a:lnTo>
                  <a:lnTo>
                    <a:pt x="3198681" y="798738"/>
                  </a:lnTo>
                  <a:lnTo>
                    <a:pt x="3199377" y="806175"/>
                  </a:lnTo>
                  <a:lnTo>
                    <a:pt x="3200073" y="813482"/>
                  </a:lnTo>
                  <a:lnTo>
                    <a:pt x="3200770" y="819621"/>
                  </a:lnTo>
                  <a:lnTo>
                    <a:pt x="3201466" y="824711"/>
                  </a:lnTo>
                  <a:lnTo>
                    <a:pt x="3202162" y="831768"/>
                  </a:lnTo>
                  <a:lnTo>
                    <a:pt x="3202858" y="841118"/>
                  </a:lnTo>
                  <a:lnTo>
                    <a:pt x="3203554" y="850469"/>
                  </a:lnTo>
                  <a:lnTo>
                    <a:pt x="3204250" y="858481"/>
                  </a:lnTo>
                  <a:lnTo>
                    <a:pt x="3204947" y="869076"/>
                  </a:lnTo>
                  <a:lnTo>
                    <a:pt x="3205643" y="881793"/>
                  </a:lnTo>
                  <a:lnTo>
                    <a:pt x="3206339" y="895670"/>
                  </a:lnTo>
                  <a:lnTo>
                    <a:pt x="3207035" y="910266"/>
                  </a:lnTo>
                  <a:lnTo>
                    <a:pt x="3207731" y="927411"/>
                  </a:lnTo>
                  <a:lnTo>
                    <a:pt x="3208427" y="945773"/>
                  </a:lnTo>
                  <a:lnTo>
                    <a:pt x="3209124" y="964449"/>
                  </a:lnTo>
                  <a:lnTo>
                    <a:pt x="3209820" y="983803"/>
                  </a:lnTo>
                  <a:lnTo>
                    <a:pt x="3210516" y="1002005"/>
                  </a:lnTo>
                  <a:lnTo>
                    <a:pt x="3211212" y="1020537"/>
                  </a:lnTo>
                  <a:lnTo>
                    <a:pt x="3211908" y="1038012"/>
                  </a:lnTo>
                  <a:lnTo>
                    <a:pt x="3212604" y="1053676"/>
                  </a:lnTo>
                  <a:lnTo>
                    <a:pt x="3213301" y="1070757"/>
                  </a:lnTo>
                  <a:lnTo>
                    <a:pt x="3213997" y="1087388"/>
                  </a:lnTo>
                  <a:lnTo>
                    <a:pt x="3214693" y="1101489"/>
                  </a:lnTo>
                  <a:lnTo>
                    <a:pt x="3215389" y="1115136"/>
                  </a:lnTo>
                  <a:lnTo>
                    <a:pt x="3216085" y="1126980"/>
                  </a:lnTo>
                  <a:lnTo>
                    <a:pt x="3216782" y="1137628"/>
                  </a:lnTo>
                  <a:lnTo>
                    <a:pt x="3217478" y="1147777"/>
                  </a:lnTo>
                  <a:lnTo>
                    <a:pt x="3218174" y="1156401"/>
                  </a:lnTo>
                  <a:lnTo>
                    <a:pt x="3218870" y="1164519"/>
                  </a:lnTo>
                  <a:lnTo>
                    <a:pt x="3219566" y="1169293"/>
                  </a:lnTo>
                  <a:lnTo>
                    <a:pt x="3220262" y="1175474"/>
                  </a:lnTo>
                  <a:lnTo>
                    <a:pt x="3220959" y="1181132"/>
                  </a:lnTo>
                  <a:lnTo>
                    <a:pt x="3221655" y="1187107"/>
                  </a:lnTo>
                  <a:lnTo>
                    <a:pt x="3222351" y="1191944"/>
                  </a:lnTo>
                  <a:lnTo>
                    <a:pt x="3223047" y="1196798"/>
                  </a:lnTo>
                  <a:lnTo>
                    <a:pt x="3223743" y="1201748"/>
                  </a:lnTo>
                  <a:lnTo>
                    <a:pt x="3224439" y="1206144"/>
                  </a:lnTo>
                  <a:lnTo>
                    <a:pt x="3225136" y="1210813"/>
                  </a:lnTo>
                  <a:lnTo>
                    <a:pt x="3225832" y="1214364"/>
                  </a:lnTo>
                  <a:lnTo>
                    <a:pt x="3226528" y="1217805"/>
                  </a:lnTo>
                  <a:lnTo>
                    <a:pt x="3227224" y="1222136"/>
                  </a:lnTo>
                  <a:lnTo>
                    <a:pt x="3227920" y="1227117"/>
                  </a:lnTo>
                  <a:lnTo>
                    <a:pt x="3228617" y="1232348"/>
                  </a:lnTo>
                  <a:lnTo>
                    <a:pt x="3229313" y="1235454"/>
                  </a:lnTo>
                  <a:lnTo>
                    <a:pt x="3230009" y="1241193"/>
                  </a:lnTo>
                  <a:lnTo>
                    <a:pt x="3230705" y="1245565"/>
                  </a:lnTo>
                  <a:lnTo>
                    <a:pt x="3231401" y="1247827"/>
                  </a:lnTo>
                  <a:lnTo>
                    <a:pt x="3232097" y="1248063"/>
                  </a:lnTo>
                  <a:lnTo>
                    <a:pt x="3232794" y="1249667"/>
                  </a:lnTo>
                  <a:lnTo>
                    <a:pt x="3233490" y="1251868"/>
                  </a:lnTo>
                  <a:lnTo>
                    <a:pt x="3234186" y="1253839"/>
                  </a:lnTo>
                  <a:lnTo>
                    <a:pt x="3234882" y="1254868"/>
                  </a:lnTo>
                  <a:lnTo>
                    <a:pt x="3235578" y="1254199"/>
                  </a:lnTo>
                  <a:lnTo>
                    <a:pt x="3236274" y="1253926"/>
                  </a:lnTo>
                  <a:lnTo>
                    <a:pt x="3236971" y="1254152"/>
                  </a:lnTo>
                  <a:lnTo>
                    <a:pt x="3237667" y="1252557"/>
                  </a:lnTo>
                  <a:lnTo>
                    <a:pt x="3238363" y="1247015"/>
                  </a:lnTo>
                  <a:lnTo>
                    <a:pt x="3239059" y="1240278"/>
                  </a:lnTo>
                  <a:lnTo>
                    <a:pt x="3239755" y="1235270"/>
                  </a:lnTo>
                  <a:lnTo>
                    <a:pt x="3240451" y="1229730"/>
                  </a:lnTo>
                  <a:lnTo>
                    <a:pt x="3241148" y="1223772"/>
                  </a:lnTo>
                  <a:lnTo>
                    <a:pt x="3241844" y="1218972"/>
                  </a:lnTo>
                  <a:lnTo>
                    <a:pt x="3242540" y="1215300"/>
                  </a:lnTo>
                  <a:lnTo>
                    <a:pt x="3243236" y="1207839"/>
                  </a:lnTo>
                  <a:lnTo>
                    <a:pt x="3243932" y="1198382"/>
                  </a:lnTo>
                  <a:lnTo>
                    <a:pt x="3244629" y="1187650"/>
                  </a:lnTo>
                  <a:lnTo>
                    <a:pt x="3245325" y="1174563"/>
                  </a:lnTo>
                  <a:lnTo>
                    <a:pt x="3246021" y="1162571"/>
                  </a:lnTo>
                  <a:lnTo>
                    <a:pt x="3246717" y="1151830"/>
                  </a:lnTo>
                  <a:lnTo>
                    <a:pt x="3247413" y="1139737"/>
                  </a:lnTo>
                  <a:lnTo>
                    <a:pt x="3248109" y="1127935"/>
                  </a:lnTo>
                  <a:lnTo>
                    <a:pt x="3248806" y="1117035"/>
                  </a:lnTo>
                  <a:lnTo>
                    <a:pt x="3249502" y="1106279"/>
                  </a:lnTo>
                  <a:lnTo>
                    <a:pt x="3250198" y="1097802"/>
                  </a:lnTo>
                  <a:lnTo>
                    <a:pt x="3250894" y="1089985"/>
                  </a:lnTo>
                  <a:lnTo>
                    <a:pt x="3251590" y="1082853"/>
                  </a:lnTo>
                  <a:lnTo>
                    <a:pt x="3252286" y="1076330"/>
                  </a:lnTo>
                  <a:lnTo>
                    <a:pt x="3252983" y="1070124"/>
                  </a:lnTo>
                  <a:lnTo>
                    <a:pt x="3253679" y="1066599"/>
                  </a:lnTo>
                  <a:lnTo>
                    <a:pt x="3254375" y="1063277"/>
                  </a:lnTo>
                  <a:lnTo>
                    <a:pt x="3255071" y="1064761"/>
                  </a:lnTo>
                  <a:lnTo>
                    <a:pt x="3255767" y="1066700"/>
                  </a:lnTo>
                  <a:lnTo>
                    <a:pt x="3256464" y="1068238"/>
                  </a:lnTo>
                  <a:lnTo>
                    <a:pt x="3257160" y="1069733"/>
                  </a:lnTo>
                  <a:lnTo>
                    <a:pt x="3257856" y="1073552"/>
                  </a:lnTo>
                  <a:lnTo>
                    <a:pt x="3258552" y="1079189"/>
                  </a:lnTo>
                  <a:lnTo>
                    <a:pt x="3259248" y="1084236"/>
                  </a:lnTo>
                  <a:lnTo>
                    <a:pt x="3259944" y="1091140"/>
                  </a:lnTo>
                  <a:lnTo>
                    <a:pt x="3260641" y="1096763"/>
                  </a:lnTo>
                  <a:lnTo>
                    <a:pt x="3261337" y="1103525"/>
                  </a:lnTo>
                  <a:lnTo>
                    <a:pt x="3262033" y="1109051"/>
                  </a:lnTo>
                  <a:lnTo>
                    <a:pt x="3262729" y="1114099"/>
                  </a:lnTo>
                  <a:lnTo>
                    <a:pt x="3263425" y="1119444"/>
                  </a:lnTo>
                  <a:lnTo>
                    <a:pt x="3264121" y="1124332"/>
                  </a:lnTo>
                  <a:lnTo>
                    <a:pt x="3264818" y="1131496"/>
                  </a:lnTo>
                  <a:lnTo>
                    <a:pt x="3265514" y="1134632"/>
                  </a:lnTo>
                  <a:lnTo>
                    <a:pt x="3266210" y="1137888"/>
                  </a:lnTo>
                  <a:lnTo>
                    <a:pt x="3266906" y="1142136"/>
                  </a:lnTo>
                  <a:lnTo>
                    <a:pt x="3267602" y="1146431"/>
                  </a:lnTo>
                  <a:lnTo>
                    <a:pt x="3268299" y="1148799"/>
                  </a:lnTo>
                  <a:lnTo>
                    <a:pt x="3268995" y="1151540"/>
                  </a:lnTo>
                  <a:lnTo>
                    <a:pt x="3269691" y="1155790"/>
                  </a:lnTo>
                  <a:lnTo>
                    <a:pt x="3270387" y="1161420"/>
                  </a:lnTo>
                  <a:lnTo>
                    <a:pt x="3271083" y="1167624"/>
                  </a:lnTo>
                  <a:lnTo>
                    <a:pt x="3271779" y="1172868"/>
                  </a:lnTo>
                  <a:lnTo>
                    <a:pt x="3272476" y="1178846"/>
                  </a:lnTo>
                  <a:lnTo>
                    <a:pt x="3273172" y="1185433"/>
                  </a:lnTo>
                  <a:lnTo>
                    <a:pt x="3273868" y="1193341"/>
                  </a:lnTo>
                  <a:lnTo>
                    <a:pt x="3274564" y="1202913"/>
                  </a:lnTo>
                  <a:lnTo>
                    <a:pt x="3275260" y="1210757"/>
                  </a:lnTo>
                  <a:lnTo>
                    <a:pt x="3275956" y="1219562"/>
                  </a:lnTo>
                  <a:lnTo>
                    <a:pt x="3276653" y="1228356"/>
                  </a:lnTo>
                  <a:lnTo>
                    <a:pt x="3277349" y="1237728"/>
                  </a:lnTo>
                  <a:lnTo>
                    <a:pt x="3278045" y="1244734"/>
                  </a:lnTo>
                  <a:lnTo>
                    <a:pt x="3278741" y="1254539"/>
                  </a:lnTo>
                  <a:lnTo>
                    <a:pt x="3279437" y="1264817"/>
                  </a:lnTo>
                  <a:lnTo>
                    <a:pt x="3280133" y="1276004"/>
                  </a:lnTo>
                  <a:lnTo>
                    <a:pt x="3280830" y="1286501"/>
                  </a:lnTo>
                  <a:lnTo>
                    <a:pt x="3281526" y="1295739"/>
                  </a:lnTo>
                  <a:lnTo>
                    <a:pt x="3282222" y="1303522"/>
                  </a:lnTo>
                  <a:lnTo>
                    <a:pt x="3282918" y="1307622"/>
                  </a:lnTo>
                  <a:lnTo>
                    <a:pt x="3283614" y="1312188"/>
                  </a:lnTo>
                  <a:lnTo>
                    <a:pt x="3284311" y="1316188"/>
                  </a:lnTo>
                  <a:lnTo>
                    <a:pt x="3285007" y="1319828"/>
                  </a:lnTo>
                  <a:lnTo>
                    <a:pt x="3285703" y="1323844"/>
                  </a:lnTo>
                  <a:lnTo>
                    <a:pt x="3286399" y="1326650"/>
                  </a:lnTo>
                  <a:lnTo>
                    <a:pt x="3287095" y="1329283"/>
                  </a:lnTo>
                  <a:lnTo>
                    <a:pt x="3287791" y="1331916"/>
                  </a:lnTo>
                  <a:lnTo>
                    <a:pt x="3288488" y="1335446"/>
                  </a:lnTo>
                  <a:lnTo>
                    <a:pt x="3289184" y="1335199"/>
                  </a:lnTo>
                  <a:lnTo>
                    <a:pt x="3289880" y="1335247"/>
                  </a:lnTo>
                  <a:lnTo>
                    <a:pt x="3290576" y="1333231"/>
                  </a:lnTo>
                  <a:lnTo>
                    <a:pt x="3291272" y="1330643"/>
                  </a:lnTo>
                  <a:lnTo>
                    <a:pt x="3291968" y="1329431"/>
                  </a:lnTo>
                  <a:lnTo>
                    <a:pt x="3292665" y="1328894"/>
                  </a:lnTo>
                  <a:lnTo>
                    <a:pt x="3293361" y="1329613"/>
                  </a:lnTo>
                  <a:lnTo>
                    <a:pt x="3294057" y="1325776"/>
                  </a:lnTo>
                  <a:lnTo>
                    <a:pt x="3294753" y="1322497"/>
                  </a:lnTo>
                  <a:lnTo>
                    <a:pt x="3295449" y="1316908"/>
                  </a:lnTo>
                  <a:lnTo>
                    <a:pt x="3296146" y="1309014"/>
                  </a:lnTo>
                  <a:lnTo>
                    <a:pt x="3296842" y="1300710"/>
                  </a:lnTo>
                  <a:lnTo>
                    <a:pt x="3297538" y="1293786"/>
                  </a:lnTo>
                  <a:lnTo>
                    <a:pt x="3298234" y="1287089"/>
                  </a:lnTo>
                  <a:lnTo>
                    <a:pt x="3298930" y="1279017"/>
                  </a:lnTo>
                  <a:lnTo>
                    <a:pt x="3299626" y="1273801"/>
                  </a:lnTo>
                  <a:lnTo>
                    <a:pt x="3300323" y="1266791"/>
                  </a:lnTo>
                  <a:lnTo>
                    <a:pt x="3301019" y="1260354"/>
                  </a:lnTo>
                  <a:lnTo>
                    <a:pt x="3301715" y="1254025"/>
                  </a:lnTo>
                  <a:lnTo>
                    <a:pt x="3302411" y="1247509"/>
                  </a:lnTo>
                  <a:lnTo>
                    <a:pt x="3303107" y="1241364"/>
                  </a:lnTo>
                  <a:lnTo>
                    <a:pt x="3303803" y="1237634"/>
                  </a:lnTo>
                  <a:lnTo>
                    <a:pt x="3304500" y="1237016"/>
                  </a:lnTo>
                  <a:lnTo>
                    <a:pt x="3305196" y="1235361"/>
                  </a:lnTo>
                  <a:lnTo>
                    <a:pt x="3305892" y="1233009"/>
                  </a:lnTo>
                  <a:lnTo>
                    <a:pt x="3306588" y="1233572"/>
                  </a:lnTo>
                  <a:lnTo>
                    <a:pt x="3307284" y="1236413"/>
                  </a:lnTo>
                  <a:lnTo>
                    <a:pt x="3307980" y="1238436"/>
                  </a:lnTo>
                  <a:lnTo>
                    <a:pt x="3308677" y="1240383"/>
                  </a:lnTo>
                  <a:lnTo>
                    <a:pt x="3309373" y="1246435"/>
                  </a:lnTo>
                  <a:lnTo>
                    <a:pt x="3310069" y="1251606"/>
                  </a:lnTo>
                  <a:lnTo>
                    <a:pt x="3310765" y="1256777"/>
                  </a:lnTo>
                  <a:lnTo>
                    <a:pt x="3311461" y="1261089"/>
                  </a:lnTo>
                  <a:lnTo>
                    <a:pt x="3312158" y="1265831"/>
                  </a:lnTo>
                  <a:lnTo>
                    <a:pt x="3312854" y="1268836"/>
                  </a:lnTo>
                  <a:lnTo>
                    <a:pt x="3313550" y="1272947"/>
                  </a:lnTo>
                  <a:lnTo>
                    <a:pt x="3314246" y="1276151"/>
                  </a:lnTo>
                  <a:lnTo>
                    <a:pt x="3314942" y="1279121"/>
                  </a:lnTo>
                  <a:lnTo>
                    <a:pt x="3315638" y="1280687"/>
                  </a:lnTo>
                  <a:lnTo>
                    <a:pt x="3316335" y="1282848"/>
                  </a:lnTo>
                  <a:lnTo>
                    <a:pt x="3317031" y="1285601"/>
                  </a:lnTo>
                  <a:lnTo>
                    <a:pt x="3317727" y="1288559"/>
                  </a:lnTo>
                  <a:lnTo>
                    <a:pt x="3318423" y="1296236"/>
                  </a:lnTo>
                  <a:lnTo>
                    <a:pt x="3319119" y="1305120"/>
                  </a:lnTo>
                  <a:lnTo>
                    <a:pt x="3319815" y="1312010"/>
                  </a:lnTo>
                  <a:lnTo>
                    <a:pt x="3320512" y="1316426"/>
                  </a:lnTo>
                  <a:lnTo>
                    <a:pt x="3321208" y="1320049"/>
                  </a:lnTo>
                  <a:lnTo>
                    <a:pt x="3321904" y="1325061"/>
                  </a:lnTo>
                  <a:lnTo>
                    <a:pt x="3322600" y="1330521"/>
                  </a:lnTo>
                  <a:lnTo>
                    <a:pt x="3323296" y="1335982"/>
                  </a:lnTo>
                  <a:lnTo>
                    <a:pt x="3323993" y="1340229"/>
                  </a:lnTo>
                  <a:lnTo>
                    <a:pt x="3324689" y="1346046"/>
                  </a:lnTo>
                  <a:lnTo>
                    <a:pt x="3325385" y="1351815"/>
                  </a:lnTo>
                  <a:lnTo>
                    <a:pt x="3326081" y="1358237"/>
                  </a:lnTo>
                  <a:lnTo>
                    <a:pt x="3326777" y="1364015"/>
                  </a:lnTo>
                  <a:lnTo>
                    <a:pt x="3327473" y="1369361"/>
                  </a:lnTo>
                  <a:lnTo>
                    <a:pt x="3328170" y="1374596"/>
                  </a:lnTo>
                  <a:lnTo>
                    <a:pt x="3328866" y="1376790"/>
                  </a:lnTo>
                  <a:lnTo>
                    <a:pt x="3329562" y="1380643"/>
                  </a:lnTo>
                  <a:lnTo>
                    <a:pt x="3330258" y="1384286"/>
                  </a:lnTo>
                  <a:lnTo>
                    <a:pt x="3330954" y="1390072"/>
                  </a:lnTo>
                  <a:lnTo>
                    <a:pt x="3331650" y="1399108"/>
                  </a:lnTo>
                  <a:lnTo>
                    <a:pt x="3332347" y="1407980"/>
                  </a:lnTo>
                  <a:lnTo>
                    <a:pt x="3333043" y="1416964"/>
                  </a:lnTo>
                  <a:lnTo>
                    <a:pt x="3333739" y="1426255"/>
                  </a:lnTo>
                  <a:lnTo>
                    <a:pt x="3334435" y="1437136"/>
                  </a:lnTo>
                  <a:lnTo>
                    <a:pt x="3335131" y="1445955"/>
                  </a:lnTo>
                  <a:lnTo>
                    <a:pt x="3335828" y="1453953"/>
                  </a:lnTo>
                  <a:lnTo>
                    <a:pt x="3336524" y="1462089"/>
                  </a:lnTo>
                  <a:lnTo>
                    <a:pt x="3337220" y="1471783"/>
                  </a:lnTo>
                  <a:lnTo>
                    <a:pt x="3337916" y="1480400"/>
                  </a:lnTo>
                  <a:lnTo>
                    <a:pt x="3338612" y="1487682"/>
                  </a:lnTo>
                  <a:lnTo>
                    <a:pt x="3339308" y="1494119"/>
                  </a:lnTo>
                  <a:lnTo>
                    <a:pt x="3340005" y="1498646"/>
                  </a:lnTo>
                  <a:lnTo>
                    <a:pt x="3340701" y="1503425"/>
                  </a:lnTo>
                  <a:lnTo>
                    <a:pt x="3341397" y="1505482"/>
                  </a:lnTo>
                  <a:lnTo>
                    <a:pt x="3342093" y="1502458"/>
                  </a:lnTo>
                  <a:lnTo>
                    <a:pt x="3342789" y="1493180"/>
                  </a:lnTo>
                  <a:lnTo>
                    <a:pt x="3343485" y="1480593"/>
                  </a:lnTo>
                  <a:lnTo>
                    <a:pt x="3344182" y="1466223"/>
                  </a:lnTo>
                  <a:lnTo>
                    <a:pt x="3344878" y="1447748"/>
                  </a:lnTo>
                  <a:lnTo>
                    <a:pt x="3345574" y="1429683"/>
                  </a:lnTo>
                  <a:lnTo>
                    <a:pt x="3346270" y="1413211"/>
                  </a:lnTo>
                  <a:lnTo>
                    <a:pt x="3346966" y="1397475"/>
                  </a:lnTo>
                  <a:lnTo>
                    <a:pt x="3347662" y="1380789"/>
                  </a:lnTo>
                  <a:lnTo>
                    <a:pt x="3348359" y="1362856"/>
                  </a:lnTo>
                  <a:lnTo>
                    <a:pt x="3349055" y="1344025"/>
                  </a:lnTo>
                  <a:lnTo>
                    <a:pt x="3349751" y="1323755"/>
                  </a:lnTo>
                  <a:lnTo>
                    <a:pt x="3350447" y="1302341"/>
                  </a:lnTo>
                  <a:lnTo>
                    <a:pt x="3351143" y="1283219"/>
                  </a:lnTo>
                  <a:lnTo>
                    <a:pt x="3351840" y="1266236"/>
                  </a:lnTo>
                  <a:lnTo>
                    <a:pt x="3352536" y="1251159"/>
                  </a:lnTo>
                  <a:lnTo>
                    <a:pt x="3353232" y="1238146"/>
                  </a:lnTo>
                  <a:lnTo>
                    <a:pt x="3353928" y="1228632"/>
                  </a:lnTo>
                  <a:lnTo>
                    <a:pt x="3354624" y="1220832"/>
                  </a:lnTo>
                  <a:lnTo>
                    <a:pt x="3355320" y="1214712"/>
                  </a:lnTo>
                  <a:lnTo>
                    <a:pt x="3356017" y="1210374"/>
                  </a:lnTo>
                  <a:lnTo>
                    <a:pt x="3356713" y="1207014"/>
                  </a:lnTo>
                  <a:lnTo>
                    <a:pt x="3357409" y="1203319"/>
                  </a:lnTo>
                  <a:lnTo>
                    <a:pt x="3358105" y="1200249"/>
                  </a:lnTo>
                  <a:lnTo>
                    <a:pt x="3358801" y="1200071"/>
                  </a:lnTo>
                  <a:lnTo>
                    <a:pt x="3359497" y="1203296"/>
                  </a:lnTo>
                  <a:lnTo>
                    <a:pt x="3360194" y="1209888"/>
                  </a:lnTo>
                  <a:lnTo>
                    <a:pt x="3360890" y="1219485"/>
                  </a:lnTo>
                  <a:lnTo>
                    <a:pt x="3361586" y="1229047"/>
                  </a:lnTo>
                  <a:lnTo>
                    <a:pt x="3362282" y="1238881"/>
                  </a:lnTo>
                  <a:lnTo>
                    <a:pt x="3362978" y="1248716"/>
                  </a:lnTo>
                  <a:lnTo>
                    <a:pt x="3363675" y="1258549"/>
                  </a:lnTo>
                  <a:lnTo>
                    <a:pt x="3364371" y="1268384"/>
                  </a:lnTo>
                  <a:lnTo>
                    <a:pt x="3365067" y="1278226"/>
                  </a:lnTo>
                  <a:lnTo>
                    <a:pt x="3365763" y="1288275"/>
                  </a:lnTo>
                  <a:lnTo>
                    <a:pt x="3366459" y="1297809"/>
                  </a:lnTo>
                  <a:lnTo>
                    <a:pt x="3367155" y="1305422"/>
                  </a:lnTo>
                  <a:lnTo>
                    <a:pt x="3367852" y="1313507"/>
                  </a:lnTo>
                  <a:lnTo>
                    <a:pt x="3368548" y="1321455"/>
                  </a:lnTo>
                  <a:lnTo>
                    <a:pt x="3369244" y="1329404"/>
                  </a:lnTo>
                  <a:lnTo>
                    <a:pt x="3369940" y="1336800"/>
                  </a:lnTo>
                  <a:lnTo>
                    <a:pt x="3370636" y="1343176"/>
                  </a:lnTo>
                  <a:lnTo>
                    <a:pt x="3371332" y="1349727"/>
                  </a:lnTo>
                  <a:lnTo>
                    <a:pt x="3372029" y="1354784"/>
                  </a:lnTo>
                  <a:lnTo>
                    <a:pt x="3372725" y="1355838"/>
                  </a:lnTo>
                  <a:lnTo>
                    <a:pt x="3373421" y="1356312"/>
                  </a:lnTo>
                  <a:lnTo>
                    <a:pt x="3374117" y="1357618"/>
                  </a:lnTo>
                  <a:lnTo>
                    <a:pt x="3374813" y="1358445"/>
                  </a:lnTo>
                  <a:lnTo>
                    <a:pt x="3375509" y="1358862"/>
                  </a:lnTo>
                  <a:lnTo>
                    <a:pt x="3376206" y="1357486"/>
                  </a:lnTo>
                  <a:lnTo>
                    <a:pt x="3376902" y="1358496"/>
                  </a:lnTo>
                  <a:lnTo>
                    <a:pt x="3377598" y="1362999"/>
                  </a:lnTo>
                  <a:lnTo>
                    <a:pt x="3378294" y="1371955"/>
                  </a:lnTo>
                  <a:lnTo>
                    <a:pt x="3378990" y="1382504"/>
                  </a:lnTo>
                  <a:lnTo>
                    <a:pt x="3379687" y="1395210"/>
                  </a:lnTo>
                  <a:lnTo>
                    <a:pt x="3380383" y="1408143"/>
                  </a:lnTo>
                  <a:lnTo>
                    <a:pt x="3381079" y="1419982"/>
                  </a:lnTo>
                  <a:lnTo>
                    <a:pt x="3381775" y="1429228"/>
                  </a:lnTo>
                  <a:lnTo>
                    <a:pt x="3382471" y="1438100"/>
                  </a:lnTo>
                  <a:lnTo>
                    <a:pt x="3383167" y="1447826"/>
                  </a:lnTo>
                  <a:lnTo>
                    <a:pt x="3383864" y="1458781"/>
                  </a:lnTo>
                  <a:lnTo>
                    <a:pt x="3384560" y="1470428"/>
                  </a:lnTo>
                  <a:lnTo>
                    <a:pt x="3385256" y="1482426"/>
                  </a:lnTo>
                  <a:lnTo>
                    <a:pt x="3385952" y="1495040"/>
                  </a:lnTo>
                  <a:lnTo>
                    <a:pt x="3386648" y="1507839"/>
                  </a:lnTo>
                  <a:lnTo>
                    <a:pt x="3387344" y="1519541"/>
                  </a:lnTo>
                  <a:lnTo>
                    <a:pt x="3388041" y="1529823"/>
                  </a:lnTo>
                  <a:lnTo>
                    <a:pt x="3388737" y="1539407"/>
                  </a:lnTo>
                  <a:lnTo>
                    <a:pt x="3389433" y="1547835"/>
                  </a:lnTo>
                  <a:lnTo>
                    <a:pt x="3390129" y="1555944"/>
                  </a:lnTo>
                  <a:lnTo>
                    <a:pt x="3390825" y="1564638"/>
                  </a:lnTo>
                  <a:lnTo>
                    <a:pt x="3391522" y="1577255"/>
                  </a:lnTo>
                  <a:lnTo>
                    <a:pt x="3392218" y="1589998"/>
                  </a:lnTo>
                  <a:lnTo>
                    <a:pt x="3392914" y="1602884"/>
                  </a:lnTo>
                  <a:lnTo>
                    <a:pt x="3393610" y="1614602"/>
                  </a:lnTo>
                  <a:lnTo>
                    <a:pt x="3394306" y="1623694"/>
                  </a:lnTo>
                  <a:lnTo>
                    <a:pt x="3395002" y="1630852"/>
                  </a:lnTo>
                  <a:lnTo>
                    <a:pt x="3395699" y="1634167"/>
                  </a:lnTo>
                  <a:lnTo>
                    <a:pt x="3396395" y="1635762"/>
                  </a:lnTo>
                  <a:lnTo>
                    <a:pt x="3397091" y="1636663"/>
                  </a:lnTo>
                  <a:lnTo>
                    <a:pt x="3397787" y="1641261"/>
                  </a:lnTo>
                  <a:lnTo>
                    <a:pt x="3398483" y="1646010"/>
                  </a:lnTo>
                  <a:lnTo>
                    <a:pt x="3399179" y="1649955"/>
                  </a:lnTo>
                  <a:lnTo>
                    <a:pt x="3399876" y="1651873"/>
                  </a:lnTo>
                  <a:lnTo>
                    <a:pt x="3400572" y="1652386"/>
                  </a:lnTo>
                  <a:lnTo>
                    <a:pt x="3401268" y="1652717"/>
                  </a:lnTo>
                  <a:lnTo>
                    <a:pt x="3401964" y="1650508"/>
                  </a:lnTo>
                  <a:lnTo>
                    <a:pt x="3402660" y="1646375"/>
                  </a:lnTo>
                  <a:lnTo>
                    <a:pt x="3403356" y="1641174"/>
                  </a:lnTo>
                  <a:lnTo>
                    <a:pt x="3404053" y="1635638"/>
                  </a:lnTo>
                  <a:lnTo>
                    <a:pt x="3404749" y="1630102"/>
                  </a:lnTo>
                  <a:lnTo>
                    <a:pt x="3405445" y="1625119"/>
                  </a:lnTo>
                  <a:lnTo>
                    <a:pt x="3406141" y="1620135"/>
                  </a:lnTo>
                  <a:lnTo>
                    <a:pt x="3406837" y="1615152"/>
                  </a:lnTo>
                  <a:lnTo>
                    <a:pt x="3407534" y="1610234"/>
                  </a:lnTo>
                  <a:lnTo>
                    <a:pt x="3408230" y="1606883"/>
                  </a:lnTo>
                  <a:lnTo>
                    <a:pt x="3408926" y="1604655"/>
                  </a:lnTo>
                  <a:lnTo>
                    <a:pt x="3409622" y="1603185"/>
                  </a:lnTo>
                  <a:lnTo>
                    <a:pt x="3410318" y="1603965"/>
                  </a:lnTo>
                  <a:lnTo>
                    <a:pt x="3411014" y="1605170"/>
                  </a:lnTo>
                  <a:lnTo>
                    <a:pt x="3411711" y="1608398"/>
                  </a:lnTo>
                  <a:lnTo>
                    <a:pt x="3412407" y="1611132"/>
                  </a:lnTo>
                  <a:lnTo>
                    <a:pt x="3413103" y="1611773"/>
                  </a:lnTo>
                  <a:lnTo>
                    <a:pt x="3413799" y="1612629"/>
                  </a:lnTo>
                  <a:lnTo>
                    <a:pt x="3414495" y="1614996"/>
                  </a:lnTo>
                  <a:lnTo>
                    <a:pt x="3415191" y="1616363"/>
                  </a:lnTo>
                  <a:lnTo>
                    <a:pt x="3415888" y="1617285"/>
                  </a:lnTo>
                  <a:lnTo>
                    <a:pt x="3416584" y="1618393"/>
                  </a:lnTo>
                  <a:lnTo>
                    <a:pt x="3417280" y="1619470"/>
                  </a:lnTo>
                  <a:lnTo>
                    <a:pt x="3417976" y="1619181"/>
                  </a:lnTo>
                  <a:lnTo>
                    <a:pt x="3418672" y="1618989"/>
                  </a:lnTo>
                  <a:lnTo>
                    <a:pt x="3419369" y="1618813"/>
                  </a:lnTo>
                  <a:lnTo>
                    <a:pt x="3420065" y="1618844"/>
                  </a:lnTo>
                  <a:lnTo>
                    <a:pt x="3420761" y="1619533"/>
                  </a:lnTo>
                  <a:lnTo>
                    <a:pt x="3421457" y="1620209"/>
                  </a:lnTo>
                  <a:lnTo>
                    <a:pt x="3422153" y="1619747"/>
                  </a:lnTo>
                  <a:lnTo>
                    <a:pt x="3422849" y="1619415"/>
                  </a:lnTo>
                  <a:lnTo>
                    <a:pt x="3423546" y="1620360"/>
                  </a:lnTo>
                  <a:lnTo>
                    <a:pt x="3424242" y="1620030"/>
                  </a:lnTo>
                  <a:lnTo>
                    <a:pt x="3424938" y="1618697"/>
                  </a:lnTo>
                  <a:lnTo>
                    <a:pt x="3425634" y="1615752"/>
                  </a:lnTo>
                  <a:lnTo>
                    <a:pt x="3426330" y="1613643"/>
                  </a:lnTo>
                  <a:lnTo>
                    <a:pt x="3427026" y="1608784"/>
                  </a:lnTo>
                  <a:lnTo>
                    <a:pt x="3427723" y="1603272"/>
                  </a:lnTo>
                  <a:lnTo>
                    <a:pt x="3428419" y="1598618"/>
                  </a:lnTo>
                  <a:lnTo>
                    <a:pt x="3429115" y="1594507"/>
                  </a:lnTo>
                  <a:lnTo>
                    <a:pt x="3429811" y="1590129"/>
                  </a:lnTo>
                  <a:lnTo>
                    <a:pt x="3430507" y="1585405"/>
                  </a:lnTo>
                  <a:lnTo>
                    <a:pt x="3431204" y="1579713"/>
                  </a:lnTo>
                  <a:lnTo>
                    <a:pt x="3431900" y="1570935"/>
                  </a:lnTo>
                  <a:lnTo>
                    <a:pt x="3432596" y="1564150"/>
                  </a:lnTo>
                  <a:lnTo>
                    <a:pt x="3433292" y="1553942"/>
                  </a:lnTo>
                  <a:lnTo>
                    <a:pt x="3433988" y="1544600"/>
                  </a:lnTo>
                  <a:lnTo>
                    <a:pt x="3434684" y="1535279"/>
                  </a:lnTo>
                  <a:lnTo>
                    <a:pt x="3435381" y="1528848"/>
                  </a:lnTo>
                  <a:lnTo>
                    <a:pt x="3436077" y="1522052"/>
                  </a:lnTo>
                  <a:lnTo>
                    <a:pt x="3436773" y="1513056"/>
                  </a:lnTo>
                  <a:lnTo>
                    <a:pt x="3437469" y="1504289"/>
                  </a:lnTo>
                  <a:lnTo>
                    <a:pt x="3438165" y="1497488"/>
                  </a:lnTo>
                  <a:lnTo>
                    <a:pt x="3438861" y="1490115"/>
                  </a:lnTo>
                  <a:lnTo>
                    <a:pt x="3439558" y="1482127"/>
                  </a:lnTo>
                  <a:lnTo>
                    <a:pt x="3440254" y="1474300"/>
                  </a:lnTo>
                  <a:lnTo>
                    <a:pt x="3440950" y="1466736"/>
                  </a:lnTo>
                  <a:lnTo>
                    <a:pt x="3441646" y="1458393"/>
                  </a:lnTo>
                  <a:lnTo>
                    <a:pt x="3442342" y="1451262"/>
                  </a:lnTo>
                  <a:lnTo>
                    <a:pt x="3443038" y="1444328"/>
                  </a:lnTo>
                  <a:lnTo>
                    <a:pt x="3443735" y="1437735"/>
                  </a:lnTo>
                  <a:lnTo>
                    <a:pt x="3444431" y="1431644"/>
                  </a:lnTo>
                  <a:lnTo>
                    <a:pt x="3445127" y="1424409"/>
                  </a:lnTo>
                  <a:lnTo>
                    <a:pt x="3445823" y="1415144"/>
                  </a:lnTo>
                  <a:lnTo>
                    <a:pt x="3446519" y="1405793"/>
                  </a:lnTo>
                  <a:lnTo>
                    <a:pt x="3447216" y="1396561"/>
                  </a:lnTo>
                  <a:lnTo>
                    <a:pt x="3447912" y="1388907"/>
                  </a:lnTo>
                  <a:lnTo>
                    <a:pt x="3448608" y="1382897"/>
                  </a:lnTo>
                  <a:lnTo>
                    <a:pt x="3449304" y="1378620"/>
                  </a:lnTo>
                  <a:lnTo>
                    <a:pt x="3450000" y="1376420"/>
                  </a:lnTo>
                  <a:lnTo>
                    <a:pt x="3450696" y="1374374"/>
                  </a:lnTo>
                  <a:lnTo>
                    <a:pt x="3451393" y="1372518"/>
                  </a:lnTo>
                  <a:lnTo>
                    <a:pt x="3452089" y="1374590"/>
                  </a:lnTo>
                  <a:lnTo>
                    <a:pt x="3452785" y="1378473"/>
                  </a:lnTo>
                  <a:lnTo>
                    <a:pt x="3453481" y="1383631"/>
                  </a:lnTo>
                  <a:lnTo>
                    <a:pt x="3454177" y="1389436"/>
                  </a:lnTo>
                  <a:lnTo>
                    <a:pt x="3454873" y="1395323"/>
                  </a:lnTo>
                  <a:lnTo>
                    <a:pt x="3455570" y="1405163"/>
                  </a:lnTo>
                  <a:lnTo>
                    <a:pt x="3456266" y="1415905"/>
                  </a:lnTo>
                  <a:lnTo>
                    <a:pt x="3456962" y="1425928"/>
                  </a:lnTo>
                  <a:lnTo>
                    <a:pt x="3457658" y="1436488"/>
                  </a:lnTo>
                  <a:lnTo>
                    <a:pt x="3458354" y="1445992"/>
                  </a:lnTo>
                  <a:lnTo>
                    <a:pt x="3459051" y="1453336"/>
                  </a:lnTo>
                  <a:lnTo>
                    <a:pt x="3459747" y="1460589"/>
                  </a:lnTo>
                  <a:lnTo>
                    <a:pt x="3460443" y="1466521"/>
                  </a:lnTo>
                  <a:lnTo>
                    <a:pt x="3461139" y="1471851"/>
                  </a:lnTo>
                  <a:lnTo>
                    <a:pt x="3461835" y="1477488"/>
                  </a:lnTo>
                  <a:lnTo>
                    <a:pt x="3462531" y="1481237"/>
                  </a:lnTo>
                  <a:lnTo>
                    <a:pt x="3463228" y="1486952"/>
                  </a:lnTo>
                  <a:lnTo>
                    <a:pt x="3463924" y="1491402"/>
                  </a:lnTo>
                  <a:lnTo>
                    <a:pt x="3464620" y="1494298"/>
                  </a:lnTo>
                  <a:lnTo>
                    <a:pt x="3465316" y="1497194"/>
                  </a:lnTo>
                  <a:lnTo>
                    <a:pt x="3466012" y="1497230"/>
                  </a:lnTo>
                  <a:lnTo>
                    <a:pt x="3466708" y="1499671"/>
                  </a:lnTo>
                  <a:lnTo>
                    <a:pt x="3467405" y="1504820"/>
                  </a:lnTo>
                  <a:lnTo>
                    <a:pt x="3468101" y="1507919"/>
                  </a:lnTo>
                  <a:lnTo>
                    <a:pt x="3468797" y="1511497"/>
                  </a:lnTo>
                  <a:lnTo>
                    <a:pt x="3469493" y="1514054"/>
                  </a:lnTo>
                  <a:lnTo>
                    <a:pt x="3470189" y="1517397"/>
                  </a:lnTo>
                  <a:lnTo>
                    <a:pt x="3470885" y="1518366"/>
                  </a:lnTo>
                  <a:lnTo>
                    <a:pt x="3471582" y="1520606"/>
                  </a:lnTo>
                  <a:lnTo>
                    <a:pt x="3472278" y="1523086"/>
                  </a:lnTo>
                  <a:lnTo>
                    <a:pt x="3472974" y="1526196"/>
                  </a:lnTo>
                  <a:lnTo>
                    <a:pt x="3473670" y="1528943"/>
                  </a:lnTo>
                  <a:lnTo>
                    <a:pt x="3474366" y="1533698"/>
                  </a:lnTo>
                  <a:lnTo>
                    <a:pt x="3475063" y="1539820"/>
                  </a:lnTo>
                  <a:lnTo>
                    <a:pt x="3475759" y="1545778"/>
                  </a:lnTo>
                  <a:lnTo>
                    <a:pt x="3476455" y="1552697"/>
                  </a:lnTo>
                  <a:lnTo>
                    <a:pt x="3477151" y="1560394"/>
                  </a:lnTo>
                  <a:lnTo>
                    <a:pt x="3477847" y="1564302"/>
                  </a:lnTo>
                  <a:lnTo>
                    <a:pt x="3478543" y="1568593"/>
                  </a:lnTo>
                  <a:lnTo>
                    <a:pt x="3479240" y="1573028"/>
                  </a:lnTo>
                  <a:lnTo>
                    <a:pt x="3479936" y="1575701"/>
                  </a:lnTo>
                  <a:lnTo>
                    <a:pt x="3480632" y="1577983"/>
                  </a:lnTo>
                  <a:lnTo>
                    <a:pt x="3481328" y="1580909"/>
                  </a:lnTo>
                  <a:lnTo>
                    <a:pt x="3482024" y="1582510"/>
                  </a:lnTo>
                  <a:lnTo>
                    <a:pt x="3482720" y="1582267"/>
                  </a:lnTo>
                  <a:lnTo>
                    <a:pt x="3483417" y="1579135"/>
                  </a:lnTo>
                  <a:lnTo>
                    <a:pt x="3484113" y="1572061"/>
                  </a:lnTo>
                  <a:lnTo>
                    <a:pt x="3484809" y="1561175"/>
                  </a:lnTo>
                  <a:lnTo>
                    <a:pt x="3485505" y="1548861"/>
                  </a:lnTo>
                  <a:lnTo>
                    <a:pt x="3486201" y="1536395"/>
                  </a:lnTo>
                  <a:lnTo>
                    <a:pt x="3486898" y="1523954"/>
                  </a:lnTo>
                  <a:lnTo>
                    <a:pt x="3487594" y="1508494"/>
                  </a:lnTo>
                  <a:lnTo>
                    <a:pt x="3488290" y="1492776"/>
                  </a:lnTo>
                  <a:lnTo>
                    <a:pt x="3488986" y="1477147"/>
                  </a:lnTo>
                  <a:lnTo>
                    <a:pt x="3489682" y="1460941"/>
                  </a:lnTo>
                  <a:lnTo>
                    <a:pt x="3490378" y="1445980"/>
                  </a:lnTo>
                  <a:lnTo>
                    <a:pt x="3491075" y="1426504"/>
                  </a:lnTo>
                  <a:lnTo>
                    <a:pt x="3491771" y="1406466"/>
                  </a:lnTo>
                  <a:lnTo>
                    <a:pt x="3492467" y="1388813"/>
                  </a:lnTo>
                  <a:lnTo>
                    <a:pt x="3493163" y="1371387"/>
                  </a:lnTo>
                  <a:lnTo>
                    <a:pt x="3493859" y="1356367"/>
                  </a:lnTo>
                  <a:lnTo>
                    <a:pt x="3494555" y="1345466"/>
                  </a:lnTo>
                  <a:lnTo>
                    <a:pt x="3495252" y="1337108"/>
                  </a:lnTo>
                  <a:lnTo>
                    <a:pt x="3495948" y="1328636"/>
                  </a:lnTo>
                  <a:lnTo>
                    <a:pt x="3496644" y="1320015"/>
                  </a:lnTo>
                  <a:lnTo>
                    <a:pt x="3497340" y="1309979"/>
                  </a:lnTo>
                  <a:lnTo>
                    <a:pt x="3498036" y="1301566"/>
                  </a:lnTo>
                  <a:lnTo>
                    <a:pt x="3498733" y="1291363"/>
                  </a:lnTo>
                  <a:lnTo>
                    <a:pt x="3499429" y="1280859"/>
                  </a:lnTo>
                  <a:lnTo>
                    <a:pt x="3500125" y="1270880"/>
                  </a:lnTo>
                  <a:lnTo>
                    <a:pt x="3500821" y="1261709"/>
                  </a:lnTo>
                  <a:lnTo>
                    <a:pt x="3501517" y="1254840"/>
                  </a:lnTo>
                  <a:lnTo>
                    <a:pt x="3502213" y="1249385"/>
                  </a:lnTo>
                  <a:lnTo>
                    <a:pt x="3502910" y="1242569"/>
                  </a:lnTo>
                  <a:lnTo>
                    <a:pt x="3503606" y="1234694"/>
                  </a:lnTo>
                  <a:lnTo>
                    <a:pt x="3504302" y="1227112"/>
                  </a:lnTo>
                  <a:lnTo>
                    <a:pt x="3504998" y="1219915"/>
                  </a:lnTo>
                  <a:lnTo>
                    <a:pt x="3505694" y="1213360"/>
                  </a:lnTo>
                  <a:lnTo>
                    <a:pt x="3506390" y="1207732"/>
                  </a:lnTo>
                  <a:lnTo>
                    <a:pt x="3507087" y="1204075"/>
                  </a:lnTo>
                  <a:lnTo>
                    <a:pt x="3507783" y="1201472"/>
                  </a:lnTo>
                  <a:lnTo>
                    <a:pt x="3508479" y="1198688"/>
                  </a:lnTo>
                  <a:lnTo>
                    <a:pt x="3509175" y="1195595"/>
                  </a:lnTo>
                  <a:lnTo>
                    <a:pt x="3509871" y="1193512"/>
                  </a:lnTo>
                  <a:lnTo>
                    <a:pt x="3510567" y="1188936"/>
                  </a:lnTo>
                  <a:lnTo>
                    <a:pt x="3511264" y="1184308"/>
                  </a:lnTo>
                  <a:lnTo>
                    <a:pt x="3511960" y="1177951"/>
                  </a:lnTo>
                  <a:lnTo>
                    <a:pt x="3512656" y="1169313"/>
                  </a:lnTo>
                  <a:lnTo>
                    <a:pt x="3513352" y="1163122"/>
                  </a:lnTo>
                  <a:lnTo>
                    <a:pt x="3514048" y="1159721"/>
                  </a:lnTo>
                  <a:lnTo>
                    <a:pt x="3514745" y="1155797"/>
                  </a:lnTo>
                  <a:lnTo>
                    <a:pt x="3515441" y="1152972"/>
                  </a:lnTo>
                  <a:lnTo>
                    <a:pt x="3516137" y="1151203"/>
                  </a:lnTo>
                  <a:lnTo>
                    <a:pt x="3516833" y="1148644"/>
                  </a:lnTo>
                  <a:lnTo>
                    <a:pt x="3517529" y="1146493"/>
                  </a:lnTo>
                  <a:lnTo>
                    <a:pt x="3518225" y="1145829"/>
                  </a:lnTo>
                  <a:lnTo>
                    <a:pt x="3518922" y="1146768"/>
                  </a:lnTo>
                  <a:lnTo>
                    <a:pt x="3519618" y="1151821"/>
                  </a:lnTo>
                  <a:lnTo>
                    <a:pt x="3520314" y="1157656"/>
                  </a:lnTo>
                  <a:lnTo>
                    <a:pt x="3521010" y="1163649"/>
                  </a:lnTo>
                  <a:lnTo>
                    <a:pt x="3521706" y="1168224"/>
                  </a:lnTo>
                  <a:lnTo>
                    <a:pt x="3522402" y="1172322"/>
                  </a:lnTo>
                  <a:lnTo>
                    <a:pt x="3523099" y="1178581"/>
                  </a:lnTo>
                  <a:lnTo>
                    <a:pt x="3523795" y="1184643"/>
                  </a:lnTo>
                  <a:lnTo>
                    <a:pt x="3524491" y="1190421"/>
                  </a:lnTo>
                  <a:lnTo>
                    <a:pt x="3525187" y="1196482"/>
                  </a:lnTo>
                  <a:lnTo>
                    <a:pt x="3525883" y="1201395"/>
                  </a:lnTo>
                  <a:lnTo>
                    <a:pt x="3526580" y="1207854"/>
                  </a:lnTo>
                  <a:lnTo>
                    <a:pt x="3527276" y="1213351"/>
                  </a:lnTo>
                  <a:lnTo>
                    <a:pt x="3527972" y="1215985"/>
                  </a:lnTo>
                  <a:lnTo>
                    <a:pt x="3528668" y="1217947"/>
                  </a:lnTo>
                  <a:lnTo>
                    <a:pt x="3529364" y="1218683"/>
                  </a:lnTo>
                  <a:lnTo>
                    <a:pt x="3530060" y="1216515"/>
                  </a:lnTo>
                  <a:lnTo>
                    <a:pt x="3530757" y="1212712"/>
                  </a:lnTo>
                  <a:lnTo>
                    <a:pt x="3531453" y="1210735"/>
                  </a:lnTo>
                  <a:lnTo>
                    <a:pt x="3532149" y="1208824"/>
                  </a:lnTo>
                  <a:lnTo>
                    <a:pt x="3532845" y="1207738"/>
                  </a:lnTo>
                  <a:lnTo>
                    <a:pt x="3533541" y="1206651"/>
                  </a:lnTo>
                  <a:lnTo>
                    <a:pt x="3534237" y="1206931"/>
                  </a:lnTo>
                  <a:lnTo>
                    <a:pt x="3534934" y="1207778"/>
                  </a:lnTo>
                  <a:lnTo>
                    <a:pt x="3535630" y="1210265"/>
                  </a:lnTo>
                  <a:lnTo>
                    <a:pt x="3536326" y="1212474"/>
                  </a:lnTo>
                  <a:lnTo>
                    <a:pt x="3537022" y="1213648"/>
                  </a:lnTo>
                  <a:lnTo>
                    <a:pt x="3537718" y="1214725"/>
                  </a:lnTo>
                  <a:lnTo>
                    <a:pt x="3538414" y="1219994"/>
                  </a:lnTo>
                  <a:lnTo>
                    <a:pt x="3539111" y="1227072"/>
                  </a:lnTo>
                  <a:lnTo>
                    <a:pt x="3539807" y="1233107"/>
                  </a:lnTo>
                  <a:lnTo>
                    <a:pt x="3540503" y="1239186"/>
                  </a:lnTo>
                  <a:lnTo>
                    <a:pt x="3541199" y="1245041"/>
                  </a:lnTo>
                  <a:lnTo>
                    <a:pt x="3541895" y="1251163"/>
                  </a:lnTo>
                  <a:lnTo>
                    <a:pt x="3542592" y="1259167"/>
                  </a:lnTo>
                  <a:lnTo>
                    <a:pt x="3543288" y="1269897"/>
                  </a:lnTo>
                  <a:lnTo>
                    <a:pt x="3543984" y="1280548"/>
                  </a:lnTo>
                  <a:lnTo>
                    <a:pt x="3544680" y="1293061"/>
                  </a:lnTo>
                  <a:lnTo>
                    <a:pt x="3545376" y="1304199"/>
                  </a:lnTo>
                  <a:lnTo>
                    <a:pt x="3546072" y="1317078"/>
                  </a:lnTo>
                  <a:lnTo>
                    <a:pt x="3546769" y="1330008"/>
                  </a:lnTo>
                  <a:lnTo>
                    <a:pt x="3547465" y="1343446"/>
                  </a:lnTo>
                  <a:lnTo>
                    <a:pt x="3548161" y="1359166"/>
                  </a:lnTo>
                  <a:lnTo>
                    <a:pt x="3548857" y="1375016"/>
                  </a:lnTo>
                  <a:lnTo>
                    <a:pt x="3549553" y="1387512"/>
                  </a:lnTo>
                  <a:lnTo>
                    <a:pt x="3550249" y="1401063"/>
                  </a:lnTo>
                  <a:lnTo>
                    <a:pt x="3550946" y="1415307"/>
                  </a:lnTo>
                  <a:lnTo>
                    <a:pt x="3551642" y="1429347"/>
                  </a:lnTo>
                  <a:lnTo>
                    <a:pt x="3552338" y="1443790"/>
                  </a:lnTo>
                  <a:lnTo>
                    <a:pt x="3553034" y="1458002"/>
                  </a:lnTo>
                  <a:lnTo>
                    <a:pt x="3553730" y="1471933"/>
                  </a:lnTo>
                  <a:lnTo>
                    <a:pt x="3554427" y="1486664"/>
                  </a:lnTo>
                  <a:lnTo>
                    <a:pt x="3555123" y="1500012"/>
                  </a:lnTo>
                  <a:lnTo>
                    <a:pt x="3555819" y="1513967"/>
                  </a:lnTo>
                  <a:lnTo>
                    <a:pt x="3556515" y="1526481"/>
                  </a:lnTo>
                  <a:lnTo>
                    <a:pt x="3557211" y="1540411"/>
                  </a:lnTo>
                  <a:lnTo>
                    <a:pt x="3557907" y="1554819"/>
                  </a:lnTo>
                  <a:lnTo>
                    <a:pt x="3558604" y="1566637"/>
                  </a:lnTo>
                  <a:lnTo>
                    <a:pt x="3559300" y="1578559"/>
                  </a:lnTo>
                  <a:lnTo>
                    <a:pt x="3559996" y="1591252"/>
                  </a:lnTo>
                  <a:lnTo>
                    <a:pt x="3560692" y="1603175"/>
                  </a:lnTo>
                  <a:lnTo>
                    <a:pt x="3561388" y="1614919"/>
                  </a:lnTo>
                  <a:lnTo>
                    <a:pt x="3562084" y="1625679"/>
                  </a:lnTo>
                  <a:lnTo>
                    <a:pt x="3562781" y="1637061"/>
                  </a:lnTo>
                  <a:lnTo>
                    <a:pt x="3563477" y="1650180"/>
                  </a:lnTo>
                  <a:lnTo>
                    <a:pt x="3564173" y="1663314"/>
                  </a:lnTo>
                  <a:lnTo>
                    <a:pt x="3564869" y="1675778"/>
                  </a:lnTo>
                  <a:lnTo>
                    <a:pt x="3565565" y="1687892"/>
                  </a:lnTo>
                  <a:lnTo>
                    <a:pt x="3566261" y="1699099"/>
                  </a:lnTo>
                  <a:lnTo>
                    <a:pt x="3566958" y="1709346"/>
                  </a:lnTo>
                  <a:lnTo>
                    <a:pt x="3567654" y="1720277"/>
                  </a:lnTo>
                  <a:lnTo>
                    <a:pt x="3568350" y="1730384"/>
                  </a:lnTo>
                  <a:lnTo>
                    <a:pt x="3569046" y="1740156"/>
                  </a:lnTo>
                  <a:lnTo>
                    <a:pt x="3569742" y="1748478"/>
                  </a:lnTo>
                  <a:lnTo>
                    <a:pt x="3570439" y="1756615"/>
                  </a:lnTo>
                  <a:lnTo>
                    <a:pt x="3571135" y="1764141"/>
                  </a:lnTo>
                  <a:lnTo>
                    <a:pt x="3571831" y="1771321"/>
                  </a:lnTo>
                  <a:lnTo>
                    <a:pt x="3572527" y="1778973"/>
                  </a:lnTo>
                  <a:lnTo>
                    <a:pt x="3573223" y="1785308"/>
                  </a:lnTo>
                  <a:lnTo>
                    <a:pt x="3573919" y="1788811"/>
                  </a:lnTo>
                  <a:lnTo>
                    <a:pt x="3574616" y="1792315"/>
                  </a:lnTo>
                  <a:lnTo>
                    <a:pt x="3575312" y="1795818"/>
                  </a:lnTo>
                  <a:lnTo>
                    <a:pt x="3576008" y="1798705"/>
                  </a:lnTo>
                  <a:lnTo>
                    <a:pt x="3576704" y="1798790"/>
                  </a:lnTo>
                  <a:lnTo>
                    <a:pt x="3577400" y="1797786"/>
                  </a:lnTo>
                  <a:lnTo>
                    <a:pt x="3578096" y="1794434"/>
                  </a:lnTo>
                  <a:lnTo>
                    <a:pt x="3578793" y="1789693"/>
                  </a:lnTo>
                  <a:lnTo>
                    <a:pt x="3579489" y="1785391"/>
                  </a:lnTo>
                  <a:lnTo>
                    <a:pt x="3580185" y="1779126"/>
                  </a:lnTo>
                  <a:lnTo>
                    <a:pt x="3580881" y="1772861"/>
                  </a:lnTo>
                  <a:lnTo>
                    <a:pt x="3581577" y="1766595"/>
                  </a:lnTo>
                  <a:lnTo>
                    <a:pt x="3582274" y="1758425"/>
                  </a:lnTo>
                  <a:lnTo>
                    <a:pt x="3582970" y="1749360"/>
                  </a:lnTo>
                  <a:lnTo>
                    <a:pt x="3583666" y="1739787"/>
                  </a:lnTo>
                  <a:lnTo>
                    <a:pt x="3584362" y="1730214"/>
                  </a:lnTo>
                  <a:lnTo>
                    <a:pt x="3585058" y="1720338"/>
                  </a:lnTo>
                  <a:lnTo>
                    <a:pt x="3585754" y="1709331"/>
                  </a:lnTo>
                  <a:lnTo>
                    <a:pt x="3586451" y="1698858"/>
                  </a:lnTo>
                  <a:lnTo>
                    <a:pt x="3587147" y="1690017"/>
                  </a:lnTo>
                  <a:lnTo>
                    <a:pt x="3587843" y="1682444"/>
                  </a:lnTo>
                  <a:lnTo>
                    <a:pt x="3588539" y="1674455"/>
                  </a:lnTo>
                  <a:lnTo>
                    <a:pt x="3589235" y="1665606"/>
                  </a:lnTo>
                  <a:lnTo>
                    <a:pt x="3589931" y="1656202"/>
                  </a:lnTo>
                  <a:lnTo>
                    <a:pt x="3590628" y="1648203"/>
                  </a:lnTo>
                  <a:lnTo>
                    <a:pt x="3591324" y="1640203"/>
                  </a:lnTo>
                  <a:lnTo>
                    <a:pt x="3592020" y="1632620"/>
                  </a:lnTo>
                  <a:lnTo>
                    <a:pt x="3592716" y="1626672"/>
                  </a:lnTo>
                  <a:lnTo>
                    <a:pt x="3593412" y="1621876"/>
                  </a:lnTo>
                  <a:lnTo>
                    <a:pt x="3594109" y="1618531"/>
                  </a:lnTo>
                  <a:lnTo>
                    <a:pt x="3594805" y="1614755"/>
                  </a:lnTo>
                  <a:lnTo>
                    <a:pt x="3595501" y="1611784"/>
                  </a:lnTo>
                  <a:lnTo>
                    <a:pt x="3596197" y="1610884"/>
                  </a:lnTo>
                  <a:lnTo>
                    <a:pt x="3596893" y="1609215"/>
                  </a:lnTo>
                  <a:lnTo>
                    <a:pt x="3597589" y="1607548"/>
                  </a:lnTo>
                  <a:lnTo>
                    <a:pt x="3598286" y="1605511"/>
                  </a:lnTo>
                  <a:lnTo>
                    <a:pt x="3598982" y="1603475"/>
                  </a:lnTo>
                  <a:lnTo>
                    <a:pt x="3599678" y="1601868"/>
                  </a:lnTo>
                  <a:lnTo>
                    <a:pt x="3600374" y="1600731"/>
                  </a:lnTo>
                  <a:lnTo>
                    <a:pt x="3601070" y="1599594"/>
                  </a:lnTo>
                  <a:lnTo>
                    <a:pt x="3601766" y="1598640"/>
                  </a:lnTo>
                  <a:lnTo>
                    <a:pt x="3602463" y="1597686"/>
                  </a:lnTo>
                  <a:lnTo>
                    <a:pt x="3603159" y="1596550"/>
                  </a:lnTo>
                  <a:lnTo>
                    <a:pt x="3603855" y="1595414"/>
                  </a:lnTo>
                  <a:lnTo>
                    <a:pt x="3604551" y="1594475"/>
                  </a:lnTo>
                  <a:lnTo>
                    <a:pt x="3605247" y="1590210"/>
                  </a:lnTo>
                  <a:lnTo>
                    <a:pt x="3605943" y="1585469"/>
                  </a:lnTo>
                  <a:lnTo>
                    <a:pt x="3606640" y="1580545"/>
                  </a:lnTo>
                  <a:lnTo>
                    <a:pt x="3607336" y="1575434"/>
                  </a:lnTo>
                  <a:lnTo>
                    <a:pt x="3608032" y="1570324"/>
                  </a:lnTo>
                  <a:lnTo>
                    <a:pt x="3608728" y="1565214"/>
                  </a:lnTo>
                  <a:lnTo>
                    <a:pt x="3609424" y="1560104"/>
                  </a:lnTo>
                  <a:lnTo>
                    <a:pt x="3610121" y="1553802"/>
                  </a:lnTo>
                  <a:lnTo>
                    <a:pt x="3610817" y="1545013"/>
                  </a:lnTo>
                  <a:lnTo>
                    <a:pt x="3611513" y="1536412"/>
                  </a:lnTo>
                  <a:lnTo>
                    <a:pt x="3612209" y="1530045"/>
                  </a:lnTo>
                  <a:lnTo>
                    <a:pt x="3612905" y="1525081"/>
                  </a:lnTo>
                  <a:lnTo>
                    <a:pt x="3613601" y="1519646"/>
                  </a:lnTo>
                  <a:lnTo>
                    <a:pt x="3614298" y="1513781"/>
                  </a:lnTo>
                  <a:lnTo>
                    <a:pt x="3614994" y="1508139"/>
                  </a:lnTo>
                  <a:lnTo>
                    <a:pt x="3615690" y="1506822"/>
                  </a:lnTo>
                  <a:lnTo>
                    <a:pt x="3616386" y="1506160"/>
                  </a:lnTo>
                  <a:lnTo>
                    <a:pt x="3617082" y="1505497"/>
                  </a:lnTo>
                  <a:lnTo>
                    <a:pt x="3617778" y="1507072"/>
                  </a:lnTo>
                  <a:lnTo>
                    <a:pt x="3618475" y="1509729"/>
                  </a:lnTo>
                  <a:lnTo>
                    <a:pt x="3619171" y="1512892"/>
                  </a:lnTo>
                  <a:lnTo>
                    <a:pt x="3619867" y="1516055"/>
                  </a:lnTo>
                  <a:lnTo>
                    <a:pt x="3620563" y="1521237"/>
                  </a:lnTo>
                  <a:lnTo>
                    <a:pt x="3621259" y="1530791"/>
                  </a:lnTo>
                  <a:lnTo>
                    <a:pt x="3621956" y="1540835"/>
                  </a:lnTo>
                  <a:lnTo>
                    <a:pt x="3622652" y="1549539"/>
                  </a:lnTo>
                  <a:lnTo>
                    <a:pt x="3623348" y="1552893"/>
                  </a:lnTo>
                  <a:lnTo>
                    <a:pt x="3624044" y="1556142"/>
                  </a:lnTo>
                  <a:lnTo>
                    <a:pt x="3624740" y="1559015"/>
                  </a:lnTo>
                  <a:lnTo>
                    <a:pt x="3625436" y="1560889"/>
                  </a:lnTo>
                  <a:lnTo>
                    <a:pt x="3626133" y="1561360"/>
                  </a:lnTo>
                  <a:lnTo>
                    <a:pt x="3626829" y="1561830"/>
                  </a:lnTo>
                  <a:lnTo>
                    <a:pt x="3627525" y="1562301"/>
                  </a:lnTo>
                  <a:lnTo>
                    <a:pt x="3628221" y="1560666"/>
                  </a:lnTo>
                  <a:lnTo>
                    <a:pt x="3628917" y="1557458"/>
                  </a:lnTo>
                  <a:lnTo>
                    <a:pt x="3629613" y="1552385"/>
                  </a:lnTo>
                  <a:lnTo>
                    <a:pt x="3630310" y="1545800"/>
                  </a:lnTo>
                  <a:lnTo>
                    <a:pt x="3631006" y="1535866"/>
                  </a:lnTo>
                  <a:lnTo>
                    <a:pt x="3631702" y="1523593"/>
                  </a:lnTo>
                  <a:lnTo>
                    <a:pt x="3632398" y="1510299"/>
                  </a:lnTo>
                  <a:lnTo>
                    <a:pt x="3633094" y="1497160"/>
                  </a:lnTo>
                  <a:lnTo>
                    <a:pt x="3633790" y="1486533"/>
                  </a:lnTo>
                  <a:lnTo>
                    <a:pt x="3634487" y="1476246"/>
                  </a:lnTo>
                  <a:lnTo>
                    <a:pt x="3635183" y="1466517"/>
                  </a:lnTo>
                  <a:lnTo>
                    <a:pt x="3635879" y="1458134"/>
                  </a:lnTo>
                  <a:lnTo>
                    <a:pt x="3636575" y="1449750"/>
                  </a:lnTo>
                  <a:lnTo>
                    <a:pt x="3637271" y="1441184"/>
                  </a:lnTo>
                  <a:lnTo>
                    <a:pt x="3637968" y="1432618"/>
                  </a:lnTo>
                  <a:lnTo>
                    <a:pt x="3638664" y="1423008"/>
                  </a:lnTo>
                  <a:lnTo>
                    <a:pt x="3639360" y="1413422"/>
                  </a:lnTo>
                  <a:lnTo>
                    <a:pt x="3640056" y="1404371"/>
                  </a:lnTo>
                  <a:lnTo>
                    <a:pt x="3640752" y="1401067"/>
                  </a:lnTo>
                  <a:lnTo>
                    <a:pt x="3641448" y="1401279"/>
                  </a:lnTo>
                  <a:lnTo>
                    <a:pt x="3642145" y="1402415"/>
                  </a:lnTo>
                  <a:lnTo>
                    <a:pt x="3642841" y="1402451"/>
                  </a:lnTo>
                  <a:lnTo>
                    <a:pt x="3643537" y="1398439"/>
                  </a:lnTo>
                  <a:lnTo>
                    <a:pt x="3644233" y="1393793"/>
                  </a:lnTo>
                  <a:lnTo>
                    <a:pt x="3644929" y="1389146"/>
                  </a:lnTo>
                  <a:lnTo>
                    <a:pt x="3645625" y="1385262"/>
                  </a:lnTo>
                  <a:lnTo>
                    <a:pt x="3646322" y="1383864"/>
                  </a:lnTo>
                  <a:lnTo>
                    <a:pt x="3647018" y="1382467"/>
                  </a:lnTo>
                  <a:lnTo>
                    <a:pt x="3647714" y="1381219"/>
                  </a:lnTo>
                  <a:lnTo>
                    <a:pt x="3648410" y="1379971"/>
                  </a:lnTo>
                  <a:lnTo>
                    <a:pt x="3649106" y="1379934"/>
                  </a:lnTo>
                  <a:lnTo>
                    <a:pt x="3649803" y="1380107"/>
                  </a:lnTo>
                  <a:lnTo>
                    <a:pt x="3650499" y="1379473"/>
                  </a:lnTo>
                  <a:lnTo>
                    <a:pt x="3651195" y="1375631"/>
                  </a:lnTo>
                  <a:lnTo>
                    <a:pt x="3651891" y="1370266"/>
                  </a:lnTo>
                  <a:lnTo>
                    <a:pt x="3652587" y="1363832"/>
                  </a:lnTo>
                  <a:lnTo>
                    <a:pt x="3653283" y="1358033"/>
                  </a:lnTo>
                  <a:lnTo>
                    <a:pt x="3653980" y="1355540"/>
                  </a:lnTo>
                  <a:lnTo>
                    <a:pt x="3654676" y="1354031"/>
                  </a:lnTo>
                  <a:lnTo>
                    <a:pt x="3655372" y="1352523"/>
                  </a:lnTo>
                  <a:lnTo>
                    <a:pt x="3656068" y="1349730"/>
                  </a:lnTo>
                  <a:lnTo>
                    <a:pt x="3656764" y="1342197"/>
                  </a:lnTo>
                  <a:lnTo>
                    <a:pt x="3657460" y="1332192"/>
                  </a:lnTo>
                  <a:lnTo>
                    <a:pt x="3658157" y="1321868"/>
                  </a:lnTo>
                  <a:lnTo>
                    <a:pt x="3658853" y="1316096"/>
                  </a:lnTo>
                  <a:lnTo>
                    <a:pt x="3659549" y="1310772"/>
                  </a:lnTo>
                  <a:lnTo>
                    <a:pt x="3660245" y="1305311"/>
                  </a:lnTo>
                  <a:lnTo>
                    <a:pt x="3660941" y="1302063"/>
                  </a:lnTo>
                  <a:lnTo>
                    <a:pt x="3661638" y="1298169"/>
                  </a:lnTo>
                  <a:lnTo>
                    <a:pt x="3662334" y="1295192"/>
                  </a:lnTo>
                  <a:lnTo>
                    <a:pt x="3663030" y="1292749"/>
                  </a:lnTo>
                  <a:lnTo>
                    <a:pt x="3663726" y="1291292"/>
                  </a:lnTo>
                  <a:lnTo>
                    <a:pt x="3664422" y="1290256"/>
                  </a:lnTo>
                  <a:lnTo>
                    <a:pt x="3665118" y="1289842"/>
                  </a:lnTo>
                  <a:lnTo>
                    <a:pt x="3665815" y="1289729"/>
                  </a:lnTo>
                  <a:lnTo>
                    <a:pt x="3666511" y="1291743"/>
                  </a:lnTo>
                  <a:lnTo>
                    <a:pt x="3667207" y="1295580"/>
                  </a:lnTo>
                  <a:lnTo>
                    <a:pt x="3667903" y="1302053"/>
                  </a:lnTo>
                  <a:lnTo>
                    <a:pt x="3668599" y="1308857"/>
                  </a:lnTo>
                  <a:lnTo>
                    <a:pt x="3669295" y="1313102"/>
                  </a:lnTo>
                  <a:lnTo>
                    <a:pt x="3669992" y="1317089"/>
                  </a:lnTo>
                  <a:lnTo>
                    <a:pt x="3670688" y="1322172"/>
                  </a:lnTo>
                  <a:lnTo>
                    <a:pt x="3671384" y="1325473"/>
                  </a:lnTo>
                  <a:lnTo>
                    <a:pt x="3672080" y="1330252"/>
                  </a:lnTo>
                  <a:lnTo>
                    <a:pt x="3672776" y="1334695"/>
                  </a:lnTo>
                  <a:lnTo>
                    <a:pt x="3673472" y="1339036"/>
                  </a:lnTo>
                  <a:lnTo>
                    <a:pt x="3674169" y="1345041"/>
                  </a:lnTo>
                  <a:lnTo>
                    <a:pt x="3674865" y="1351023"/>
                  </a:lnTo>
                  <a:lnTo>
                    <a:pt x="3675561" y="1356918"/>
                  </a:lnTo>
                  <a:lnTo>
                    <a:pt x="3676257" y="1362714"/>
                  </a:lnTo>
                  <a:lnTo>
                    <a:pt x="3676953" y="1365657"/>
                  </a:lnTo>
                  <a:lnTo>
                    <a:pt x="3677650" y="1367857"/>
                  </a:lnTo>
                  <a:lnTo>
                    <a:pt x="3678346" y="1371158"/>
                  </a:lnTo>
                  <a:lnTo>
                    <a:pt x="3679042" y="1378508"/>
                  </a:lnTo>
                  <a:lnTo>
                    <a:pt x="3679738" y="1386491"/>
                  </a:lnTo>
                  <a:lnTo>
                    <a:pt x="3680434" y="1394475"/>
                  </a:lnTo>
                  <a:lnTo>
                    <a:pt x="3681130" y="1402888"/>
                  </a:lnTo>
                  <a:lnTo>
                    <a:pt x="3681827" y="1411301"/>
                  </a:lnTo>
                  <a:lnTo>
                    <a:pt x="3682523" y="1419714"/>
                  </a:lnTo>
                  <a:lnTo>
                    <a:pt x="3683219" y="1428598"/>
                  </a:lnTo>
                  <a:lnTo>
                    <a:pt x="3683915" y="1438360"/>
                  </a:lnTo>
                  <a:lnTo>
                    <a:pt x="3684611" y="1447768"/>
                  </a:lnTo>
                  <a:lnTo>
                    <a:pt x="3685307" y="1456967"/>
                  </a:lnTo>
                  <a:lnTo>
                    <a:pt x="3686004" y="1466738"/>
                  </a:lnTo>
                  <a:lnTo>
                    <a:pt x="3686700" y="1476710"/>
                  </a:lnTo>
                  <a:lnTo>
                    <a:pt x="3687396" y="1487551"/>
                  </a:lnTo>
                  <a:lnTo>
                    <a:pt x="3688092" y="1499460"/>
                  </a:lnTo>
                  <a:lnTo>
                    <a:pt x="3688788" y="1509556"/>
                  </a:lnTo>
                  <a:lnTo>
                    <a:pt x="3689485" y="1514683"/>
                  </a:lnTo>
                  <a:lnTo>
                    <a:pt x="3690181" y="1518607"/>
                  </a:lnTo>
                  <a:lnTo>
                    <a:pt x="3690877" y="1522749"/>
                  </a:lnTo>
                  <a:lnTo>
                    <a:pt x="3691573" y="1526673"/>
                  </a:lnTo>
                  <a:lnTo>
                    <a:pt x="3692269" y="1531666"/>
                  </a:lnTo>
                  <a:lnTo>
                    <a:pt x="3692965" y="1538107"/>
                  </a:lnTo>
                  <a:lnTo>
                    <a:pt x="3693662" y="1545004"/>
                  </a:lnTo>
                  <a:lnTo>
                    <a:pt x="3694358" y="1551430"/>
                  </a:lnTo>
                  <a:lnTo>
                    <a:pt x="3695054" y="1556156"/>
                  </a:lnTo>
                  <a:lnTo>
                    <a:pt x="3695750" y="1558355"/>
                  </a:lnTo>
                  <a:lnTo>
                    <a:pt x="3696446" y="1557825"/>
                  </a:lnTo>
                  <a:lnTo>
                    <a:pt x="3697142" y="1557608"/>
                  </a:lnTo>
                  <a:lnTo>
                    <a:pt x="3697839" y="1556806"/>
                  </a:lnTo>
                  <a:lnTo>
                    <a:pt x="3698535" y="1555472"/>
                  </a:lnTo>
                  <a:lnTo>
                    <a:pt x="3699231" y="1553897"/>
                  </a:lnTo>
                  <a:lnTo>
                    <a:pt x="3699927" y="1553282"/>
                  </a:lnTo>
                  <a:lnTo>
                    <a:pt x="3700623" y="1553225"/>
                  </a:lnTo>
                  <a:lnTo>
                    <a:pt x="3701319" y="1554379"/>
                  </a:lnTo>
                  <a:lnTo>
                    <a:pt x="3702016" y="1555044"/>
                  </a:lnTo>
                  <a:lnTo>
                    <a:pt x="3702712" y="1553961"/>
                  </a:lnTo>
                  <a:lnTo>
                    <a:pt x="3703408" y="1551302"/>
                  </a:lnTo>
                  <a:lnTo>
                    <a:pt x="3704104" y="1547880"/>
                  </a:lnTo>
                  <a:lnTo>
                    <a:pt x="3704800" y="1544875"/>
                  </a:lnTo>
                  <a:lnTo>
                    <a:pt x="3705497" y="1543073"/>
                  </a:lnTo>
                  <a:lnTo>
                    <a:pt x="3706193" y="1543038"/>
                  </a:lnTo>
                  <a:lnTo>
                    <a:pt x="3706889" y="1544355"/>
                  </a:lnTo>
                  <a:lnTo>
                    <a:pt x="3707585" y="1543103"/>
                  </a:lnTo>
                  <a:lnTo>
                    <a:pt x="3708281" y="1539506"/>
                  </a:lnTo>
                  <a:lnTo>
                    <a:pt x="3708977" y="1536012"/>
                  </a:lnTo>
                  <a:lnTo>
                    <a:pt x="3709674" y="1532614"/>
                  </a:lnTo>
                  <a:lnTo>
                    <a:pt x="3710370" y="1529216"/>
                  </a:lnTo>
                  <a:lnTo>
                    <a:pt x="3711066" y="1525507"/>
                  </a:lnTo>
                  <a:lnTo>
                    <a:pt x="3711762" y="1519908"/>
                  </a:lnTo>
                  <a:lnTo>
                    <a:pt x="3712458" y="1515234"/>
                  </a:lnTo>
                  <a:lnTo>
                    <a:pt x="3713154" y="1511206"/>
                  </a:lnTo>
                  <a:lnTo>
                    <a:pt x="3713851" y="1508019"/>
                  </a:lnTo>
                  <a:lnTo>
                    <a:pt x="3714547" y="1505194"/>
                  </a:lnTo>
                  <a:lnTo>
                    <a:pt x="3715243" y="1501953"/>
                  </a:lnTo>
                  <a:lnTo>
                    <a:pt x="3715939" y="1498710"/>
                  </a:lnTo>
                  <a:lnTo>
                    <a:pt x="3716635" y="1495468"/>
                  </a:lnTo>
                  <a:lnTo>
                    <a:pt x="3717332" y="1493660"/>
                  </a:lnTo>
                  <a:lnTo>
                    <a:pt x="3718028" y="1493097"/>
                  </a:lnTo>
                  <a:lnTo>
                    <a:pt x="3718724" y="1496067"/>
                  </a:lnTo>
                  <a:lnTo>
                    <a:pt x="3719420" y="1499110"/>
                  </a:lnTo>
                  <a:lnTo>
                    <a:pt x="3720116" y="1500762"/>
                  </a:lnTo>
                  <a:lnTo>
                    <a:pt x="3720812" y="1501997"/>
                  </a:lnTo>
                  <a:lnTo>
                    <a:pt x="3721509" y="1503649"/>
                  </a:lnTo>
                  <a:lnTo>
                    <a:pt x="3722205" y="1505102"/>
                  </a:lnTo>
                  <a:lnTo>
                    <a:pt x="3722901" y="1504251"/>
                  </a:lnTo>
                  <a:lnTo>
                    <a:pt x="3723597" y="1503580"/>
                  </a:lnTo>
                  <a:lnTo>
                    <a:pt x="3724293" y="1504289"/>
                  </a:lnTo>
                  <a:lnTo>
                    <a:pt x="3724989" y="1506474"/>
                  </a:lnTo>
                  <a:lnTo>
                    <a:pt x="3725686" y="1508878"/>
                  </a:lnTo>
                  <a:lnTo>
                    <a:pt x="3726382" y="1511063"/>
                  </a:lnTo>
                  <a:lnTo>
                    <a:pt x="3727078" y="1513466"/>
                  </a:lnTo>
                  <a:lnTo>
                    <a:pt x="3727774" y="1515336"/>
                  </a:lnTo>
                  <a:lnTo>
                    <a:pt x="3728470" y="1515851"/>
                  </a:lnTo>
                  <a:lnTo>
                    <a:pt x="3729167" y="1516053"/>
                  </a:lnTo>
                  <a:lnTo>
                    <a:pt x="3729863" y="1516255"/>
                  </a:lnTo>
                  <a:lnTo>
                    <a:pt x="3730559" y="1518233"/>
                  </a:lnTo>
                  <a:lnTo>
                    <a:pt x="3731255" y="1523679"/>
                  </a:lnTo>
                  <a:lnTo>
                    <a:pt x="3731951" y="1530778"/>
                  </a:lnTo>
                  <a:lnTo>
                    <a:pt x="3732647" y="1537679"/>
                  </a:lnTo>
                  <a:lnTo>
                    <a:pt x="3733344" y="1545795"/>
                  </a:lnTo>
                  <a:lnTo>
                    <a:pt x="3734040" y="1554144"/>
                  </a:lnTo>
                  <a:lnTo>
                    <a:pt x="3734736" y="1562218"/>
                  </a:lnTo>
                  <a:lnTo>
                    <a:pt x="3735432" y="1569332"/>
                  </a:lnTo>
                  <a:lnTo>
                    <a:pt x="3736128" y="1576111"/>
                  </a:lnTo>
                  <a:lnTo>
                    <a:pt x="3736824" y="1582889"/>
                  </a:lnTo>
                  <a:lnTo>
                    <a:pt x="3737521" y="1589729"/>
                  </a:lnTo>
                  <a:lnTo>
                    <a:pt x="3738217" y="1597178"/>
                  </a:lnTo>
                  <a:lnTo>
                    <a:pt x="3738913" y="1607018"/>
                  </a:lnTo>
                  <a:lnTo>
                    <a:pt x="3739609" y="1617542"/>
                  </a:lnTo>
                  <a:lnTo>
                    <a:pt x="3740305" y="1627298"/>
                  </a:lnTo>
                  <a:lnTo>
                    <a:pt x="3741001" y="1635770"/>
                  </a:lnTo>
                  <a:lnTo>
                    <a:pt x="3741698" y="1640633"/>
                  </a:lnTo>
                  <a:lnTo>
                    <a:pt x="3742394" y="1644767"/>
                  </a:lnTo>
                  <a:lnTo>
                    <a:pt x="3743090" y="1649993"/>
                  </a:lnTo>
                  <a:lnTo>
                    <a:pt x="3743786" y="1658113"/>
                  </a:lnTo>
                  <a:lnTo>
                    <a:pt x="3744482" y="1665832"/>
                  </a:lnTo>
                  <a:lnTo>
                    <a:pt x="3745179" y="1672835"/>
                  </a:lnTo>
                  <a:lnTo>
                    <a:pt x="3745875" y="1679838"/>
                  </a:lnTo>
                  <a:lnTo>
                    <a:pt x="3746571" y="1686840"/>
                  </a:lnTo>
                  <a:lnTo>
                    <a:pt x="3747267" y="1693843"/>
                  </a:lnTo>
                  <a:lnTo>
                    <a:pt x="3747963" y="1699922"/>
                  </a:lnTo>
                  <a:lnTo>
                    <a:pt x="3748659" y="1705354"/>
                  </a:lnTo>
                  <a:lnTo>
                    <a:pt x="3749356" y="1709945"/>
                  </a:lnTo>
                  <a:lnTo>
                    <a:pt x="3750052" y="1714174"/>
                  </a:lnTo>
                  <a:lnTo>
                    <a:pt x="3750748" y="1718820"/>
                  </a:lnTo>
                  <a:lnTo>
                    <a:pt x="3751444" y="1723466"/>
                  </a:lnTo>
                  <a:lnTo>
                    <a:pt x="3752140" y="1728112"/>
                  </a:lnTo>
                  <a:lnTo>
                    <a:pt x="3752836" y="1731173"/>
                  </a:lnTo>
                  <a:lnTo>
                    <a:pt x="3753533" y="1732991"/>
                  </a:lnTo>
                  <a:lnTo>
                    <a:pt x="3754229" y="1730498"/>
                  </a:lnTo>
                  <a:lnTo>
                    <a:pt x="3754925" y="1727055"/>
                  </a:lnTo>
                  <a:lnTo>
                    <a:pt x="3755621" y="1724145"/>
                  </a:lnTo>
                  <a:lnTo>
                    <a:pt x="3756317" y="1721652"/>
                  </a:lnTo>
                  <a:lnTo>
                    <a:pt x="3757014" y="1718742"/>
                  </a:lnTo>
                  <a:lnTo>
                    <a:pt x="3757710" y="1716249"/>
                  </a:lnTo>
                  <a:lnTo>
                    <a:pt x="3758406" y="1716060"/>
                  </a:lnTo>
                  <a:lnTo>
                    <a:pt x="3759102" y="1715690"/>
                  </a:lnTo>
                  <a:lnTo>
                    <a:pt x="3759798" y="1714788"/>
                  </a:lnTo>
                  <a:lnTo>
                    <a:pt x="3760494" y="1713885"/>
                  </a:lnTo>
                  <a:lnTo>
                    <a:pt x="3761191" y="1712982"/>
                  </a:lnTo>
                  <a:lnTo>
                    <a:pt x="3761887" y="1712079"/>
                  </a:lnTo>
                  <a:lnTo>
                    <a:pt x="3762583" y="1711176"/>
                  </a:lnTo>
                  <a:lnTo>
                    <a:pt x="3763279" y="1710807"/>
                  </a:lnTo>
                  <a:lnTo>
                    <a:pt x="3763975" y="1711793"/>
                  </a:lnTo>
                  <a:lnTo>
                    <a:pt x="3764671" y="1713091"/>
                  </a:lnTo>
                  <a:lnTo>
                    <a:pt x="3765368" y="1714389"/>
                  </a:lnTo>
                  <a:lnTo>
                    <a:pt x="3766064" y="1715687"/>
                  </a:lnTo>
                  <a:lnTo>
                    <a:pt x="3766760" y="1716985"/>
                  </a:lnTo>
                  <a:lnTo>
                    <a:pt x="3767456" y="1718283"/>
                  </a:lnTo>
                  <a:lnTo>
                    <a:pt x="3768152" y="1720115"/>
                  </a:lnTo>
                  <a:lnTo>
                    <a:pt x="3768848" y="1720396"/>
                  </a:lnTo>
                  <a:lnTo>
                    <a:pt x="3769545" y="1720444"/>
                  </a:lnTo>
                  <a:lnTo>
                    <a:pt x="3770241" y="1720492"/>
                  </a:lnTo>
                  <a:lnTo>
                    <a:pt x="3770937" y="1720540"/>
                  </a:lnTo>
                  <a:lnTo>
                    <a:pt x="3771633" y="1720588"/>
                  </a:lnTo>
                  <a:lnTo>
                    <a:pt x="3772329" y="1720636"/>
                  </a:lnTo>
                  <a:lnTo>
                    <a:pt x="3773026" y="1721113"/>
                  </a:lnTo>
                  <a:lnTo>
                    <a:pt x="3773722" y="1721590"/>
                  </a:lnTo>
                  <a:lnTo>
                    <a:pt x="3774418" y="1720404"/>
                  </a:lnTo>
                  <a:lnTo>
                    <a:pt x="3775114" y="1718539"/>
                  </a:lnTo>
                  <a:lnTo>
                    <a:pt x="3775810" y="1715173"/>
                  </a:lnTo>
                  <a:lnTo>
                    <a:pt x="3776506" y="1711808"/>
                  </a:lnTo>
                  <a:lnTo>
                    <a:pt x="3777203" y="1706530"/>
                  </a:lnTo>
                  <a:lnTo>
                    <a:pt x="3777899" y="1700964"/>
                  </a:lnTo>
                  <a:lnTo>
                    <a:pt x="3778595" y="1695397"/>
                  </a:lnTo>
                  <a:lnTo>
                    <a:pt x="3779291" y="1689616"/>
                  </a:lnTo>
                  <a:lnTo>
                    <a:pt x="3779987" y="1684235"/>
                  </a:lnTo>
                  <a:lnTo>
                    <a:pt x="3780683" y="1679037"/>
                  </a:lnTo>
                  <a:lnTo>
                    <a:pt x="3781380" y="1673839"/>
                  </a:lnTo>
                  <a:lnTo>
                    <a:pt x="3782076" y="1668642"/>
                  </a:lnTo>
                  <a:lnTo>
                    <a:pt x="3782772" y="1663444"/>
                  </a:lnTo>
                  <a:lnTo>
                    <a:pt x="3783468" y="1658246"/>
                  </a:lnTo>
                  <a:lnTo>
                    <a:pt x="3784164" y="1653049"/>
                  </a:lnTo>
                  <a:lnTo>
                    <a:pt x="3784861" y="1647851"/>
                  </a:lnTo>
                  <a:lnTo>
                    <a:pt x="3785557" y="1642861"/>
                  </a:lnTo>
                  <a:lnTo>
                    <a:pt x="3786253" y="1639864"/>
                  </a:lnTo>
                  <a:lnTo>
                    <a:pt x="3786949" y="1636867"/>
                  </a:lnTo>
                  <a:lnTo>
                    <a:pt x="3787645" y="1636274"/>
                  </a:lnTo>
                  <a:lnTo>
                    <a:pt x="3788341" y="1635968"/>
                  </a:lnTo>
                  <a:lnTo>
                    <a:pt x="3789038" y="1635662"/>
                  </a:lnTo>
                  <a:lnTo>
                    <a:pt x="3789734" y="1635662"/>
                  </a:lnTo>
                  <a:lnTo>
                    <a:pt x="3790430" y="1635662"/>
                  </a:lnTo>
                  <a:lnTo>
                    <a:pt x="3791126" y="1635662"/>
                  </a:lnTo>
                  <a:lnTo>
                    <a:pt x="3791822" y="1635662"/>
                  </a:lnTo>
                  <a:lnTo>
                    <a:pt x="3792518" y="1634216"/>
                  </a:lnTo>
                  <a:lnTo>
                    <a:pt x="3793215" y="1631676"/>
                  </a:lnTo>
                  <a:lnTo>
                    <a:pt x="3793911" y="1629135"/>
                  </a:lnTo>
                  <a:lnTo>
                    <a:pt x="3794607" y="1626595"/>
                  </a:lnTo>
                  <a:lnTo>
                    <a:pt x="3795303" y="1624054"/>
                  </a:lnTo>
                  <a:lnTo>
                    <a:pt x="3795999" y="1621513"/>
                  </a:lnTo>
                  <a:lnTo>
                    <a:pt x="3796695" y="1618973"/>
                  </a:lnTo>
                  <a:lnTo>
                    <a:pt x="3797392" y="1616432"/>
                  </a:lnTo>
                  <a:lnTo>
                    <a:pt x="3798088" y="1614197"/>
                  </a:lnTo>
                  <a:lnTo>
                    <a:pt x="3798784" y="1611271"/>
                  </a:lnTo>
                  <a:lnTo>
                    <a:pt x="3799480" y="1607168"/>
                  </a:lnTo>
                  <a:lnTo>
                    <a:pt x="3800176" y="1603066"/>
                  </a:lnTo>
                  <a:lnTo>
                    <a:pt x="3800873" y="1598964"/>
                  </a:lnTo>
                  <a:lnTo>
                    <a:pt x="3801569" y="1594862"/>
                  </a:lnTo>
                  <a:lnTo>
                    <a:pt x="3802265" y="1590759"/>
                  </a:lnTo>
                  <a:lnTo>
                    <a:pt x="3802961" y="1588017"/>
                  </a:lnTo>
                  <a:lnTo>
                    <a:pt x="3803657" y="1586516"/>
                  </a:lnTo>
                  <a:lnTo>
                    <a:pt x="3804353" y="1585016"/>
                  </a:lnTo>
                  <a:lnTo>
                    <a:pt x="3805050" y="1583515"/>
                  </a:lnTo>
                  <a:lnTo>
                    <a:pt x="3805746" y="1582568"/>
                  </a:lnTo>
                  <a:lnTo>
                    <a:pt x="3806442" y="1582520"/>
                  </a:lnTo>
                  <a:lnTo>
                    <a:pt x="3807138" y="1582472"/>
                  </a:lnTo>
                  <a:lnTo>
                    <a:pt x="3807834" y="1582425"/>
                  </a:lnTo>
                  <a:lnTo>
                    <a:pt x="3808530" y="1582377"/>
                  </a:lnTo>
                  <a:lnTo>
                    <a:pt x="3809227" y="1583051"/>
                  </a:lnTo>
                  <a:lnTo>
                    <a:pt x="3809923" y="1585544"/>
                  </a:lnTo>
                  <a:lnTo>
                    <a:pt x="3810619" y="1588309"/>
                  </a:lnTo>
                  <a:lnTo>
                    <a:pt x="3811315" y="1593342"/>
                  </a:lnTo>
                  <a:lnTo>
                    <a:pt x="3812011" y="1599326"/>
                  </a:lnTo>
                  <a:lnTo>
                    <a:pt x="3812708" y="1607408"/>
                  </a:lnTo>
                  <a:lnTo>
                    <a:pt x="3813404" y="1615593"/>
                  </a:lnTo>
                  <a:lnTo>
                    <a:pt x="3814100" y="1623778"/>
                  </a:lnTo>
                  <a:lnTo>
                    <a:pt x="3814796" y="1631963"/>
                  </a:lnTo>
                  <a:lnTo>
                    <a:pt x="3815492" y="1640148"/>
                  </a:lnTo>
                  <a:lnTo>
                    <a:pt x="3816188" y="1647800"/>
                  </a:lnTo>
                  <a:lnTo>
                    <a:pt x="3816885" y="1655034"/>
                  </a:lnTo>
                  <a:lnTo>
                    <a:pt x="3817581" y="1662268"/>
                  </a:lnTo>
                  <a:lnTo>
                    <a:pt x="3818277" y="1667199"/>
                  </a:lnTo>
                  <a:lnTo>
                    <a:pt x="3818973" y="1671893"/>
                  </a:lnTo>
                  <a:lnTo>
                    <a:pt x="3819669" y="1675895"/>
                  </a:lnTo>
                  <a:lnTo>
                    <a:pt x="3820365" y="1676017"/>
                  </a:lnTo>
                  <a:lnTo>
                    <a:pt x="3821062" y="1675212"/>
                  </a:lnTo>
                  <a:lnTo>
                    <a:pt x="3821758" y="1670449"/>
                  </a:lnTo>
                  <a:lnTo>
                    <a:pt x="3822454" y="1664058"/>
                  </a:lnTo>
                  <a:lnTo>
                    <a:pt x="3823150" y="1655681"/>
                  </a:lnTo>
                  <a:lnTo>
                    <a:pt x="3823846" y="1647167"/>
                  </a:lnTo>
                  <a:lnTo>
                    <a:pt x="3824543" y="1639186"/>
                  </a:lnTo>
                  <a:lnTo>
                    <a:pt x="3825239" y="1631205"/>
                  </a:lnTo>
                  <a:lnTo>
                    <a:pt x="3825935" y="1623225"/>
                  </a:lnTo>
                  <a:lnTo>
                    <a:pt x="3826631" y="1615244"/>
                  </a:lnTo>
                  <a:lnTo>
                    <a:pt x="3827327" y="1607263"/>
                  </a:lnTo>
                  <a:lnTo>
                    <a:pt x="3828023" y="1600728"/>
                  </a:lnTo>
                  <a:lnTo>
                    <a:pt x="3828720" y="1596573"/>
                  </a:lnTo>
                  <a:lnTo>
                    <a:pt x="3829416" y="1591834"/>
                  </a:lnTo>
                  <a:lnTo>
                    <a:pt x="3830112" y="1587398"/>
                  </a:lnTo>
                  <a:lnTo>
                    <a:pt x="3830808" y="1585144"/>
                  </a:lnTo>
                  <a:lnTo>
                    <a:pt x="3831504" y="1582729"/>
                  </a:lnTo>
                  <a:lnTo>
                    <a:pt x="3832200" y="1582894"/>
                  </a:lnTo>
                  <a:lnTo>
                    <a:pt x="3832897" y="1583436"/>
                  </a:lnTo>
                  <a:lnTo>
                    <a:pt x="3833593" y="1582432"/>
                  </a:lnTo>
                  <a:lnTo>
                    <a:pt x="3834289" y="1582027"/>
                  </a:lnTo>
                  <a:lnTo>
                    <a:pt x="3834985" y="1580620"/>
                  </a:lnTo>
                  <a:lnTo>
                    <a:pt x="3835681" y="1579214"/>
                  </a:lnTo>
                  <a:lnTo>
                    <a:pt x="3836377" y="1575744"/>
                  </a:lnTo>
                  <a:lnTo>
                    <a:pt x="3837074" y="1570914"/>
                  </a:lnTo>
                  <a:lnTo>
                    <a:pt x="3837770" y="1566085"/>
                  </a:lnTo>
                  <a:lnTo>
                    <a:pt x="3838466" y="1559467"/>
                  </a:lnTo>
                  <a:lnTo>
                    <a:pt x="3839162" y="1551606"/>
                  </a:lnTo>
                  <a:lnTo>
                    <a:pt x="3839858" y="1544447"/>
                  </a:lnTo>
                  <a:lnTo>
                    <a:pt x="3840555" y="1538451"/>
                  </a:lnTo>
                  <a:lnTo>
                    <a:pt x="3841251" y="1531851"/>
                  </a:lnTo>
                  <a:lnTo>
                    <a:pt x="3841947" y="1525542"/>
                  </a:lnTo>
                  <a:lnTo>
                    <a:pt x="3842643" y="1519234"/>
                  </a:lnTo>
                  <a:lnTo>
                    <a:pt x="3843339" y="1513563"/>
                  </a:lnTo>
                  <a:lnTo>
                    <a:pt x="3844035" y="1508991"/>
                  </a:lnTo>
                  <a:lnTo>
                    <a:pt x="3844732" y="1502464"/>
                  </a:lnTo>
                  <a:lnTo>
                    <a:pt x="3845428" y="1495781"/>
                  </a:lnTo>
                  <a:lnTo>
                    <a:pt x="3846124" y="1489098"/>
                  </a:lnTo>
                  <a:lnTo>
                    <a:pt x="3846820" y="1484460"/>
                  </a:lnTo>
                  <a:lnTo>
                    <a:pt x="3847516" y="1481386"/>
                  </a:lnTo>
                  <a:lnTo>
                    <a:pt x="3848212" y="1478312"/>
                  </a:lnTo>
                  <a:lnTo>
                    <a:pt x="3848909" y="1475238"/>
                  </a:lnTo>
                  <a:lnTo>
                    <a:pt x="3849605" y="1472697"/>
                  </a:lnTo>
                  <a:lnTo>
                    <a:pt x="3850301" y="1469624"/>
                  </a:lnTo>
                  <a:lnTo>
                    <a:pt x="3850997" y="1466132"/>
                  </a:lnTo>
                  <a:lnTo>
                    <a:pt x="3851693" y="1461808"/>
                  </a:lnTo>
                  <a:lnTo>
                    <a:pt x="3852390" y="1456559"/>
                  </a:lnTo>
                  <a:lnTo>
                    <a:pt x="3853086" y="1450293"/>
                  </a:lnTo>
                  <a:lnTo>
                    <a:pt x="3853782" y="1445914"/>
                  </a:lnTo>
                  <a:lnTo>
                    <a:pt x="3854478" y="1441772"/>
                  </a:lnTo>
                  <a:lnTo>
                    <a:pt x="3855174" y="1439756"/>
                  </a:lnTo>
                  <a:lnTo>
                    <a:pt x="3855870" y="1442127"/>
                  </a:lnTo>
                  <a:lnTo>
                    <a:pt x="3856567" y="1445217"/>
                  </a:lnTo>
                  <a:lnTo>
                    <a:pt x="3857263" y="1450271"/>
                  </a:lnTo>
                  <a:lnTo>
                    <a:pt x="3857959" y="1456954"/>
                  </a:lnTo>
                  <a:lnTo>
                    <a:pt x="3858655" y="1463219"/>
                  </a:lnTo>
                  <a:lnTo>
                    <a:pt x="3859351" y="1469485"/>
                  </a:lnTo>
                  <a:lnTo>
                    <a:pt x="3860047" y="1474788"/>
                  </a:lnTo>
                  <a:lnTo>
                    <a:pt x="3860744" y="1480090"/>
                  </a:lnTo>
                  <a:lnTo>
                    <a:pt x="3861440" y="1485393"/>
                  </a:lnTo>
                  <a:lnTo>
                    <a:pt x="3862136" y="1491962"/>
                  </a:lnTo>
                  <a:lnTo>
                    <a:pt x="3862832" y="1499595"/>
                  </a:lnTo>
                  <a:lnTo>
                    <a:pt x="3863528" y="1508833"/>
                  </a:lnTo>
                  <a:lnTo>
                    <a:pt x="3864224" y="1516787"/>
                  </a:lnTo>
                  <a:lnTo>
                    <a:pt x="3864921" y="1525324"/>
                  </a:lnTo>
                  <a:lnTo>
                    <a:pt x="3865617" y="1533558"/>
                  </a:lnTo>
                  <a:lnTo>
                    <a:pt x="3866313" y="1539612"/>
                  </a:lnTo>
                  <a:lnTo>
                    <a:pt x="3867009" y="1545608"/>
                  </a:lnTo>
                  <a:lnTo>
                    <a:pt x="3867705" y="1549576"/>
                  </a:lnTo>
                  <a:lnTo>
                    <a:pt x="3868402" y="1553168"/>
                  </a:lnTo>
                  <a:lnTo>
                    <a:pt x="3869098" y="1558000"/>
                  </a:lnTo>
                  <a:lnTo>
                    <a:pt x="3869794" y="1562924"/>
                  </a:lnTo>
                  <a:lnTo>
                    <a:pt x="3870490" y="1570496"/>
                  </a:lnTo>
                  <a:lnTo>
                    <a:pt x="3871186" y="1578497"/>
                  </a:lnTo>
                  <a:lnTo>
                    <a:pt x="3871882" y="1588562"/>
                  </a:lnTo>
                  <a:lnTo>
                    <a:pt x="3872579" y="1599557"/>
                  </a:lnTo>
                  <a:lnTo>
                    <a:pt x="3873275" y="1610981"/>
                  </a:lnTo>
                  <a:lnTo>
                    <a:pt x="3873971" y="1623252"/>
                  </a:lnTo>
                  <a:lnTo>
                    <a:pt x="3874667" y="1635523"/>
                  </a:lnTo>
                  <a:lnTo>
                    <a:pt x="3875363" y="1647092"/>
                  </a:lnTo>
                  <a:lnTo>
                    <a:pt x="3876059" y="1658033"/>
                  </a:lnTo>
                  <a:lnTo>
                    <a:pt x="3876756" y="1669024"/>
                  </a:lnTo>
                  <a:lnTo>
                    <a:pt x="3877452" y="1678824"/>
                  </a:lnTo>
                  <a:lnTo>
                    <a:pt x="3878148" y="1688623"/>
                  </a:lnTo>
                  <a:lnTo>
                    <a:pt x="3878844" y="1697785"/>
                  </a:lnTo>
                  <a:lnTo>
                    <a:pt x="3879540" y="1705848"/>
                  </a:lnTo>
                  <a:lnTo>
                    <a:pt x="3880237" y="1715146"/>
                  </a:lnTo>
                  <a:lnTo>
                    <a:pt x="3880933" y="1722246"/>
                  </a:lnTo>
                  <a:lnTo>
                    <a:pt x="3881629" y="1728928"/>
                  </a:lnTo>
                  <a:lnTo>
                    <a:pt x="3882325" y="1733566"/>
                  </a:lnTo>
                  <a:lnTo>
                    <a:pt x="3883021" y="1736106"/>
                  </a:lnTo>
                  <a:lnTo>
                    <a:pt x="3883717" y="1738647"/>
                  </a:lnTo>
                  <a:lnTo>
                    <a:pt x="3884414" y="1740770"/>
                  </a:lnTo>
                  <a:lnTo>
                    <a:pt x="3885110" y="1742778"/>
                  </a:lnTo>
                  <a:lnTo>
                    <a:pt x="3885806" y="1745318"/>
                  </a:lnTo>
                  <a:lnTo>
                    <a:pt x="3886502" y="1748276"/>
                  </a:lnTo>
                  <a:lnTo>
                    <a:pt x="3887198" y="1752601"/>
                  </a:lnTo>
                  <a:lnTo>
                    <a:pt x="3887894" y="1758267"/>
                  </a:lnTo>
                  <a:lnTo>
                    <a:pt x="3888591" y="1764102"/>
                  </a:lnTo>
                  <a:lnTo>
                    <a:pt x="3889287" y="1770112"/>
                  </a:lnTo>
                  <a:lnTo>
                    <a:pt x="3889983" y="1774255"/>
                  </a:lnTo>
                  <a:lnTo>
                    <a:pt x="3890679" y="1776963"/>
                  </a:lnTo>
                  <a:lnTo>
                    <a:pt x="3891375" y="1778120"/>
                  </a:lnTo>
                  <a:lnTo>
                    <a:pt x="3892072" y="1779658"/>
                  </a:lnTo>
                  <a:lnTo>
                    <a:pt x="3892768" y="1781196"/>
                  </a:lnTo>
                  <a:lnTo>
                    <a:pt x="3893464" y="1782147"/>
                  </a:lnTo>
                  <a:lnTo>
                    <a:pt x="3894160" y="1783097"/>
                  </a:lnTo>
                  <a:lnTo>
                    <a:pt x="3894856" y="1784635"/>
                  </a:lnTo>
                  <a:lnTo>
                    <a:pt x="3895552" y="1785016"/>
                  </a:lnTo>
                  <a:lnTo>
                    <a:pt x="3896249" y="1783052"/>
                  </a:lnTo>
                  <a:lnTo>
                    <a:pt x="3896945" y="1780754"/>
                  </a:lnTo>
                  <a:lnTo>
                    <a:pt x="3897641" y="1777190"/>
                  </a:lnTo>
                  <a:lnTo>
                    <a:pt x="3898337" y="1771143"/>
                  </a:lnTo>
                  <a:lnTo>
                    <a:pt x="3899033" y="1763338"/>
                  </a:lnTo>
                  <a:lnTo>
                    <a:pt x="3899729" y="1755913"/>
                  </a:lnTo>
                  <a:lnTo>
                    <a:pt x="3900426" y="1749679"/>
                  </a:lnTo>
                  <a:lnTo>
                    <a:pt x="3901122" y="1743868"/>
                  </a:lnTo>
                  <a:lnTo>
                    <a:pt x="3901818" y="1736597"/>
                  </a:lnTo>
                  <a:lnTo>
                    <a:pt x="3902514" y="1729010"/>
                  </a:lnTo>
                  <a:lnTo>
                    <a:pt x="3903210" y="1720871"/>
                  </a:lnTo>
                  <a:lnTo>
                    <a:pt x="3903906" y="1711435"/>
                  </a:lnTo>
                  <a:lnTo>
                    <a:pt x="3904603" y="1702449"/>
                  </a:lnTo>
                  <a:lnTo>
                    <a:pt x="3905299" y="1692875"/>
                  </a:lnTo>
                  <a:lnTo>
                    <a:pt x="3905995" y="1684119"/>
                  </a:lnTo>
                  <a:lnTo>
                    <a:pt x="3906691" y="1676911"/>
                  </a:lnTo>
                  <a:lnTo>
                    <a:pt x="3907387" y="1670030"/>
                  </a:lnTo>
                  <a:lnTo>
                    <a:pt x="3908084" y="1664024"/>
                  </a:lnTo>
                  <a:lnTo>
                    <a:pt x="3908780" y="1658697"/>
                  </a:lnTo>
                  <a:lnTo>
                    <a:pt x="3909476" y="1652261"/>
                  </a:lnTo>
                  <a:lnTo>
                    <a:pt x="3910172" y="1645407"/>
                  </a:lnTo>
                  <a:lnTo>
                    <a:pt x="3910868" y="1638554"/>
                  </a:lnTo>
                  <a:lnTo>
                    <a:pt x="3911564" y="1630887"/>
                  </a:lnTo>
                  <a:lnTo>
                    <a:pt x="3912261" y="1625831"/>
                  </a:lnTo>
                  <a:lnTo>
                    <a:pt x="3912957" y="1621677"/>
                  </a:lnTo>
                  <a:lnTo>
                    <a:pt x="3913653" y="1617522"/>
                  </a:lnTo>
                  <a:lnTo>
                    <a:pt x="3914349" y="1615335"/>
                  </a:lnTo>
                  <a:lnTo>
                    <a:pt x="3915045" y="1612795"/>
                  </a:lnTo>
                  <a:lnTo>
                    <a:pt x="3915741" y="1610254"/>
                  </a:lnTo>
                  <a:lnTo>
                    <a:pt x="3916438" y="1607296"/>
                  </a:lnTo>
                  <a:lnTo>
                    <a:pt x="3917134" y="1604755"/>
                  </a:lnTo>
                  <a:lnTo>
                    <a:pt x="3917830" y="1602215"/>
                  </a:lnTo>
                  <a:lnTo>
                    <a:pt x="3918526" y="1598827"/>
                  </a:lnTo>
                  <a:lnTo>
                    <a:pt x="3919222" y="1594969"/>
                  </a:lnTo>
                  <a:lnTo>
                    <a:pt x="3919919" y="1593396"/>
                  </a:lnTo>
                  <a:lnTo>
                    <a:pt x="3920615" y="1591744"/>
                  </a:lnTo>
                  <a:lnTo>
                    <a:pt x="3921311" y="1590092"/>
                  </a:lnTo>
                  <a:lnTo>
                    <a:pt x="3922007" y="1588007"/>
                  </a:lnTo>
                  <a:lnTo>
                    <a:pt x="3922703" y="1585736"/>
                  </a:lnTo>
                  <a:lnTo>
                    <a:pt x="3923399" y="1583465"/>
                  </a:lnTo>
                  <a:lnTo>
                    <a:pt x="3924096" y="1582227"/>
                  </a:lnTo>
                  <a:lnTo>
                    <a:pt x="3924792" y="1581046"/>
                  </a:lnTo>
                  <a:lnTo>
                    <a:pt x="3925488" y="1581733"/>
                  </a:lnTo>
                  <a:lnTo>
                    <a:pt x="3926184" y="1582605"/>
                  </a:lnTo>
                  <a:lnTo>
                    <a:pt x="3926880" y="1584736"/>
                  </a:lnTo>
                  <a:lnTo>
                    <a:pt x="3927576" y="1586272"/>
                  </a:lnTo>
                  <a:lnTo>
                    <a:pt x="3928273" y="1587808"/>
                  </a:lnTo>
                  <a:lnTo>
                    <a:pt x="3928969" y="1589745"/>
                  </a:lnTo>
                  <a:lnTo>
                    <a:pt x="3929665" y="1591682"/>
                  </a:lnTo>
                  <a:lnTo>
                    <a:pt x="3930361" y="1593032"/>
                  </a:lnTo>
                  <a:lnTo>
                    <a:pt x="3931057" y="1595969"/>
                  </a:lnTo>
                  <a:lnTo>
                    <a:pt x="3931753" y="1601251"/>
                  </a:lnTo>
                  <a:lnTo>
                    <a:pt x="3932450" y="1607051"/>
                  </a:lnTo>
                  <a:lnTo>
                    <a:pt x="3933146" y="1612852"/>
                  </a:lnTo>
                  <a:lnTo>
                    <a:pt x="3933842" y="1620073"/>
                  </a:lnTo>
                  <a:lnTo>
                    <a:pt x="3934538" y="1627259"/>
                  </a:lnTo>
                  <a:lnTo>
                    <a:pt x="3935234" y="1634066"/>
                  </a:lnTo>
                  <a:lnTo>
                    <a:pt x="3935931" y="1639681"/>
                  </a:lnTo>
                  <a:lnTo>
                    <a:pt x="3936627" y="1644690"/>
                  </a:lnTo>
                  <a:lnTo>
                    <a:pt x="3937323" y="1651010"/>
                  </a:lnTo>
                  <a:lnTo>
                    <a:pt x="3938019" y="1658195"/>
                  </a:lnTo>
                  <a:lnTo>
                    <a:pt x="3938715" y="1665381"/>
                  </a:lnTo>
                  <a:lnTo>
                    <a:pt x="3939411" y="1674049"/>
                  </a:lnTo>
                  <a:lnTo>
                    <a:pt x="3940108" y="1682267"/>
                  </a:lnTo>
                  <a:lnTo>
                    <a:pt x="3940804" y="1690572"/>
                  </a:lnTo>
                  <a:lnTo>
                    <a:pt x="3941500" y="1695981"/>
                  </a:lnTo>
                  <a:lnTo>
                    <a:pt x="3942196" y="1699749"/>
                  </a:lnTo>
                  <a:lnTo>
                    <a:pt x="3942892" y="1702855"/>
                  </a:lnTo>
                  <a:lnTo>
                    <a:pt x="3943588" y="1705850"/>
                  </a:lnTo>
                  <a:lnTo>
                    <a:pt x="3944285" y="1707736"/>
                  </a:lnTo>
                  <a:lnTo>
                    <a:pt x="3944981" y="1710315"/>
                  </a:lnTo>
                  <a:lnTo>
                    <a:pt x="3945677" y="1713780"/>
                  </a:lnTo>
                  <a:lnTo>
                    <a:pt x="3946373" y="1717676"/>
                  </a:lnTo>
                  <a:lnTo>
                    <a:pt x="3947069" y="1720605"/>
                  </a:lnTo>
                  <a:lnTo>
                    <a:pt x="3947766" y="1720386"/>
                  </a:lnTo>
                  <a:lnTo>
                    <a:pt x="3948462" y="1719265"/>
                  </a:lnTo>
                  <a:lnTo>
                    <a:pt x="3949158" y="1718145"/>
                  </a:lnTo>
                  <a:lnTo>
                    <a:pt x="3949854" y="1715058"/>
                  </a:lnTo>
                  <a:lnTo>
                    <a:pt x="3950550" y="1710753"/>
                  </a:lnTo>
                  <a:lnTo>
                    <a:pt x="3951246" y="1706314"/>
                  </a:lnTo>
                  <a:lnTo>
                    <a:pt x="3951943" y="1704113"/>
                  </a:lnTo>
                  <a:lnTo>
                    <a:pt x="3952639" y="1701912"/>
                  </a:lnTo>
                  <a:lnTo>
                    <a:pt x="3953335" y="1700129"/>
                  </a:lnTo>
                  <a:lnTo>
                    <a:pt x="3954031" y="1698358"/>
                  </a:lnTo>
                  <a:lnTo>
                    <a:pt x="3954727" y="1697474"/>
                  </a:lnTo>
                  <a:lnTo>
                    <a:pt x="3955423" y="1695256"/>
                  </a:lnTo>
                  <a:lnTo>
                    <a:pt x="3956120" y="1692700"/>
                  </a:lnTo>
                  <a:lnTo>
                    <a:pt x="3956816" y="1688857"/>
                  </a:lnTo>
                  <a:lnTo>
                    <a:pt x="3957512" y="1685832"/>
                  </a:lnTo>
                  <a:lnTo>
                    <a:pt x="3958208" y="1683362"/>
                  </a:lnTo>
                  <a:lnTo>
                    <a:pt x="3958904" y="1680891"/>
                  </a:lnTo>
                  <a:lnTo>
                    <a:pt x="3959600" y="1678768"/>
                  </a:lnTo>
                  <a:lnTo>
                    <a:pt x="3960297" y="1676297"/>
                  </a:lnTo>
                  <a:lnTo>
                    <a:pt x="3960993" y="1675563"/>
                  </a:lnTo>
                  <a:lnTo>
                    <a:pt x="3961689" y="1675641"/>
                  </a:lnTo>
                  <a:lnTo>
                    <a:pt x="3962385" y="1675504"/>
                  </a:lnTo>
                  <a:lnTo>
                    <a:pt x="3963081" y="1675048"/>
                  </a:lnTo>
                  <a:lnTo>
                    <a:pt x="3963778" y="1674592"/>
                  </a:lnTo>
                  <a:lnTo>
                    <a:pt x="3964474" y="1674322"/>
                  </a:lnTo>
                  <a:lnTo>
                    <a:pt x="3965170" y="1673636"/>
                  </a:lnTo>
                  <a:lnTo>
                    <a:pt x="3965866" y="1672948"/>
                  </a:lnTo>
                  <a:lnTo>
                    <a:pt x="3966562" y="1671832"/>
                  </a:lnTo>
                  <a:lnTo>
                    <a:pt x="3967258" y="1671851"/>
                  </a:lnTo>
                  <a:lnTo>
                    <a:pt x="3967955" y="1672619"/>
                  </a:lnTo>
                  <a:lnTo>
                    <a:pt x="3968651" y="1673857"/>
                  </a:lnTo>
                  <a:lnTo>
                    <a:pt x="3969347" y="1674353"/>
                  </a:lnTo>
                  <a:lnTo>
                    <a:pt x="3970043" y="1672432"/>
                  </a:lnTo>
                  <a:lnTo>
                    <a:pt x="3970739" y="1669114"/>
                  </a:lnTo>
                  <a:lnTo>
                    <a:pt x="3971435" y="1665797"/>
                  </a:lnTo>
                  <a:lnTo>
                    <a:pt x="3972132" y="1662192"/>
                  </a:lnTo>
                  <a:lnTo>
                    <a:pt x="3972828" y="1659207"/>
                  </a:lnTo>
                  <a:lnTo>
                    <a:pt x="3973524" y="1655890"/>
                  </a:lnTo>
                  <a:lnTo>
                    <a:pt x="3974220" y="1652573"/>
                  </a:lnTo>
                  <a:lnTo>
                    <a:pt x="3974916" y="1648599"/>
                  </a:lnTo>
                  <a:lnTo>
                    <a:pt x="3975613" y="1644993"/>
                  </a:lnTo>
                  <a:lnTo>
                    <a:pt x="3976309" y="1640480"/>
                  </a:lnTo>
                  <a:lnTo>
                    <a:pt x="3977005" y="1636251"/>
                  </a:lnTo>
                  <a:lnTo>
                    <a:pt x="3977701" y="1631690"/>
                  </a:lnTo>
                  <a:lnTo>
                    <a:pt x="3978397" y="1627464"/>
                  </a:lnTo>
                  <a:lnTo>
                    <a:pt x="3979093" y="1622902"/>
                  </a:lnTo>
                  <a:lnTo>
                    <a:pt x="3979790" y="1618507"/>
                  </a:lnTo>
                  <a:lnTo>
                    <a:pt x="3980486" y="1615918"/>
                  </a:lnTo>
                  <a:lnTo>
                    <a:pt x="3981182" y="1614147"/>
                  </a:lnTo>
                  <a:lnTo>
                    <a:pt x="3981878" y="1611947"/>
                  </a:lnTo>
                  <a:lnTo>
                    <a:pt x="3982574" y="1611410"/>
                  </a:lnTo>
                  <a:lnTo>
                    <a:pt x="3983270" y="1610993"/>
                  </a:lnTo>
                  <a:lnTo>
                    <a:pt x="3983967" y="1610575"/>
                  </a:lnTo>
                  <a:lnTo>
                    <a:pt x="3984663" y="1610158"/>
                  </a:lnTo>
                  <a:lnTo>
                    <a:pt x="3985359" y="1609741"/>
                  </a:lnTo>
                  <a:lnTo>
                    <a:pt x="3986055" y="1610569"/>
                  </a:lnTo>
                  <a:lnTo>
                    <a:pt x="3986751" y="1613157"/>
                  </a:lnTo>
                  <a:lnTo>
                    <a:pt x="3987448" y="1615679"/>
                  </a:lnTo>
                  <a:lnTo>
                    <a:pt x="3988144" y="1618968"/>
                  </a:lnTo>
                  <a:lnTo>
                    <a:pt x="3988840" y="1621624"/>
                  </a:lnTo>
                  <a:lnTo>
                    <a:pt x="3989536" y="1624913"/>
                  </a:lnTo>
                  <a:lnTo>
                    <a:pt x="3990232" y="1628337"/>
                  </a:lnTo>
                  <a:lnTo>
                    <a:pt x="3990928" y="1631228"/>
                  </a:lnTo>
                  <a:lnTo>
                    <a:pt x="3991625" y="1633784"/>
                  </a:lnTo>
                  <a:lnTo>
                    <a:pt x="3992321" y="1637627"/>
                  </a:lnTo>
                  <a:lnTo>
                    <a:pt x="3993017" y="1640868"/>
                  </a:lnTo>
                  <a:lnTo>
                    <a:pt x="3993713" y="1643957"/>
                  </a:lnTo>
                  <a:lnTo>
                    <a:pt x="3994409" y="1647381"/>
                  </a:lnTo>
                  <a:lnTo>
                    <a:pt x="3995105" y="1650272"/>
                  </a:lnTo>
                  <a:lnTo>
                    <a:pt x="3995802" y="1653697"/>
                  </a:lnTo>
                  <a:lnTo>
                    <a:pt x="3996498" y="1655384"/>
                  </a:lnTo>
                  <a:lnTo>
                    <a:pt x="3997194" y="1656074"/>
                  </a:lnTo>
                  <a:lnTo>
                    <a:pt x="3997890" y="1657235"/>
                  </a:lnTo>
                  <a:lnTo>
                    <a:pt x="3998586" y="1658928"/>
                  </a:lnTo>
                  <a:lnTo>
                    <a:pt x="3999282" y="1658511"/>
                  </a:lnTo>
                  <a:lnTo>
                    <a:pt x="3999979" y="1657664"/>
                  </a:lnTo>
                  <a:lnTo>
                    <a:pt x="4000675" y="1656764"/>
                  </a:lnTo>
                  <a:lnTo>
                    <a:pt x="4001371" y="1656334"/>
                  </a:lnTo>
                  <a:lnTo>
                    <a:pt x="4002067" y="1656334"/>
                  </a:lnTo>
                  <a:lnTo>
                    <a:pt x="4002763" y="1655198"/>
                  </a:lnTo>
                  <a:lnTo>
                    <a:pt x="4003460" y="1653557"/>
                  </a:lnTo>
                  <a:lnTo>
                    <a:pt x="4004156" y="1651017"/>
                  </a:lnTo>
                  <a:lnTo>
                    <a:pt x="4004852" y="1647121"/>
                  </a:lnTo>
                  <a:lnTo>
                    <a:pt x="4005548" y="1645725"/>
                  </a:lnTo>
                  <a:lnTo>
                    <a:pt x="4006244" y="1646154"/>
                  </a:lnTo>
                  <a:lnTo>
                    <a:pt x="4006940" y="1645977"/>
                  </a:lnTo>
                  <a:lnTo>
                    <a:pt x="4007637" y="1645887"/>
                  </a:lnTo>
                  <a:lnTo>
                    <a:pt x="4008333" y="1645326"/>
                  </a:lnTo>
                  <a:lnTo>
                    <a:pt x="4009029" y="1644231"/>
                  </a:lnTo>
                  <a:lnTo>
                    <a:pt x="4009725" y="1645078"/>
                  </a:lnTo>
                  <a:lnTo>
                    <a:pt x="4010421" y="1646395"/>
                  </a:lnTo>
                  <a:lnTo>
                    <a:pt x="4011117" y="1646420"/>
                  </a:lnTo>
                  <a:lnTo>
                    <a:pt x="4011814" y="1646838"/>
                  </a:lnTo>
                  <a:lnTo>
                    <a:pt x="4012510" y="1648158"/>
                  </a:lnTo>
                  <a:lnTo>
                    <a:pt x="4013206" y="1649477"/>
                  </a:lnTo>
                  <a:lnTo>
                    <a:pt x="4013902" y="1650797"/>
                  </a:lnTo>
                  <a:lnTo>
                    <a:pt x="4014598" y="1650462"/>
                  </a:lnTo>
                  <a:lnTo>
                    <a:pt x="4015295" y="1651524"/>
                  </a:lnTo>
                  <a:lnTo>
                    <a:pt x="4015991" y="1650871"/>
                  </a:lnTo>
                  <a:lnTo>
                    <a:pt x="4016687" y="1648929"/>
                  </a:lnTo>
                  <a:lnTo>
                    <a:pt x="4017383" y="1647117"/>
                  </a:lnTo>
                  <a:lnTo>
                    <a:pt x="4018079" y="1645800"/>
                  </a:lnTo>
                  <a:lnTo>
                    <a:pt x="4018775" y="1644565"/>
                  </a:lnTo>
                  <a:lnTo>
                    <a:pt x="4019472" y="1643359"/>
                  </a:lnTo>
                  <a:lnTo>
                    <a:pt x="4020168" y="1640518"/>
                  </a:lnTo>
                  <a:lnTo>
                    <a:pt x="4020864" y="1636189"/>
                  </a:lnTo>
                  <a:lnTo>
                    <a:pt x="4021560" y="1632355"/>
                  </a:lnTo>
                  <a:lnTo>
                    <a:pt x="4022256" y="1627878"/>
                  </a:lnTo>
                  <a:lnTo>
                    <a:pt x="4022952" y="1622179"/>
                  </a:lnTo>
                  <a:lnTo>
                    <a:pt x="4023649" y="1615715"/>
                  </a:lnTo>
                  <a:lnTo>
                    <a:pt x="4024345" y="1609799"/>
                  </a:lnTo>
                  <a:lnTo>
                    <a:pt x="4025041" y="1605508"/>
                  </a:lnTo>
                  <a:lnTo>
                    <a:pt x="4025737" y="1600432"/>
                  </a:lnTo>
                  <a:lnTo>
                    <a:pt x="4026433" y="1595690"/>
                  </a:lnTo>
                  <a:lnTo>
                    <a:pt x="4027129" y="1590466"/>
                  </a:lnTo>
                  <a:lnTo>
                    <a:pt x="4027826" y="1584317"/>
                  </a:lnTo>
                  <a:lnTo>
                    <a:pt x="4028522" y="1576920"/>
                  </a:lnTo>
                  <a:lnTo>
                    <a:pt x="4029218" y="1569307"/>
                  </a:lnTo>
                  <a:lnTo>
                    <a:pt x="4029914" y="1561607"/>
                  </a:lnTo>
                  <a:lnTo>
                    <a:pt x="4030610" y="1555824"/>
                  </a:lnTo>
                  <a:lnTo>
                    <a:pt x="4031307" y="1551677"/>
                  </a:lnTo>
                  <a:lnTo>
                    <a:pt x="4032003" y="1547835"/>
                  </a:lnTo>
                  <a:lnTo>
                    <a:pt x="4032699" y="1543994"/>
                  </a:lnTo>
                  <a:lnTo>
                    <a:pt x="4033395" y="1540099"/>
                  </a:lnTo>
                  <a:lnTo>
                    <a:pt x="4034091" y="1536131"/>
                  </a:lnTo>
                  <a:lnTo>
                    <a:pt x="4034787" y="1532407"/>
                  </a:lnTo>
                  <a:lnTo>
                    <a:pt x="4035484" y="1527457"/>
                  </a:lnTo>
                  <a:lnTo>
                    <a:pt x="4036180" y="1522014"/>
                  </a:lnTo>
                  <a:lnTo>
                    <a:pt x="4036876" y="1515411"/>
                  </a:lnTo>
                  <a:lnTo>
                    <a:pt x="4037572" y="1509395"/>
                  </a:lnTo>
                  <a:lnTo>
                    <a:pt x="4038268" y="1504612"/>
                  </a:lnTo>
                  <a:lnTo>
                    <a:pt x="4038964" y="1500706"/>
                  </a:lnTo>
                  <a:lnTo>
                    <a:pt x="4039661" y="1496207"/>
                  </a:lnTo>
                  <a:lnTo>
                    <a:pt x="4040357" y="1491647"/>
                  </a:lnTo>
                  <a:lnTo>
                    <a:pt x="4041053" y="1485025"/>
                  </a:lnTo>
                  <a:lnTo>
                    <a:pt x="4041749" y="1477974"/>
                  </a:lnTo>
                  <a:lnTo>
                    <a:pt x="4042445" y="1470425"/>
                  </a:lnTo>
                  <a:lnTo>
                    <a:pt x="4043142" y="1462007"/>
                  </a:lnTo>
                  <a:lnTo>
                    <a:pt x="4043838" y="1453054"/>
                  </a:lnTo>
                  <a:lnTo>
                    <a:pt x="4044534" y="1444968"/>
                  </a:lnTo>
                  <a:lnTo>
                    <a:pt x="4045230" y="1435744"/>
                  </a:lnTo>
                  <a:lnTo>
                    <a:pt x="4045926" y="1427680"/>
                  </a:lnTo>
                  <a:lnTo>
                    <a:pt x="4046622" y="1421315"/>
                  </a:lnTo>
                  <a:lnTo>
                    <a:pt x="4047319" y="1416573"/>
                  </a:lnTo>
                  <a:lnTo>
                    <a:pt x="4048015" y="1410323"/>
                  </a:lnTo>
                  <a:lnTo>
                    <a:pt x="4048711" y="1403041"/>
                  </a:lnTo>
                  <a:lnTo>
                    <a:pt x="4049407" y="1395877"/>
                  </a:lnTo>
                  <a:lnTo>
                    <a:pt x="4050103" y="1391470"/>
                  </a:lnTo>
                  <a:lnTo>
                    <a:pt x="4050799" y="1386949"/>
                  </a:lnTo>
                  <a:lnTo>
                    <a:pt x="4051496" y="1384783"/>
                  </a:lnTo>
                  <a:lnTo>
                    <a:pt x="4052192" y="1382147"/>
                  </a:lnTo>
                  <a:lnTo>
                    <a:pt x="4052888" y="1380935"/>
                  </a:lnTo>
                  <a:lnTo>
                    <a:pt x="4053584" y="1380936"/>
                  </a:lnTo>
                  <a:lnTo>
                    <a:pt x="4054280" y="1381740"/>
                  </a:lnTo>
                  <a:lnTo>
                    <a:pt x="4054977" y="1382517"/>
                  </a:lnTo>
                  <a:lnTo>
                    <a:pt x="4055673" y="1384929"/>
                  </a:lnTo>
                  <a:lnTo>
                    <a:pt x="4056369" y="1388357"/>
                  </a:lnTo>
                  <a:lnTo>
                    <a:pt x="4057065" y="1391618"/>
                  </a:lnTo>
                  <a:lnTo>
                    <a:pt x="4057761" y="1393894"/>
                  </a:lnTo>
                  <a:lnTo>
                    <a:pt x="4058457" y="1398728"/>
                  </a:lnTo>
                  <a:lnTo>
                    <a:pt x="4059154" y="1405746"/>
                  </a:lnTo>
                  <a:lnTo>
                    <a:pt x="4059850" y="1412898"/>
                  </a:lnTo>
                  <a:lnTo>
                    <a:pt x="4060546" y="1417743"/>
                  </a:lnTo>
                  <a:lnTo>
                    <a:pt x="4061242" y="1422819"/>
                  </a:lnTo>
                  <a:lnTo>
                    <a:pt x="4061938" y="1427226"/>
                  </a:lnTo>
                  <a:lnTo>
                    <a:pt x="4062634" y="1432449"/>
                  </a:lnTo>
                  <a:lnTo>
                    <a:pt x="4063331" y="1438381"/>
                  </a:lnTo>
                  <a:lnTo>
                    <a:pt x="4064027" y="1445777"/>
                  </a:lnTo>
                  <a:lnTo>
                    <a:pt x="4064723" y="1453173"/>
                  </a:lnTo>
                  <a:lnTo>
                    <a:pt x="4065419" y="1458164"/>
                  </a:lnTo>
                  <a:lnTo>
                    <a:pt x="4066115" y="1459607"/>
                  </a:lnTo>
                  <a:lnTo>
                    <a:pt x="4066811" y="1458678"/>
                  </a:lnTo>
                  <a:lnTo>
                    <a:pt x="4067508" y="1457443"/>
                  </a:lnTo>
                  <a:lnTo>
                    <a:pt x="4068204" y="1455990"/>
                  </a:lnTo>
                  <a:lnTo>
                    <a:pt x="4068900" y="1454121"/>
                  </a:lnTo>
                  <a:lnTo>
                    <a:pt x="4069596" y="1452110"/>
                  </a:lnTo>
                  <a:lnTo>
                    <a:pt x="4070292" y="1450303"/>
                  </a:lnTo>
                  <a:lnTo>
                    <a:pt x="4070989" y="1448186"/>
                  </a:lnTo>
                  <a:lnTo>
                    <a:pt x="4071685" y="1446180"/>
                  </a:lnTo>
                  <a:lnTo>
                    <a:pt x="4072381" y="1444789"/>
                  </a:lnTo>
                  <a:lnTo>
                    <a:pt x="4073077" y="1442351"/>
                  </a:lnTo>
                  <a:lnTo>
                    <a:pt x="4073773" y="1439096"/>
                  </a:lnTo>
                  <a:lnTo>
                    <a:pt x="4074469" y="1434537"/>
                  </a:lnTo>
                  <a:lnTo>
                    <a:pt x="4075166" y="1430999"/>
                  </a:lnTo>
                  <a:lnTo>
                    <a:pt x="4075862" y="1431217"/>
                  </a:lnTo>
                  <a:lnTo>
                    <a:pt x="4076558" y="1433747"/>
                  </a:lnTo>
                  <a:lnTo>
                    <a:pt x="4077254" y="1435484"/>
                  </a:lnTo>
                  <a:lnTo>
                    <a:pt x="4077950" y="1437174"/>
                  </a:lnTo>
                  <a:lnTo>
                    <a:pt x="4078646" y="1440314"/>
                  </a:lnTo>
                  <a:lnTo>
                    <a:pt x="4079343" y="1443016"/>
                  </a:lnTo>
                  <a:lnTo>
                    <a:pt x="4080039" y="1445387"/>
                  </a:lnTo>
                  <a:lnTo>
                    <a:pt x="4080735" y="1447860"/>
                  </a:lnTo>
                  <a:lnTo>
                    <a:pt x="4081431" y="1450877"/>
                  </a:lnTo>
                  <a:lnTo>
                    <a:pt x="4082127" y="1451986"/>
                  </a:lnTo>
                  <a:lnTo>
                    <a:pt x="4082824" y="1451851"/>
                  </a:lnTo>
                  <a:lnTo>
                    <a:pt x="4083520" y="1453578"/>
                  </a:lnTo>
                  <a:lnTo>
                    <a:pt x="4084216" y="1455750"/>
                  </a:lnTo>
                  <a:lnTo>
                    <a:pt x="4084912" y="1456700"/>
                  </a:lnTo>
                  <a:lnTo>
                    <a:pt x="4085608" y="1456430"/>
                  </a:lnTo>
                  <a:lnTo>
                    <a:pt x="4086304" y="1454177"/>
                  </a:lnTo>
                  <a:lnTo>
                    <a:pt x="4087001" y="1449907"/>
                  </a:lnTo>
                  <a:lnTo>
                    <a:pt x="4087697" y="1446966"/>
                  </a:lnTo>
                  <a:lnTo>
                    <a:pt x="4088393" y="1443840"/>
                  </a:lnTo>
                  <a:lnTo>
                    <a:pt x="4089089" y="1438894"/>
                  </a:lnTo>
                  <a:lnTo>
                    <a:pt x="4089785" y="1434745"/>
                  </a:lnTo>
                  <a:lnTo>
                    <a:pt x="4090481" y="1430597"/>
                  </a:lnTo>
                  <a:lnTo>
                    <a:pt x="4091178" y="1426114"/>
                  </a:lnTo>
                  <a:lnTo>
                    <a:pt x="4091874" y="1422519"/>
                  </a:lnTo>
                  <a:lnTo>
                    <a:pt x="4092570" y="1421778"/>
                  </a:lnTo>
                  <a:lnTo>
                    <a:pt x="4093266" y="1421778"/>
                  </a:lnTo>
                  <a:lnTo>
                    <a:pt x="4093962" y="1420867"/>
                  </a:lnTo>
                  <a:lnTo>
                    <a:pt x="4094658" y="1417774"/>
                  </a:lnTo>
                  <a:lnTo>
                    <a:pt x="4095355" y="1416696"/>
                  </a:lnTo>
                  <a:lnTo>
                    <a:pt x="4096051" y="1416361"/>
                  </a:lnTo>
                  <a:lnTo>
                    <a:pt x="4096747" y="1416026"/>
                  </a:lnTo>
                  <a:lnTo>
                    <a:pt x="4097443" y="1416026"/>
                  </a:lnTo>
                  <a:lnTo>
                    <a:pt x="4098139" y="1413842"/>
                  </a:lnTo>
                  <a:lnTo>
                    <a:pt x="4098836" y="1411302"/>
                  </a:lnTo>
                  <a:lnTo>
                    <a:pt x="4099532" y="1408546"/>
                  </a:lnTo>
                  <a:lnTo>
                    <a:pt x="4100228" y="1405605"/>
                  </a:lnTo>
                  <a:lnTo>
                    <a:pt x="4100924" y="1405005"/>
                  </a:lnTo>
                  <a:lnTo>
                    <a:pt x="4101620" y="1406038"/>
                  </a:lnTo>
                  <a:lnTo>
                    <a:pt x="4102316" y="1407619"/>
                  </a:lnTo>
                  <a:lnTo>
                    <a:pt x="4103013" y="1407955"/>
                  </a:lnTo>
                  <a:lnTo>
                    <a:pt x="4103709" y="1407370"/>
                  </a:lnTo>
                  <a:lnTo>
                    <a:pt x="4104405" y="1406787"/>
                  </a:lnTo>
                  <a:lnTo>
                    <a:pt x="4105101" y="1406418"/>
                  </a:lnTo>
                  <a:lnTo>
                    <a:pt x="4105797" y="1407713"/>
                  </a:lnTo>
                  <a:lnTo>
                    <a:pt x="4106493" y="1410971"/>
                  </a:lnTo>
                  <a:lnTo>
                    <a:pt x="4107190" y="1415083"/>
                  </a:lnTo>
                  <a:lnTo>
                    <a:pt x="4107886" y="1419269"/>
                  </a:lnTo>
                  <a:lnTo>
                    <a:pt x="4108582" y="1425767"/>
                  </a:lnTo>
                  <a:lnTo>
                    <a:pt x="4109278" y="1432196"/>
                  </a:lnTo>
                  <a:lnTo>
                    <a:pt x="4109974" y="1438625"/>
                  </a:lnTo>
                  <a:lnTo>
                    <a:pt x="4110671" y="1445055"/>
                  </a:lnTo>
                  <a:lnTo>
                    <a:pt x="4111367" y="1448933"/>
                  </a:lnTo>
                  <a:lnTo>
                    <a:pt x="4112063" y="1451601"/>
                  </a:lnTo>
                  <a:lnTo>
                    <a:pt x="4112759" y="1455062"/>
                  </a:lnTo>
                  <a:lnTo>
                    <a:pt x="4113455" y="1460847"/>
                  </a:lnTo>
                  <a:lnTo>
                    <a:pt x="4114151" y="1467464"/>
                  </a:lnTo>
                  <a:lnTo>
                    <a:pt x="4114848" y="1475238"/>
                  </a:lnTo>
                  <a:lnTo>
                    <a:pt x="4115544" y="1483011"/>
                  </a:lnTo>
                  <a:lnTo>
                    <a:pt x="4116240" y="1489690"/>
                  </a:lnTo>
                  <a:lnTo>
                    <a:pt x="4116936" y="1494854"/>
                  </a:lnTo>
                  <a:lnTo>
                    <a:pt x="4117632" y="1498949"/>
                  </a:lnTo>
                  <a:lnTo>
                    <a:pt x="4118328" y="1503898"/>
                  </a:lnTo>
                  <a:lnTo>
                    <a:pt x="4119025" y="1509127"/>
                  </a:lnTo>
                  <a:lnTo>
                    <a:pt x="4119721" y="1514943"/>
                  </a:lnTo>
                  <a:lnTo>
                    <a:pt x="4120417" y="1522198"/>
                  </a:lnTo>
                  <a:lnTo>
                    <a:pt x="4121113" y="1530041"/>
                  </a:lnTo>
                  <a:lnTo>
                    <a:pt x="4121809" y="1539011"/>
                  </a:lnTo>
                  <a:lnTo>
                    <a:pt x="4122506" y="1548690"/>
                  </a:lnTo>
                  <a:lnTo>
                    <a:pt x="4123202" y="1557510"/>
                  </a:lnTo>
                  <a:lnTo>
                    <a:pt x="4123898" y="1564959"/>
                  </a:lnTo>
                  <a:lnTo>
                    <a:pt x="4124594" y="1572577"/>
                  </a:lnTo>
                  <a:lnTo>
                    <a:pt x="4125290" y="1578926"/>
                  </a:lnTo>
                  <a:lnTo>
                    <a:pt x="4125986" y="1585275"/>
                  </a:lnTo>
                  <a:lnTo>
                    <a:pt x="4126683" y="1591959"/>
                  </a:lnTo>
                  <a:lnTo>
                    <a:pt x="4127379" y="1598225"/>
                  </a:lnTo>
                  <a:lnTo>
                    <a:pt x="4128075" y="1604179"/>
                  </a:lnTo>
                  <a:lnTo>
                    <a:pt x="4128771" y="1608921"/>
                  </a:lnTo>
                  <a:lnTo>
                    <a:pt x="4129467" y="1612014"/>
                  </a:lnTo>
                  <a:lnTo>
                    <a:pt x="4130163" y="1615107"/>
                  </a:lnTo>
                  <a:lnTo>
                    <a:pt x="4130860" y="1615714"/>
                  </a:lnTo>
                  <a:lnTo>
                    <a:pt x="4131556" y="1615714"/>
                  </a:lnTo>
                  <a:lnTo>
                    <a:pt x="4132252" y="1615496"/>
                  </a:lnTo>
                  <a:lnTo>
                    <a:pt x="4132948" y="1615278"/>
                  </a:lnTo>
                  <a:lnTo>
                    <a:pt x="4133644" y="1617244"/>
                  </a:lnTo>
                  <a:lnTo>
                    <a:pt x="4134340" y="1619785"/>
                  </a:lnTo>
                  <a:lnTo>
                    <a:pt x="4135037" y="1622325"/>
                  </a:lnTo>
                  <a:lnTo>
                    <a:pt x="4135733" y="1624683"/>
                  </a:lnTo>
                  <a:lnTo>
                    <a:pt x="4136429" y="1627224"/>
                  </a:lnTo>
                  <a:lnTo>
                    <a:pt x="4137125" y="1629764"/>
                  </a:lnTo>
                  <a:lnTo>
                    <a:pt x="4137821" y="1632706"/>
                  </a:lnTo>
                  <a:lnTo>
                    <a:pt x="4138518" y="1637447"/>
                  </a:lnTo>
                  <a:lnTo>
                    <a:pt x="4139214" y="1643324"/>
                  </a:lnTo>
                  <a:lnTo>
                    <a:pt x="4139910" y="1649673"/>
                  </a:lnTo>
                  <a:lnTo>
                    <a:pt x="4140606" y="1656021"/>
                  </a:lnTo>
                  <a:lnTo>
                    <a:pt x="4141302" y="1662799"/>
                  </a:lnTo>
                  <a:lnTo>
                    <a:pt x="4141998" y="1669994"/>
                  </a:lnTo>
                  <a:lnTo>
                    <a:pt x="4142695" y="1677190"/>
                  </a:lnTo>
                  <a:lnTo>
                    <a:pt x="4143391" y="1684385"/>
                  </a:lnTo>
                  <a:lnTo>
                    <a:pt x="4144087" y="1689729"/>
                  </a:lnTo>
                  <a:lnTo>
                    <a:pt x="4144783" y="1694183"/>
                  </a:lnTo>
                  <a:lnTo>
                    <a:pt x="4145479" y="1696637"/>
                  </a:lnTo>
                  <a:lnTo>
                    <a:pt x="4146175" y="1696994"/>
                  </a:lnTo>
                  <a:lnTo>
                    <a:pt x="4146872" y="1697784"/>
                  </a:lnTo>
                  <a:lnTo>
                    <a:pt x="4147568" y="1699637"/>
                  </a:lnTo>
                  <a:lnTo>
                    <a:pt x="4148264" y="1701491"/>
                  </a:lnTo>
                  <a:lnTo>
                    <a:pt x="4148960" y="1701741"/>
                  </a:lnTo>
                  <a:lnTo>
                    <a:pt x="4149656" y="1700964"/>
                  </a:lnTo>
                  <a:lnTo>
                    <a:pt x="4150353" y="1699531"/>
                  </a:lnTo>
                  <a:lnTo>
                    <a:pt x="4151049" y="1698098"/>
                  </a:lnTo>
                  <a:lnTo>
                    <a:pt x="4151745" y="1696298"/>
                  </a:lnTo>
                  <a:lnTo>
                    <a:pt x="4152441" y="1692341"/>
                  </a:lnTo>
                  <a:lnTo>
                    <a:pt x="4153137" y="1690399"/>
                  </a:lnTo>
                  <a:lnTo>
                    <a:pt x="4153833" y="1688243"/>
                  </a:lnTo>
                  <a:lnTo>
                    <a:pt x="4154530" y="1686084"/>
                  </a:lnTo>
                  <a:lnTo>
                    <a:pt x="4155226" y="1684080"/>
                  </a:lnTo>
                  <a:lnTo>
                    <a:pt x="4155922" y="1683528"/>
                  </a:lnTo>
                  <a:lnTo>
                    <a:pt x="4156618" y="1682608"/>
                  </a:lnTo>
                  <a:lnTo>
                    <a:pt x="4157314" y="1680991"/>
                  </a:lnTo>
                  <a:lnTo>
                    <a:pt x="4158010" y="1678456"/>
                  </a:lnTo>
                  <a:lnTo>
                    <a:pt x="4158707" y="1675703"/>
                  </a:lnTo>
                  <a:lnTo>
                    <a:pt x="4159403" y="1672949"/>
                  </a:lnTo>
                  <a:lnTo>
                    <a:pt x="4160099" y="1669725"/>
                  </a:lnTo>
                  <a:lnTo>
                    <a:pt x="4160795" y="1666501"/>
                  </a:lnTo>
                  <a:lnTo>
                    <a:pt x="4161491" y="1663277"/>
                  </a:lnTo>
                  <a:lnTo>
                    <a:pt x="4162187" y="1660053"/>
                  </a:lnTo>
                  <a:lnTo>
                    <a:pt x="4162884" y="1658581"/>
                  </a:lnTo>
                  <a:lnTo>
                    <a:pt x="4163580" y="1654802"/>
                  </a:lnTo>
                  <a:lnTo>
                    <a:pt x="4164276" y="1651709"/>
                  </a:lnTo>
                  <a:lnTo>
                    <a:pt x="4164972" y="1645396"/>
                  </a:lnTo>
                  <a:lnTo>
                    <a:pt x="4165668" y="1637945"/>
                  </a:lnTo>
                  <a:lnTo>
                    <a:pt x="4166365" y="1630308"/>
                  </a:lnTo>
                  <a:lnTo>
                    <a:pt x="4167061" y="1623226"/>
                  </a:lnTo>
                  <a:lnTo>
                    <a:pt x="4167757" y="1614807"/>
                  </a:lnTo>
                  <a:lnTo>
                    <a:pt x="4168453" y="1605672"/>
                  </a:lnTo>
                  <a:lnTo>
                    <a:pt x="4169149" y="1596234"/>
                  </a:lnTo>
                  <a:lnTo>
                    <a:pt x="4169845" y="1586797"/>
                  </a:lnTo>
                  <a:lnTo>
                    <a:pt x="4170542" y="1577575"/>
                  </a:lnTo>
                  <a:lnTo>
                    <a:pt x="4171238" y="1567989"/>
                  </a:lnTo>
                  <a:lnTo>
                    <a:pt x="4171934" y="1556013"/>
                  </a:lnTo>
                  <a:lnTo>
                    <a:pt x="4172630" y="1543053"/>
                  </a:lnTo>
                  <a:lnTo>
                    <a:pt x="4173326" y="1529641"/>
                  </a:lnTo>
                  <a:lnTo>
                    <a:pt x="4174022" y="1516146"/>
                  </a:lnTo>
                  <a:lnTo>
                    <a:pt x="4174719" y="1502652"/>
                  </a:lnTo>
                  <a:lnTo>
                    <a:pt x="4175415" y="1490424"/>
                  </a:lnTo>
                  <a:lnTo>
                    <a:pt x="4176111" y="1479000"/>
                  </a:lnTo>
                  <a:lnTo>
                    <a:pt x="4176807" y="1467576"/>
                  </a:lnTo>
                  <a:lnTo>
                    <a:pt x="4177503" y="1456150"/>
                  </a:lnTo>
                  <a:lnTo>
                    <a:pt x="4178200" y="1445313"/>
                  </a:lnTo>
                  <a:lnTo>
                    <a:pt x="4178896" y="1434915"/>
                  </a:lnTo>
                  <a:lnTo>
                    <a:pt x="4179592" y="1424843"/>
                  </a:lnTo>
                  <a:lnTo>
                    <a:pt x="4180288" y="1415312"/>
                  </a:lnTo>
                  <a:lnTo>
                    <a:pt x="4180984" y="1406248"/>
                  </a:lnTo>
                  <a:lnTo>
                    <a:pt x="4181680" y="1398847"/>
                  </a:lnTo>
                  <a:lnTo>
                    <a:pt x="4182377" y="1394739"/>
                  </a:lnTo>
                  <a:lnTo>
                    <a:pt x="4183073" y="1392007"/>
                  </a:lnTo>
                  <a:lnTo>
                    <a:pt x="4183769" y="1390065"/>
                  </a:lnTo>
                  <a:lnTo>
                    <a:pt x="4184465" y="1388013"/>
                  </a:lnTo>
                  <a:lnTo>
                    <a:pt x="4185161" y="1382107"/>
                  </a:lnTo>
                  <a:lnTo>
                    <a:pt x="4185857" y="1376324"/>
                  </a:lnTo>
                  <a:lnTo>
                    <a:pt x="4186554" y="1370541"/>
                  </a:lnTo>
                  <a:lnTo>
                    <a:pt x="4187250" y="1363883"/>
                  </a:lnTo>
                  <a:lnTo>
                    <a:pt x="4187946" y="1357479"/>
                  </a:lnTo>
                  <a:lnTo>
                    <a:pt x="4188642" y="1351865"/>
                  </a:lnTo>
                  <a:lnTo>
                    <a:pt x="4189338" y="1346668"/>
                  </a:lnTo>
                  <a:lnTo>
                    <a:pt x="4190034" y="1341256"/>
                  </a:lnTo>
                  <a:lnTo>
                    <a:pt x="4190731" y="1336222"/>
                  </a:lnTo>
                  <a:lnTo>
                    <a:pt x="4191427" y="1330281"/>
                  </a:lnTo>
                  <a:lnTo>
                    <a:pt x="4192123" y="1323424"/>
                  </a:lnTo>
                  <a:lnTo>
                    <a:pt x="4192819" y="1316082"/>
                  </a:lnTo>
                  <a:lnTo>
                    <a:pt x="4193515" y="1307474"/>
                  </a:lnTo>
                  <a:lnTo>
                    <a:pt x="4194212" y="1297919"/>
                  </a:lnTo>
                  <a:lnTo>
                    <a:pt x="4194908" y="1288677"/>
                  </a:lnTo>
                  <a:lnTo>
                    <a:pt x="4195604" y="1282231"/>
                  </a:lnTo>
                  <a:lnTo>
                    <a:pt x="4196300" y="1275416"/>
                  </a:lnTo>
                  <a:lnTo>
                    <a:pt x="4196996" y="1268596"/>
                  </a:lnTo>
                  <a:lnTo>
                    <a:pt x="4197692" y="1262684"/>
                  </a:lnTo>
                  <a:lnTo>
                    <a:pt x="4198389" y="1257212"/>
                  </a:lnTo>
                  <a:lnTo>
                    <a:pt x="4199085" y="1250946"/>
                  </a:lnTo>
                  <a:lnTo>
                    <a:pt x="4199781" y="1243260"/>
                  </a:lnTo>
                  <a:lnTo>
                    <a:pt x="4200477" y="1237895"/>
                  </a:lnTo>
                  <a:lnTo>
                    <a:pt x="4201173" y="1232699"/>
                  </a:lnTo>
                  <a:lnTo>
                    <a:pt x="4201869" y="1227305"/>
                  </a:lnTo>
                  <a:lnTo>
                    <a:pt x="4202566" y="1222201"/>
                  </a:lnTo>
                  <a:lnTo>
                    <a:pt x="4203262" y="1217890"/>
                  </a:lnTo>
                  <a:lnTo>
                    <a:pt x="4203958" y="1214296"/>
                  </a:lnTo>
                  <a:lnTo>
                    <a:pt x="4204654" y="1209750"/>
                  </a:lnTo>
                  <a:lnTo>
                    <a:pt x="4205350" y="1204891"/>
                  </a:lnTo>
                  <a:lnTo>
                    <a:pt x="4206047" y="1199616"/>
                  </a:lnTo>
                  <a:lnTo>
                    <a:pt x="4206743" y="1195650"/>
                  </a:lnTo>
                  <a:lnTo>
                    <a:pt x="4207439" y="1193127"/>
                  </a:lnTo>
                  <a:lnTo>
                    <a:pt x="4208135" y="1190553"/>
                  </a:lnTo>
                  <a:lnTo>
                    <a:pt x="4208831" y="1186751"/>
                  </a:lnTo>
                  <a:lnTo>
                    <a:pt x="4209527" y="1182585"/>
                  </a:lnTo>
                  <a:lnTo>
                    <a:pt x="4210224" y="1178504"/>
                  </a:lnTo>
                  <a:lnTo>
                    <a:pt x="4210920" y="1173289"/>
                  </a:lnTo>
                  <a:lnTo>
                    <a:pt x="4211616" y="1167453"/>
                  </a:lnTo>
                  <a:lnTo>
                    <a:pt x="4212312" y="1161567"/>
                  </a:lnTo>
                  <a:lnTo>
                    <a:pt x="4213008" y="1154932"/>
                  </a:lnTo>
                  <a:lnTo>
                    <a:pt x="4213704" y="1148196"/>
                  </a:lnTo>
                  <a:lnTo>
                    <a:pt x="4214401" y="1140613"/>
                  </a:lnTo>
                  <a:lnTo>
                    <a:pt x="4215097" y="1132839"/>
                  </a:lnTo>
                  <a:lnTo>
                    <a:pt x="4215793" y="1125163"/>
                  </a:lnTo>
                  <a:lnTo>
                    <a:pt x="4216489" y="1118823"/>
                  </a:lnTo>
                  <a:lnTo>
                    <a:pt x="4217185" y="1112347"/>
                  </a:lnTo>
                  <a:lnTo>
                    <a:pt x="4217882" y="1103862"/>
                  </a:lnTo>
                  <a:lnTo>
                    <a:pt x="4218578" y="1094333"/>
                  </a:lnTo>
                  <a:lnTo>
                    <a:pt x="4219274" y="1083516"/>
                  </a:lnTo>
                  <a:lnTo>
                    <a:pt x="4219970" y="1073905"/>
                  </a:lnTo>
                  <a:lnTo>
                    <a:pt x="4220666" y="1067688"/>
                  </a:lnTo>
                  <a:lnTo>
                    <a:pt x="4221362" y="1061818"/>
                  </a:lnTo>
                  <a:lnTo>
                    <a:pt x="4222059" y="1055784"/>
                  </a:lnTo>
                  <a:lnTo>
                    <a:pt x="4222755" y="1050151"/>
                  </a:lnTo>
                  <a:lnTo>
                    <a:pt x="4223451" y="1047262"/>
                  </a:lnTo>
                  <a:lnTo>
                    <a:pt x="4224147" y="1044099"/>
                  </a:lnTo>
                  <a:lnTo>
                    <a:pt x="4224843" y="1041753"/>
                  </a:lnTo>
                  <a:lnTo>
                    <a:pt x="4225539" y="1040429"/>
                  </a:lnTo>
                  <a:lnTo>
                    <a:pt x="4226236" y="1038682"/>
                  </a:lnTo>
                  <a:lnTo>
                    <a:pt x="4226932" y="1035724"/>
                  </a:lnTo>
                  <a:lnTo>
                    <a:pt x="4227628" y="1032549"/>
                  </a:lnTo>
                  <a:lnTo>
                    <a:pt x="4228324" y="1030361"/>
                  </a:lnTo>
                  <a:lnTo>
                    <a:pt x="4229020" y="1030012"/>
                  </a:lnTo>
                  <a:lnTo>
                    <a:pt x="4229716" y="1031870"/>
                  </a:lnTo>
                  <a:lnTo>
                    <a:pt x="4230413" y="1033043"/>
                  </a:lnTo>
                  <a:lnTo>
                    <a:pt x="4231109" y="1030548"/>
                  </a:lnTo>
                  <a:lnTo>
                    <a:pt x="4231805" y="1027930"/>
                  </a:lnTo>
                  <a:lnTo>
                    <a:pt x="4232501" y="1025958"/>
                  </a:lnTo>
                  <a:lnTo>
                    <a:pt x="4233197" y="1023960"/>
                  </a:lnTo>
                  <a:lnTo>
                    <a:pt x="4233894" y="1020310"/>
                  </a:lnTo>
                  <a:lnTo>
                    <a:pt x="4234590" y="1017362"/>
                  </a:lnTo>
                  <a:lnTo>
                    <a:pt x="4235286" y="1014945"/>
                  </a:lnTo>
                  <a:lnTo>
                    <a:pt x="4235982" y="1012103"/>
                  </a:lnTo>
                  <a:lnTo>
                    <a:pt x="4236678" y="1007345"/>
                  </a:lnTo>
                  <a:lnTo>
                    <a:pt x="4237374" y="1003498"/>
                  </a:lnTo>
                  <a:lnTo>
                    <a:pt x="4238071" y="1000795"/>
                  </a:lnTo>
                  <a:lnTo>
                    <a:pt x="4238767" y="998050"/>
                  </a:lnTo>
                  <a:lnTo>
                    <a:pt x="4239463" y="995218"/>
                  </a:lnTo>
                  <a:lnTo>
                    <a:pt x="4240159" y="994915"/>
                  </a:lnTo>
                  <a:lnTo>
                    <a:pt x="4240855" y="995759"/>
                  </a:lnTo>
                  <a:lnTo>
                    <a:pt x="4241551" y="998266"/>
                  </a:lnTo>
                  <a:lnTo>
                    <a:pt x="4242248" y="1000736"/>
                  </a:lnTo>
                  <a:lnTo>
                    <a:pt x="4242944" y="1003545"/>
                  </a:lnTo>
                  <a:lnTo>
                    <a:pt x="4243640" y="1006724"/>
                  </a:lnTo>
                  <a:lnTo>
                    <a:pt x="4244336" y="1009833"/>
                  </a:lnTo>
                  <a:lnTo>
                    <a:pt x="4245032" y="1011223"/>
                  </a:lnTo>
                  <a:lnTo>
                    <a:pt x="4245729" y="1013689"/>
                  </a:lnTo>
                  <a:lnTo>
                    <a:pt x="4246425" y="1017141"/>
                  </a:lnTo>
                  <a:lnTo>
                    <a:pt x="4247121" y="1023772"/>
                  </a:lnTo>
                  <a:lnTo>
                    <a:pt x="4247817" y="1031641"/>
                  </a:lnTo>
                  <a:lnTo>
                    <a:pt x="4248513" y="1039843"/>
                  </a:lnTo>
                  <a:lnTo>
                    <a:pt x="4249209" y="1048843"/>
                  </a:lnTo>
                  <a:lnTo>
                    <a:pt x="4249906" y="1056658"/>
                  </a:lnTo>
                  <a:lnTo>
                    <a:pt x="4250602" y="1063527"/>
                  </a:lnTo>
                  <a:lnTo>
                    <a:pt x="4251298" y="1069652"/>
                  </a:lnTo>
                  <a:lnTo>
                    <a:pt x="4251994" y="1075973"/>
                  </a:lnTo>
                  <a:lnTo>
                    <a:pt x="4252690" y="1082865"/>
                  </a:lnTo>
                  <a:lnTo>
                    <a:pt x="4253386" y="1089386"/>
                  </a:lnTo>
                  <a:lnTo>
                    <a:pt x="4254083" y="1096474"/>
                  </a:lnTo>
                  <a:lnTo>
                    <a:pt x="4254779" y="1105972"/>
                  </a:lnTo>
                  <a:lnTo>
                    <a:pt x="4255475" y="1116777"/>
                  </a:lnTo>
                  <a:lnTo>
                    <a:pt x="4256171" y="1127389"/>
                  </a:lnTo>
                  <a:lnTo>
                    <a:pt x="4256867" y="1138000"/>
                  </a:lnTo>
                  <a:lnTo>
                    <a:pt x="4257563" y="1148346"/>
                  </a:lnTo>
                  <a:lnTo>
                    <a:pt x="4258260" y="1159250"/>
                  </a:lnTo>
                  <a:lnTo>
                    <a:pt x="4258956" y="1168025"/>
                  </a:lnTo>
                  <a:lnTo>
                    <a:pt x="4259652" y="1176304"/>
                  </a:lnTo>
                  <a:lnTo>
                    <a:pt x="4260348" y="1184903"/>
                  </a:lnTo>
                  <a:lnTo>
                    <a:pt x="4261044" y="1193606"/>
                  </a:lnTo>
                  <a:lnTo>
                    <a:pt x="4261741" y="1203195"/>
                  </a:lnTo>
                  <a:lnTo>
                    <a:pt x="4262437" y="1213547"/>
                  </a:lnTo>
                  <a:lnTo>
                    <a:pt x="4263133" y="1225346"/>
                  </a:lnTo>
                  <a:lnTo>
                    <a:pt x="4263829" y="1236475"/>
                  </a:lnTo>
                  <a:lnTo>
                    <a:pt x="4264525" y="1245677"/>
                  </a:lnTo>
                  <a:lnTo>
                    <a:pt x="4265221" y="1253835"/>
                  </a:lnTo>
                  <a:lnTo>
                    <a:pt x="4265918" y="1261738"/>
                  </a:lnTo>
                  <a:lnTo>
                    <a:pt x="4266614" y="1271141"/>
                  </a:lnTo>
                  <a:lnTo>
                    <a:pt x="4267310" y="1281036"/>
                  </a:lnTo>
                  <a:lnTo>
                    <a:pt x="4268006" y="1290291"/>
                  </a:lnTo>
                  <a:lnTo>
                    <a:pt x="4268702" y="1298663"/>
                  </a:lnTo>
                  <a:lnTo>
                    <a:pt x="4269398" y="1308232"/>
                  </a:lnTo>
                  <a:lnTo>
                    <a:pt x="4270095" y="1317863"/>
                  </a:lnTo>
                  <a:lnTo>
                    <a:pt x="4270791" y="1327169"/>
                  </a:lnTo>
                  <a:lnTo>
                    <a:pt x="4271487" y="1333549"/>
                  </a:lnTo>
                  <a:lnTo>
                    <a:pt x="4272183" y="1342815"/>
                  </a:lnTo>
                  <a:lnTo>
                    <a:pt x="4272879" y="1351553"/>
                  </a:lnTo>
                  <a:lnTo>
                    <a:pt x="4273576" y="1357686"/>
                  </a:lnTo>
                  <a:lnTo>
                    <a:pt x="4274272" y="1365235"/>
                  </a:lnTo>
                  <a:lnTo>
                    <a:pt x="4274968" y="1373401"/>
                  </a:lnTo>
                  <a:lnTo>
                    <a:pt x="4275664" y="1380292"/>
                  </a:lnTo>
                  <a:lnTo>
                    <a:pt x="4276360" y="1387614"/>
                  </a:lnTo>
                  <a:lnTo>
                    <a:pt x="4277056" y="1394160"/>
                  </a:lnTo>
                  <a:lnTo>
                    <a:pt x="4277753" y="1400596"/>
                  </a:lnTo>
                  <a:lnTo>
                    <a:pt x="4278449" y="1407270"/>
                  </a:lnTo>
                  <a:lnTo>
                    <a:pt x="4279145" y="1414611"/>
                  </a:lnTo>
                  <a:lnTo>
                    <a:pt x="4279841" y="1423486"/>
                  </a:lnTo>
                  <a:lnTo>
                    <a:pt x="4280537" y="1431199"/>
                  </a:lnTo>
                  <a:lnTo>
                    <a:pt x="4281233" y="1437829"/>
                  </a:lnTo>
                  <a:lnTo>
                    <a:pt x="4281930" y="1445567"/>
                  </a:lnTo>
                  <a:lnTo>
                    <a:pt x="4282626" y="1449943"/>
                  </a:lnTo>
                  <a:lnTo>
                    <a:pt x="4283322" y="1452701"/>
                  </a:lnTo>
                  <a:lnTo>
                    <a:pt x="4284018" y="1455458"/>
                  </a:lnTo>
                  <a:lnTo>
                    <a:pt x="4284714" y="1455031"/>
                  </a:lnTo>
                  <a:lnTo>
                    <a:pt x="4285411" y="1455207"/>
                  </a:lnTo>
                  <a:lnTo>
                    <a:pt x="4286107" y="1454897"/>
                  </a:lnTo>
                  <a:lnTo>
                    <a:pt x="4286803" y="1455629"/>
                  </a:lnTo>
                  <a:lnTo>
                    <a:pt x="4287499" y="1456361"/>
                  </a:lnTo>
                  <a:lnTo>
                    <a:pt x="4288195" y="1457094"/>
                  </a:lnTo>
                  <a:lnTo>
                    <a:pt x="4288891" y="1457433"/>
                  </a:lnTo>
                  <a:lnTo>
                    <a:pt x="4289588" y="1456401"/>
                  </a:lnTo>
                  <a:lnTo>
                    <a:pt x="4290284" y="1452610"/>
                  </a:lnTo>
                  <a:lnTo>
                    <a:pt x="4290980" y="1449083"/>
                  </a:lnTo>
                  <a:lnTo>
                    <a:pt x="4291676" y="1445088"/>
                  </a:lnTo>
                  <a:lnTo>
                    <a:pt x="4292372" y="1441160"/>
                  </a:lnTo>
                  <a:lnTo>
                    <a:pt x="4293068" y="1436480"/>
                  </a:lnTo>
                  <a:lnTo>
                    <a:pt x="4293765" y="1432270"/>
                  </a:lnTo>
                  <a:lnTo>
                    <a:pt x="4294461" y="1429160"/>
                  </a:lnTo>
                  <a:lnTo>
                    <a:pt x="4295157" y="1427674"/>
                  </a:lnTo>
                  <a:lnTo>
                    <a:pt x="4295853" y="1425928"/>
                  </a:lnTo>
                  <a:lnTo>
                    <a:pt x="4296549" y="1423134"/>
                  </a:lnTo>
                  <a:lnTo>
                    <a:pt x="4297245" y="1419117"/>
                  </a:lnTo>
                  <a:lnTo>
                    <a:pt x="4297942" y="1413385"/>
                  </a:lnTo>
                  <a:lnTo>
                    <a:pt x="4298638" y="1405980"/>
                  </a:lnTo>
                  <a:lnTo>
                    <a:pt x="4299334" y="1398782"/>
                  </a:lnTo>
                  <a:lnTo>
                    <a:pt x="4300030" y="1392099"/>
                  </a:lnTo>
                  <a:lnTo>
                    <a:pt x="4300726" y="1385505"/>
                  </a:lnTo>
                  <a:lnTo>
                    <a:pt x="4301423" y="1380073"/>
                  </a:lnTo>
                  <a:lnTo>
                    <a:pt x="4302119" y="1375145"/>
                  </a:lnTo>
                  <a:lnTo>
                    <a:pt x="4302815" y="1371034"/>
                  </a:lnTo>
                  <a:lnTo>
                    <a:pt x="4303511" y="1366923"/>
                  </a:lnTo>
                  <a:lnTo>
                    <a:pt x="4304207" y="1361182"/>
                  </a:lnTo>
                  <a:lnTo>
                    <a:pt x="4304903" y="1352282"/>
                  </a:lnTo>
                  <a:lnTo>
                    <a:pt x="4305600" y="1342824"/>
                  </a:lnTo>
                  <a:lnTo>
                    <a:pt x="4306296" y="1332451"/>
                  </a:lnTo>
                  <a:lnTo>
                    <a:pt x="4306992" y="1326642"/>
                  </a:lnTo>
                  <a:lnTo>
                    <a:pt x="4307688" y="1321107"/>
                  </a:lnTo>
                  <a:lnTo>
                    <a:pt x="4308384" y="1316182"/>
                  </a:lnTo>
                  <a:lnTo>
                    <a:pt x="4309080" y="1312935"/>
                  </a:lnTo>
                  <a:lnTo>
                    <a:pt x="4309777" y="1309142"/>
                  </a:lnTo>
                  <a:lnTo>
                    <a:pt x="4310473" y="1305932"/>
                  </a:lnTo>
                  <a:lnTo>
                    <a:pt x="4311169" y="1302928"/>
                  </a:lnTo>
                  <a:lnTo>
                    <a:pt x="4311865" y="1298186"/>
                  </a:lnTo>
                  <a:lnTo>
                    <a:pt x="4312561" y="1292105"/>
                  </a:lnTo>
                  <a:lnTo>
                    <a:pt x="4313258" y="1285437"/>
                  </a:lnTo>
                  <a:lnTo>
                    <a:pt x="4313954" y="1280569"/>
                  </a:lnTo>
                  <a:lnTo>
                    <a:pt x="4314650" y="1276972"/>
                  </a:lnTo>
                  <a:lnTo>
                    <a:pt x="4315346" y="1275122"/>
                  </a:lnTo>
                  <a:lnTo>
                    <a:pt x="4316042" y="1276599"/>
                  </a:lnTo>
                  <a:lnTo>
                    <a:pt x="4316738" y="1280892"/>
                  </a:lnTo>
                  <a:lnTo>
                    <a:pt x="4317435" y="1280980"/>
                  </a:lnTo>
                  <a:lnTo>
                    <a:pt x="4318131" y="1280885"/>
                  </a:lnTo>
                  <a:lnTo>
                    <a:pt x="4318827" y="1280790"/>
                  </a:lnTo>
                  <a:lnTo>
                    <a:pt x="4319523" y="1280695"/>
                  </a:lnTo>
                  <a:lnTo>
                    <a:pt x="4320219" y="1282065"/>
                  </a:lnTo>
                  <a:lnTo>
                    <a:pt x="4320915" y="1283783"/>
                  </a:lnTo>
                  <a:lnTo>
                    <a:pt x="4321612" y="1285333"/>
                  </a:lnTo>
                  <a:lnTo>
                    <a:pt x="4322308" y="1287158"/>
                  </a:lnTo>
                  <a:lnTo>
                    <a:pt x="4323004" y="1289596"/>
                  </a:lnTo>
                  <a:lnTo>
                    <a:pt x="4323700" y="1292601"/>
                  </a:lnTo>
                  <a:lnTo>
                    <a:pt x="4324396" y="1295606"/>
                  </a:lnTo>
                  <a:lnTo>
                    <a:pt x="4325092" y="1299084"/>
                  </a:lnTo>
                  <a:lnTo>
                    <a:pt x="4325789" y="1303409"/>
                  </a:lnTo>
                  <a:lnTo>
                    <a:pt x="4326485" y="1305495"/>
                  </a:lnTo>
                  <a:lnTo>
                    <a:pt x="4327181" y="1309122"/>
                  </a:lnTo>
                  <a:lnTo>
                    <a:pt x="4327877" y="1312681"/>
                  </a:lnTo>
                  <a:lnTo>
                    <a:pt x="4328573" y="1315434"/>
                  </a:lnTo>
                  <a:lnTo>
                    <a:pt x="4329270" y="1318775"/>
                  </a:lnTo>
                  <a:lnTo>
                    <a:pt x="4329966" y="1322115"/>
                  </a:lnTo>
                  <a:lnTo>
                    <a:pt x="4330662" y="1323028"/>
                  </a:lnTo>
                  <a:lnTo>
                    <a:pt x="4331358" y="1321802"/>
                  </a:lnTo>
                  <a:lnTo>
                    <a:pt x="4332054" y="1321726"/>
                  </a:lnTo>
                  <a:lnTo>
                    <a:pt x="4332750" y="1321536"/>
                  </a:lnTo>
                  <a:lnTo>
                    <a:pt x="4333447" y="1322754"/>
                  </a:lnTo>
                  <a:lnTo>
                    <a:pt x="4334143" y="1322576"/>
                  </a:lnTo>
                  <a:lnTo>
                    <a:pt x="4334839" y="1322515"/>
                  </a:lnTo>
                  <a:lnTo>
                    <a:pt x="4335535" y="1323076"/>
                  </a:lnTo>
                  <a:lnTo>
                    <a:pt x="4336231" y="1322014"/>
                  </a:lnTo>
                  <a:lnTo>
                    <a:pt x="4336927" y="1318275"/>
                  </a:lnTo>
                  <a:lnTo>
                    <a:pt x="4337624" y="1313239"/>
                  </a:lnTo>
                  <a:lnTo>
                    <a:pt x="4338320" y="1307279"/>
                  </a:lnTo>
                  <a:lnTo>
                    <a:pt x="4339016" y="1302258"/>
                  </a:lnTo>
                  <a:lnTo>
                    <a:pt x="4339712" y="1298174"/>
                  </a:lnTo>
                  <a:lnTo>
                    <a:pt x="4340408" y="1294959"/>
                  </a:lnTo>
                  <a:lnTo>
                    <a:pt x="4341105" y="1292349"/>
                  </a:lnTo>
                  <a:lnTo>
                    <a:pt x="4341801" y="1292647"/>
                  </a:lnTo>
                  <a:lnTo>
                    <a:pt x="4342497" y="1292631"/>
                  </a:lnTo>
                  <a:lnTo>
                    <a:pt x="4343193" y="1291819"/>
                  </a:lnTo>
                  <a:lnTo>
                    <a:pt x="4343889" y="1288960"/>
                  </a:lnTo>
                  <a:lnTo>
                    <a:pt x="4344585" y="1285161"/>
                  </a:lnTo>
                  <a:lnTo>
                    <a:pt x="4345282" y="1280409"/>
                  </a:lnTo>
                  <a:lnTo>
                    <a:pt x="4345978" y="1272585"/>
                  </a:lnTo>
                  <a:lnTo>
                    <a:pt x="4346674" y="1264915"/>
                  </a:lnTo>
                  <a:lnTo>
                    <a:pt x="4347370" y="1259839"/>
                  </a:lnTo>
                  <a:lnTo>
                    <a:pt x="4348066" y="1254926"/>
                  </a:lnTo>
                  <a:lnTo>
                    <a:pt x="4348762" y="1250754"/>
                  </a:lnTo>
                  <a:lnTo>
                    <a:pt x="4349459" y="1244240"/>
                  </a:lnTo>
                  <a:lnTo>
                    <a:pt x="4350155" y="1236699"/>
                  </a:lnTo>
                  <a:lnTo>
                    <a:pt x="4350851" y="1226942"/>
                  </a:lnTo>
                  <a:lnTo>
                    <a:pt x="4351547" y="1216295"/>
                  </a:lnTo>
                  <a:lnTo>
                    <a:pt x="4352243" y="1201913"/>
                  </a:lnTo>
                  <a:lnTo>
                    <a:pt x="4352939" y="1188734"/>
                  </a:lnTo>
                  <a:lnTo>
                    <a:pt x="4353636" y="1174106"/>
                  </a:lnTo>
                  <a:lnTo>
                    <a:pt x="4354332" y="1159248"/>
                  </a:lnTo>
                  <a:lnTo>
                    <a:pt x="4355028" y="1144376"/>
                  </a:lnTo>
                  <a:lnTo>
                    <a:pt x="4355724" y="1130096"/>
                  </a:lnTo>
                  <a:lnTo>
                    <a:pt x="4356420" y="1116333"/>
                  </a:lnTo>
                  <a:lnTo>
                    <a:pt x="4357117" y="1104657"/>
                  </a:lnTo>
                  <a:lnTo>
                    <a:pt x="4357813" y="1091418"/>
                  </a:lnTo>
                  <a:lnTo>
                    <a:pt x="4358509" y="1077807"/>
                  </a:lnTo>
                  <a:lnTo>
                    <a:pt x="4359205" y="1063066"/>
                  </a:lnTo>
                  <a:lnTo>
                    <a:pt x="4359901" y="1048979"/>
                  </a:lnTo>
                  <a:lnTo>
                    <a:pt x="4360597" y="1035108"/>
                  </a:lnTo>
                  <a:lnTo>
                    <a:pt x="4361294" y="1021932"/>
                  </a:lnTo>
                  <a:lnTo>
                    <a:pt x="4361990" y="1007603"/>
                  </a:lnTo>
                  <a:lnTo>
                    <a:pt x="4362686" y="992909"/>
                  </a:lnTo>
                  <a:lnTo>
                    <a:pt x="4363382" y="978216"/>
                  </a:lnTo>
                  <a:lnTo>
                    <a:pt x="4364078" y="967272"/>
                  </a:lnTo>
                  <a:lnTo>
                    <a:pt x="4364774" y="956150"/>
                  </a:lnTo>
                  <a:lnTo>
                    <a:pt x="4365471" y="944827"/>
                  </a:lnTo>
                  <a:lnTo>
                    <a:pt x="4366167" y="934280"/>
                  </a:lnTo>
                  <a:lnTo>
                    <a:pt x="4366863" y="926155"/>
                  </a:lnTo>
                  <a:lnTo>
                    <a:pt x="4367559" y="915895"/>
                  </a:lnTo>
                  <a:lnTo>
                    <a:pt x="4368255" y="905775"/>
                  </a:lnTo>
                  <a:lnTo>
                    <a:pt x="4368952" y="893180"/>
                  </a:lnTo>
                  <a:lnTo>
                    <a:pt x="4369648" y="883369"/>
                  </a:lnTo>
                  <a:lnTo>
                    <a:pt x="4370344" y="873912"/>
                  </a:lnTo>
                  <a:lnTo>
                    <a:pt x="4371040" y="863915"/>
                  </a:lnTo>
                  <a:lnTo>
                    <a:pt x="4371736" y="854246"/>
                  </a:lnTo>
                  <a:lnTo>
                    <a:pt x="4372432" y="848572"/>
                  </a:lnTo>
                  <a:lnTo>
                    <a:pt x="4373129" y="843368"/>
                  </a:lnTo>
                  <a:lnTo>
                    <a:pt x="4373825" y="838034"/>
                  </a:lnTo>
                  <a:lnTo>
                    <a:pt x="4374521" y="831295"/>
                  </a:lnTo>
                  <a:lnTo>
                    <a:pt x="4375217" y="824827"/>
                  </a:lnTo>
                  <a:lnTo>
                    <a:pt x="4375913" y="818502"/>
                  </a:lnTo>
                  <a:lnTo>
                    <a:pt x="4376609" y="811554"/>
                  </a:lnTo>
                  <a:lnTo>
                    <a:pt x="4377306" y="803287"/>
                  </a:lnTo>
                  <a:lnTo>
                    <a:pt x="4378002" y="794508"/>
                  </a:lnTo>
                  <a:lnTo>
                    <a:pt x="4378698" y="786284"/>
                  </a:lnTo>
                  <a:lnTo>
                    <a:pt x="4379394" y="781869"/>
                  </a:lnTo>
                  <a:lnTo>
                    <a:pt x="4380090" y="777933"/>
                  </a:lnTo>
                  <a:lnTo>
                    <a:pt x="4380787" y="773465"/>
                  </a:lnTo>
                  <a:lnTo>
                    <a:pt x="4381483" y="769929"/>
                  </a:lnTo>
                  <a:lnTo>
                    <a:pt x="4382179" y="767065"/>
                  </a:lnTo>
                  <a:lnTo>
                    <a:pt x="4382875" y="762194"/>
                  </a:lnTo>
                  <a:lnTo>
                    <a:pt x="4383571" y="756517"/>
                  </a:lnTo>
                  <a:lnTo>
                    <a:pt x="4384267" y="750261"/>
                  </a:lnTo>
                  <a:lnTo>
                    <a:pt x="4384964" y="745089"/>
                  </a:lnTo>
                  <a:lnTo>
                    <a:pt x="4385660" y="738503"/>
                  </a:lnTo>
                  <a:lnTo>
                    <a:pt x="4386356" y="732740"/>
                  </a:lnTo>
                  <a:lnTo>
                    <a:pt x="4387052" y="727067"/>
                  </a:lnTo>
                  <a:lnTo>
                    <a:pt x="4387748" y="723258"/>
                  </a:lnTo>
                  <a:lnTo>
                    <a:pt x="4388444" y="720420"/>
                  </a:lnTo>
                  <a:lnTo>
                    <a:pt x="4389141" y="718851"/>
                  </a:lnTo>
                  <a:lnTo>
                    <a:pt x="4389837" y="717694"/>
                  </a:lnTo>
                  <a:lnTo>
                    <a:pt x="4390533" y="716033"/>
                  </a:lnTo>
                  <a:lnTo>
                    <a:pt x="4391229" y="713563"/>
                  </a:lnTo>
                  <a:lnTo>
                    <a:pt x="4391925" y="712546"/>
                  </a:lnTo>
                  <a:lnTo>
                    <a:pt x="4392621" y="709567"/>
                  </a:lnTo>
                  <a:lnTo>
                    <a:pt x="4393318" y="706781"/>
                  </a:lnTo>
                  <a:lnTo>
                    <a:pt x="4394014" y="704002"/>
                  </a:lnTo>
                  <a:lnTo>
                    <a:pt x="4394710" y="700995"/>
                  </a:lnTo>
                  <a:lnTo>
                    <a:pt x="4395406" y="697064"/>
                  </a:lnTo>
                  <a:lnTo>
                    <a:pt x="4396102" y="694385"/>
                  </a:lnTo>
                  <a:lnTo>
                    <a:pt x="4396799" y="691485"/>
                  </a:lnTo>
                  <a:lnTo>
                    <a:pt x="4397495" y="689910"/>
                  </a:lnTo>
                  <a:lnTo>
                    <a:pt x="4398191" y="687669"/>
                  </a:lnTo>
                  <a:lnTo>
                    <a:pt x="4398887" y="684983"/>
                  </a:lnTo>
                  <a:lnTo>
                    <a:pt x="4399583" y="679695"/>
                  </a:lnTo>
                  <a:lnTo>
                    <a:pt x="4400279" y="674163"/>
                  </a:lnTo>
                  <a:lnTo>
                    <a:pt x="4400976" y="669276"/>
                  </a:lnTo>
                  <a:lnTo>
                    <a:pt x="4401672" y="664729"/>
                  </a:lnTo>
                  <a:lnTo>
                    <a:pt x="4402368" y="657119"/>
                  </a:lnTo>
                  <a:lnTo>
                    <a:pt x="4403064" y="651019"/>
                  </a:lnTo>
                  <a:lnTo>
                    <a:pt x="4403760" y="646327"/>
                  </a:lnTo>
                  <a:lnTo>
                    <a:pt x="4404456" y="643706"/>
                  </a:lnTo>
                  <a:lnTo>
                    <a:pt x="4405153" y="643600"/>
                  </a:lnTo>
                  <a:lnTo>
                    <a:pt x="4405849" y="641560"/>
                  </a:lnTo>
                  <a:lnTo>
                    <a:pt x="4406545" y="641195"/>
                  </a:lnTo>
                  <a:lnTo>
                    <a:pt x="4407241" y="643501"/>
                  </a:lnTo>
                  <a:lnTo>
                    <a:pt x="4407937" y="643508"/>
                  </a:lnTo>
                  <a:lnTo>
                    <a:pt x="4408634" y="643480"/>
                  </a:lnTo>
                  <a:lnTo>
                    <a:pt x="4409330" y="644094"/>
                  </a:lnTo>
                  <a:lnTo>
                    <a:pt x="4410026" y="646050"/>
                  </a:lnTo>
                  <a:lnTo>
                    <a:pt x="4410722" y="649381"/>
                  </a:lnTo>
                  <a:lnTo>
                    <a:pt x="4411418" y="653123"/>
                  </a:lnTo>
                  <a:lnTo>
                    <a:pt x="4412114" y="658684"/>
                  </a:lnTo>
                  <a:lnTo>
                    <a:pt x="4412811" y="666505"/>
                  </a:lnTo>
                  <a:lnTo>
                    <a:pt x="4413507" y="675105"/>
                  </a:lnTo>
                  <a:lnTo>
                    <a:pt x="4414203" y="683924"/>
                  </a:lnTo>
                  <a:lnTo>
                    <a:pt x="4414899" y="690137"/>
                  </a:lnTo>
                  <a:lnTo>
                    <a:pt x="4415595" y="694946"/>
                  </a:lnTo>
                  <a:lnTo>
                    <a:pt x="4416291" y="702397"/>
                  </a:lnTo>
                  <a:lnTo>
                    <a:pt x="4416988" y="711740"/>
                  </a:lnTo>
                  <a:lnTo>
                    <a:pt x="4417684" y="720293"/>
                  </a:lnTo>
                  <a:lnTo>
                    <a:pt x="4418380" y="730120"/>
                  </a:lnTo>
                  <a:lnTo>
                    <a:pt x="4419076" y="741592"/>
                  </a:lnTo>
                  <a:lnTo>
                    <a:pt x="4419772" y="751943"/>
                  </a:lnTo>
                  <a:lnTo>
                    <a:pt x="4420468" y="760386"/>
                  </a:lnTo>
                  <a:lnTo>
                    <a:pt x="4421165" y="769863"/>
                  </a:lnTo>
                  <a:lnTo>
                    <a:pt x="4421861" y="778158"/>
                  </a:lnTo>
                  <a:lnTo>
                    <a:pt x="4422557" y="787237"/>
                  </a:lnTo>
                  <a:lnTo>
                    <a:pt x="4423253" y="796430"/>
                  </a:lnTo>
                  <a:lnTo>
                    <a:pt x="4423949" y="805095"/>
                  </a:lnTo>
                  <a:lnTo>
                    <a:pt x="4424646" y="814827"/>
                  </a:lnTo>
                  <a:lnTo>
                    <a:pt x="4425342" y="825816"/>
                  </a:lnTo>
                  <a:lnTo>
                    <a:pt x="4426038" y="839535"/>
                  </a:lnTo>
                  <a:lnTo>
                    <a:pt x="4426734" y="855668"/>
                  </a:lnTo>
                  <a:lnTo>
                    <a:pt x="4427430" y="871223"/>
                  </a:lnTo>
                  <a:lnTo>
                    <a:pt x="4428126" y="888007"/>
                  </a:lnTo>
                  <a:lnTo>
                    <a:pt x="4428823" y="904017"/>
                  </a:lnTo>
                  <a:lnTo>
                    <a:pt x="4429519" y="916709"/>
                  </a:lnTo>
                  <a:lnTo>
                    <a:pt x="4430215" y="928616"/>
                  </a:lnTo>
                  <a:lnTo>
                    <a:pt x="4430911" y="943341"/>
                  </a:lnTo>
                  <a:lnTo>
                    <a:pt x="4431607" y="956456"/>
                  </a:lnTo>
                  <a:lnTo>
                    <a:pt x="4432303" y="971788"/>
                  </a:lnTo>
                  <a:lnTo>
                    <a:pt x="4433000" y="987579"/>
                  </a:lnTo>
                  <a:lnTo>
                    <a:pt x="4433696" y="1007086"/>
                  </a:lnTo>
                  <a:lnTo>
                    <a:pt x="4434392" y="1029533"/>
                  </a:lnTo>
                  <a:lnTo>
                    <a:pt x="4435088" y="1051600"/>
                  </a:lnTo>
                  <a:lnTo>
                    <a:pt x="4435784" y="1073949"/>
                  </a:lnTo>
                  <a:lnTo>
                    <a:pt x="4436481" y="1093912"/>
                  </a:lnTo>
                  <a:lnTo>
                    <a:pt x="4437177" y="1112665"/>
                  </a:lnTo>
                  <a:lnTo>
                    <a:pt x="4437873" y="1132230"/>
                  </a:lnTo>
                  <a:lnTo>
                    <a:pt x="4438569" y="1150569"/>
                  </a:lnTo>
                  <a:lnTo>
                    <a:pt x="4439265" y="1167318"/>
                  </a:lnTo>
                  <a:lnTo>
                    <a:pt x="4439961" y="1183784"/>
                  </a:lnTo>
                  <a:lnTo>
                    <a:pt x="4440658" y="1197156"/>
                  </a:lnTo>
                  <a:lnTo>
                    <a:pt x="4441354" y="1210196"/>
                  </a:lnTo>
                  <a:lnTo>
                    <a:pt x="4442050" y="1219020"/>
                  </a:lnTo>
                  <a:lnTo>
                    <a:pt x="4442746" y="1226219"/>
                  </a:lnTo>
                  <a:lnTo>
                    <a:pt x="4443442" y="1233133"/>
                  </a:lnTo>
                  <a:lnTo>
                    <a:pt x="4444138" y="1238028"/>
                  </a:lnTo>
                  <a:lnTo>
                    <a:pt x="4444835" y="1242994"/>
                  </a:lnTo>
                  <a:lnTo>
                    <a:pt x="4445531" y="1247084"/>
                  </a:lnTo>
                  <a:lnTo>
                    <a:pt x="4446227" y="1249655"/>
                  </a:lnTo>
                  <a:lnTo>
                    <a:pt x="4446923" y="1253167"/>
                  </a:lnTo>
                  <a:lnTo>
                    <a:pt x="4447619" y="1255461"/>
                  </a:lnTo>
                  <a:lnTo>
                    <a:pt x="4448316" y="1255899"/>
                  </a:lnTo>
                  <a:lnTo>
                    <a:pt x="4449012" y="1255158"/>
                  </a:lnTo>
                  <a:lnTo>
                    <a:pt x="4449708" y="1253500"/>
                  </a:lnTo>
                  <a:lnTo>
                    <a:pt x="4450404" y="1252076"/>
                  </a:lnTo>
                  <a:lnTo>
                    <a:pt x="4451100" y="1251790"/>
                  </a:lnTo>
                  <a:lnTo>
                    <a:pt x="4451796" y="1251083"/>
                  </a:lnTo>
                  <a:lnTo>
                    <a:pt x="4452493" y="1252039"/>
                  </a:lnTo>
                  <a:lnTo>
                    <a:pt x="4453189" y="1254250"/>
                  </a:lnTo>
                  <a:lnTo>
                    <a:pt x="4453885" y="1253296"/>
                  </a:lnTo>
                  <a:lnTo>
                    <a:pt x="4454581" y="1252716"/>
                  </a:lnTo>
                  <a:lnTo>
                    <a:pt x="4455277" y="1250323"/>
                  </a:lnTo>
                  <a:lnTo>
                    <a:pt x="4455973" y="1248497"/>
                  </a:lnTo>
                  <a:lnTo>
                    <a:pt x="4456670" y="1245201"/>
                  </a:lnTo>
                  <a:lnTo>
                    <a:pt x="4457366" y="1242099"/>
                  </a:lnTo>
                  <a:lnTo>
                    <a:pt x="4458062" y="1238054"/>
                  </a:lnTo>
                  <a:lnTo>
                    <a:pt x="4458758" y="1232090"/>
                  </a:lnTo>
                  <a:lnTo>
                    <a:pt x="4459454" y="1226343"/>
                  </a:lnTo>
                  <a:lnTo>
                    <a:pt x="4460150" y="1220124"/>
                  </a:lnTo>
                  <a:lnTo>
                    <a:pt x="4460847" y="1211320"/>
                  </a:lnTo>
                  <a:lnTo>
                    <a:pt x="4461543" y="1198409"/>
                  </a:lnTo>
                  <a:lnTo>
                    <a:pt x="4462239" y="1183833"/>
                  </a:lnTo>
                  <a:lnTo>
                    <a:pt x="4462935" y="1167955"/>
                  </a:lnTo>
                  <a:lnTo>
                    <a:pt x="4463631" y="1151248"/>
                  </a:lnTo>
                  <a:lnTo>
                    <a:pt x="4464328" y="1136781"/>
                  </a:lnTo>
                  <a:lnTo>
                    <a:pt x="4465024" y="1125276"/>
                  </a:lnTo>
                  <a:lnTo>
                    <a:pt x="4465720" y="1115859"/>
                  </a:lnTo>
                  <a:lnTo>
                    <a:pt x="4466416" y="1103866"/>
                  </a:lnTo>
                  <a:lnTo>
                    <a:pt x="4467112" y="1092185"/>
                  </a:lnTo>
                  <a:lnTo>
                    <a:pt x="4467808" y="1078088"/>
                  </a:lnTo>
                  <a:lnTo>
                    <a:pt x="4468505" y="1063819"/>
                  </a:lnTo>
                  <a:lnTo>
                    <a:pt x="4469201" y="1047132"/>
                  </a:lnTo>
                  <a:lnTo>
                    <a:pt x="4469897" y="1028798"/>
                  </a:lnTo>
                  <a:lnTo>
                    <a:pt x="4470593" y="1011953"/>
                  </a:lnTo>
                  <a:lnTo>
                    <a:pt x="4471289" y="995585"/>
                  </a:lnTo>
                  <a:lnTo>
                    <a:pt x="4471985" y="982632"/>
                  </a:lnTo>
                  <a:lnTo>
                    <a:pt x="4472682" y="970932"/>
                  </a:lnTo>
                  <a:lnTo>
                    <a:pt x="4473378" y="960653"/>
                  </a:lnTo>
                  <a:lnTo>
                    <a:pt x="4474074" y="950736"/>
                  </a:lnTo>
                  <a:lnTo>
                    <a:pt x="4474770" y="941302"/>
                  </a:lnTo>
                  <a:lnTo>
                    <a:pt x="4475466" y="933614"/>
                  </a:lnTo>
                  <a:lnTo>
                    <a:pt x="4476163" y="928127"/>
                  </a:lnTo>
                  <a:lnTo>
                    <a:pt x="4476859" y="922887"/>
                  </a:lnTo>
                  <a:lnTo>
                    <a:pt x="4477555" y="924138"/>
                  </a:lnTo>
                  <a:lnTo>
                    <a:pt x="4478251" y="925138"/>
                  </a:lnTo>
                  <a:lnTo>
                    <a:pt x="4478947" y="926383"/>
                  </a:lnTo>
                  <a:lnTo>
                    <a:pt x="4479643" y="927478"/>
                  </a:lnTo>
                  <a:lnTo>
                    <a:pt x="4480340" y="927616"/>
                  </a:lnTo>
                  <a:lnTo>
                    <a:pt x="4481036" y="927959"/>
                  </a:lnTo>
                  <a:lnTo>
                    <a:pt x="4481732" y="929551"/>
                  </a:lnTo>
                  <a:lnTo>
                    <a:pt x="4482428" y="929993"/>
                  </a:lnTo>
                  <a:lnTo>
                    <a:pt x="4483124" y="930260"/>
                  </a:lnTo>
                  <a:lnTo>
                    <a:pt x="4483820" y="930030"/>
                  </a:lnTo>
                  <a:lnTo>
                    <a:pt x="4484517" y="931860"/>
                  </a:lnTo>
                  <a:lnTo>
                    <a:pt x="4485213" y="935566"/>
                  </a:lnTo>
                  <a:lnTo>
                    <a:pt x="4485909" y="939271"/>
                  </a:lnTo>
                  <a:lnTo>
                    <a:pt x="4486605" y="944354"/>
                  </a:lnTo>
                  <a:lnTo>
                    <a:pt x="4487301" y="952439"/>
                  </a:lnTo>
                  <a:lnTo>
                    <a:pt x="4487997" y="958445"/>
                  </a:lnTo>
                  <a:lnTo>
                    <a:pt x="4488694" y="962958"/>
                  </a:lnTo>
                  <a:lnTo>
                    <a:pt x="4489390" y="970089"/>
                  </a:lnTo>
                  <a:lnTo>
                    <a:pt x="4490086" y="979433"/>
                  </a:lnTo>
                  <a:lnTo>
                    <a:pt x="4490782" y="991811"/>
                  </a:lnTo>
                  <a:lnTo>
                    <a:pt x="4491478" y="1004991"/>
                  </a:lnTo>
                  <a:lnTo>
                    <a:pt x="4492175" y="1019777"/>
                  </a:lnTo>
                  <a:lnTo>
                    <a:pt x="4492871" y="1035314"/>
                  </a:lnTo>
                  <a:lnTo>
                    <a:pt x="4493567" y="1053680"/>
                  </a:lnTo>
                  <a:lnTo>
                    <a:pt x="4494263" y="1072827"/>
                  </a:lnTo>
                  <a:lnTo>
                    <a:pt x="4494959" y="1091289"/>
                  </a:lnTo>
                  <a:lnTo>
                    <a:pt x="4495655" y="1109295"/>
                  </a:lnTo>
                  <a:lnTo>
                    <a:pt x="4496352" y="1128237"/>
                  </a:lnTo>
                  <a:lnTo>
                    <a:pt x="4497048" y="1148886"/>
                  </a:lnTo>
                  <a:lnTo>
                    <a:pt x="4497744" y="1169437"/>
                  </a:lnTo>
                  <a:lnTo>
                    <a:pt x="4498440" y="1190209"/>
                  </a:lnTo>
                  <a:lnTo>
                    <a:pt x="4499136" y="1211921"/>
                  </a:lnTo>
                  <a:lnTo>
                    <a:pt x="4499832" y="1232559"/>
                  </a:lnTo>
                  <a:lnTo>
                    <a:pt x="4500529" y="1253303"/>
                  </a:lnTo>
                  <a:lnTo>
                    <a:pt x="4501225" y="1273844"/>
                  </a:lnTo>
                  <a:lnTo>
                    <a:pt x="4501921" y="1294744"/>
                  </a:lnTo>
                  <a:lnTo>
                    <a:pt x="4502617" y="1315475"/>
                  </a:lnTo>
                  <a:lnTo>
                    <a:pt x="4503313" y="1335932"/>
                  </a:lnTo>
                  <a:lnTo>
                    <a:pt x="4504010" y="1356115"/>
                  </a:lnTo>
                  <a:lnTo>
                    <a:pt x="4504706" y="1375610"/>
                  </a:lnTo>
                  <a:lnTo>
                    <a:pt x="4505402" y="1392078"/>
                  </a:lnTo>
                  <a:lnTo>
                    <a:pt x="4506098" y="1407918"/>
                  </a:lnTo>
                  <a:lnTo>
                    <a:pt x="4506794" y="1423051"/>
                  </a:lnTo>
                  <a:lnTo>
                    <a:pt x="4507490" y="1436928"/>
                  </a:lnTo>
                  <a:lnTo>
                    <a:pt x="4508187" y="1450950"/>
                  </a:lnTo>
                  <a:lnTo>
                    <a:pt x="4508883" y="1464224"/>
                  </a:lnTo>
                  <a:lnTo>
                    <a:pt x="4509579" y="1477762"/>
                  </a:lnTo>
                  <a:lnTo>
                    <a:pt x="4510275" y="1491197"/>
                  </a:lnTo>
                  <a:lnTo>
                    <a:pt x="4510971" y="1503451"/>
                  </a:lnTo>
                  <a:lnTo>
                    <a:pt x="4511667" y="1511957"/>
                  </a:lnTo>
                  <a:lnTo>
                    <a:pt x="4512364" y="1520339"/>
                  </a:lnTo>
                  <a:lnTo>
                    <a:pt x="4513060" y="1523412"/>
                  </a:lnTo>
                  <a:lnTo>
                    <a:pt x="4513756" y="1525530"/>
                  </a:lnTo>
                  <a:lnTo>
                    <a:pt x="4514452" y="1527680"/>
                  </a:lnTo>
                  <a:lnTo>
                    <a:pt x="4515148" y="1531727"/>
                  </a:lnTo>
                  <a:lnTo>
                    <a:pt x="4515845" y="1538053"/>
                  </a:lnTo>
                  <a:lnTo>
                    <a:pt x="4516541" y="1544419"/>
                  </a:lnTo>
                  <a:lnTo>
                    <a:pt x="4517237" y="1550102"/>
                  </a:lnTo>
                  <a:lnTo>
                    <a:pt x="4517933" y="1555992"/>
                  </a:lnTo>
                  <a:lnTo>
                    <a:pt x="4518629" y="1561102"/>
                  </a:lnTo>
                  <a:lnTo>
                    <a:pt x="4519325" y="1565785"/>
                  </a:lnTo>
                  <a:lnTo>
                    <a:pt x="4520022" y="1569320"/>
                  </a:lnTo>
                  <a:lnTo>
                    <a:pt x="4520718" y="1572073"/>
                  </a:lnTo>
                  <a:lnTo>
                    <a:pt x="4521414" y="1575244"/>
                  </a:lnTo>
                  <a:lnTo>
                    <a:pt x="4522110" y="1578444"/>
                  </a:lnTo>
                  <a:lnTo>
                    <a:pt x="4522806" y="1578608"/>
                  </a:lnTo>
                  <a:lnTo>
                    <a:pt x="4523502" y="1580273"/>
                  </a:lnTo>
                  <a:lnTo>
                    <a:pt x="4524199" y="1584153"/>
                  </a:lnTo>
                  <a:lnTo>
                    <a:pt x="4524895" y="1587880"/>
                  </a:lnTo>
                  <a:lnTo>
                    <a:pt x="4525591" y="1588888"/>
                  </a:lnTo>
                  <a:lnTo>
                    <a:pt x="4526287" y="1589787"/>
                  </a:lnTo>
                  <a:lnTo>
                    <a:pt x="4526983" y="1590688"/>
                  </a:lnTo>
                  <a:lnTo>
                    <a:pt x="4527679" y="1591587"/>
                  </a:lnTo>
                  <a:lnTo>
                    <a:pt x="4528376" y="1591940"/>
                  </a:lnTo>
                  <a:lnTo>
                    <a:pt x="4529072" y="1591394"/>
                  </a:lnTo>
                  <a:lnTo>
                    <a:pt x="4529768" y="1592294"/>
                  </a:lnTo>
                  <a:lnTo>
                    <a:pt x="4530464" y="1593529"/>
                  </a:lnTo>
                  <a:lnTo>
                    <a:pt x="4531160" y="1594552"/>
                  </a:lnTo>
                  <a:lnTo>
                    <a:pt x="4531857" y="1595320"/>
                  </a:lnTo>
                  <a:lnTo>
                    <a:pt x="4532553" y="1596274"/>
                  </a:lnTo>
                  <a:lnTo>
                    <a:pt x="4533249" y="1597227"/>
                  </a:lnTo>
                  <a:lnTo>
                    <a:pt x="4533945" y="1598984"/>
                  </a:lnTo>
                  <a:lnTo>
                    <a:pt x="4534641" y="1600741"/>
                  </a:lnTo>
                  <a:lnTo>
                    <a:pt x="4535337" y="1602805"/>
                  </a:lnTo>
                  <a:lnTo>
                    <a:pt x="4536034" y="1604868"/>
                  </a:lnTo>
                  <a:lnTo>
                    <a:pt x="4536730" y="1606155"/>
                  </a:lnTo>
                  <a:lnTo>
                    <a:pt x="4537426" y="1607108"/>
                  </a:lnTo>
                  <a:lnTo>
                    <a:pt x="4538122" y="1608062"/>
                  </a:lnTo>
                  <a:lnTo>
                    <a:pt x="4538818" y="1609015"/>
                  </a:lnTo>
                  <a:lnTo>
                    <a:pt x="4539514" y="1609783"/>
                  </a:lnTo>
                  <a:lnTo>
                    <a:pt x="4540211" y="1610551"/>
                  </a:lnTo>
                  <a:lnTo>
                    <a:pt x="4540907" y="1613503"/>
                  </a:lnTo>
                  <a:lnTo>
                    <a:pt x="4541603" y="1616811"/>
                  </a:lnTo>
                  <a:lnTo>
                    <a:pt x="4542299" y="1619904"/>
                  </a:lnTo>
                  <a:lnTo>
                    <a:pt x="4542995" y="1622780"/>
                  </a:lnTo>
                  <a:lnTo>
                    <a:pt x="4543692" y="1625320"/>
                  </a:lnTo>
                  <a:lnTo>
                    <a:pt x="4544388" y="1627861"/>
                  </a:lnTo>
                  <a:lnTo>
                    <a:pt x="4545084" y="1630066"/>
                  </a:lnTo>
                  <a:lnTo>
                    <a:pt x="4545780" y="1632272"/>
                  </a:lnTo>
                  <a:lnTo>
                    <a:pt x="4546476" y="1634260"/>
                  </a:lnTo>
                  <a:lnTo>
                    <a:pt x="4547172" y="1638241"/>
                  </a:lnTo>
                  <a:lnTo>
                    <a:pt x="4547869" y="1643957"/>
                  </a:lnTo>
                  <a:lnTo>
                    <a:pt x="4548565" y="1651356"/>
                  </a:lnTo>
                  <a:lnTo>
                    <a:pt x="4549261" y="1660123"/>
                  </a:lnTo>
                  <a:lnTo>
                    <a:pt x="4549957" y="1669345"/>
                  </a:lnTo>
                  <a:lnTo>
                    <a:pt x="4550653" y="1678382"/>
                  </a:lnTo>
                  <a:lnTo>
                    <a:pt x="4551349" y="1685622"/>
                  </a:lnTo>
                  <a:lnTo>
                    <a:pt x="4552046" y="1692618"/>
                  </a:lnTo>
                  <a:lnTo>
                    <a:pt x="4552742" y="1699798"/>
                  </a:lnTo>
                  <a:lnTo>
                    <a:pt x="4553438" y="1706979"/>
                  </a:lnTo>
                  <a:lnTo>
                    <a:pt x="4554134" y="1714517"/>
                  </a:lnTo>
                  <a:lnTo>
                    <a:pt x="4554830" y="1722750"/>
                  </a:lnTo>
                  <a:lnTo>
                    <a:pt x="4555526" y="1730983"/>
                  </a:lnTo>
                  <a:lnTo>
                    <a:pt x="4556223" y="1738936"/>
                  </a:lnTo>
                  <a:lnTo>
                    <a:pt x="4556919" y="1744169"/>
                  </a:lnTo>
                  <a:lnTo>
                    <a:pt x="4557615" y="1747940"/>
                  </a:lnTo>
                  <a:lnTo>
                    <a:pt x="4558311" y="1750945"/>
                  </a:lnTo>
                  <a:lnTo>
                    <a:pt x="4559007" y="1751998"/>
                  </a:lnTo>
                  <a:lnTo>
                    <a:pt x="4559704" y="1750836"/>
                  </a:lnTo>
                  <a:lnTo>
                    <a:pt x="4560400" y="1749169"/>
                  </a:lnTo>
                  <a:lnTo>
                    <a:pt x="4561096" y="1747716"/>
                  </a:lnTo>
                  <a:lnTo>
                    <a:pt x="4561792" y="1744062"/>
                  </a:lnTo>
                  <a:lnTo>
                    <a:pt x="4562488" y="1740409"/>
                  </a:lnTo>
                  <a:lnTo>
                    <a:pt x="4563184" y="1736755"/>
                  </a:lnTo>
                  <a:lnTo>
                    <a:pt x="4563881" y="1733532"/>
                  </a:lnTo>
                  <a:lnTo>
                    <a:pt x="4564577" y="1729335"/>
                  </a:lnTo>
                  <a:lnTo>
                    <a:pt x="4565273" y="1723694"/>
                  </a:lnTo>
                  <a:lnTo>
                    <a:pt x="4565969" y="1718523"/>
                  </a:lnTo>
                  <a:lnTo>
                    <a:pt x="4566665" y="1713311"/>
                  </a:lnTo>
                  <a:lnTo>
                    <a:pt x="4567361" y="1710537"/>
                  </a:lnTo>
                  <a:lnTo>
                    <a:pt x="4568058" y="1707996"/>
                  </a:lnTo>
                  <a:lnTo>
                    <a:pt x="4568754" y="1705456"/>
                  </a:lnTo>
                  <a:lnTo>
                    <a:pt x="4569450" y="1702445"/>
                  </a:lnTo>
                  <a:lnTo>
                    <a:pt x="4570146" y="1699434"/>
                  </a:lnTo>
                  <a:lnTo>
                    <a:pt x="4570842" y="1696423"/>
                  </a:lnTo>
                  <a:lnTo>
                    <a:pt x="4571539" y="1693077"/>
                  </a:lnTo>
                  <a:lnTo>
                    <a:pt x="4572235" y="1693077"/>
                  </a:lnTo>
                  <a:lnTo>
                    <a:pt x="4572931" y="1693077"/>
                  </a:lnTo>
                  <a:lnTo>
                    <a:pt x="4573627" y="1692742"/>
                  </a:lnTo>
                  <a:lnTo>
                    <a:pt x="4574323" y="1692408"/>
                  </a:lnTo>
                  <a:lnTo>
                    <a:pt x="4575019" y="1692407"/>
                  </a:lnTo>
                  <a:lnTo>
                    <a:pt x="4575716" y="1692407"/>
                  </a:lnTo>
                  <a:lnTo>
                    <a:pt x="4576412" y="1692073"/>
                  </a:lnTo>
                  <a:lnTo>
                    <a:pt x="4577108" y="1691738"/>
                  </a:lnTo>
                  <a:lnTo>
                    <a:pt x="4577804" y="1691403"/>
                  </a:lnTo>
                  <a:lnTo>
                    <a:pt x="4578500" y="1691068"/>
                  </a:lnTo>
                  <a:lnTo>
                    <a:pt x="4579196" y="1690733"/>
                  </a:lnTo>
                  <a:lnTo>
                    <a:pt x="4579893" y="1690181"/>
                  </a:lnTo>
                  <a:lnTo>
                    <a:pt x="4580589" y="1689963"/>
                  </a:lnTo>
                  <a:lnTo>
                    <a:pt x="4581285" y="1689745"/>
                  </a:lnTo>
                  <a:lnTo>
                    <a:pt x="4581981" y="1689963"/>
                  </a:lnTo>
                  <a:lnTo>
                    <a:pt x="4582677" y="1688392"/>
                  </a:lnTo>
                  <a:lnTo>
                    <a:pt x="4583373" y="1685852"/>
                  </a:lnTo>
                  <a:lnTo>
                    <a:pt x="4584070" y="1683744"/>
                  </a:lnTo>
                  <a:lnTo>
                    <a:pt x="4584766" y="1681637"/>
                  </a:lnTo>
                  <a:lnTo>
                    <a:pt x="4585462" y="1678911"/>
                  </a:lnTo>
                  <a:lnTo>
                    <a:pt x="4586158" y="1676186"/>
                  </a:lnTo>
                  <a:lnTo>
                    <a:pt x="4586854" y="1673463"/>
                  </a:lnTo>
                  <a:lnTo>
                    <a:pt x="4587551" y="1670740"/>
                  </a:lnTo>
                  <a:lnTo>
                    <a:pt x="4588247" y="1667830"/>
                  </a:lnTo>
                  <a:lnTo>
                    <a:pt x="4588943" y="1664300"/>
                  </a:lnTo>
                  <a:lnTo>
                    <a:pt x="4589639" y="1659927"/>
                  </a:lnTo>
                  <a:lnTo>
                    <a:pt x="4590335" y="1655704"/>
                  </a:lnTo>
                  <a:lnTo>
                    <a:pt x="4591031" y="1651482"/>
                  </a:lnTo>
                  <a:lnTo>
                    <a:pt x="4591728" y="1647109"/>
                  </a:lnTo>
                  <a:lnTo>
                    <a:pt x="4592424" y="1644854"/>
                  </a:lnTo>
                  <a:lnTo>
                    <a:pt x="4593120" y="1644339"/>
                  </a:lnTo>
                  <a:lnTo>
                    <a:pt x="4593816" y="1644958"/>
                  </a:lnTo>
                  <a:lnTo>
                    <a:pt x="4594512" y="1645576"/>
                  </a:lnTo>
                  <a:lnTo>
                    <a:pt x="4595208" y="1643623"/>
                  </a:lnTo>
                  <a:lnTo>
                    <a:pt x="4595905" y="1640249"/>
                  </a:lnTo>
                  <a:lnTo>
                    <a:pt x="4596601" y="1635393"/>
                  </a:lnTo>
                  <a:lnTo>
                    <a:pt x="4597297" y="1630797"/>
                  </a:lnTo>
                  <a:lnTo>
                    <a:pt x="4597993" y="1624829"/>
                  </a:lnTo>
                  <a:lnTo>
                    <a:pt x="4598689" y="1618697"/>
                  </a:lnTo>
                  <a:lnTo>
                    <a:pt x="4599386" y="1613015"/>
                  </a:lnTo>
                  <a:lnTo>
                    <a:pt x="4600082" y="1607843"/>
                  </a:lnTo>
                  <a:lnTo>
                    <a:pt x="4600778" y="1601692"/>
                  </a:lnTo>
                  <a:lnTo>
                    <a:pt x="4601474" y="1595070"/>
                  </a:lnTo>
                  <a:lnTo>
                    <a:pt x="4602170" y="1589505"/>
                  </a:lnTo>
                  <a:lnTo>
                    <a:pt x="4602866" y="1581110"/>
                  </a:lnTo>
                  <a:lnTo>
                    <a:pt x="4603563" y="1571832"/>
                  </a:lnTo>
                  <a:lnTo>
                    <a:pt x="4604259" y="1561708"/>
                  </a:lnTo>
                  <a:lnTo>
                    <a:pt x="4604955" y="1552030"/>
                  </a:lnTo>
                  <a:lnTo>
                    <a:pt x="4605651" y="1543082"/>
                  </a:lnTo>
                  <a:lnTo>
                    <a:pt x="4606347" y="1534541"/>
                  </a:lnTo>
                  <a:lnTo>
                    <a:pt x="4607043" y="1527111"/>
                  </a:lnTo>
                  <a:lnTo>
                    <a:pt x="4607740" y="1517920"/>
                  </a:lnTo>
                  <a:lnTo>
                    <a:pt x="4608436" y="1509707"/>
                  </a:lnTo>
                  <a:lnTo>
                    <a:pt x="4609132" y="1501902"/>
                  </a:lnTo>
                  <a:lnTo>
                    <a:pt x="4609828" y="1494097"/>
                  </a:lnTo>
                  <a:lnTo>
                    <a:pt x="4610524" y="1485803"/>
                  </a:lnTo>
                  <a:lnTo>
                    <a:pt x="4611221" y="1478701"/>
                  </a:lnTo>
                  <a:lnTo>
                    <a:pt x="4611917" y="1471516"/>
                  </a:lnTo>
                  <a:lnTo>
                    <a:pt x="4612613" y="1464332"/>
                  </a:lnTo>
                  <a:lnTo>
                    <a:pt x="4613309" y="1457915"/>
                  </a:lnTo>
                  <a:lnTo>
                    <a:pt x="4614005" y="1452031"/>
                  </a:lnTo>
                  <a:lnTo>
                    <a:pt x="4614701" y="1447624"/>
                  </a:lnTo>
                  <a:lnTo>
                    <a:pt x="4615398" y="1442668"/>
                  </a:lnTo>
                  <a:lnTo>
                    <a:pt x="4616094" y="1439221"/>
                  </a:lnTo>
                  <a:lnTo>
                    <a:pt x="4616790" y="1436680"/>
                  </a:lnTo>
                  <a:lnTo>
                    <a:pt x="4617486" y="1434139"/>
                  </a:lnTo>
                  <a:lnTo>
                    <a:pt x="4618182" y="1434357"/>
                  </a:lnTo>
                  <a:lnTo>
                    <a:pt x="4618878" y="1437921"/>
                  </a:lnTo>
                  <a:lnTo>
                    <a:pt x="4619575" y="1442114"/>
                  </a:lnTo>
                  <a:lnTo>
                    <a:pt x="4620271" y="1446840"/>
                  </a:lnTo>
                  <a:lnTo>
                    <a:pt x="4620967" y="1452185"/>
                  </a:lnTo>
                  <a:lnTo>
                    <a:pt x="4621663" y="1457713"/>
                  </a:lnTo>
                  <a:lnTo>
                    <a:pt x="4622359" y="1463828"/>
                  </a:lnTo>
                  <a:lnTo>
                    <a:pt x="4623055" y="1469943"/>
                  </a:lnTo>
                  <a:lnTo>
                    <a:pt x="4623752" y="1476058"/>
                  </a:lnTo>
                  <a:lnTo>
                    <a:pt x="4624448" y="1482794"/>
                  </a:lnTo>
                  <a:lnTo>
                    <a:pt x="4625144" y="1490741"/>
                  </a:lnTo>
                  <a:lnTo>
                    <a:pt x="4625840" y="1498148"/>
                  </a:lnTo>
                  <a:lnTo>
                    <a:pt x="4626536" y="1503554"/>
                  </a:lnTo>
                  <a:lnTo>
                    <a:pt x="4627233" y="1508490"/>
                  </a:lnTo>
                  <a:lnTo>
                    <a:pt x="4627929" y="1512326"/>
                  </a:lnTo>
                  <a:lnTo>
                    <a:pt x="4628625" y="1514478"/>
                  </a:lnTo>
                  <a:lnTo>
                    <a:pt x="4629321" y="1515495"/>
                  </a:lnTo>
                  <a:lnTo>
                    <a:pt x="4630017" y="1516067"/>
                  </a:lnTo>
                  <a:lnTo>
                    <a:pt x="4630713" y="1519210"/>
                  </a:lnTo>
                  <a:lnTo>
                    <a:pt x="4631410" y="1523590"/>
                  </a:lnTo>
                  <a:lnTo>
                    <a:pt x="4632106" y="1528647"/>
                  </a:lnTo>
                  <a:lnTo>
                    <a:pt x="4632802" y="1535647"/>
                  </a:lnTo>
                  <a:lnTo>
                    <a:pt x="4633498" y="1544019"/>
                  </a:lnTo>
                  <a:lnTo>
                    <a:pt x="4634194" y="1552554"/>
                  </a:lnTo>
                  <a:lnTo>
                    <a:pt x="4634890" y="1560640"/>
                  </a:lnTo>
                  <a:lnTo>
                    <a:pt x="4635587" y="1567662"/>
                  </a:lnTo>
                  <a:lnTo>
                    <a:pt x="4636283" y="1575548"/>
                  </a:lnTo>
                  <a:lnTo>
                    <a:pt x="4636979" y="1585218"/>
                  </a:lnTo>
                  <a:lnTo>
                    <a:pt x="4637675" y="1594852"/>
                  </a:lnTo>
                  <a:lnTo>
                    <a:pt x="4638371" y="1606922"/>
                  </a:lnTo>
                  <a:lnTo>
                    <a:pt x="4639068" y="1619211"/>
                  </a:lnTo>
                  <a:lnTo>
                    <a:pt x="4639764" y="1631876"/>
                  </a:lnTo>
                  <a:lnTo>
                    <a:pt x="4640460" y="1644095"/>
                  </a:lnTo>
                  <a:lnTo>
                    <a:pt x="4641156" y="1655248"/>
                  </a:lnTo>
                  <a:lnTo>
                    <a:pt x="4641852" y="1666330"/>
                  </a:lnTo>
                  <a:lnTo>
                    <a:pt x="4642548" y="1676635"/>
                  </a:lnTo>
                  <a:lnTo>
                    <a:pt x="4643245" y="1685491"/>
                  </a:lnTo>
                  <a:lnTo>
                    <a:pt x="4643941" y="1693370"/>
                  </a:lnTo>
                  <a:lnTo>
                    <a:pt x="4644637" y="1701509"/>
                  </a:lnTo>
                  <a:lnTo>
                    <a:pt x="4645333" y="1710119"/>
                  </a:lnTo>
                  <a:lnTo>
                    <a:pt x="4646029" y="1719313"/>
                  </a:lnTo>
                  <a:lnTo>
                    <a:pt x="4646725" y="1728265"/>
                  </a:lnTo>
                  <a:lnTo>
                    <a:pt x="4647422" y="1737635"/>
                  </a:lnTo>
                  <a:lnTo>
                    <a:pt x="4648118" y="1747005"/>
                  </a:lnTo>
                  <a:lnTo>
                    <a:pt x="4648814" y="1755608"/>
                  </a:lnTo>
                  <a:lnTo>
                    <a:pt x="4649510" y="1764264"/>
                  </a:lnTo>
                  <a:lnTo>
                    <a:pt x="4650206" y="1771444"/>
                  </a:lnTo>
                  <a:lnTo>
                    <a:pt x="4650902" y="1779836"/>
                  </a:lnTo>
                  <a:lnTo>
                    <a:pt x="4651599" y="1786720"/>
                  </a:lnTo>
                  <a:lnTo>
                    <a:pt x="4652295" y="1792696"/>
                  </a:lnTo>
                  <a:lnTo>
                    <a:pt x="4652991" y="1798455"/>
                  </a:lnTo>
                  <a:lnTo>
                    <a:pt x="4653687" y="1803244"/>
                  </a:lnTo>
                  <a:lnTo>
                    <a:pt x="4654383" y="1805657"/>
                  </a:lnTo>
                  <a:lnTo>
                    <a:pt x="4655080" y="1807223"/>
                  </a:lnTo>
                  <a:lnTo>
                    <a:pt x="4655776" y="1807810"/>
                  </a:lnTo>
                  <a:lnTo>
                    <a:pt x="4656472" y="1808398"/>
                  </a:lnTo>
                  <a:lnTo>
                    <a:pt x="4657168" y="1807864"/>
                  </a:lnTo>
                  <a:lnTo>
                    <a:pt x="4657864" y="1806744"/>
                  </a:lnTo>
                  <a:lnTo>
                    <a:pt x="4658560" y="1806157"/>
                  </a:lnTo>
                  <a:lnTo>
                    <a:pt x="4659257" y="1805570"/>
                  </a:lnTo>
                  <a:lnTo>
                    <a:pt x="4659953" y="1804449"/>
                  </a:lnTo>
                  <a:lnTo>
                    <a:pt x="4660649" y="1803329"/>
                  </a:lnTo>
                  <a:lnTo>
                    <a:pt x="4661345" y="1802748"/>
                  </a:lnTo>
                  <a:lnTo>
                    <a:pt x="4662041" y="1803131"/>
                  </a:lnTo>
                  <a:lnTo>
                    <a:pt x="4662737" y="1803015"/>
                  </a:lnTo>
                  <a:lnTo>
                    <a:pt x="4663434" y="1804183"/>
                  </a:lnTo>
                  <a:lnTo>
                    <a:pt x="4664130" y="1805351"/>
                  </a:lnTo>
                  <a:lnTo>
                    <a:pt x="4664826" y="1806519"/>
                  </a:lnTo>
                  <a:lnTo>
                    <a:pt x="4665522" y="1806455"/>
                  </a:lnTo>
                  <a:lnTo>
                    <a:pt x="4666218" y="1805361"/>
                  </a:lnTo>
                  <a:lnTo>
                    <a:pt x="4666915" y="1802833"/>
                  </a:lnTo>
                  <a:lnTo>
                    <a:pt x="4667611" y="1800891"/>
                  </a:lnTo>
                  <a:lnTo>
                    <a:pt x="4668307" y="1798950"/>
                  </a:lnTo>
                  <a:lnTo>
                    <a:pt x="4669003" y="1797009"/>
                  </a:lnTo>
                  <a:lnTo>
                    <a:pt x="4669699" y="1795068"/>
                  </a:lnTo>
                  <a:lnTo>
                    <a:pt x="4670395" y="1792593"/>
                  </a:lnTo>
                  <a:lnTo>
                    <a:pt x="4671092" y="1789701"/>
                  </a:lnTo>
                  <a:lnTo>
                    <a:pt x="4671788" y="1787342"/>
                  </a:lnTo>
                  <a:lnTo>
                    <a:pt x="4672484" y="1783296"/>
                  </a:lnTo>
                  <a:lnTo>
                    <a:pt x="4673180" y="1775060"/>
                  </a:lnTo>
                  <a:lnTo>
                    <a:pt x="4673876" y="1765070"/>
                  </a:lnTo>
                  <a:lnTo>
                    <a:pt x="4674572" y="1755926"/>
                  </a:lnTo>
                  <a:lnTo>
                    <a:pt x="4675269" y="1746836"/>
                  </a:lnTo>
                  <a:lnTo>
                    <a:pt x="4675965" y="1737940"/>
                  </a:lnTo>
                  <a:lnTo>
                    <a:pt x="4676661" y="1729564"/>
                  </a:lnTo>
                  <a:lnTo>
                    <a:pt x="4677357" y="1722462"/>
                  </a:lnTo>
                  <a:lnTo>
                    <a:pt x="4678053" y="1714873"/>
                  </a:lnTo>
                  <a:lnTo>
                    <a:pt x="4678750" y="1706535"/>
                  </a:lnTo>
                  <a:lnTo>
                    <a:pt x="4679446" y="1698730"/>
                  </a:lnTo>
                  <a:lnTo>
                    <a:pt x="4680142" y="1690591"/>
                  </a:lnTo>
                  <a:lnTo>
                    <a:pt x="4680838" y="1682568"/>
                  </a:lnTo>
                  <a:lnTo>
                    <a:pt x="4681534" y="1673169"/>
                  </a:lnTo>
                  <a:lnTo>
                    <a:pt x="4682230" y="1660426"/>
                  </a:lnTo>
                  <a:lnTo>
                    <a:pt x="4682927" y="1648397"/>
                  </a:lnTo>
                  <a:lnTo>
                    <a:pt x="4683623" y="1639450"/>
                  </a:lnTo>
                  <a:lnTo>
                    <a:pt x="4684319" y="1631618"/>
                  </a:lnTo>
                  <a:lnTo>
                    <a:pt x="4685015" y="1623116"/>
                  </a:lnTo>
                  <a:lnTo>
                    <a:pt x="4685711" y="1613126"/>
                  </a:lnTo>
                  <a:lnTo>
                    <a:pt x="4686407" y="1604097"/>
                  </a:lnTo>
                  <a:lnTo>
                    <a:pt x="4687104" y="1595232"/>
                  </a:lnTo>
                  <a:lnTo>
                    <a:pt x="4687800" y="1585780"/>
                  </a:lnTo>
                  <a:lnTo>
                    <a:pt x="4688496" y="1576831"/>
                  </a:lnTo>
                  <a:lnTo>
                    <a:pt x="4689192" y="1569115"/>
                  </a:lnTo>
                  <a:lnTo>
                    <a:pt x="4689888" y="1561400"/>
                  </a:lnTo>
                  <a:lnTo>
                    <a:pt x="4690584" y="1553685"/>
                  </a:lnTo>
                  <a:lnTo>
                    <a:pt x="4691281" y="1545464"/>
                  </a:lnTo>
                  <a:lnTo>
                    <a:pt x="4691977" y="1538479"/>
                  </a:lnTo>
                  <a:lnTo>
                    <a:pt x="4692673" y="1535522"/>
                  </a:lnTo>
                  <a:lnTo>
                    <a:pt x="4693369" y="1532134"/>
                  </a:lnTo>
                  <a:lnTo>
                    <a:pt x="4694065" y="1528214"/>
                  </a:lnTo>
                  <a:lnTo>
                    <a:pt x="4694762" y="1523488"/>
                  </a:lnTo>
                  <a:lnTo>
                    <a:pt x="4695458" y="1519195"/>
                  </a:lnTo>
                  <a:lnTo>
                    <a:pt x="4696154" y="1517110"/>
                  </a:lnTo>
                  <a:lnTo>
                    <a:pt x="4696850" y="1515024"/>
                  </a:lnTo>
                  <a:lnTo>
                    <a:pt x="4697546" y="1513977"/>
                  </a:lnTo>
                  <a:lnTo>
                    <a:pt x="4698242" y="1514114"/>
                  </a:lnTo>
                  <a:lnTo>
                    <a:pt x="4698939" y="1514251"/>
                  </a:lnTo>
                  <a:lnTo>
                    <a:pt x="4699635" y="1514388"/>
                  </a:lnTo>
                  <a:lnTo>
                    <a:pt x="4700331" y="1514310"/>
                  </a:lnTo>
                  <a:lnTo>
                    <a:pt x="4701027" y="1515910"/>
                  </a:lnTo>
                  <a:lnTo>
                    <a:pt x="4701723" y="1518540"/>
                  </a:lnTo>
                  <a:lnTo>
                    <a:pt x="4702419" y="1522419"/>
                  </a:lnTo>
                  <a:lnTo>
                    <a:pt x="4703116" y="1526297"/>
                  </a:lnTo>
                  <a:lnTo>
                    <a:pt x="4703812" y="1530175"/>
                  </a:lnTo>
                  <a:lnTo>
                    <a:pt x="4704508" y="1534672"/>
                  </a:lnTo>
                  <a:lnTo>
                    <a:pt x="4705204" y="1539505"/>
                  </a:lnTo>
                  <a:lnTo>
                    <a:pt x="4705900" y="1544871"/>
                  </a:lnTo>
                  <a:lnTo>
                    <a:pt x="4706597" y="1550654"/>
                  </a:lnTo>
                  <a:lnTo>
                    <a:pt x="4707293" y="1556019"/>
                  </a:lnTo>
                  <a:lnTo>
                    <a:pt x="4707989" y="1561759"/>
                  </a:lnTo>
                  <a:lnTo>
                    <a:pt x="4708685" y="1570665"/>
                  </a:lnTo>
                  <a:lnTo>
                    <a:pt x="4709381" y="1579755"/>
                  </a:lnTo>
                  <a:lnTo>
                    <a:pt x="4710077" y="1588428"/>
                  </a:lnTo>
                  <a:lnTo>
                    <a:pt x="4710774" y="1597518"/>
                  </a:lnTo>
                  <a:lnTo>
                    <a:pt x="4711470" y="1607314"/>
                  </a:lnTo>
                  <a:lnTo>
                    <a:pt x="4712166" y="1616925"/>
                  </a:lnTo>
                  <a:lnTo>
                    <a:pt x="4712862" y="1624927"/>
                  </a:lnTo>
                  <a:lnTo>
                    <a:pt x="4713558" y="1633416"/>
                  </a:lnTo>
                  <a:lnTo>
                    <a:pt x="4714254" y="1642989"/>
                  </a:lnTo>
                  <a:lnTo>
                    <a:pt x="4714951" y="1651599"/>
                  </a:lnTo>
                  <a:lnTo>
                    <a:pt x="4715647" y="1659738"/>
                  </a:lnTo>
                  <a:lnTo>
                    <a:pt x="4716343" y="1667291"/>
                  </a:lnTo>
                  <a:lnTo>
                    <a:pt x="4717039" y="1675789"/>
                  </a:lnTo>
                  <a:lnTo>
                    <a:pt x="4717735" y="1684141"/>
                  </a:lnTo>
                  <a:lnTo>
                    <a:pt x="4718431" y="1691779"/>
                  </a:lnTo>
                  <a:lnTo>
                    <a:pt x="4719128" y="1696806"/>
                  </a:lnTo>
                  <a:lnTo>
                    <a:pt x="4719824" y="1700717"/>
                  </a:lnTo>
                  <a:lnTo>
                    <a:pt x="4720520" y="1704711"/>
                  </a:lnTo>
                  <a:lnTo>
                    <a:pt x="4721216" y="1710193"/>
                  </a:lnTo>
                  <a:lnTo>
                    <a:pt x="4721912" y="1713798"/>
                  </a:lnTo>
                  <a:lnTo>
                    <a:pt x="4722609" y="1717238"/>
                  </a:lnTo>
                  <a:lnTo>
                    <a:pt x="4723305" y="1720932"/>
                  </a:lnTo>
                  <a:lnTo>
                    <a:pt x="4724001" y="1723207"/>
                  </a:lnTo>
                  <a:lnTo>
                    <a:pt x="4724697" y="1722745"/>
                  </a:lnTo>
                  <a:lnTo>
                    <a:pt x="4725393" y="1722501"/>
                  </a:lnTo>
                  <a:lnTo>
                    <a:pt x="4726089" y="1722256"/>
                  </a:lnTo>
                  <a:lnTo>
                    <a:pt x="4726786" y="1723297"/>
                  </a:lnTo>
                  <a:lnTo>
                    <a:pt x="4727482" y="1723103"/>
                  </a:lnTo>
                  <a:lnTo>
                    <a:pt x="4728178" y="1721868"/>
                  </a:lnTo>
                  <a:lnTo>
                    <a:pt x="4728874" y="1721063"/>
                  </a:lnTo>
                  <a:lnTo>
                    <a:pt x="4729570" y="1719639"/>
                  </a:lnTo>
                  <a:lnTo>
                    <a:pt x="4730266" y="1719020"/>
                  </a:lnTo>
                  <a:lnTo>
                    <a:pt x="4730963" y="1718501"/>
                  </a:lnTo>
                  <a:lnTo>
                    <a:pt x="4731659" y="1715961"/>
                  </a:lnTo>
                  <a:lnTo>
                    <a:pt x="4732355" y="1713235"/>
                  </a:lnTo>
                  <a:lnTo>
                    <a:pt x="4733051" y="1710694"/>
                  </a:lnTo>
                  <a:lnTo>
                    <a:pt x="4733747" y="1707938"/>
                  </a:lnTo>
                  <a:lnTo>
                    <a:pt x="4734444" y="1706152"/>
                  </a:lnTo>
                  <a:lnTo>
                    <a:pt x="4735140" y="1705937"/>
                  </a:lnTo>
                  <a:lnTo>
                    <a:pt x="4735836" y="1705937"/>
                  </a:lnTo>
                  <a:lnTo>
                    <a:pt x="4736532" y="1706370"/>
                  </a:lnTo>
                  <a:lnTo>
                    <a:pt x="4737228" y="1706585"/>
                  </a:lnTo>
                  <a:lnTo>
                    <a:pt x="4737924" y="1706986"/>
                  </a:lnTo>
                  <a:lnTo>
                    <a:pt x="4738621" y="1707387"/>
                  </a:lnTo>
                  <a:lnTo>
                    <a:pt x="4739317" y="1708006"/>
                  </a:lnTo>
                  <a:lnTo>
                    <a:pt x="4740013" y="1708341"/>
                  </a:lnTo>
                  <a:lnTo>
                    <a:pt x="4740709" y="1708341"/>
                  </a:lnTo>
                  <a:lnTo>
                    <a:pt x="4741405" y="1708341"/>
                  </a:lnTo>
                  <a:lnTo>
                    <a:pt x="4742101" y="1706278"/>
                  </a:lnTo>
                  <a:lnTo>
                    <a:pt x="4742798" y="1704637"/>
                  </a:lnTo>
                  <a:lnTo>
                    <a:pt x="4743494" y="1700743"/>
                  </a:lnTo>
                  <a:lnTo>
                    <a:pt x="4744190" y="1695377"/>
                  </a:lnTo>
                  <a:lnTo>
                    <a:pt x="4744886" y="1689150"/>
                  </a:lnTo>
                  <a:lnTo>
                    <a:pt x="4745582" y="1682043"/>
                  </a:lnTo>
                  <a:lnTo>
                    <a:pt x="4746278" y="1674937"/>
                  </a:lnTo>
                  <a:lnTo>
                    <a:pt x="4746975" y="1666930"/>
                  </a:lnTo>
                  <a:lnTo>
                    <a:pt x="4747671" y="1658332"/>
                  </a:lnTo>
                  <a:lnTo>
                    <a:pt x="4748367" y="1650142"/>
                  </a:lnTo>
                  <a:lnTo>
                    <a:pt x="4749063" y="1641953"/>
                  </a:lnTo>
                  <a:lnTo>
                    <a:pt x="4749759" y="1633156"/>
                  </a:lnTo>
                  <a:lnTo>
                    <a:pt x="4750456" y="1624077"/>
                  </a:lnTo>
                  <a:lnTo>
                    <a:pt x="4751152" y="1616278"/>
                  </a:lnTo>
                  <a:lnTo>
                    <a:pt x="4751848" y="1608479"/>
                  </a:lnTo>
                  <a:lnTo>
                    <a:pt x="4752544" y="1601726"/>
                  </a:lnTo>
                  <a:lnTo>
                    <a:pt x="4753240" y="1597787"/>
                  </a:lnTo>
                  <a:lnTo>
                    <a:pt x="4753936" y="1594985"/>
                  </a:lnTo>
                  <a:lnTo>
                    <a:pt x="4754633" y="1592776"/>
                  </a:lnTo>
                  <a:lnTo>
                    <a:pt x="4755329" y="1591620"/>
                  </a:lnTo>
                  <a:lnTo>
                    <a:pt x="4756025" y="1590381"/>
                  </a:lnTo>
                  <a:lnTo>
                    <a:pt x="4756721" y="1588977"/>
                  </a:lnTo>
                  <a:lnTo>
                    <a:pt x="4757417" y="1588043"/>
                  </a:lnTo>
                  <a:lnTo>
                    <a:pt x="4758113" y="1587673"/>
                  </a:lnTo>
                  <a:lnTo>
                    <a:pt x="4758810" y="1586766"/>
                  </a:lnTo>
                  <a:lnTo>
                    <a:pt x="4759506" y="1586272"/>
                  </a:lnTo>
                  <a:lnTo>
                    <a:pt x="4760202" y="1587699"/>
                  </a:lnTo>
                  <a:lnTo>
                    <a:pt x="4760898" y="1587453"/>
                  </a:lnTo>
                  <a:lnTo>
                    <a:pt x="4761594" y="1586674"/>
                  </a:lnTo>
                  <a:lnTo>
                    <a:pt x="4762291" y="1585560"/>
                  </a:lnTo>
                  <a:lnTo>
                    <a:pt x="4762987" y="1584446"/>
                  </a:lnTo>
                  <a:lnTo>
                    <a:pt x="4763683" y="1581466"/>
                  </a:lnTo>
                  <a:lnTo>
                    <a:pt x="4764379" y="1578486"/>
                  </a:lnTo>
                  <a:lnTo>
                    <a:pt x="4765075" y="1576206"/>
                  </a:lnTo>
                  <a:lnTo>
                    <a:pt x="4765771" y="1574164"/>
                  </a:lnTo>
                  <a:lnTo>
                    <a:pt x="4766468" y="1573677"/>
                  </a:lnTo>
                  <a:lnTo>
                    <a:pt x="4767164" y="1573186"/>
                  </a:lnTo>
                  <a:lnTo>
                    <a:pt x="4767860" y="1572907"/>
                  </a:lnTo>
                  <a:lnTo>
                    <a:pt x="4768556" y="1571931"/>
                  </a:lnTo>
                  <a:lnTo>
                    <a:pt x="4769252" y="1572960"/>
                  </a:lnTo>
                  <a:lnTo>
                    <a:pt x="4769948" y="1574312"/>
                  </a:lnTo>
                  <a:lnTo>
                    <a:pt x="4770645" y="1574463"/>
                  </a:lnTo>
                  <a:lnTo>
                    <a:pt x="4771341" y="1578005"/>
                  </a:lnTo>
                  <a:lnTo>
                    <a:pt x="4772037" y="1580160"/>
                  </a:lnTo>
                  <a:lnTo>
                    <a:pt x="4772733" y="1582416"/>
                  </a:lnTo>
                  <a:lnTo>
                    <a:pt x="4773429" y="1582850"/>
                  </a:lnTo>
                  <a:lnTo>
                    <a:pt x="4774126" y="1582524"/>
                  </a:lnTo>
                  <a:lnTo>
                    <a:pt x="4774822" y="1581256"/>
                  </a:lnTo>
                  <a:lnTo>
                    <a:pt x="4775518" y="1577511"/>
                  </a:lnTo>
                  <a:lnTo>
                    <a:pt x="4776214" y="1573491"/>
                  </a:lnTo>
                  <a:lnTo>
                    <a:pt x="4776910" y="1568289"/>
                  </a:lnTo>
                  <a:lnTo>
                    <a:pt x="4777606" y="1564589"/>
                  </a:lnTo>
                  <a:lnTo>
                    <a:pt x="4778303" y="1559514"/>
                  </a:lnTo>
                  <a:lnTo>
                    <a:pt x="4778999" y="1556515"/>
                  </a:lnTo>
                  <a:lnTo>
                    <a:pt x="4779695" y="1554478"/>
                  </a:lnTo>
                  <a:lnTo>
                    <a:pt x="4780391" y="1552435"/>
                  </a:lnTo>
                  <a:lnTo>
                    <a:pt x="4781087" y="1551272"/>
                  </a:lnTo>
                  <a:lnTo>
                    <a:pt x="4781783" y="1549596"/>
                  </a:lnTo>
                  <a:lnTo>
                    <a:pt x="4782480" y="1548093"/>
                  </a:lnTo>
                  <a:lnTo>
                    <a:pt x="4783176" y="1547374"/>
                  </a:lnTo>
                  <a:lnTo>
                    <a:pt x="4783872" y="1545251"/>
                  </a:lnTo>
                  <a:lnTo>
                    <a:pt x="4784568" y="1540888"/>
                  </a:lnTo>
                  <a:lnTo>
                    <a:pt x="4785264" y="1537633"/>
                  </a:lnTo>
                  <a:lnTo>
                    <a:pt x="4785960" y="1536822"/>
                  </a:lnTo>
                  <a:lnTo>
                    <a:pt x="4786657" y="1535453"/>
                  </a:lnTo>
                  <a:lnTo>
                    <a:pt x="4787353" y="1534712"/>
                  </a:lnTo>
                  <a:lnTo>
                    <a:pt x="4788049" y="1534119"/>
                  </a:lnTo>
                  <a:lnTo>
                    <a:pt x="4788745" y="1533304"/>
                  </a:lnTo>
                  <a:lnTo>
                    <a:pt x="4789441" y="1532666"/>
                  </a:lnTo>
                  <a:lnTo>
                    <a:pt x="4790138" y="1530963"/>
                  </a:lnTo>
                  <a:lnTo>
                    <a:pt x="4790834" y="1527620"/>
                  </a:lnTo>
                  <a:lnTo>
                    <a:pt x="4791530" y="1524948"/>
                  </a:lnTo>
                  <a:lnTo>
                    <a:pt x="4792226" y="1522442"/>
                  </a:lnTo>
                  <a:lnTo>
                    <a:pt x="4792922" y="1519184"/>
                  </a:lnTo>
                  <a:lnTo>
                    <a:pt x="4793618" y="1514565"/>
                  </a:lnTo>
                  <a:lnTo>
                    <a:pt x="4794315" y="1513886"/>
                  </a:lnTo>
                  <a:lnTo>
                    <a:pt x="4795011" y="1516677"/>
                  </a:lnTo>
                  <a:lnTo>
                    <a:pt x="4795707" y="1517653"/>
                  </a:lnTo>
                  <a:lnTo>
                    <a:pt x="4796403" y="1520085"/>
                  </a:lnTo>
                  <a:lnTo>
                    <a:pt x="4797099" y="1522845"/>
                  </a:lnTo>
                  <a:lnTo>
                    <a:pt x="4797795" y="1524455"/>
                  </a:lnTo>
                  <a:lnTo>
                    <a:pt x="4798492" y="1525002"/>
                  </a:lnTo>
                  <a:lnTo>
                    <a:pt x="4799188" y="1525321"/>
                  </a:lnTo>
                  <a:lnTo>
                    <a:pt x="4799884" y="1525641"/>
                  </a:lnTo>
                  <a:lnTo>
                    <a:pt x="4800580" y="1525879"/>
                  </a:lnTo>
                  <a:lnTo>
                    <a:pt x="4801276" y="1524764"/>
                  </a:lnTo>
                  <a:lnTo>
                    <a:pt x="4801973" y="1519076"/>
                  </a:lnTo>
                  <a:lnTo>
                    <a:pt x="4802669" y="1513016"/>
                  </a:lnTo>
                  <a:lnTo>
                    <a:pt x="4803365" y="1507057"/>
                  </a:lnTo>
                  <a:lnTo>
                    <a:pt x="4804061" y="1502801"/>
                  </a:lnTo>
                  <a:lnTo>
                    <a:pt x="4804757" y="1495821"/>
                  </a:lnTo>
                  <a:lnTo>
                    <a:pt x="4805453" y="1486952"/>
                  </a:lnTo>
                  <a:lnTo>
                    <a:pt x="4806150" y="1478583"/>
                  </a:lnTo>
                  <a:lnTo>
                    <a:pt x="4806846" y="1465630"/>
                  </a:lnTo>
                  <a:lnTo>
                    <a:pt x="4807542" y="1454077"/>
                  </a:lnTo>
                  <a:lnTo>
                    <a:pt x="4808238" y="1443387"/>
                  </a:lnTo>
                  <a:lnTo>
                    <a:pt x="4808934" y="1433728"/>
                  </a:lnTo>
                  <a:lnTo>
                    <a:pt x="4809630" y="1425033"/>
                  </a:lnTo>
                  <a:lnTo>
                    <a:pt x="4810327" y="1416529"/>
                  </a:lnTo>
                  <a:lnTo>
                    <a:pt x="4811023" y="1410167"/>
                  </a:lnTo>
                  <a:lnTo>
                    <a:pt x="4811719" y="1404653"/>
                  </a:lnTo>
                  <a:lnTo>
                    <a:pt x="4812415" y="1403371"/>
                  </a:lnTo>
                  <a:lnTo>
                    <a:pt x="4813111" y="1402922"/>
                  </a:lnTo>
                  <a:lnTo>
                    <a:pt x="4813807" y="1403425"/>
                  </a:lnTo>
                  <a:lnTo>
                    <a:pt x="4814504" y="1403166"/>
                  </a:lnTo>
                  <a:lnTo>
                    <a:pt x="4815200" y="1404257"/>
                  </a:lnTo>
                  <a:lnTo>
                    <a:pt x="4815896" y="1407450"/>
                  </a:lnTo>
                  <a:lnTo>
                    <a:pt x="4816592" y="1410978"/>
                  </a:lnTo>
                  <a:lnTo>
                    <a:pt x="4817288" y="1416652"/>
                  </a:lnTo>
                  <a:lnTo>
                    <a:pt x="4817985" y="1422385"/>
                  </a:lnTo>
                  <a:lnTo>
                    <a:pt x="4818681" y="1428262"/>
                  </a:lnTo>
                  <a:lnTo>
                    <a:pt x="4819377" y="1437002"/>
                  </a:lnTo>
                  <a:lnTo>
                    <a:pt x="4820073" y="1448655"/>
                  </a:lnTo>
                  <a:lnTo>
                    <a:pt x="4820769" y="1460276"/>
                  </a:lnTo>
                  <a:lnTo>
                    <a:pt x="4821465" y="1470167"/>
                  </a:lnTo>
                  <a:lnTo>
                    <a:pt x="4822162" y="1480233"/>
                  </a:lnTo>
                  <a:lnTo>
                    <a:pt x="4822858" y="1489674"/>
                  </a:lnTo>
                  <a:lnTo>
                    <a:pt x="4823554" y="1497919"/>
                  </a:lnTo>
                  <a:lnTo>
                    <a:pt x="4824250" y="1506113"/>
                  </a:lnTo>
                  <a:lnTo>
                    <a:pt x="4824946" y="1513412"/>
                  </a:lnTo>
                  <a:lnTo>
                    <a:pt x="4825642" y="1520711"/>
                  </a:lnTo>
                  <a:lnTo>
                    <a:pt x="4826339" y="1528179"/>
                  </a:lnTo>
                  <a:lnTo>
                    <a:pt x="4827035" y="1536011"/>
                  </a:lnTo>
                  <a:lnTo>
                    <a:pt x="4827731" y="1542148"/>
                  </a:lnTo>
                  <a:lnTo>
                    <a:pt x="4828427" y="1548191"/>
                  </a:lnTo>
                  <a:lnTo>
                    <a:pt x="4829123" y="1555030"/>
                  </a:lnTo>
                  <a:lnTo>
                    <a:pt x="4829820" y="1558268"/>
                  </a:lnTo>
                  <a:lnTo>
                    <a:pt x="4830516" y="1556650"/>
                  </a:lnTo>
                  <a:lnTo>
                    <a:pt x="4831212" y="1556117"/>
                  </a:lnTo>
                  <a:lnTo>
                    <a:pt x="4831908" y="1556117"/>
                  </a:lnTo>
                  <a:lnTo>
                    <a:pt x="4832604" y="1556322"/>
                  </a:lnTo>
                  <a:lnTo>
                    <a:pt x="4833300" y="1557675"/>
                  </a:lnTo>
                  <a:lnTo>
                    <a:pt x="4833997" y="1560094"/>
                  </a:lnTo>
                  <a:lnTo>
                    <a:pt x="4834693" y="1562738"/>
                  </a:lnTo>
                  <a:lnTo>
                    <a:pt x="4835389" y="1565384"/>
                  </a:lnTo>
                  <a:lnTo>
                    <a:pt x="4836085" y="1568029"/>
                  </a:lnTo>
                  <a:lnTo>
                    <a:pt x="4836781" y="1571789"/>
                  </a:lnTo>
                  <a:lnTo>
                    <a:pt x="4837477" y="1578034"/>
                  </a:lnTo>
                  <a:lnTo>
                    <a:pt x="4838174" y="1585866"/>
                  </a:lnTo>
                  <a:lnTo>
                    <a:pt x="4838870" y="1594376"/>
                  </a:lnTo>
                  <a:lnTo>
                    <a:pt x="4839566" y="1599822"/>
                  </a:lnTo>
                  <a:lnTo>
                    <a:pt x="4840262" y="1604248"/>
                  </a:lnTo>
                  <a:lnTo>
                    <a:pt x="4840958" y="1610907"/>
                  </a:lnTo>
                  <a:lnTo>
                    <a:pt x="4841655" y="1616469"/>
                  </a:lnTo>
                  <a:lnTo>
                    <a:pt x="4842351" y="1622806"/>
                  </a:lnTo>
                  <a:lnTo>
                    <a:pt x="4843047" y="1628269"/>
                  </a:lnTo>
                  <a:lnTo>
                    <a:pt x="4843743" y="1633209"/>
                  </a:lnTo>
                  <a:lnTo>
                    <a:pt x="4844439" y="1638155"/>
                  </a:lnTo>
                  <a:lnTo>
                    <a:pt x="4845135" y="1642593"/>
                  </a:lnTo>
                  <a:lnTo>
                    <a:pt x="4845832" y="1645147"/>
                  </a:lnTo>
                  <a:lnTo>
                    <a:pt x="4846528" y="1647701"/>
                  </a:lnTo>
                  <a:lnTo>
                    <a:pt x="4847224" y="1649683"/>
                  </a:lnTo>
                  <a:lnTo>
                    <a:pt x="4847920" y="1648028"/>
                  </a:lnTo>
                  <a:lnTo>
                    <a:pt x="4848616" y="1646688"/>
                  </a:lnTo>
                  <a:lnTo>
                    <a:pt x="4849312" y="1645793"/>
                  </a:lnTo>
                  <a:lnTo>
                    <a:pt x="4850009" y="1647106"/>
                  </a:lnTo>
                  <a:lnTo>
                    <a:pt x="4850705" y="1649619"/>
                  </a:lnTo>
                  <a:lnTo>
                    <a:pt x="4851401" y="1651461"/>
                  </a:lnTo>
                  <a:lnTo>
                    <a:pt x="4852097" y="1652969"/>
                  </a:lnTo>
                  <a:lnTo>
                    <a:pt x="4852793" y="1652902"/>
                  </a:lnTo>
                  <a:lnTo>
                    <a:pt x="4853489" y="1651493"/>
                  </a:lnTo>
                  <a:lnTo>
                    <a:pt x="4854186" y="1649914"/>
                  </a:lnTo>
                  <a:lnTo>
                    <a:pt x="4854882" y="1646788"/>
                  </a:lnTo>
                  <a:lnTo>
                    <a:pt x="4855578" y="1643485"/>
                  </a:lnTo>
                  <a:lnTo>
                    <a:pt x="4856274" y="1641996"/>
                  </a:lnTo>
                  <a:lnTo>
                    <a:pt x="4856970" y="1639222"/>
                  </a:lnTo>
                  <a:lnTo>
                    <a:pt x="4857667" y="1634168"/>
                  </a:lnTo>
                  <a:lnTo>
                    <a:pt x="4858363" y="1628483"/>
                  </a:lnTo>
                  <a:lnTo>
                    <a:pt x="4859059" y="1621014"/>
                  </a:lnTo>
                  <a:lnTo>
                    <a:pt x="4859755" y="1613546"/>
                  </a:lnTo>
                  <a:lnTo>
                    <a:pt x="4860451" y="1605126"/>
                  </a:lnTo>
                  <a:lnTo>
                    <a:pt x="4861147" y="1596707"/>
                  </a:lnTo>
                  <a:lnTo>
                    <a:pt x="4861844" y="1587858"/>
                  </a:lnTo>
                  <a:lnTo>
                    <a:pt x="4862540" y="1578162"/>
                  </a:lnTo>
                  <a:lnTo>
                    <a:pt x="4863236" y="1569020"/>
                  </a:lnTo>
                  <a:lnTo>
                    <a:pt x="4863932" y="1561465"/>
                  </a:lnTo>
                  <a:lnTo>
                    <a:pt x="4864628" y="1552635"/>
                  </a:lnTo>
                  <a:lnTo>
                    <a:pt x="4865324" y="1543895"/>
                  </a:lnTo>
                  <a:lnTo>
                    <a:pt x="4866021" y="1536483"/>
                  </a:lnTo>
                  <a:lnTo>
                    <a:pt x="4866717" y="1529942"/>
                  </a:lnTo>
                  <a:lnTo>
                    <a:pt x="4867413" y="1524161"/>
                  </a:lnTo>
                  <a:lnTo>
                    <a:pt x="4868109" y="1517138"/>
                  </a:lnTo>
                  <a:lnTo>
                    <a:pt x="4868805" y="1509521"/>
                  </a:lnTo>
                  <a:lnTo>
                    <a:pt x="4869502" y="1502838"/>
                  </a:lnTo>
                  <a:lnTo>
                    <a:pt x="4870198" y="1496743"/>
                  </a:lnTo>
                  <a:lnTo>
                    <a:pt x="4870894" y="1490060"/>
                  </a:lnTo>
                  <a:lnTo>
                    <a:pt x="4871590" y="1483377"/>
                  </a:lnTo>
                  <a:lnTo>
                    <a:pt x="4872286" y="1476695"/>
                  </a:lnTo>
                  <a:lnTo>
                    <a:pt x="4872982" y="1470822"/>
                  </a:lnTo>
                  <a:lnTo>
                    <a:pt x="4873679" y="1464710"/>
                  </a:lnTo>
                  <a:lnTo>
                    <a:pt x="4874375" y="1458482"/>
                  </a:lnTo>
                  <a:lnTo>
                    <a:pt x="4875071" y="1455190"/>
                  </a:lnTo>
                  <a:lnTo>
                    <a:pt x="4875767" y="1452925"/>
                  </a:lnTo>
                  <a:lnTo>
                    <a:pt x="4876463" y="1448211"/>
                  </a:lnTo>
                  <a:lnTo>
                    <a:pt x="4877159" y="1442649"/>
                  </a:lnTo>
                  <a:lnTo>
                    <a:pt x="4877856" y="1437504"/>
                  </a:lnTo>
                  <a:lnTo>
                    <a:pt x="4878552" y="1436126"/>
                  </a:lnTo>
                  <a:lnTo>
                    <a:pt x="4879248" y="1435476"/>
                  </a:lnTo>
                  <a:lnTo>
                    <a:pt x="4879944" y="1434326"/>
                  </a:lnTo>
                  <a:lnTo>
                    <a:pt x="4880640" y="1433481"/>
                  </a:lnTo>
                  <a:lnTo>
                    <a:pt x="4881336" y="1434485"/>
                  </a:lnTo>
                  <a:lnTo>
                    <a:pt x="4882033" y="1434485"/>
                  </a:lnTo>
                  <a:lnTo>
                    <a:pt x="4882729" y="1434485"/>
                  </a:lnTo>
                  <a:lnTo>
                    <a:pt x="4883425" y="1434485"/>
                  </a:lnTo>
                  <a:lnTo>
                    <a:pt x="4884121" y="1433898"/>
                  </a:lnTo>
                  <a:lnTo>
                    <a:pt x="4884817" y="1432865"/>
                  </a:lnTo>
                  <a:lnTo>
                    <a:pt x="4885514" y="1430399"/>
                  </a:lnTo>
                  <a:lnTo>
                    <a:pt x="4886210" y="1426059"/>
                  </a:lnTo>
                  <a:lnTo>
                    <a:pt x="4886906" y="1423123"/>
                  </a:lnTo>
                  <a:lnTo>
                    <a:pt x="4887602" y="1420991"/>
                  </a:lnTo>
                  <a:lnTo>
                    <a:pt x="4888298" y="1418445"/>
                  </a:lnTo>
                  <a:lnTo>
                    <a:pt x="4888994" y="1416161"/>
                  </a:lnTo>
                  <a:lnTo>
                    <a:pt x="4889691" y="1414129"/>
                  </a:lnTo>
                  <a:lnTo>
                    <a:pt x="4890387" y="1411075"/>
                  </a:lnTo>
                  <a:lnTo>
                    <a:pt x="4891083" y="1406394"/>
                  </a:lnTo>
                  <a:lnTo>
                    <a:pt x="4891779" y="1399273"/>
                  </a:lnTo>
                  <a:lnTo>
                    <a:pt x="4892475" y="1395008"/>
                  </a:lnTo>
                  <a:lnTo>
                    <a:pt x="4893171" y="1392593"/>
                  </a:lnTo>
                  <a:lnTo>
                    <a:pt x="4893868" y="1390990"/>
                  </a:lnTo>
                  <a:lnTo>
                    <a:pt x="4894564" y="1389721"/>
                  </a:lnTo>
                  <a:lnTo>
                    <a:pt x="4895260" y="1388315"/>
                  </a:lnTo>
                  <a:lnTo>
                    <a:pt x="4895956" y="1387511"/>
                  </a:lnTo>
                  <a:lnTo>
                    <a:pt x="4896652" y="1388071"/>
                  </a:lnTo>
                  <a:lnTo>
                    <a:pt x="4897349" y="1389479"/>
                  </a:lnTo>
                  <a:lnTo>
                    <a:pt x="4898045" y="1391468"/>
                  </a:lnTo>
                  <a:lnTo>
                    <a:pt x="4898741" y="1395366"/>
                  </a:lnTo>
                  <a:lnTo>
                    <a:pt x="4899437" y="1400136"/>
                  </a:lnTo>
                  <a:lnTo>
                    <a:pt x="4900133" y="1406182"/>
                  </a:lnTo>
                  <a:lnTo>
                    <a:pt x="4900829" y="1413754"/>
                  </a:lnTo>
                  <a:lnTo>
                    <a:pt x="4901526" y="1422487"/>
                  </a:lnTo>
                  <a:lnTo>
                    <a:pt x="4902222" y="1431465"/>
                  </a:lnTo>
                  <a:lnTo>
                    <a:pt x="4902918" y="1437496"/>
                  </a:lnTo>
                  <a:lnTo>
                    <a:pt x="4903614" y="1444686"/>
                  </a:lnTo>
                  <a:lnTo>
                    <a:pt x="4904310" y="1452062"/>
                  </a:lnTo>
                  <a:lnTo>
                    <a:pt x="4905006" y="1460466"/>
                  </a:lnTo>
                  <a:lnTo>
                    <a:pt x="4905703" y="1468464"/>
                  </a:lnTo>
                  <a:lnTo>
                    <a:pt x="4906399" y="1476334"/>
                  </a:lnTo>
                  <a:lnTo>
                    <a:pt x="4907095" y="1484050"/>
                  </a:lnTo>
                  <a:lnTo>
                    <a:pt x="4907791" y="1491766"/>
                  </a:lnTo>
                  <a:lnTo>
                    <a:pt x="4908487" y="1499204"/>
                  </a:lnTo>
                  <a:lnTo>
                    <a:pt x="4909184" y="1506466"/>
                  </a:lnTo>
                  <a:lnTo>
                    <a:pt x="4909880" y="1513039"/>
                  </a:lnTo>
                  <a:lnTo>
                    <a:pt x="4910576" y="1518849"/>
                  </a:lnTo>
                  <a:lnTo>
                    <a:pt x="4911272" y="1526232"/>
                  </a:lnTo>
                  <a:lnTo>
                    <a:pt x="4911968" y="1534279"/>
                  </a:lnTo>
                  <a:lnTo>
                    <a:pt x="4912664" y="1543402"/>
                  </a:lnTo>
                  <a:lnTo>
                    <a:pt x="4913361" y="1554013"/>
                  </a:lnTo>
                  <a:lnTo>
                    <a:pt x="4914057" y="1561369"/>
                  </a:lnTo>
                  <a:lnTo>
                    <a:pt x="4914753" y="1567286"/>
                  </a:lnTo>
                  <a:lnTo>
                    <a:pt x="4915449" y="1574974"/>
                  </a:lnTo>
                  <a:lnTo>
                    <a:pt x="4916145" y="1582662"/>
                  </a:lnTo>
                  <a:lnTo>
                    <a:pt x="4916841" y="1591590"/>
                  </a:lnTo>
                  <a:lnTo>
                    <a:pt x="4917538" y="1601958"/>
                  </a:lnTo>
                  <a:lnTo>
                    <a:pt x="4918234" y="1609647"/>
                  </a:lnTo>
                  <a:lnTo>
                    <a:pt x="4918930" y="1617479"/>
                  </a:lnTo>
                  <a:lnTo>
                    <a:pt x="4919626" y="1624320"/>
                  </a:lnTo>
                  <a:lnTo>
                    <a:pt x="4920322" y="1627592"/>
                  </a:lnTo>
                  <a:lnTo>
                    <a:pt x="4921018" y="1630987"/>
                  </a:lnTo>
                  <a:lnTo>
                    <a:pt x="4921715" y="1633657"/>
                  </a:lnTo>
                  <a:lnTo>
                    <a:pt x="4922411" y="1634964"/>
                  </a:lnTo>
                  <a:lnTo>
                    <a:pt x="4923107" y="1634600"/>
                  </a:lnTo>
                  <a:lnTo>
                    <a:pt x="4923803" y="1634595"/>
                  </a:lnTo>
                  <a:lnTo>
                    <a:pt x="4924499" y="1634696"/>
                  </a:lnTo>
                  <a:lnTo>
                    <a:pt x="4925196" y="1634511"/>
                  </a:lnTo>
                  <a:lnTo>
                    <a:pt x="4925892" y="1634806"/>
                  </a:lnTo>
                  <a:lnTo>
                    <a:pt x="4926588" y="1635340"/>
                  </a:lnTo>
                  <a:lnTo>
                    <a:pt x="4927284" y="1635273"/>
                  </a:lnTo>
                  <a:lnTo>
                    <a:pt x="4927980" y="1633012"/>
                  </a:lnTo>
                  <a:lnTo>
                    <a:pt x="4928676" y="1632019"/>
                  </a:lnTo>
                  <a:lnTo>
                    <a:pt x="4929373" y="1631180"/>
                  </a:lnTo>
                  <a:lnTo>
                    <a:pt x="4930069" y="1633853"/>
                  </a:lnTo>
                  <a:lnTo>
                    <a:pt x="4930765" y="1638864"/>
                  </a:lnTo>
                  <a:lnTo>
                    <a:pt x="4931461" y="1643408"/>
                  </a:lnTo>
                  <a:lnTo>
                    <a:pt x="4932157" y="1646006"/>
                  </a:lnTo>
                  <a:lnTo>
                    <a:pt x="4932853" y="1648604"/>
                  </a:lnTo>
                  <a:lnTo>
                    <a:pt x="4933550" y="1650516"/>
                  </a:lnTo>
                  <a:lnTo>
                    <a:pt x="4934246" y="1651662"/>
                  </a:lnTo>
                  <a:lnTo>
                    <a:pt x="4934942" y="1651907"/>
                  </a:lnTo>
                  <a:lnTo>
                    <a:pt x="4935638" y="1652351"/>
                  </a:lnTo>
                  <a:lnTo>
                    <a:pt x="4936334" y="1651644"/>
                  </a:lnTo>
                  <a:lnTo>
                    <a:pt x="4937031" y="1650183"/>
                  </a:lnTo>
                  <a:lnTo>
                    <a:pt x="4937727" y="1648132"/>
                  </a:lnTo>
                  <a:lnTo>
                    <a:pt x="4938423" y="1648190"/>
                  </a:lnTo>
                  <a:lnTo>
                    <a:pt x="4939119" y="1649057"/>
                  </a:lnTo>
                  <a:lnTo>
                    <a:pt x="4939815" y="1649464"/>
                  </a:lnTo>
                  <a:lnTo>
                    <a:pt x="4940511" y="1647159"/>
                  </a:lnTo>
                  <a:lnTo>
                    <a:pt x="4941208" y="1643861"/>
                  </a:lnTo>
                  <a:lnTo>
                    <a:pt x="4941904" y="1640350"/>
                  </a:lnTo>
                  <a:lnTo>
                    <a:pt x="4942600" y="1637238"/>
                  </a:lnTo>
                  <a:lnTo>
                    <a:pt x="4943296" y="1633559"/>
                  </a:lnTo>
                  <a:lnTo>
                    <a:pt x="4943992" y="1628553"/>
                  </a:lnTo>
                  <a:lnTo>
                    <a:pt x="4944688" y="1621879"/>
                  </a:lnTo>
                  <a:lnTo>
                    <a:pt x="4945385" y="1614617"/>
                  </a:lnTo>
                  <a:lnTo>
                    <a:pt x="4946081" y="1607903"/>
                  </a:lnTo>
                  <a:lnTo>
                    <a:pt x="4946777" y="1601622"/>
                  </a:lnTo>
                  <a:lnTo>
                    <a:pt x="4947473" y="1596965"/>
                  </a:lnTo>
                  <a:lnTo>
                    <a:pt x="4948169" y="1593405"/>
                  </a:lnTo>
                  <a:lnTo>
                    <a:pt x="4948865" y="1587939"/>
                  </a:lnTo>
                  <a:lnTo>
                    <a:pt x="4949562" y="1582390"/>
                  </a:lnTo>
                  <a:lnTo>
                    <a:pt x="4950258" y="1576899"/>
                  </a:lnTo>
                  <a:lnTo>
                    <a:pt x="4950954" y="1569258"/>
                  </a:lnTo>
                  <a:lnTo>
                    <a:pt x="4951650" y="1561768"/>
                  </a:lnTo>
                  <a:lnTo>
                    <a:pt x="4952346" y="1555357"/>
                  </a:lnTo>
                  <a:lnTo>
                    <a:pt x="4953043" y="1548700"/>
                  </a:lnTo>
                  <a:lnTo>
                    <a:pt x="4953739" y="1544723"/>
                  </a:lnTo>
                  <a:lnTo>
                    <a:pt x="4954435" y="1542363"/>
                  </a:lnTo>
                  <a:lnTo>
                    <a:pt x="4955131" y="1541591"/>
                  </a:lnTo>
                  <a:lnTo>
                    <a:pt x="4955827" y="1544388"/>
                  </a:lnTo>
                  <a:lnTo>
                    <a:pt x="4956523" y="1546290"/>
                  </a:lnTo>
                  <a:lnTo>
                    <a:pt x="4957220" y="1548883"/>
                  </a:lnTo>
                  <a:lnTo>
                    <a:pt x="4957916" y="1550871"/>
                  </a:lnTo>
                  <a:lnTo>
                    <a:pt x="4958612" y="1553724"/>
                  </a:lnTo>
                  <a:lnTo>
                    <a:pt x="4959308" y="1556578"/>
                  </a:lnTo>
                  <a:lnTo>
                    <a:pt x="4960004" y="1560169"/>
                  </a:lnTo>
                  <a:lnTo>
                    <a:pt x="4960700" y="1563412"/>
                  </a:lnTo>
                  <a:lnTo>
                    <a:pt x="4961397" y="1569563"/>
                  </a:lnTo>
                  <a:lnTo>
                    <a:pt x="4962093" y="1576678"/>
                  </a:lnTo>
                  <a:lnTo>
                    <a:pt x="4962789" y="1584117"/>
                  </a:lnTo>
                  <a:lnTo>
                    <a:pt x="4963485" y="1592394"/>
                  </a:lnTo>
                  <a:lnTo>
                    <a:pt x="4964181" y="1599187"/>
                  </a:lnTo>
                  <a:lnTo>
                    <a:pt x="4964878" y="1605647"/>
                  </a:lnTo>
                  <a:lnTo>
                    <a:pt x="4965574" y="1610044"/>
                  </a:lnTo>
                  <a:lnTo>
                    <a:pt x="4966270" y="1612053"/>
                  </a:lnTo>
                  <a:lnTo>
                    <a:pt x="4966966" y="1614462"/>
                  </a:lnTo>
                  <a:lnTo>
                    <a:pt x="4967662" y="1617451"/>
                  </a:lnTo>
                  <a:lnTo>
                    <a:pt x="4968358" y="1620441"/>
                  </a:lnTo>
                  <a:lnTo>
                    <a:pt x="4969055" y="1623430"/>
                  </a:lnTo>
                  <a:lnTo>
                    <a:pt x="4969751" y="1626420"/>
                  </a:lnTo>
                  <a:lnTo>
                    <a:pt x="4970447" y="1628697"/>
                  </a:lnTo>
                  <a:lnTo>
                    <a:pt x="4971143" y="1630774"/>
                  </a:lnTo>
                  <a:lnTo>
                    <a:pt x="4971839" y="1632585"/>
                  </a:lnTo>
                  <a:lnTo>
                    <a:pt x="4972535" y="1634551"/>
                  </a:lnTo>
                  <a:lnTo>
                    <a:pt x="4973232" y="1636302"/>
                  </a:lnTo>
                  <a:lnTo>
                    <a:pt x="4973928" y="1637599"/>
                  </a:lnTo>
                  <a:lnTo>
                    <a:pt x="4974624" y="1638169"/>
                  </a:lnTo>
                  <a:lnTo>
                    <a:pt x="4975320" y="1639757"/>
                  </a:lnTo>
                  <a:lnTo>
                    <a:pt x="4976016" y="1642278"/>
                  </a:lnTo>
                  <a:lnTo>
                    <a:pt x="4976712" y="1645795"/>
                  </a:lnTo>
                  <a:lnTo>
                    <a:pt x="4977409" y="1650457"/>
                  </a:lnTo>
                  <a:lnTo>
                    <a:pt x="4978105" y="1654875"/>
                  </a:lnTo>
                  <a:lnTo>
                    <a:pt x="4978801" y="1659858"/>
                  </a:lnTo>
                  <a:lnTo>
                    <a:pt x="4979497" y="1666722"/>
                  </a:lnTo>
                  <a:lnTo>
                    <a:pt x="4980193" y="1674274"/>
                  </a:lnTo>
                  <a:lnTo>
                    <a:pt x="4980890" y="1682414"/>
                  </a:lnTo>
                  <a:lnTo>
                    <a:pt x="4981586" y="1687889"/>
                  </a:lnTo>
                  <a:lnTo>
                    <a:pt x="4982282" y="1691342"/>
                  </a:lnTo>
                  <a:lnTo>
                    <a:pt x="4982978" y="1693322"/>
                  </a:lnTo>
                  <a:lnTo>
                    <a:pt x="4983674" y="1694206"/>
                  </a:lnTo>
                  <a:lnTo>
                    <a:pt x="4984370" y="1695172"/>
                  </a:lnTo>
                  <a:lnTo>
                    <a:pt x="4985067" y="1694460"/>
                  </a:lnTo>
                  <a:lnTo>
                    <a:pt x="4985763" y="1693437"/>
                  </a:lnTo>
                  <a:lnTo>
                    <a:pt x="4986459" y="1693863"/>
                  </a:lnTo>
                  <a:lnTo>
                    <a:pt x="4987155" y="1693644"/>
                  </a:lnTo>
                  <a:lnTo>
                    <a:pt x="4987851" y="1689856"/>
                  </a:lnTo>
                  <a:lnTo>
                    <a:pt x="4988547" y="1686061"/>
                  </a:lnTo>
                  <a:lnTo>
                    <a:pt x="4989244" y="1682266"/>
                  </a:lnTo>
                  <a:lnTo>
                    <a:pt x="4989940" y="1676602"/>
                  </a:lnTo>
                  <a:lnTo>
                    <a:pt x="4990636" y="1668966"/>
                  </a:lnTo>
                  <a:lnTo>
                    <a:pt x="4991332" y="1661331"/>
                  </a:lnTo>
                  <a:lnTo>
                    <a:pt x="4992028" y="1655361"/>
                  </a:lnTo>
                  <a:lnTo>
                    <a:pt x="4992725" y="1650268"/>
                  </a:lnTo>
                  <a:lnTo>
                    <a:pt x="4993421" y="1645174"/>
                  </a:lnTo>
                  <a:lnTo>
                    <a:pt x="4994117" y="1640080"/>
                  </a:lnTo>
                  <a:lnTo>
                    <a:pt x="4994813" y="1634986"/>
                  </a:lnTo>
                  <a:lnTo>
                    <a:pt x="4995509" y="1631326"/>
                  </a:lnTo>
                  <a:lnTo>
                    <a:pt x="4996205" y="1628541"/>
                  </a:lnTo>
                  <a:lnTo>
                    <a:pt x="4996902" y="1623070"/>
                  </a:lnTo>
                  <a:lnTo>
                    <a:pt x="4997598" y="1617839"/>
                  </a:lnTo>
                  <a:lnTo>
                    <a:pt x="4998294" y="1615298"/>
                  </a:lnTo>
                  <a:lnTo>
                    <a:pt x="4998990" y="1612357"/>
                  </a:lnTo>
                  <a:lnTo>
                    <a:pt x="4999686" y="1609816"/>
                  </a:lnTo>
                  <a:lnTo>
                    <a:pt x="5000382" y="1607753"/>
                  </a:lnTo>
                  <a:lnTo>
                    <a:pt x="5001079" y="1607753"/>
                  </a:lnTo>
                  <a:lnTo>
                    <a:pt x="5001775" y="1607938"/>
                  </a:lnTo>
                  <a:lnTo>
                    <a:pt x="5002471" y="1607451"/>
                  </a:lnTo>
                  <a:lnTo>
                    <a:pt x="5003167" y="1605312"/>
                  </a:lnTo>
                  <a:lnTo>
                    <a:pt x="5003863" y="1603172"/>
                  </a:lnTo>
                  <a:lnTo>
                    <a:pt x="5004560" y="1601032"/>
                  </a:lnTo>
                  <a:lnTo>
                    <a:pt x="5005256" y="1599110"/>
                  </a:lnTo>
                  <a:lnTo>
                    <a:pt x="5005952" y="1597188"/>
                  </a:lnTo>
                  <a:lnTo>
                    <a:pt x="5006648" y="1595049"/>
                  </a:lnTo>
                  <a:lnTo>
                    <a:pt x="5007344" y="1593242"/>
                  </a:lnTo>
                  <a:lnTo>
                    <a:pt x="5008040" y="1591435"/>
                  </a:lnTo>
                  <a:lnTo>
                    <a:pt x="5008737" y="1589228"/>
                  </a:lnTo>
                  <a:lnTo>
                    <a:pt x="5009433" y="1586329"/>
                  </a:lnTo>
                  <a:lnTo>
                    <a:pt x="5010129" y="1581920"/>
                  </a:lnTo>
                  <a:lnTo>
                    <a:pt x="5010825" y="1577362"/>
                  </a:lnTo>
                  <a:lnTo>
                    <a:pt x="5011521" y="1572620"/>
                  </a:lnTo>
                  <a:lnTo>
                    <a:pt x="5012217" y="1567693"/>
                  </a:lnTo>
                  <a:lnTo>
                    <a:pt x="5012914" y="1563259"/>
                  </a:lnTo>
                  <a:lnTo>
                    <a:pt x="5013610" y="1560318"/>
                  </a:lnTo>
                  <a:lnTo>
                    <a:pt x="5014306" y="1557377"/>
                  </a:lnTo>
                  <a:lnTo>
                    <a:pt x="5015002" y="1553882"/>
                  </a:lnTo>
                  <a:lnTo>
                    <a:pt x="5015698" y="1550205"/>
                  </a:lnTo>
                  <a:lnTo>
                    <a:pt x="5016394" y="1546528"/>
                  </a:lnTo>
                  <a:lnTo>
                    <a:pt x="5017091" y="1544669"/>
                  </a:lnTo>
                  <a:lnTo>
                    <a:pt x="5017787" y="1543530"/>
                  </a:lnTo>
                  <a:lnTo>
                    <a:pt x="5018483" y="1541595"/>
                  </a:lnTo>
                  <a:lnTo>
                    <a:pt x="5019179" y="1537924"/>
                  </a:lnTo>
                  <a:lnTo>
                    <a:pt x="5019875" y="1535146"/>
                  </a:lnTo>
                  <a:lnTo>
                    <a:pt x="5020572" y="1535428"/>
                  </a:lnTo>
                  <a:lnTo>
                    <a:pt x="5021268" y="1536451"/>
                  </a:lnTo>
                  <a:lnTo>
                    <a:pt x="5021964" y="1537690"/>
                  </a:lnTo>
                  <a:lnTo>
                    <a:pt x="5022660" y="1539420"/>
                  </a:lnTo>
                  <a:lnTo>
                    <a:pt x="5023356" y="1542968"/>
                  </a:lnTo>
                  <a:lnTo>
                    <a:pt x="5024052" y="1546763"/>
                  </a:lnTo>
                  <a:lnTo>
                    <a:pt x="5024749" y="1550975"/>
                  </a:lnTo>
                  <a:lnTo>
                    <a:pt x="5025445" y="1555882"/>
                  </a:lnTo>
                  <a:lnTo>
                    <a:pt x="5026141" y="1562698"/>
                  </a:lnTo>
                  <a:lnTo>
                    <a:pt x="5026837" y="1569513"/>
                  </a:lnTo>
                  <a:lnTo>
                    <a:pt x="5027533" y="1573561"/>
                  </a:lnTo>
                  <a:lnTo>
                    <a:pt x="5028229" y="1576818"/>
                  </a:lnTo>
                  <a:lnTo>
                    <a:pt x="5028926" y="1581154"/>
                  </a:lnTo>
                  <a:lnTo>
                    <a:pt x="5029622" y="1587900"/>
                  </a:lnTo>
                  <a:lnTo>
                    <a:pt x="5030318" y="1594646"/>
                  </a:lnTo>
                  <a:lnTo>
                    <a:pt x="5031014" y="1599958"/>
                  </a:lnTo>
                  <a:lnTo>
                    <a:pt x="5031710" y="1604613"/>
                  </a:lnTo>
                  <a:lnTo>
                    <a:pt x="5032407" y="1608802"/>
                  </a:lnTo>
                  <a:lnTo>
                    <a:pt x="5033103" y="1609721"/>
                  </a:lnTo>
                  <a:lnTo>
                    <a:pt x="5033799" y="1608197"/>
                  </a:lnTo>
                  <a:lnTo>
                    <a:pt x="5034495" y="1606326"/>
                  </a:lnTo>
                  <a:lnTo>
                    <a:pt x="5035191" y="1603852"/>
                  </a:lnTo>
                  <a:lnTo>
                    <a:pt x="5035887" y="1600899"/>
                  </a:lnTo>
                  <a:lnTo>
                    <a:pt x="5036584" y="1595885"/>
                  </a:lnTo>
                  <a:lnTo>
                    <a:pt x="5037280" y="1590870"/>
                  </a:lnTo>
                  <a:lnTo>
                    <a:pt x="5037976" y="1588479"/>
                  </a:lnTo>
                  <a:lnTo>
                    <a:pt x="5038672" y="1586392"/>
                  </a:lnTo>
                  <a:lnTo>
                    <a:pt x="5039368" y="1584119"/>
                  </a:lnTo>
                  <a:lnTo>
                    <a:pt x="5040064" y="1579529"/>
                  </a:lnTo>
                  <a:lnTo>
                    <a:pt x="5040761" y="1573532"/>
                  </a:lnTo>
                  <a:lnTo>
                    <a:pt x="5041457" y="1566834"/>
                  </a:lnTo>
                  <a:lnTo>
                    <a:pt x="5042153" y="1560354"/>
                  </a:lnTo>
                  <a:lnTo>
                    <a:pt x="5042849" y="1554151"/>
                  </a:lnTo>
                  <a:lnTo>
                    <a:pt x="5043545" y="1550512"/>
                  </a:lnTo>
                  <a:lnTo>
                    <a:pt x="5044241" y="1547437"/>
                  </a:lnTo>
                  <a:lnTo>
                    <a:pt x="5044938" y="1545055"/>
                  </a:lnTo>
                  <a:lnTo>
                    <a:pt x="5045634" y="1544182"/>
                  </a:lnTo>
                  <a:lnTo>
                    <a:pt x="5046330" y="1543895"/>
                  </a:lnTo>
                  <a:lnTo>
                    <a:pt x="5047026" y="1544054"/>
                  </a:lnTo>
                  <a:lnTo>
                    <a:pt x="5047722" y="1544213"/>
                  </a:lnTo>
                  <a:lnTo>
                    <a:pt x="5048419" y="1543218"/>
                  </a:lnTo>
                  <a:lnTo>
                    <a:pt x="5049115" y="1542285"/>
                  </a:lnTo>
                  <a:lnTo>
                    <a:pt x="5049811" y="1540948"/>
                  </a:lnTo>
                  <a:lnTo>
                    <a:pt x="5050507" y="1543060"/>
                  </a:lnTo>
                  <a:lnTo>
                    <a:pt x="5051203" y="1548302"/>
                  </a:lnTo>
                  <a:lnTo>
                    <a:pt x="5051899" y="1554417"/>
                  </a:lnTo>
                  <a:lnTo>
                    <a:pt x="5052596" y="1560532"/>
                  </a:lnTo>
                  <a:lnTo>
                    <a:pt x="5053292" y="1566649"/>
                  </a:lnTo>
                  <a:lnTo>
                    <a:pt x="5053988" y="1573563"/>
                  </a:lnTo>
                  <a:lnTo>
                    <a:pt x="5054684" y="1582213"/>
                  </a:lnTo>
                  <a:lnTo>
                    <a:pt x="5055380" y="1590750"/>
                  </a:lnTo>
                  <a:lnTo>
                    <a:pt x="5056076" y="1597904"/>
                  </a:lnTo>
                  <a:lnTo>
                    <a:pt x="5056773" y="1605769"/>
                  </a:lnTo>
                  <a:lnTo>
                    <a:pt x="5057469" y="1609439"/>
                  </a:lnTo>
                  <a:lnTo>
                    <a:pt x="5058165" y="1611950"/>
                  </a:lnTo>
                  <a:lnTo>
                    <a:pt x="5058861" y="1613667"/>
                  </a:lnTo>
                  <a:lnTo>
                    <a:pt x="5059557" y="1614515"/>
                  </a:lnTo>
                  <a:lnTo>
                    <a:pt x="5060254" y="1611598"/>
                  </a:lnTo>
                  <a:lnTo>
                    <a:pt x="5060950" y="1609294"/>
                  </a:lnTo>
                  <a:lnTo>
                    <a:pt x="5061646" y="1606157"/>
                  </a:lnTo>
                  <a:lnTo>
                    <a:pt x="5062342" y="1600135"/>
                  </a:lnTo>
                  <a:lnTo>
                    <a:pt x="5063038" y="1596481"/>
                  </a:lnTo>
                  <a:lnTo>
                    <a:pt x="5063734" y="1592184"/>
                  </a:lnTo>
                  <a:lnTo>
                    <a:pt x="5064431" y="1585522"/>
                  </a:lnTo>
                  <a:lnTo>
                    <a:pt x="5065127" y="1575582"/>
                  </a:lnTo>
                  <a:lnTo>
                    <a:pt x="5065823" y="1565211"/>
                  </a:lnTo>
                  <a:lnTo>
                    <a:pt x="5066519" y="1554839"/>
                  </a:lnTo>
                  <a:lnTo>
                    <a:pt x="5067215" y="1544574"/>
                  </a:lnTo>
                  <a:lnTo>
                    <a:pt x="5067911" y="1533794"/>
                  </a:lnTo>
                  <a:lnTo>
                    <a:pt x="5068608" y="1525310"/>
                  </a:lnTo>
                  <a:lnTo>
                    <a:pt x="5069304" y="1516714"/>
                  </a:lnTo>
                  <a:lnTo>
                    <a:pt x="5070000" y="1508884"/>
                  </a:lnTo>
                  <a:lnTo>
                    <a:pt x="5070696" y="1502240"/>
                  </a:lnTo>
                  <a:lnTo>
                    <a:pt x="5071392" y="1495587"/>
                  </a:lnTo>
                  <a:lnTo>
                    <a:pt x="5072089" y="1488373"/>
                  </a:lnTo>
                  <a:lnTo>
                    <a:pt x="5072785" y="1484053"/>
                  </a:lnTo>
                  <a:lnTo>
                    <a:pt x="5073481" y="1480212"/>
                  </a:lnTo>
                  <a:lnTo>
                    <a:pt x="5074177" y="1478805"/>
                  </a:lnTo>
                  <a:lnTo>
                    <a:pt x="5074873" y="1480993"/>
                  </a:lnTo>
                  <a:lnTo>
                    <a:pt x="5075569" y="1487802"/>
                  </a:lnTo>
                  <a:lnTo>
                    <a:pt x="5076266" y="1497583"/>
                  </a:lnTo>
                  <a:lnTo>
                    <a:pt x="5076962" y="1506494"/>
                  </a:lnTo>
                  <a:lnTo>
                    <a:pt x="5077658" y="1513984"/>
                  </a:lnTo>
                  <a:lnTo>
                    <a:pt x="5078354" y="1520732"/>
                  </a:lnTo>
                  <a:lnTo>
                    <a:pt x="5079050" y="1523340"/>
                  </a:lnTo>
                  <a:lnTo>
                    <a:pt x="5079746" y="1526403"/>
                  </a:lnTo>
                  <a:lnTo>
                    <a:pt x="5080443" y="1528002"/>
                  </a:lnTo>
                  <a:lnTo>
                    <a:pt x="5081139" y="1527842"/>
                  </a:lnTo>
                  <a:lnTo>
                    <a:pt x="5081835" y="1526717"/>
                  </a:lnTo>
                  <a:lnTo>
                    <a:pt x="5082531" y="1525712"/>
                  </a:lnTo>
                  <a:lnTo>
                    <a:pt x="5083227" y="1524707"/>
                  </a:lnTo>
                  <a:lnTo>
                    <a:pt x="5083923" y="1523582"/>
                  </a:lnTo>
                  <a:lnTo>
                    <a:pt x="5084620" y="1521468"/>
                  </a:lnTo>
                  <a:lnTo>
                    <a:pt x="5085316" y="1519193"/>
                  </a:lnTo>
                  <a:lnTo>
                    <a:pt x="5086012" y="1513230"/>
                  </a:lnTo>
                  <a:lnTo>
                    <a:pt x="5086708" y="1503691"/>
                  </a:lnTo>
                  <a:lnTo>
                    <a:pt x="5087404" y="1493703"/>
                  </a:lnTo>
                  <a:lnTo>
                    <a:pt x="5088101" y="1485322"/>
                  </a:lnTo>
                  <a:lnTo>
                    <a:pt x="5088797" y="1477349"/>
                  </a:lnTo>
                  <a:lnTo>
                    <a:pt x="5089493" y="1471112"/>
                  </a:lnTo>
                  <a:lnTo>
                    <a:pt x="5090189" y="1465152"/>
                  </a:lnTo>
                  <a:lnTo>
                    <a:pt x="5090885" y="1459965"/>
                  </a:lnTo>
                  <a:lnTo>
                    <a:pt x="5091581" y="1456845"/>
                  </a:lnTo>
                  <a:lnTo>
                    <a:pt x="5092278" y="1453594"/>
                  </a:lnTo>
                  <a:lnTo>
                    <a:pt x="5092974" y="1455104"/>
                  </a:lnTo>
                  <a:lnTo>
                    <a:pt x="5093670" y="1457772"/>
                  </a:lnTo>
                  <a:lnTo>
                    <a:pt x="5094366" y="1461235"/>
                  </a:lnTo>
                  <a:lnTo>
                    <a:pt x="5095062" y="1465137"/>
                  </a:lnTo>
                  <a:lnTo>
                    <a:pt x="5095758" y="1472387"/>
                  </a:lnTo>
                  <a:lnTo>
                    <a:pt x="5096455" y="1479806"/>
                  </a:lnTo>
                  <a:lnTo>
                    <a:pt x="5097151" y="1488718"/>
                  </a:lnTo>
                  <a:lnTo>
                    <a:pt x="5097847" y="1501079"/>
                  </a:lnTo>
                  <a:lnTo>
                    <a:pt x="5098543" y="1512078"/>
                  </a:lnTo>
                  <a:lnTo>
                    <a:pt x="5099239" y="1524537"/>
                  </a:lnTo>
                  <a:lnTo>
                    <a:pt x="5099936" y="1538281"/>
                  </a:lnTo>
                  <a:lnTo>
                    <a:pt x="5100632" y="1553580"/>
                  </a:lnTo>
                  <a:lnTo>
                    <a:pt x="5101328" y="1569309"/>
                  </a:lnTo>
                  <a:lnTo>
                    <a:pt x="5102024" y="1585038"/>
                  </a:lnTo>
                  <a:lnTo>
                    <a:pt x="5102720" y="1600661"/>
                  </a:lnTo>
                  <a:lnTo>
                    <a:pt x="5103416" y="1617264"/>
                  </a:lnTo>
                  <a:lnTo>
                    <a:pt x="5104113" y="1635340"/>
                  </a:lnTo>
                  <a:lnTo>
                    <a:pt x="5104809" y="1654463"/>
                  </a:lnTo>
                  <a:lnTo>
                    <a:pt x="5105505" y="1674220"/>
                  </a:lnTo>
                  <a:lnTo>
                    <a:pt x="5106201" y="1693207"/>
                  </a:lnTo>
                  <a:lnTo>
                    <a:pt x="5106897" y="1710881"/>
                  </a:lnTo>
                  <a:lnTo>
                    <a:pt x="5107593" y="1728878"/>
                  </a:lnTo>
                  <a:lnTo>
                    <a:pt x="5108290" y="1743982"/>
                  </a:lnTo>
                  <a:lnTo>
                    <a:pt x="5108986" y="1756304"/>
                  </a:lnTo>
                  <a:lnTo>
                    <a:pt x="5109682" y="1765692"/>
                  </a:lnTo>
                  <a:lnTo>
                    <a:pt x="5110378" y="1771263"/>
                  </a:lnTo>
                  <a:lnTo>
                    <a:pt x="5111074" y="1773845"/>
                  </a:lnTo>
                  <a:lnTo>
                    <a:pt x="5111770" y="1774644"/>
                  </a:lnTo>
                  <a:lnTo>
                    <a:pt x="5112467" y="1777014"/>
                  </a:lnTo>
                  <a:lnTo>
                    <a:pt x="5113163" y="1780804"/>
                  </a:lnTo>
                  <a:lnTo>
                    <a:pt x="5113859" y="1785060"/>
                  </a:lnTo>
                  <a:lnTo>
                    <a:pt x="5114555" y="1790891"/>
                  </a:lnTo>
                  <a:lnTo>
                    <a:pt x="5115251" y="1794989"/>
                  </a:lnTo>
                  <a:lnTo>
                    <a:pt x="5115948" y="1800095"/>
                  </a:lnTo>
                  <a:lnTo>
                    <a:pt x="5116644" y="1804901"/>
                  </a:lnTo>
                  <a:lnTo>
                    <a:pt x="5117340" y="1810669"/>
                  </a:lnTo>
                  <a:lnTo>
                    <a:pt x="5118036" y="1816020"/>
                  </a:lnTo>
                  <a:lnTo>
                    <a:pt x="5118732" y="1821371"/>
                  </a:lnTo>
                  <a:lnTo>
                    <a:pt x="5119365" y="1826954"/>
                  </a:lnTo>
                  <a:lnTo>
                    <a:pt x="5134434" y="1826954"/>
                  </a:lnTo>
                  <a:lnTo>
                    <a:pt x="5134744" y="1822924"/>
                  </a:lnTo>
                  <a:lnTo>
                    <a:pt x="5135440" y="1814612"/>
                  </a:lnTo>
                  <a:lnTo>
                    <a:pt x="5136137" y="1805615"/>
                  </a:lnTo>
                  <a:lnTo>
                    <a:pt x="5136833" y="1798015"/>
                  </a:lnTo>
                  <a:lnTo>
                    <a:pt x="5137529" y="1790842"/>
                  </a:lnTo>
                  <a:lnTo>
                    <a:pt x="5138225" y="1781662"/>
                  </a:lnTo>
                  <a:lnTo>
                    <a:pt x="5138921" y="1771281"/>
                  </a:lnTo>
                  <a:lnTo>
                    <a:pt x="5139617" y="1761172"/>
                  </a:lnTo>
                  <a:lnTo>
                    <a:pt x="5140314" y="1751095"/>
                  </a:lnTo>
                  <a:lnTo>
                    <a:pt x="5141010" y="1742498"/>
                  </a:lnTo>
                  <a:lnTo>
                    <a:pt x="5141706" y="1735126"/>
                  </a:lnTo>
                  <a:lnTo>
                    <a:pt x="5142402" y="1727656"/>
                  </a:lnTo>
                  <a:lnTo>
                    <a:pt x="5143098" y="1716928"/>
                  </a:lnTo>
                  <a:lnTo>
                    <a:pt x="5143795" y="1704270"/>
                  </a:lnTo>
                  <a:lnTo>
                    <a:pt x="5144491" y="1692511"/>
                  </a:lnTo>
                  <a:lnTo>
                    <a:pt x="5145187" y="1683138"/>
                  </a:lnTo>
                  <a:lnTo>
                    <a:pt x="5145883" y="1674170"/>
                  </a:lnTo>
                  <a:lnTo>
                    <a:pt x="5146579" y="1668850"/>
                  </a:lnTo>
                  <a:lnTo>
                    <a:pt x="5147275" y="1663231"/>
                  </a:lnTo>
                  <a:lnTo>
                    <a:pt x="5147972" y="1659464"/>
                  </a:lnTo>
                  <a:lnTo>
                    <a:pt x="5148668" y="1658768"/>
                  </a:lnTo>
                  <a:lnTo>
                    <a:pt x="5149364" y="1658523"/>
                  </a:lnTo>
                  <a:lnTo>
                    <a:pt x="5150060" y="1658279"/>
                  </a:lnTo>
                  <a:lnTo>
                    <a:pt x="5150756" y="1659149"/>
                  </a:lnTo>
                  <a:lnTo>
                    <a:pt x="5151452" y="1660384"/>
                  </a:lnTo>
                  <a:lnTo>
                    <a:pt x="5152149" y="1663140"/>
                  </a:lnTo>
                  <a:lnTo>
                    <a:pt x="5152845" y="1666595"/>
                  </a:lnTo>
                  <a:lnTo>
                    <a:pt x="5153541" y="1673039"/>
                  </a:lnTo>
                  <a:lnTo>
                    <a:pt x="5154237" y="1681900"/>
                  </a:lnTo>
                  <a:lnTo>
                    <a:pt x="5154933" y="1692000"/>
                  </a:lnTo>
                  <a:lnTo>
                    <a:pt x="5155630" y="1701198"/>
                  </a:lnTo>
                  <a:lnTo>
                    <a:pt x="5156326" y="1710191"/>
                  </a:lnTo>
                  <a:lnTo>
                    <a:pt x="5157022" y="1716970"/>
                  </a:lnTo>
                  <a:lnTo>
                    <a:pt x="5157718" y="1725417"/>
                  </a:lnTo>
                  <a:lnTo>
                    <a:pt x="5158414" y="1736031"/>
                  </a:lnTo>
                  <a:lnTo>
                    <a:pt x="5159110" y="1746803"/>
                  </a:lnTo>
                  <a:lnTo>
                    <a:pt x="5159807" y="1758803"/>
                  </a:lnTo>
                  <a:lnTo>
                    <a:pt x="5160503" y="1772709"/>
                  </a:lnTo>
                  <a:lnTo>
                    <a:pt x="5161199" y="1786977"/>
                  </a:lnTo>
                  <a:lnTo>
                    <a:pt x="5161895" y="1801630"/>
                  </a:lnTo>
                  <a:lnTo>
                    <a:pt x="5162591" y="1816440"/>
                  </a:lnTo>
                  <a:lnTo>
                    <a:pt x="5163117" y="1826954"/>
                  </a:lnTo>
                  <a:lnTo>
                    <a:pt x="5211392" y="1826954"/>
                  </a:lnTo>
                  <a:lnTo>
                    <a:pt x="5212020" y="1814738"/>
                  </a:lnTo>
                  <a:lnTo>
                    <a:pt x="5212716" y="1802514"/>
                  </a:lnTo>
                  <a:lnTo>
                    <a:pt x="5213412" y="1789387"/>
                  </a:lnTo>
                  <a:lnTo>
                    <a:pt x="5214108" y="1777014"/>
                  </a:lnTo>
                  <a:lnTo>
                    <a:pt x="5214804" y="1765620"/>
                  </a:lnTo>
                  <a:lnTo>
                    <a:pt x="5215501" y="1754227"/>
                  </a:lnTo>
                  <a:lnTo>
                    <a:pt x="5216197" y="1739838"/>
                  </a:lnTo>
                  <a:lnTo>
                    <a:pt x="5216893" y="1724604"/>
                  </a:lnTo>
                  <a:lnTo>
                    <a:pt x="5217589" y="1708212"/>
                  </a:lnTo>
                  <a:lnTo>
                    <a:pt x="5218285" y="1693362"/>
                  </a:lnTo>
                  <a:lnTo>
                    <a:pt x="5218981" y="1679760"/>
                  </a:lnTo>
                  <a:lnTo>
                    <a:pt x="5219678" y="1668107"/>
                  </a:lnTo>
                  <a:lnTo>
                    <a:pt x="5220374" y="1656453"/>
                  </a:lnTo>
                  <a:lnTo>
                    <a:pt x="5221070" y="1644799"/>
                  </a:lnTo>
                  <a:lnTo>
                    <a:pt x="5221766" y="1633145"/>
                  </a:lnTo>
                  <a:lnTo>
                    <a:pt x="5222462" y="1622177"/>
                  </a:lnTo>
                  <a:lnTo>
                    <a:pt x="5223159" y="1611774"/>
                  </a:lnTo>
                  <a:lnTo>
                    <a:pt x="5223855" y="1604956"/>
                  </a:lnTo>
                  <a:lnTo>
                    <a:pt x="5224551" y="1599656"/>
                  </a:lnTo>
                  <a:lnTo>
                    <a:pt x="5225247" y="1596565"/>
                  </a:lnTo>
                  <a:lnTo>
                    <a:pt x="5225943" y="1594453"/>
                  </a:lnTo>
                  <a:lnTo>
                    <a:pt x="5226639" y="1595878"/>
                  </a:lnTo>
                  <a:lnTo>
                    <a:pt x="5227336" y="1596691"/>
                  </a:lnTo>
                  <a:lnTo>
                    <a:pt x="5228032" y="1599507"/>
                  </a:lnTo>
                  <a:lnTo>
                    <a:pt x="5228728" y="1602842"/>
                  </a:lnTo>
                  <a:lnTo>
                    <a:pt x="5229424" y="1606177"/>
                  </a:lnTo>
                  <a:lnTo>
                    <a:pt x="5230120" y="1609513"/>
                  </a:lnTo>
                  <a:lnTo>
                    <a:pt x="5230816" y="1612848"/>
                  </a:lnTo>
                  <a:lnTo>
                    <a:pt x="5231513" y="1615596"/>
                  </a:lnTo>
                  <a:lnTo>
                    <a:pt x="5232209" y="1616494"/>
                  </a:lnTo>
                  <a:lnTo>
                    <a:pt x="5232905" y="1617060"/>
                  </a:lnTo>
                  <a:lnTo>
                    <a:pt x="5233601" y="1617060"/>
                  </a:lnTo>
                  <a:lnTo>
                    <a:pt x="5234297" y="1615835"/>
                  </a:lnTo>
                  <a:lnTo>
                    <a:pt x="5234994" y="1613603"/>
                  </a:lnTo>
                  <a:lnTo>
                    <a:pt x="5235690" y="1607864"/>
                  </a:lnTo>
                  <a:lnTo>
                    <a:pt x="5236386" y="1601680"/>
                  </a:lnTo>
                  <a:lnTo>
                    <a:pt x="5237082" y="1595370"/>
                  </a:lnTo>
                  <a:lnTo>
                    <a:pt x="5237778" y="1589314"/>
                  </a:lnTo>
                  <a:lnTo>
                    <a:pt x="5238474" y="1582043"/>
                  </a:lnTo>
                  <a:lnTo>
                    <a:pt x="5239171" y="1573762"/>
                  </a:lnTo>
                  <a:lnTo>
                    <a:pt x="5239867" y="1563047"/>
                  </a:lnTo>
                  <a:lnTo>
                    <a:pt x="5240563" y="1549822"/>
                  </a:lnTo>
                  <a:lnTo>
                    <a:pt x="5241259" y="1537501"/>
                  </a:lnTo>
                  <a:lnTo>
                    <a:pt x="5241955" y="1524066"/>
                  </a:lnTo>
                  <a:lnTo>
                    <a:pt x="5242651" y="1511856"/>
                  </a:lnTo>
                  <a:lnTo>
                    <a:pt x="5243348" y="1501416"/>
                  </a:lnTo>
                  <a:lnTo>
                    <a:pt x="5244044" y="1492917"/>
                  </a:lnTo>
                  <a:lnTo>
                    <a:pt x="5244740" y="1485529"/>
                  </a:lnTo>
                  <a:lnTo>
                    <a:pt x="5245436" y="1477515"/>
                  </a:lnTo>
                  <a:lnTo>
                    <a:pt x="5246132" y="1470295"/>
                  </a:lnTo>
                  <a:lnTo>
                    <a:pt x="5246828" y="1463203"/>
                  </a:lnTo>
                  <a:lnTo>
                    <a:pt x="5247525" y="1455312"/>
                  </a:lnTo>
                  <a:lnTo>
                    <a:pt x="5248221" y="1447417"/>
                  </a:lnTo>
                  <a:lnTo>
                    <a:pt x="5248917" y="1440776"/>
                  </a:lnTo>
                  <a:lnTo>
                    <a:pt x="5249613" y="1434640"/>
                  </a:lnTo>
                  <a:lnTo>
                    <a:pt x="5250309" y="1429760"/>
                  </a:lnTo>
                  <a:lnTo>
                    <a:pt x="5251006" y="1425809"/>
                  </a:lnTo>
                  <a:lnTo>
                    <a:pt x="5251702" y="1425215"/>
                  </a:lnTo>
                  <a:lnTo>
                    <a:pt x="5252398" y="1426259"/>
                  </a:lnTo>
                  <a:lnTo>
                    <a:pt x="5253094" y="1427543"/>
                  </a:lnTo>
                  <a:lnTo>
                    <a:pt x="5253790" y="1427856"/>
                  </a:lnTo>
                  <a:lnTo>
                    <a:pt x="5254486" y="1427788"/>
                  </a:lnTo>
                  <a:lnTo>
                    <a:pt x="5255183" y="1428469"/>
                  </a:lnTo>
                  <a:lnTo>
                    <a:pt x="5255879" y="1429447"/>
                  </a:lnTo>
                  <a:lnTo>
                    <a:pt x="5256575" y="1430728"/>
                  </a:lnTo>
                  <a:lnTo>
                    <a:pt x="5257271" y="1433277"/>
                  </a:lnTo>
                  <a:lnTo>
                    <a:pt x="5257967" y="1436159"/>
                  </a:lnTo>
                  <a:lnTo>
                    <a:pt x="5258663" y="1441387"/>
                  </a:lnTo>
                  <a:lnTo>
                    <a:pt x="5259360" y="1447604"/>
                  </a:lnTo>
                  <a:lnTo>
                    <a:pt x="5260056" y="1450486"/>
                  </a:lnTo>
                  <a:lnTo>
                    <a:pt x="5260752" y="1452222"/>
                  </a:lnTo>
                  <a:lnTo>
                    <a:pt x="5261448" y="1454461"/>
                  </a:lnTo>
                  <a:lnTo>
                    <a:pt x="5262144" y="1454086"/>
                  </a:lnTo>
                  <a:lnTo>
                    <a:pt x="5262841" y="1456166"/>
                  </a:lnTo>
                  <a:lnTo>
                    <a:pt x="5263537" y="1458538"/>
                  </a:lnTo>
                  <a:lnTo>
                    <a:pt x="5264233" y="1461082"/>
                  </a:lnTo>
                  <a:lnTo>
                    <a:pt x="5264929" y="1463625"/>
                  </a:lnTo>
                  <a:lnTo>
                    <a:pt x="5265625" y="1466756"/>
                  </a:lnTo>
                  <a:lnTo>
                    <a:pt x="5266321" y="1469299"/>
                  </a:lnTo>
                  <a:lnTo>
                    <a:pt x="5267018" y="1471843"/>
                  </a:lnTo>
                  <a:lnTo>
                    <a:pt x="5267714" y="1475790"/>
                  </a:lnTo>
                  <a:lnTo>
                    <a:pt x="5268410" y="1479537"/>
                  </a:lnTo>
                  <a:lnTo>
                    <a:pt x="5269106" y="1482866"/>
                  </a:lnTo>
                  <a:lnTo>
                    <a:pt x="5269802" y="1485000"/>
                  </a:lnTo>
                  <a:lnTo>
                    <a:pt x="5270498" y="1488601"/>
                  </a:lnTo>
                  <a:lnTo>
                    <a:pt x="5271195" y="1495454"/>
                  </a:lnTo>
                  <a:lnTo>
                    <a:pt x="5271891" y="1502753"/>
                  </a:lnTo>
                  <a:lnTo>
                    <a:pt x="5272587" y="1509969"/>
                  </a:lnTo>
                  <a:lnTo>
                    <a:pt x="5273283" y="1515331"/>
                  </a:lnTo>
                  <a:lnTo>
                    <a:pt x="5273979" y="1521063"/>
                  </a:lnTo>
                  <a:lnTo>
                    <a:pt x="5274675" y="1526365"/>
                  </a:lnTo>
                  <a:lnTo>
                    <a:pt x="5275372" y="1533296"/>
                  </a:lnTo>
                  <a:lnTo>
                    <a:pt x="5276068" y="1542051"/>
                  </a:lnTo>
                  <a:lnTo>
                    <a:pt x="5276764" y="1550923"/>
                  </a:lnTo>
                  <a:lnTo>
                    <a:pt x="5277460" y="1560575"/>
                  </a:lnTo>
                  <a:lnTo>
                    <a:pt x="5278156" y="1569566"/>
                  </a:lnTo>
                  <a:lnTo>
                    <a:pt x="5278853" y="1579426"/>
                  </a:lnTo>
                  <a:lnTo>
                    <a:pt x="5279549" y="1588386"/>
                  </a:lnTo>
                  <a:lnTo>
                    <a:pt x="5280245" y="1598329"/>
                  </a:lnTo>
                  <a:lnTo>
                    <a:pt x="5280941" y="1608681"/>
                  </a:lnTo>
                  <a:lnTo>
                    <a:pt x="5281637" y="1618458"/>
                  </a:lnTo>
                  <a:lnTo>
                    <a:pt x="5282333" y="1628974"/>
                  </a:lnTo>
                  <a:lnTo>
                    <a:pt x="5283030" y="1640760"/>
                  </a:lnTo>
                  <a:lnTo>
                    <a:pt x="5283726" y="1652980"/>
                  </a:lnTo>
                  <a:lnTo>
                    <a:pt x="5284422" y="1665264"/>
                  </a:lnTo>
                  <a:lnTo>
                    <a:pt x="5285118" y="1677548"/>
                  </a:lnTo>
                  <a:lnTo>
                    <a:pt x="5285814" y="1688578"/>
                  </a:lnTo>
                  <a:lnTo>
                    <a:pt x="5286510" y="1698261"/>
                  </a:lnTo>
                  <a:lnTo>
                    <a:pt x="5287207" y="1707582"/>
                  </a:lnTo>
                  <a:lnTo>
                    <a:pt x="5287903" y="1716111"/>
                  </a:lnTo>
                  <a:lnTo>
                    <a:pt x="5288599" y="1725557"/>
                  </a:lnTo>
                  <a:lnTo>
                    <a:pt x="5289295" y="1734432"/>
                  </a:lnTo>
                  <a:lnTo>
                    <a:pt x="5289991" y="1743724"/>
                  </a:lnTo>
                  <a:lnTo>
                    <a:pt x="5290688" y="1752413"/>
                  </a:lnTo>
                  <a:lnTo>
                    <a:pt x="5291384" y="1760804"/>
                  </a:lnTo>
                  <a:lnTo>
                    <a:pt x="5292080" y="1767943"/>
                  </a:lnTo>
                  <a:lnTo>
                    <a:pt x="5292776" y="1773812"/>
                  </a:lnTo>
                  <a:lnTo>
                    <a:pt x="5293472" y="1778920"/>
                  </a:lnTo>
                  <a:lnTo>
                    <a:pt x="5294168" y="1781682"/>
                  </a:lnTo>
                  <a:lnTo>
                    <a:pt x="5294865" y="1782974"/>
                  </a:lnTo>
                  <a:lnTo>
                    <a:pt x="5295561" y="1786660"/>
                  </a:lnTo>
                  <a:lnTo>
                    <a:pt x="5296257" y="1790905"/>
                  </a:lnTo>
                  <a:lnTo>
                    <a:pt x="5296953" y="1794202"/>
                  </a:lnTo>
                  <a:lnTo>
                    <a:pt x="5297649" y="1798526"/>
                  </a:lnTo>
                  <a:lnTo>
                    <a:pt x="5298345" y="1802317"/>
                  </a:lnTo>
                  <a:lnTo>
                    <a:pt x="5299042" y="1804441"/>
                  </a:lnTo>
                  <a:lnTo>
                    <a:pt x="5299738" y="1806448"/>
                  </a:lnTo>
                  <a:lnTo>
                    <a:pt x="5300434" y="1808989"/>
                  </a:lnTo>
                  <a:lnTo>
                    <a:pt x="5301130" y="1810943"/>
                  </a:lnTo>
                  <a:lnTo>
                    <a:pt x="5301826" y="1814070"/>
                  </a:lnTo>
                  <a:lnTo>
                    <a:pt x="5302523" y="1817644"/>
                  </a:lnTo>
                  <a:lnTo>
                    <a:pt x="5303219" y="1821217"/>
                  </a:lnTo>
                  <a:lnTo>
                    <a:pt x="5303915" y="1825324"/>
                  </a:lnTo>
                  <a:lnTo>
                    <a:pt x="5304166" y="1826954"/>
                  </a:lnTo>
                  <a:lnTo>
                    <a:pt x="5335499" y="1826954"/>
                  </a:lnTo>
                  <a:lnTo>
                    <a:pt x="5335939" y="1824608"/>
                  </a:lnTo>
                  <a:lnTo>
                    <a:pt x="5336635" y="1820900"/>
                  </a:lnTo>
                  <a:lnTo>
                    <a:pt x="5337331" y="1816604"/>
                  </a:lnTo>
                  <a:lnTo>
                    <a:pt x="5338027" y="1811862"/>
                  </a:lnTo>
                  <a:lnTo>
                    <a:pt x="5338724" y="1809088"/>
                  </a:lnTo>
                  <a:lnTo>
                    <a:pt x="5339420" y="1807113"/>
                  </a:lnTo>
                  <a:lnTo>
                    <a:pt x="5340116" y="1804572"/>
                  </a:lnTo>
                  <a:lnTo>
                    <a:pt x="5340812" y="1802032"/>
                  </a:lnTo>
                  <a:lnTo>
                    <a:pt x="5341508" y="1799491"/>
                  </a:lnTo>
                  <a:lnTo>
                    <a:pt x="5342204" y="1795699"/>
                  </a:lnTo>
                  <a:lnTo>
                    <a:pt x="5342901" y="1792473"/>
                  </a:lnTo>
                  <a:lnTo>
                    <a:pt x="5343597" y="1791085"/>
                  </a:lnTo>
                  <a:lnTo>
                    <a:pt x="5344293" y="1789834"/>
                  </a:lnTo>
                  <a:lnTo>
                    <a:pt x="5344989" y="1789148"/>
                  </a:lnTo>
                  <a:lnTo>
                    <a:pt x="5345685" y="1787897"/>
                  </a:lnTo>
                  <a:lnTo>
                    <a:pt x="5346382" y="1786645"/>
                  </a:lnTo>
                  <a:lnTo>
                    <a:pt x="5347078" y="1785960"/>
                  </a:lnTo>
                  <a:lnTo>
                    <a:pt x="5347774" y="1785960"/>
                  </a:lnTo>
                  <a:lnTo>
                    <a:pt x="5348470" y="1785959"/>
                  </a:lnTo>
                  <a:lnTo>
                    <a:pt x="5349166" y="1785959"/>
                  </a:lnTo>
                  <a:lnTo>
                    <a:pt x="5349862" y="1785394"/>
                  </a:lnTo>
                  <a:lnTo>
                    <a:pt x="5350559" y="1784828"/>
                  </a:lnTo>
                  <a:lnTo>
                    <a:pt x="5351255" y="1784262"/>
                  </a:lnTo>
                  <a:lnTo>
                    <a:pt x="5351951" y="1784262"/>
                  </a:lnTo>
                  <a:lnTo>
                    <a:pt x="5352647" y="1784262"/>
                  </a:lnTo>
                  <a:lnTo>
                    <a:pt x="5353343" y="1784262"/>
                  </a:lnTo>
                  <a:lnTo>
                    <a:pt x="5354039" y="1785115"/>
                  </a:lnTo>
                  <a:lnTo>
                    <a:pt x="5354736" y="1788667"/>
                  </a:lnTo>
                  <a:lnTo>
                    <a:pt x="5355432" y="1791653"/>
                  </a:lnTo>
                  <a:lnTo>
                    <a:pt x="5356128" y="1795226"/>
                  </a:lnTo>
                  <a:lnTo>
                    <a:pt x="5356824" y="1798800"/>
                  </a:lnTo>
                  <a:lnTo>
                    <a:pt x="5357520" y="1803472"/>
                  </a:lnTo>
                  <a:lnTo>
                    <a:pt x="5358217" y="1807046"/>
                  </a:lnTo>
                  <a:lnTo>
                    <a:pt x="5358913" y="1810619"/>
                  </a:lnTo>
                  <a:lnTo>
                    <a:pt x="5359609" y="1814280"/>
                  </a:lnTo>
                  <a:lnTo>
                    <a:pt x="5360305" y="1818746"/>
                  </a:lnTo>
                  <a:lnTo>
                    <a:pt x="5361001" y="1824074"/>
                  </a:lnTo>
                  <a:lnTo>
                    <a:pt x="5361348" y="1826954"/>
                  </a:lnTo>
                  <a:lnTo>
                    <a:pt x="5401894" y="1826954"/>
                  </a:lnTo>
                  <a:lnTo>
                    <a:pt x="5402076" y="1826325"/>
                  </a:lnTo>
                  <a:lnTo>
                    <a:pt x="5402772" y="1823912"/>
                  </a:lnTo>
                  <a:lnTo>
                    <a:pt x="5403468" y="1821363"/>
                  </a:lnTo>
                  <a:lnTo>
                    <a:pt x="5404164" y="1818813"/>
                  </a:lnTo>
                  <a:lnTo>
                    <a:pt x="5404860" y="1816264"/>
                  </a:lnTo>
                  <a:lnTo>
                    <a:pt x="5405556" y="1813029"/>
                  </a:lnTo>
                  <a:lnTo>
                    <a:pt x="5406253" y="1810212"/>
                  </a:lnTo>
                  <a:lnTo>
                    <a:pt x="5406949" y="1807394"/>
                  </a:lnTo>
                  <a:lnTo>
                    <a:pt x="5407645" y="1805111"/>
                  </a:lnTo>
                  <a:lnTo>
                    <a:pt x="5408341" y="1803558"/>
                  </a:lnTo>
                  <a:lnTo>
                    <a:pt x="5409037" y="1800006"/>
                  </a:lnTo>
                  <a:lnTo>
                    <a:pt x="5409733" y="1796454"/>
                  </a:lnTo>
                  <a:lnTo>
                    <a:pt x="5410430" y="1793914"/>
                  </a:lnTo>
                  <a:lnTo>
                    <a:pt x="5411126" y="1791373"/>
                  </a:lnTo>
                  <a:lnTo>
                    <a:pt x="5411822" y="1789398"/>
                  </a:lnTo>
                  <a:lnTo>
                    <a:pt x="5412518" y="1787423"/>
                  </a:lnTo>
                  <a:lnTo>
                    <a:pt x="5413214" y="1785449"/>
                  </a:lnTo>
                  <a:lnTo>
                    <a:pt x="5413911" y="1783354"/>
                  </a:lnTo>
                  <a:lnTo>
                    <a:pt x="5414607" y="1781258"/>
                  </a:lnTo>
                  <a:lnTo>
                    <a:pt x="5415303" y="1779038"/>
                  </a:lnTo>
                  <a:lnTo>
                    <a:pt x="5415999" y="1775103"/>
                  </a:lnTo>
                  <a:lnTo>
                    <a:pt x="5416695" y="1770019"/>
                  </a:lnTo>
                  <a:lnTo>
                    <a:pt x="5417391" y="1765469"/>
                  </a:lnTo>
                  <a:lnTo>
                    <a:pt x="5418088" y="1760918"/>
                  </a:lnTo>
                  <a:lnTo>
                    <a:pt x="5418784" y="1756737"/>
                  </a:lnTo>
                  <a:lnTo>
                    <a:pt x="5419480" y="1754128"/>
                  </a:lnTo>
                  <a:lnTo>
                    <a:pt x="5420176" y="1751936"/>
                  </a:lnTo>
                  <a:lnTo>
                    <a:pt x="5420872" y="1750079"/>
                  </a:lnTo>
                  <a:lnTo>
                    <a:pt x="5421568" y="1748911"/>
                  </a:lnTo>
                  <a:lnTo>
                    <a:pt x="5422265" y="1747298"/>
                  </a:lnTo>
                  <a:lnTo>
                    <a:pt x="5422961" y="1748001"/>
                  </a:lnTo>
                  <a:lnTo>
                    <a:pt x="5423657" y="1748588"/>
                  </a:lnTo>
                  <a:lnTo>
                    <a:pt x="5424353" y="1748588"/>
                  </a:lnTo>
                  <a:lnTo>
                    <a:pt x="5425049" y="1749709"/>
                  </a:lnTo>
                  <a:lnTo>
                    <a:pt x="5425746" y="1750339"/>
                  </a:lnTo>
                  <a:lnTo>
                    <a:pt x="5426442" y="1753457"/>
                  </a:lnTo>
                  <a:lnTo>
                    <a:pt x="5427138" y="1757247"/>
                  </a:lnTo>
                  <a:lnTo>
                    <a:pt x="5427834" y="1761038"/>
                  </a:lnTo>
                  <a:lnTo>
                    <a:pt x="5428530" y="1764829"/>
                  </a:lnTo>
                  <a:lnTo>
                    <a:pt x="5429226" y="1767604"/>
                  </a:lnTo>
                  <a:lnTo>
                    <a:pt x="5429923" y="1770378"/>
                  </a:lnTo>
                  <a:lnTo>
                    <a:pt x="5430619" y="1772682"/>
                  </a:lnTo>
                  <a:lnTo>
                    <a:pt x="5431315" y="1774392"/>
                  </a:lnTo>
                  <a:lnTo>
                    <a:pt x="5432011" y="1776086"/>
                  </a:lnTo>
                  <a:lnTo>
                    <a:pt x="5432707" y="1778209"/>
                  </a:lnTo>
                  <a:lnTo>
                    <a:pt x="5433403" y="1778332"/>
                  </a:lnTo>
                  <a:lnTo>
                    <a:pt x="5434100" y="1778332"/>
                  </a:lnTo>
                  <a:lnTo>
                    <a:pt x="5434796" y="1778332"/>
                  </a:lnTo>
                  <a:lnTo>
                    <a:pt x="5435492" y="1778332"/>
                  </a:lnTo>
                  <a:lnTo>
                    <a:pt x="5436188" y="1778332"/>
                  </a:lnTo>
                  <a:lnTo>
                    <a:pt x="5436884" y="1778761"/>
                  </a:lnTo>
                  <a:lnTo>
                    <a:pt x="5437580" y="1778761"/>
                  </a:lnTo>
                  <a:lnTo>
                    <a:pt x="5438277" y="1779190"/>
                  </a:lnTo>
                  <a:lnTo>
                    <a:pt x="5438973" y="1778761"/>
                  </a:lnTo>
                  <a:lnTo>
                    <a:pt x="5439669" y="1778760"/>
                  </a:lnTo>
                  <a:lnTo>
                    <a:pt x="5440365" y="1778760"/>
                  </a:lnTo>
                  <a:lnTo>
                    <a:pt x="5441061" y="1778760"/>
                  </a:lnTo>
                  <a:lnTo>
                    <a:pt x="5441758" y="1777913"/>
                  </a:lnTo>
                  <a:lnTo>
                    <a:pt x="5442454" y="1776596"/>
                  </a:lnTo>
                  <a:lnTo>
                    <a:pt x="5443150" y="1774745"/>
                  </a:lnTo>
                  <a:lnTo>
                    <a:pt x="5443846" y="1772848"/>
                  </a:lnTo>
                  <a:lnTo>
                    <a:pt x="5444542" y="1772951"/>
                  </a:lnTo>
                  <a:lnTo>
                    <a:pt x="5445238" y="1773524"/>
                  </a:lnTo>
                  <a:lnTo>
                    <a:pt x="5445935" y="1774082"/>
                  </a:lnTo>
                  <a:lnTo>
                    <a:pt x="5446631" y="1774209"/>
                  </a:lnTo>
                  <a:lnTo>
                    <a:pt x="5447327" y="1773771"/>
                  </a:lnTo>
                  <a:lnTo>
                    <a:pt x="5448023" y="1773333"/>
                  </a:lnTo>
                  <a:lnTo>
                    <a:pt x="5448719" y="1772425"/>
                  </a:lnTo>
                  <a:lnTo>
                    <a:pt x="5449415" y="1772082"/>
                  </a:lnTo>
                  <a:lnTo>
                    <a:pt x="5450112" y="1771739"/>
                  </a:lnTo>
                  <a:lnTo>
                    <a:pt x="5450808" y="1771523"/>
                  </a:lnTo>
                  <a:lnTo>
                    <a:pt x="5451504" y="1773606"/>
                  </a:lnTo>
                  <a:lnTo>
                    <a:pt x="5452200" y="1776840"/>
                  </a:lnTo>
                  <a:lnTo>
                    <a:pt x="5452896" y="1780544"/>
                  </a:lnTo>
                  <a:lnTo>
                    <a:pt x="5453593" y="1784677"/>
                  </a:lnTo>
                  <a:lnTo>
                    <a:pt x="5454289" y="1788440"/>
                  </a:lnTo>
                  <a:lnTo>
                    <a:pt x="5454985" y="1790633"/>
                  </a:lnTo>
                  <a:lnTo>
                    <a:pt x="5455681" y="1792395"/>
                  </a:lnTo>
                  <a:lnTo>
                    <a:pt x="5456377" y="1794254"/>
                  </a:lnTo>
                  <a:lnTo>
                    <a:pt x="5457073" y="1796112"/>
                  </a:lnTo>
                  <a:lnTo>
                    <a:pt x="5457770" y="1798416"/>
                  </a:lnTo>
                  <a:lnTo>
                    <a:pt x="5458466" y="1800720"/>
                  </a:lnTo>
                  <a:lnTo>
                    <a:pt x="5459162" y="1803023"/>
                  </a:lnTo>
                  <a:lnTo>
                    <a:pt x="5459858" y="1805914"/>
                  </a:lnTo>
                  <a:lnTo>
                    <a:pt x="5460554" y="1808217"/>
                  </a:lnTo>
                  <a:lnTo>
                    <a:pt x="5461250" y="1810949"/>
                  </a:lnTo>
                  <a:lnTo>
                    <a:pt x="5461947" y="1811192"/>
                  </a:lnTo>
                  <a:lnTo>
                    <a:pt x="5462643" y="1810763"/>
                  </a:lnTo>
                  <a:lnTo>
                    <a:pt x="5463339" y="1810333"/>
                  </a:lnTo>
                  <a:lnTo>
                    <a:pt x="5464035" y="1809433"/>
                  </a:lnTo>
                  <a:lnTo>
                    <a:pt x="5464731" y="1808963"/>
                  </a:lnTo>
                  <a:lnTo>
                    <a:pt x="5465428" y="1808492"/>
                  </a:lnTo>
                  <a:lnTo>
                    <a:pt x="5466124" y="1808492"/>
                  </a:lnTo>
                  <a:lnTo>
                    <a:pt x="5466820" y="1808021"/>
                  </a:lnTo>
                  <a:lnTo>
                    <a:pt x="5467516" y="1807551"/>
                  </a:lnTo>
                  <a:lnTo>
                    <a:pt x="5468212" y="1806651"/>
                  </a:lnTo>
                  <a:lnTo>
                    <a:pt x="5468908" y="1805751"/>
                  </a:lnTo>
                  <a:lnTo>
                    <a:pt x="5469605" y="1805614"/>
                  </a:lnTo>
                  <a:lnTo>
                    <a:pt x="5470301" y="1803074"/>
                  </a:lnTo>
                  <a:lnTo>
                    <a:pt x="5470997" y="1801380"/>
                  </a:lnTo>
                  <a:lnTo>
                    <a:pt x="5471693" y="1799269"/>
                  </a:lnTo>
                  <a:lnTo>
                    <a:pt x="5472389" y="1796728"/>
                  </a:lnTo>
                  <a:lnTo>
                    <a:pt x="5473085" y="1795035"/>
                  </a:lnTo>
                  <a:lnTo>
                    <a:pt x="5473782" y="1791448"/>
                  </a:lnTo>
                  <a:lnTo>
                    <a:pt x="5474478" y="1787553"/>
                  </a:lnTo>
                  <a:lnTo>
                    <a:pt x="5475174" y="1783229"/>
                  </a:lnTo>
                  <a:lnTo>
                    <a:pt x="5475870" y="1778487"/>
                  </a:lnTo>
                  <a:lnTo>
                    <a:pt x="5476566" y="1773746"/>
                  </a:lnTo>
                  <a:lnTo>
                    <a:pt x="5477262" y="1769434"/>
                  </a:lnTo>
                  <a:lnTo>
                    <a:pt x="5477959" y="1765593"/>
                  </a:lnTo>
                  <a:lnTo>
                    <a:pt x="5478655" y="1761752"/>
                  </a:lnTo>
                  <a:lnTo>
                    <a:pt x="5479351" y="1757910"/>
                  </a:lnTo>
                  <a:lnTo>
                    <a:pt x="5480047" y="1753743"/>
                  </a:lnTo>
                  <a:lnTo>
                    <a:pt x="5480743" y="1751202"/>
                  </a:lnTo>
                  <a:lnTo>
                    <a:pt x="5481440" y="1747427"/>
                  </a:lnTo>
                  <a:lnTo>
                    <a:pt x="5482136" y="1744415"/>
                  </a:lnTo>
                  <a:lnTo>
                    <a:pt x="5482832" y="1741404"/>
                  </a:lnTo>
                  <a:lnTo>
                    <a:pt x="5483528" y="1738059"/>
                  </a:lnTo>
                  <a:lnTo>
                    <a:pt x="5484224" y="1736789"/>
                  </a:lnTo>
                  <a:lnTo>
                    <a:pt x="5484920" y="1736237"/>
                  </a:lnTo>
                  <a:lnTo>
                    <a:pt x="5485617" y="1735684"/>
                  </a:lnTo>
                  <a:lnTo>
                    <a:pt x="5486313" y="1735132"/>
                  </a:lnTo>
                  <a:lnTo>
                    <a:pt x="5487009" y="1734579"/>
                  </a:lnTo>
                  <a:lnTo>
                    <a:pt x="5487705" y="1734026"/>
                  </a:lnTo>
                  <a:lnTo>
                    <a:pt x="5488401" y="1733556"/>
                  </a:lnTo>
                  <a:lnTo>
                    <a:pt x="5489097" y="1732656"/>
                  </a:lnTo>
                  <a:lnTo>
                    <a:pt x="5489794" y="1732226"/>
                  </a:lnTo>
                  <a:lnTo>
                    <a:pt x="5490490" y="1731797"/>
                  </a:lnTo>
                  <a:lnTo>
                    <a:pt x="5491186" y="1731797"/>
                  </a:lnTo>
                  <a:lnTo>
                    <a:pt x="5491882" y="1732267"/>
                  </a:lnTo>
                  <a:lnTo>
                    <a:pt x="5492578" y="1732267"/>
                  </a:lnTo>
                  <a:lnTo>
                    <a:pt x="5493275" y="1732267"/>
                  </a:lnTo>
                  <a:lnTo>
                    <a:pt x="5493971" y="1732267"/>
                  </a:lnTo>
                  <a:lnTo>
                    <a:pt x="5494667" y="1732267"/>
                  </a:lnTo>
                  <a:lnTo>
                    <a:pt x="5495363" y="1732267"/>
                  </a:lnTo>
                  <a:lnTo>
                    <a:pt x="5496059" y="1732737"/>
                  </a:lnTo>
                  <a:lnTo>
                    <a:pt x="5496755" y="1732737"/>
                  </a:lnTo>
                  <a:lnTo>
                    <a:pt x="5497452" y="1733167"/>
                  </a:lnTo>
                  <a:lnTo>
                    <a:pt x="5498148" y="1734014"/>
                  </a:lnTo>
                  <a:lnTo>
                    <a:pt x="5498844" y="1734860"/>
                  </a:lnTo>
                  <a:lnTo>
                    <a:pt x="5499540" y="1736711"/>
                  </a:lnTo>
                  <a:lnTo>
                    <a:pt x="5500236" y="1738155"/>
                  </a:lnTo>
                  <a:lnTo>
                    <a:pt x="5500932" y="1737464"/>
                  </a:lnTo>
                  <a:lnTo>
                    <a:pt x="5501629" y="1736775"/>
                  </a:lnTo>
                  <a:lnTo>
                    <a:pt x="5502325" y="1733987"/>
                  </a:lnTo>
                  <a:lnTo>
                    <a:pt x="5503021" y="1731096"/>
                  </a:lnTo>
                  <a:lnTo>
                    <a:pt x="5503717" y="1728205"/>
                  </a:lnTo>
                  <a:lnTo>
                    <a:pt x="5504413" y="1725315"/>
                  </a:lnTo>
                  <a:lnTo>
                    <a:pt x="5505109" y="1722248"/>
                  </a:lnTo>
                  <a:lnTo>
                    <a:pt x="5505806" y="1722030"/>
                  </a:lnTo>
                  <a:lnTo>
                    <a:pt x="5506502" y="1720950"/>
                  </a:lnTo>
                  <a:lnTo>
                    <a:pt x="5507198" y="1720287"/>
                  </a:lnTo>
                  <a:lnTo>
                    <a:pt x="5507894" y="1719624"/>
                  </a:lnTo>
                  <a:lnTo>
                    <a:pt x="5508590" y="1717956"/>
                  </a:lnTo>
                  <a:lnTo>
                    <a:pt x="5509287" y="1717752"/>
                  </a:lnTo>
                  <a:lnTo>
                    <a:pt x="5509983" y="1717752"/>
                  </a:lnTo>
                  <a:lnTo>
                    <a:pt x="5510679" y="1718598"/>
                  </a:lnTo>
                  <a:lnTo>
                    <a:pt x="5511375" y="1721749"/>
                  </a:lnTo>
                  <a:lnTo>
                    <a:pt x="5512071" y="1724900"/>
                  </a:lnTo>
                  <a:lnTo>
                    <a:pt x="5512767" y="1730456"/>
                  </a:lnTo>
                  <a:lnTo>
                    <a:pt x="5513464" y="1736148"/>
                  </a:lnTo>
                  <a:lnTo>
                    <a:pt x="5514160" y="1741840"/>
                  </a:lnTo>
                  <a:lnTo>
                    <a:pt x="5514856" y="1747533"/>
                  </a:lnTo>
                  <a:lnTo>
                    <a:pt x="5515552" y="1753551"/>
                  </a:lnTo>
                  <a:lnTo>
                    <a:pt x="5516248" y="1756938"/>
                  </a:lnTo>
                  <a:lnTo>
                    <a:pt x="5516944" y="1761131"/>
                  </a:lnTo>
                  <a:lnTo>
                    <a:pt x="5517641" y="1764989"/>
                  </a:lnTo>
                  <a:lnTo>
                    <a:pt x="5518337" y="1768575"/>
                  </a:lnTo>
                  <a:lnTo>
                    <a:pt x="5519033" y="1770227"/>
                  </a:lnTo>
                  <a:lnTo>
                    <a:pt x="5519729" y="1770273"/>
                  </a:lnTo>
                  <a:lnTo>
                    <a:pt x="5520425" y="1769602"/>
                  </a:lnTo>
                  <a:lnTo>
                    <a:pt x="5521122" y="1768514"/>
                  </a:lnTo>
                  <a:lnTo>
                    <a:pt x="5521818" y="1766996"/>
                  </a:lnTo>
                  <a:lnTo>
                    <a:pt x="5522514" y="1765008"/>
                  </a:lnTo>
                  <a:lnTo>
                    <a:pt x="5523210" y="1762783"/>
                  </a:lnTo>
                  <a:lnTo>
                    <a:pt x="5523906" y="1758942"/>
                  </a:lnTo>
                  <a:lnTo>
                    <a:pt x="5524602" y="1755518"/>
                  </a:lnTo>
                  <a:lnTo>
                    <a:pt x="5525299" y="1751623"/>
                  </a:lnTo>
                  <a:lnTo>
                    <a:pt x="5525995" y="1747728"/>
                  </a:lnTo>
                  <a:lnTo>
                    <a:pt x="5526691" y="1743833"/>
                  </a:lnTo>
                  <a:lnTo>
                    <a:pt x="5527387" y="1739939"/>
                  </a:lnTo>
                  <a:lnTo>
                    <a:pt x="5528083" y="1737048"/>
                  </a:lnTo>
                  <a:lnTo>
                    <a:pt x="5528779" y="1734364"/>
                  </a:lnTo>
                  <a:lnTo>
                    <a:pt x="5529476" y="1734262"/>
                  </a:lnTo>
                  <a:lnTo>
                    <a:pt x="5530172" y="1734605"/>
                  </a:lnTo>
                  <a:lnTo>
                    <a:pt x="5530868" y="1734947"/>
                  </a:lnTo>
                  <a:lnTo>
                    <a:pt x="5531564" y="1735385"/>
                  </a:lnTo>
                  <a:lnTo>
                    <a:pt x="5532260" y="1735823"/>
                  </a:lnTo>
                  <a:lnTo>
                    <a:pt x="5532957" y="1735832"/>
                  </a:lnTo>
                  <a:lnTo>
                    <a:pt x="5533653" y="1736078"/>
                  </a:lnTo>
                  <a:lnTo>
                    <a:pt x="5534349" y="1737644"/>
                  </a:lnTo>
                  <a:lnTo>
                    <a:pt x="5535045" y="1739243"/>
                  </a:lnTo>
                  <a:lnTo>
                    <a:pt x="5535741" y="1740683"/>
                  </a:lnTo>
                  <a:lnTo>
                    <a:pt x="5536437" y="1744256"/>
                  </a:lnTo>
                  <a:lnTo>
                    <a:pt x="5537134" y="1747830"/>
                  </a:lnTo>
                  <a:lnTo>
                    <a:pt x="5537830" y="1753501"/>
                  </a:lnTo>
                  <a:lnTo>
                    <a:pt x="5538526" y="1759275"/>
                  </a:lnTo>
                  <a:lnTo>
                    <a:pt x="5539222" y="1765049"/>
                  </a:lnTo>
                  <a:lnTo>
                    <a:pt x="5539918" y="1770378"/>
                  </a:lnTo>
                  <a:lnTo>
                    <a:pt x="5540614" y="1774532"/>
                  </a:lnTo>
                  <a:lnTo>
                    <a:pt x="5541311" y="1777707"/>
                  </a:lnTo>
                  <a:lnTo>
                    <a:pt x="5542007" y="1781861"/>
                  </a:lnTo>
                  <a:lnTo>
                    <a:pt x="5542703" y="1786016"/>
                  </a:lnTo>
                  <a:lnTo>
                    <a:pt x="5543399" y="1789637"/>
                  </a:lnTo>
                  <a:lnTo>
                    <a:pt x="5544095" y="1793845"/>
                  </a:lnTo>
                  <a:lnTo>
                    <a:pt x="5544791" y="1798054"/>
                  </a:lnTo>
                  <a:lnTo>
                    <a:pt x="5545488" y="1802378"/>
                  </a:lnTo>
                  <a:lnTo>
                    <a:pt x="5546184" y="1805857"/>
                  </a:lnTo>
                  <a:lnTo>
                    <a:pt x="5546880" y="1807017"/>
                  </a:lnTo>
                  <a:lnTo>
                    <a:pt x="5547576" y="1807707"/>
                  </a:lnTo>
                  <a:lnTo>
                    <a:pt x="5548272" y="1805993"/>
                  </a:lnTo>
                  <a:lnTo>
                    <a:pt x="5548969" y="1804613"/>
                  </a:lnTo>
                  <a:lnTo>
                    <a:pt x="5549665" y="1803232"/>
                  </a:lnTo>
                  <a:lnTo>
                    <a:pt x="5550361" y="1801852"/>
                  </a:lnTo>
                  <a:lnTo>
                    <a:pt x="5551057" y="1800472"/>
                  </a:lnTo>
                  <a:lnTo>
                    <a:pt x="5551753" y="1800472"/>
                  </a:lnTo>
                  <a:lnTo>
                    <a:pt x="5552449" y="1800472"/>
                  </a:lnTo>
                  <a:lnTo>
                    <a:pt x="5553146" y="1800472"/>
                  </a:lnTo>
                  <a:lnTo>
                    <a:pt x="5553842" y="1800744"/>
                  </a:lnTo>
                  <a:lnTo>
                    <a:pt x="5554538" y="1803284"/>
                  </a:lnTo>
                  <a:lnTo>
                    <a:pt x="5555234" y="1805825"/>
                  </a:lnTo>
                  <a:lnTo>
                    <a:pt x="5555930" y="1808899"/>
                  </a:lnTo>
                  <a:lnTo>
                    <a:pt x="5556626" y="1812390"/>
                  </a:lnTo>
                  <a:lnTo>
                    <a:pt x="5557323" y="1816898"/>
                  </a:lnTo>
                  <a:lnTo>
                    <a:pt x="5558019" y="1822322"/>
                  </a:lnTo>
                  <a:lnTo>
                    <a:pt x="5558537" y="1826954"/>
                  </a:lnTo>
                  <a:lnTo>
                    <a:pt x="5566962" y="1826954"/>
                  </a:lnTo>
                  <a:lnTo>
                    <a:pt x="5567069" y="1825953"/>
                  </a:lnTo>
                  <a:lnTo>
                    <a:pt x="5567765" y="1819005"/>
                  </a:lnTo>
                  <a:lnTo>
                    <a:pt x="5568461" y="1812057"/>
                  </a:lnTo>
                  <a:lnTo>
                    <a:pt x="5569158" y="1804453"/>
                  </a:lnTo>
                  <a:lnTo>
                    <a:pt x="5569854" y="1795531"/>
                  </a:lnTo>
                  <a:lnTo>
                    <a:pt x="5570550" y="1786834"/>
                  </a:lnTo>
                  <a:lnTo>
                    <a:pt x="5571246" y="1777648"/>
                  </a:lnTo>
                  <a:lnTo>
                    <a:pt x="5571942" y="1770079"/>
                  </a:lnTo>
                  <a:lnTo>
                    <a:pt x="5572638" y="1764303"/>
                  </a:lnTo>
                  <a:lnTo>
                    <a:pt x="5573335" y="1760064"/>
                  </a:lnTo>
                  <a:lnTo>
                    <a:pt x="5574031" y="1757060"/>
                  </a:lnTo>
                  <a:lnTo>
                    <a:pt x="5574727" y="1754614"/>
                  </a:lnTo>
                  <a:lnTo>
                    <a:pt x="5575423" y="1753130"/>
                  </a:lnTo>
                  <a:lnTo>
                    <a:pt x="5576119" y="1752233"/>
                  </a:lnTo>
                  <a:lnTo>
                    <a:pt x="5576816" y="1752500"/>
                  </a:lnTo>
                  <a:lnTo>
                    <a:pt x="5577512" y="1754402"/>
                  </a:lnTo>
                  <a:lnTo>
                    <a:pt x="5578208" y="1757496"/>
                  </a:lnTo>
                  <a:lnTo>
                    <a:pt x="5578904" y="1760313"/>
                  </a:lnTo>
                  <a:lnTo>
                    <a:pt x="5579600" y="1763130"/>
                  </a:lnTo>
                  <a:lnTo>
                    <a:pt x="5580296" y="1765947"/>
                  </a:lnTo>
                  <a:lnTo>
                    <a:pt x="5580993" y="1769182"/>
                  </a:lnTo>
                  <a:lnTo>
                    <a:pt x="5581689" y="1772417"/>
                  </a:lnTo>
                  <a:lnTo>
                    <a:pt x="5582385" y="1776081"/>
                  </a:lnTo>
                  <a:lnTo>
                    <a:pt x="5583081" y="1780216"/>
                  </a:lnTo>
                  <a:lnTo>
                    <a:pt x="5583777" y="1784350"/>
                  </a:lnTo>
                  <a:lnTo>
                    <a:pt x="5584473" y="1787329"/>
                  </a:lnTo>
                  <a:lnTo>
                    <a:pt x="5585170" y="1790307"/>
                  </a:lnTo>
                  <a:lnTo>
                    <a:pt x="5585866" y="1792275"/>
                  </a:lnTo>
                  <a:lnTo>
                    <a:pt x="5586562" y="1794688"/>
                  </a:lnTo>
                  <a:lnTo>
                    <a:pt x="5587258" y="1795808"/>
                  </a:lnTo>
                  <a:lnTo>
                    <a:pt x="5587954" y="1796929"/>
                  </a:lnTo>
                  <a:lnTo>
                    <a:pt x="5588651" y="1798049"/>
                  </a:lnTo>
                  <a:lnTo>
                    <a:pt x="5589347" y="1799170"/>
                  </a:lnTo>
                  <a:lnTo>
                    <a:pt x="5590043" y="1799703"/>
                  </a:lnTo>
                  <a:lnTo>
                    <a:pt x="5590739" y="1800236"/>
                  </a:lnTo>
                  <a:lnTo>
                    <a:pt x="5591435" y="1799703"/>
                  </a:lnTo>
                  <a:lnTo>
                    <a:pt x="5592131" y="1799170"/>
                  </a:lnTo>
                  <a:lnTo>
                    <a:pt x="5592828" y="1798049"/>
                  </a:lnTo>
                  <a:lnTo>
                    <a:pt x="5593524" y="1796483"/>
                  </a:lnTo>
                  <a:lnTo>
                    <a:pt x="5594220" y="1793934"/>
                  </a:lnTo>
                  <a:lnTo>
                    <a:pt x="5594916" y="1790699"/>
                  </a:lnTo>
                  <a:lnTo>
                    <a:pt x="5595612" y="1788976"/>
                  </a:lnTo>
                  <a:lnTo>
                    <a:pt x="5596308" y="1787472"/>
                  </a:lnTo>
                  <a:lnTo>
                    <a:pt x="5597005" y="1787793"/>
                  </a:lnTo>
                  <a:lnTo>
                    <a:pt x="5597701" y="1791236"/>
                  </a:lnTo>
                  <a:lnTo>
                    <a:pt x="5598397" y="1796976"/>
                  </a:lnTo>
                  <a:lnTo>
                    <a:pt x="5599093" y="1801506"/>
                  </a:lnTo>
                  <a:lnTo>
                    <a:pt x="5599789" y="1803284"/>
                  </a:lnTo>
                  <a:lnTo>
                    <a:pt x="5600485" y="1805674"/>
                  </a:lnTo>
                  <a:lnTo>
                    <a:pt x="5601182" y="1804771"/>
                  </a:lnTo>
                  <a:lnTo>
                    <a:pt x="5601878" y="1804217"/>
                  </a:lnTo>
                  <a:lnTo>
                    <a:pt x="5602574" y="1805045"/>
                  </a:lnTo>
                  <a:lnTo>
                    <a:pt x="5603270" y="1806343"/>
                  </a:lnTo>
                  <a:lnTo>
                    <a:pt x="5603966" y="1807306"/>
                  </a:lnTo>
                  <a:lnTo>
                    <a:pt x="5604663" y="1808269"/>
                  </a:lnTo>
                  <a:lnTo>
                    <a:pt x="5605359" y="1809232"/>
                  </a:lnTo>
                  <a:lnTo>
                    <a:pt x="5606055" y="1809739"/>
                  </a:lnTo>
                  <a:lnTo>
                    <a:pt x="5606751" y="1809772"/>
                  </a:lnTo>
                  <a:lnTo>
                    <a:pt x="5607447" y="1807008"/>
                  </a:lnTo>
                  <a:lnTo>
                    <a:pt x="5608143" y="1802665"/>
                  </a:lnTo>
                  <a:lnTo>
                    <a:pt x="5608840" y="1796786"/>
                  </a:lnTo>
                  <a:lnTo>
                    <a:pt x="5609536" y="1790136"/>
                  </a:lnTo>
                  <a:lnTo>
                    <a:pt x="5610232" y="1784404"/>
                  </a:lnTo>
                  <a:lnTo>
                    <a:pt x="5610928" y="1778916"/>
                  </a:lnTo>
                  <a:lnTo>
                    <a:pt x="5611624" y="1774730"/>
                  </a:lnTo>
                  <a:lnTo>
                    <a:pt x="5612320" y="1768875"/>
                  </a:lnTo>
                  <a:lnTo>
                    <a:pt x="5613017" y="1761077"/>
                  </a:lnTo>
                  <a:lnTo>
                    <a:pt x="5613713" y="1750350"/>
                  </a:lnTo>
                  <a:lnTo>
                    <a:pt x="5614409" y="1740432"/>
                  </a:lnTo>
                  <a:lnTo>
                    <a:pt x="5615105" y="1729196"/>
                  </a:lnTo>
                  <a:lnTo>
                    <a:pt x="5615801" y="1717959"/>
                  </a:lnTo>
                  <a:lnTo>
                    <a:pt x="5616498" y="1706305"/>
                  </a:lnTo>
                  <a:lnTo>
                    <a:pt x="5617194" y="1695671"/>
                  </a:lnTo>
                  <a:lnTo>
                    <a:pt x="5617890" y="1685754"/>
                  </a:lnTo>
                  <a:lnTo>
                    <a:pt x="5618586" y="1675407"/>
                  </a:lnTo>
                  <a:lnTo>
                    <a:pt x="5619282" y="1665060"/>
                  </a:lnTo>
                  <a:lnTo>
                    <a:pt x="5619978" y="1655399"/>
                  </a:lnTo>
                  <a:lnTo>
                    <a:pt x="5620675" y="1645737"/>
                  </a:lnTo>
                  <a:lnTo>
                    <a:pt x="5621371" y="1636617"/>
                  </a:lnTo>
                  <a:lnTo>
                    <a:pt x="5622067" y="1627609"/>
                  </a:lnTo>
                  <a:lnTo>
                    <a:pt x="5622763" y="1619878"/>
                  </a:lnTo>
                  <a:lnTo>
                    <a:pt x="5623459" y="1611952"/>
                  </a:lnTo>
                  <a:lnTo>
                    <a:pt x="5624155" y="1606206"/>
                  </a:lnTo>
                  <a:lnTo>
                    <a:pt x="5624852" y="1600460"/>
                  </a:lnTo>
                  <a:lnTo>
                    <a:pt x="5625548" y="1597841"/>
                  </a:lnTo>
                  <a:lnTo>
                    <a:pt x="5626244" y="1595037"/>
                  </a:lnTo>
                  <a:lnTo>
                    <a:pt x="5626940" y="1592766"/>
                  </a:lnTo>
                  <a:lnTo>
                    <a:pt x="5627636" y="1590896"/>
                  </a:lnTo>
                  <a:lnTo>
                    <a:pt x="5628333" y="1589026"/>
                  </a:lnTo>
                  <a:lnTo>
                    <a:pt x="5629029" y="1587374"/>
                  </a:lnTo>
                  <a:lnTo>
                    <a:pt x="5629725" y="1586139"/>
                  </a:lnTo>
                  <a:lnTo>
                    <a:pt x="5630421" y="1584904"/>
                  </a:lnTo>
                  <a:lnTo>
                    <a:pt x="5631117" y="1584434"/>
                  </a:lnTo>
                  <a:lnTo>
                    <a:pt x="5631813" y="1583534"/>
                  </a:lnTo>
                  <a:lnTo>
                    <a:pt x="5632510" y="1583064"/>
                  </a:lnTo>
                  <a:lnTo>
                    <a:pt x="5633206" y="1582593"/>
                  </a:lnTo>
                  <a:lnTo>
                    <a:pt x="5633902" y="1582123"/>
                  </a:lnTo>
                  <a:lnTo>
                    <a:pt x="5634598" y="1582796"/>
                  </a:lnTo>
                  <a:lnTo>
                    <a:pt x="5635294" y="1585336"/>
                  </a:lnTo>
                  <a:lnTo>
                    <a:pt x="5635990" y="1588111"/>
                  </a:lnTo>
                  <a:lnTo>
                    <a:pt x="5636687" y="1593322"/>
                  </a:lnTo>
                  <a:lnTo>
                    <a:pt x="5637383" y="1598534"/>
                  </a:lnTo>
                  <a:lnTo>
                    <a:pt x="5638079" y="1603276"/>
                  </a:lnTo>
                  <a:lnTo>
                    <a:pt x="5638775" y="1608017"/>
                  </a:lnTo>
                  <a:lnTo>
                    <a:pt x="5639471" y="1612759"/>
                  </a:lnTo>
                  <a:lnTo>
                    <a:pt x="5640167" y="1617500"/>
                  </a:lnTo>
                  <a:lnTo>
                    <a:pt x="5640864" y="1622241"/>
                  </a:lnTo>
                  <a:lnTo>
                    <a:pt x="5641560" y="1626983"/>
                  </a:lnTo>
                  <a:lnTo>
                    <a:pt x="5642256" y="1633251"/>
                  </a:lnTo>
                  <a:lnTo>
                    <a:pt x="5642952" y="1641172"/>
                  </a:lnTo>
                  <a:lnTo>
                    <a:pt x="5643648" y="1649308"/>
                  </a:lnTo>
                  <a:lnTo>
                    <a:pt x="5644345" y="1657443"/>
                  </a:lnTo>
                  <a:lnTo>
                    <a:pt x="5645041" y="1665114"/>
                  </a:lnTo>
                  <a:lnTo>
                    <a:pt x="5645737" y="1671308"/>
                  </a:lnTo>
                  <a:lnTo>
                    <a:pt x="5646433" y="1676742"/>
                  </a:lnTo>
                  <a:lnTo>
                    <a:pt x="5647129" y="1679975"/>
                  </a:lnTo>
                  <a:lnTo>
                    <a:pt x="5647825" y="1684245"/>
                  </a:lnTo>
                  <a:lnTo>
                    <a:pt x="5648522" y="1688762"/>
                  </a:lnTo>
                  <a:lnTo>
                    <a:pt x="5649218" y="1695015"/>
                  </a:lnTo>
                  <a:lnTo>
                    <a:pt x="5649914" y="1701268"/>
                  </a:lnTo>
                  <a:lnTo>
                    <a:pt x="5650610" y="1708840"/>
                  </a:lnTo>
                  <a:lnTo>
                    <a:pt x="5651306" y="1716413"/>
                  </a:lnTo>
                  <a:lnTo>
                    <a:pt x="5652002" y="1723932"/>
                  </a:lnTo>
                  <a:lnTo>
                    <a:pt x="5652699" y="1729879"/>
                  </a:lnTo>
                  <a:lnTo>
                    <a:pt x="5653395" y="1734708"/>
                  </a:lnTo>
                  <a:lnTo>
                    <a:pt x="5654091" y="1739633"/>
                  </a:lnTo>
                  <a:lnTo>
                    <a:pt x="5654787" y="1744559"/>
                  </a:lnTo>
                  <a:lnTo>
                    <a:pt x="5655483" y="1749485"/>
                  </a:lnTo>
                  <a:lnTo>
                    <a:pt x="5656180" y="1754410"/>
                  </a:lnTo>
                  <a:lnTo>
                    <a:pt x="5656876" y="1759806"/>
                  </a:lnTo>
                  <a:lnTo>
                    <a:pt x="5657572" y="1764643"/>
                  </a:lnTo>
                  <a:lnTo>
                    <a:pt x="5658268" y="1768801"/>
                  </a:lnTo>
                  <a:lnTo>
                    <a:pt x="5658964" y="1773152"/>
                  </a:lnTo>
                  <a:lnTo>
                    <a:pt x="5659660" y="1775324"/>
                  </a:lnTo>
                  <a:lnTo>
                    <a:pt x="5660357" y="1777496"/>
                  </a:lnTo>
                  <a:lnTo>
                    <a:pt x="5661053" y="1777127"/>
                  </a:lnTo>
                  <a:lnTo>
                    <a:pt x="5661749" y="1776944"/>
                  </a:lnTo>
                  <a:lnTo>
                    <a:pt x="5662445" y="1776761"/>
                  </a:lnTo>
                  <a:lnTo>
                    <a:pt x="5663141" y="1776546"/>
                  </a:lnTo>
                  <a:lnTo>
                    <a:pt x="5663837" y="1776331"/>
                  </a:lnTo>
                  <a:lnTo>
                    <a:pt x="5664534" y="1775898"/>
                  </a:lnTo>
                  <a:lnTo>
                    <a:pt x="5665230" y="1775465"/>
                  </a:lnTo>
                  <a:lnTo>
                    <a:pt x="5665926" y="1775032"/>
                  </a:lnTo>
                  <a:lnTo>
                    <a:pt x="5666622" y="1774264"/>
                  </a:lnTo>
                  <a:lnTo>
                    <a:pt x="5667318" y="1773496"/>
                  </a:lnTo>
                  <a:lnTo>
                    <a:pt x="5668014" y="1772943"/>
                  </a:lnTo>
                  <a:lnTo>
                    <a:pt x="5668711" y="1772391"/>
                  </a:lnTo>
                  <a:lnTo>
                    <a:pt x="5669407" y="1771623"/>
                  </a:lnTo>
                  <a:lnTo>
                    <a:pt x="5670103" y="1770855"/>
                  </a:lnTo>
                  <a:lnTo>
                    <a:pt x="5670799" y="1770087"/>
                  </a:lnTo>
                  <a:lnTo>
                    <a:pt x="5671495" y="1769319"/>
                  </a:lnTo>
                  <a:lnTo>
                    <a:pt x="5672192" y="1768081"/>
                  </a:lnTo>
                  <a:lnTo>
                    <a:pt x="5672888" y="1766842"/>
                  </a:lnTo>
                  <a:lnTo>
                    <a:pt x="5673584" y="1765706"/>
                  </a:lnTo>
                  <a:lnTo>
                    <a:pt x="5674280" y="1764752"/>
                  </a:lnTo>
                  <a:lnTo>
                    <a:pt x="5674976" y="1764133"/>
                  </a:lnTo>
                  <a:lnTo>
                    <a:pt x="5675672" y="1763515"/>
                  </a:lnTo>
                  <a:lnTo>
                    <a:pt x="5676369" y="1762896"/>
                  </a:lnTo>
                  <a:lnTo>
                    <a:pt x="5677065" y="1761943"/>
                  </a:lnTo>
                  <a:lnTo>
                    <a:pt x="5677761" y="1760989"/>
                  </a:lnTo>
                  <a:lnTo>
                    <a:pt x="5678457" y="1759382"/>
                  </a:lnTo>
                  <a:lnTo>
                    <a:pt x="5679153" y="1757196"/>
                  </a:lnTo>
                  <a:lnTo>
                    <a:pt x="5679849" y="1755009"/>
                  </a:lnTo>
                  <a:lnTo>
                    <a:pt x="5680546" y="1752822"/>
                  </a:lnTo>
                  <a:lnTo>
                    <a:pt x="5681242" y="1750786"/>
                  </a:lnTo>
                  <a:lnTo>
                    <a:pt x="5681938" y="1748749"/>
                  </a:lnTo>
                  <a:lnTo>
                    <a:pt x="5682634" y="1747613"/>
                  </a:lnTo>
                  <a:lnTo>
                    <a:pt x="5683330" y="1746845"/>
                  </a:lnTo>
                  <a:lnTo>
                    <a:pt x="5684027" y="1745822"/>
                  </a:lnTo>
                  <a:lnTo>
                    <a:pt x="5684723" y="1744583"/>
                  </a:lnTo>
                  <a:lnTo>
                    <a:pt x="5685419" y="1743560"/>
                  </a:lnTo>
                  <a:lnTo>
                    <a:pt x="5686115" y="1742537"/>
                  </a:lnTo>
                  <a:lnTo>
                    <a:pt x="5686811" y="1741514"/>
                  </a:lnTo>
                  <a:lnTo>
                    <a:pt x="5687507" y="1740962"/>
                  </a:lnTo>
                  <a:lnTo>
                    <a:pt x="5688204" y="1740962"/>
                  </a:lnTo>
                  <a:lnTo>
                    <a:pt x="5688900" y="1741581"/>
                  </a:lnTo>
                  <a:lnTo>
                    <a:pt x="5689596" y="1742532"/>
                  </a:lnTo>
                  <a:lnTo>
                    <a:pt x="5690292" y="1743819"/>
                  </a:lnTo>
                  <a:lnTo>
                    <a:pt x="5690988" y="1745577"/>
                  </a:lnTo>
                  <a:lnTo>
                    <a:pt x="5691684" y="1747333"/>
                  </a:lnTo>
                  <a:lnTo>
                    <a:pt x="5692381" y="1749091"/>
                  </a:lnTo>
                  <a:lnTo>
                    <a:pt x="5693077" y="1751277"/>
                  </a:lnTo>
                  <a:lnTo>
                    <a:pt x="5693773" y="1752884"/>
                  </a:lnTo>
                  <a:lnTo>
                    <a:pt x="5694469" y="1754491"/>
                  </a:lnTo>
                  <a:lnTo>
                    <a:pt x="5695165" y="1756098"/>
                  </a:lnTo>
                  <a:lnTo>
                    <a:pt x="5695862" y="1757705"/>
                  </a:lnTo>
                  <a:lnTo>
                    <a:pt x="5696558" y="1759313"/>
                  </a:lnTo>
                  <a:lnTo>
                    <a:pt x="5697254" y="1760919"/>
                  </a:lnTo>
                  <a:lnTo>
                    <a:pt x="5697950" y="1762526"/>
                  </a:lnTo>
                  <a:lnTo>
                    <a:pt x="5698646" y="1764194"/>
                  </a:lnTo>
                  <a:lnTo>
                    <a:pt x="5699342" y="1765862"/>
                  </a:lnTo>
                  <a:lnTo>
                    <a:pt x="5700039" y="1767947"/>
                  </a:lnTo>
                  <a:lnTo>
                    <a:pt x="5700735" y="1770032"/>
                  </a:lnTo>
                  <a:lnTo>
                    <a:pt x="5701431" y="1771700"/>
                  </a:lnTo>
                  <a:lnTo>
                    <a:pt x="5702127" y="1773368"/>
                  </a:lnTo>
                  <a:lnTo>
                    <a:pt x="5702823" y="1775036"/>
                  </a:lnTo>
                  <a:lnTo>
                    <a:pt x="5703519" y="1776489"/>
                  </a:lnTo>
                  <a:lnTo>
                    <a:pt x="5704216" y="1777941"/>
                  </a:lnTo>
                  <a:lnTo>
                    <a:pt x="5704912" y="1779609"/>
                  </a:lnTo>
                  <a:lnTo>
                    <a:pt x="5705608" y="1781277"/>
                  </a:lnTo>
                  <a:lnTo>
                    <a:pt x="5706304" y="1782944"/>
                  </a:lnTo>
                  <a:lnTo>
                    <a:pt x="5707000" y="1785030"/>
                  </a:lnTo>
                  <a:lnTo>
                    <a:pt x="5707696" y="1787115"/>
                  </a:lnTo>
                  <a:lnTo>
                    <a:pt x="5708393" y="1789733"/>
                  </a:lnTo>
                  <a:lnTo>
                    <a:pt x="5709089" y="1792187"/>
                  </a:lnTo>
                  <a:lnTo>
                    <a:pt x="5709785" y="1794040"/>
                  </a:lnTo>
                  <a:lnTo>
                    <a:pt x="5710481" y="1795894"/>
                  </a:lnTo>
                  <a:lnTo>
                    <a:pt x="5711177" y="1797748"/>
                  </a:lnTo>
                  <a:lnTo>
                    <a:pt x="5711874" y="1799172"/>
                  </a:lnTo>
                  <a:lnTo>
                    <a:pt x="5712570" y="1800596"/>
                  </a:lnTo>
                  <a:lnTo>
                    <a:pt x="5713266" y="1801883"/>
                  </a:lnTo>
                  <a:lnTo>
                    <a:pt x="5713962" y="1800949"/>
                  </a:lnTo>
                  <a:lnTo>
                    <a:pt x="5714658" y="1800166"/>
                  </a:lnTo>
                  <a:lnTo>
                    <a:pt x="5715354" y="1799382"/>
                  </a:lnTo>
                  <a:lnTo>
                    <a:pt x="5716051" y="1798482"/>
                  </a:lnTo>
                  <a:lnTo>
                    <a:pt x="5716747" y="1794876"/>
                  </a:lnTo>
                  <a:lnTo>
                    <a:pt x="5717443" y="1790765"/>
                  </a:lnTo>
                  <a:lnTo>
                    <a:pt x="5718139" y="1785218"/>
                  </a:lnTo>
                  <a:lnTo>
                    <a:pt x="5718835" y="1776921"/>
                  </a:lnTo>
                  <a:lnTo>
                    <a:pt x="5719531" y="1767483"/>
                  </a:lnTo>
                  <a:lnTo>
                    <a:pt x="5720228" y="1758261"/>
                  </a:lnTo>
                  <a:lnTo>
                    <a:pt x="5720924" y="1748824"/>
                  </a:lnTo>
                  <a:lnTo>
                    <a:pt x="5721620" y="1739857"/>
                  </a:lnTo>
                  <a:lnTo>
                    <a:pt x="5722316" y="1730890"/>
                  </a:lnTo>
                  <a:lnTo>
                    <a:pt x="5723012" y="1721923"/>
                  </a:lnTo>
                  <a:lnTo>
                    <a:pt x="5723709" y="1713878"/>
                  </a:lnTo>
                  <a:lnTo>
                    <a:pt x="5724405" y="1707111"/>
                  </a:lnTo>
                  <a:lnTo>
                    <a:pt x="5725101" y="1700344"/>
                  </a:lnTo>
                  <a:lnTo>
                    <a:pt x="5725797" y="1693242"/>
                  </a:lnTo>
                  <a:lnTo>
                    <a:pt x="5726493" y="1685023"/>
                  </a:lnTo>
                  <a:lnTo>
                    <a:pt x="5727189" y="1677451"/>
                  </a:lnTo>
                  <a:lnTo>
                    <a:pt x="5727886" y="1670296"/>
                  </a:lnTo>
                  <a:lnTo>
                    <a:pt x="5728582" y="1664031"/>
                  </a:lnTo>
                  <a:lnTo>
                    <a:pt x="5729278" y="1660564"/>
                  </a:lnTo>
                  <a:lnTo>
                    <a:pt x="5729974" y="1658023"/>
                  </a:lnTo>
                  <a:lnTo>
                    <a:pt x="5730670" y="1655482"/>
                  </a:lnTo>
                  <a:lnTo>
                    <a:pt x="5731366" y="1652942"/>
                  </a:lnTo>
                  <a:lnTo>
                    <a:pt x="5732063" y="1649931"/>
                  </a:lnTo>
                  <a:lnTo>
                    <a:pt x="5732759" y="1646920"/>
                  </a:lnTo>
                  <a:lnTo>
                    <a:pt x="5733455" y="1643574"/>
                  </a:lnTo>
                  <a:lnTo>
                    <a:pt x="5734151" y="1639180"/>
                  </a:lnTo>
                  <a:lnTo>
                    <a:pt x="5734847" y="1634602"/>
                  </a:lnTo>
                  <a:lnTo>
                    <a:pt x="5735543" y="1629608"/>
                  </a:lnTo>
                  <a:lnTo>
                    <a:pt x="5736240" y="1624464"/>
                  </a:lnTo>
                  <a:lnTo>
                    <a:pt x="5736936" y="1620831"/>
                  </a:lnTo>
                  <a:lnTo>
                    <a:pt x="5737632" y="1618644"/>
                  </a:lnTo>
                  <a:lnTo>
                    <a:pt x="5738328" y="1616458"/>
                  </a:lnTo>
                  <a:lnTo>
                    <a:pt x="5739024" y="1614422"/>
                  </a:lnTo>
                  <a:lnTo>
                    <a:pt x="5739721" y="1612385"/>
                  </a:lnTo>
                  <a:lnTo>
                    <a:pt x="5740417" y="1610531"/>
                  </a:lnTo>
                  <a:lnTo>
                    <a:pt x="5741113" y="1608677"/>
                  </a:lnTo>
                  <a:lnTo>
                    <a:pt x="5741809" y="1606823"/>
                  </a:lnTo>
                  <a:lnTo>
                    <a:pt x="5742505" y="1604553"/>
                  </a:lnTo>
                  <a:lnTo>
                    <a:pt x="5743201" y="1602282"/>
                  </a:lnTo>
                  <a:lnTo>
                    <a:pt x="5743898" y="1599663"/>
                  </a:lnTo>
                  <a:lnTo>
                    <a:pt x="5744594" y="1597578"/>
                  </a:lnTo>
                  <a:lnTo>
                    <a:pt x="5745290" y="1596125"/>
                  </a:lnTo>
                  <a:lnTo>
                    <a:pt x="5745986" y="1594890"/>
                  </a:lnTo>
                  <a:lnTo>
                    <a:pt x="5746682" y="1592050"/>
                  </a:lnTo>
                  <a:lnTo>
                    <a:pt x="5747378" y="1589939"/>
                  </a:lnTo>
                  <a:lnTo>
                    <a:pt x="5748075" y="1588245"/>
                  </a:lnTo>
                  <a:lnTo>
                    <a:pt x="5748771" y="1585543"/>
                  </a:lnTo>
                  <a:lnTo>
                    <a:pt x="5749467" y="1584190"/>
                  </a:lnTo>
                  <a:lnTo>
                    <a:pt x="5750163" y="1582836"/>
                  </a:lnTo>
                  <a:lnTo>
                    <a:pt x="5750859" y="1581482"/>
                  </a:lnTo>
                  <a:lnTo>
                    <a:pt x="5751556" y="1580779"/>
                  </a:lnTo>
                  <a:lnTo>
                    <a:pt x="5752252" y="1582629"/>
                  </a:lnTo>
                  <a:lnTo>
                    <a:pt x="5752948" y="1584987"/>
                  </a:lnTo>
                  <a:lnTo>
                    <a:pt x="5753644" y="1588778"/>
                  </a:lnTo>
                  <a:lnTo>
                    <a:pt x="5754340" y="1595541"/>
                  </a:lnTo>
                  <a:lnTo>
                    <a:pt x="5755036" y="1603227"/>
                  </a:lnTo>
                  <a:lnTo>
                    <a:pt x="5755733" y="1610914"/>
                  </a:lnTo>
                  <a:lnTo>
                    <a:pt x="5756429" y="1618600"/>
                  </a:lnTo>
                  <a:lnTo>
                    <a:pt x="5757125" y="1627438"/>
                  </a:lnTo>
                  <a:lnTo>
                    <a:pt x="5757821" y="1636268"/>
                  </a:lnTo>
                  <a:lnTo>
                    <a:pt x="5758517" y="1645097"/>
                  </a:lnTo>
                  <a:lnTo>
                    <a:pt x="5759213" y="1654873"/>
                  </a:lnTo>
                  <a:lnTo>
                    <a:pt x="5759910" y="1663826"/>
                  </a:lnTo>
                  <a:lnTo>
                    <a:pt x="5760606" y="1672778"/>
                  </a:lnTo>
                  <a:lnTo>
                    <a:pt x="5761302" y="1681198"/>
                  </a:lnTo>
                  <a:lnTo>
                    <a:pt x="5761998" y="1690263"/>
                  </a:lnTo>
                  <a:lnTo>
                    <a:pt x="5762694" y="1698683"/>
                  </a:lnTo>
                  <a:lnTo>
                    <a:pt x="5763390" y="1706267"/>
                  </a:lnTo>
                  <a:lnTo>
                    <a:pt x="5764087" y="1712532"/>
                  </a:lnTo>
                  <a:lnTo>
                    <a:pt x="5764783" y="1715999"/>
                  </a:lnTo>
                  <a:lnTo>
                    <a:pt x="5765479" y="1718969"/>
                  </a:lnTo>
                  <a:lnTo>
                    <a:pt x="5766175" y="1721039"/>
                  </a:lnTo>
                  <a:lnTo>
                    <a:pt x="5766871" y="1722774"/>
                  </a:lnTo>
                  <a:lnTo>
                    <a:pt x="5767568" y="1724981"/>
                  </a:lnTo>
                  <a:lnTo>
                    <a:pt x="5768264" y="1726969"/>
                  </a:lnTo>
                  <a:lnTo>
                    <a:pt x="5768960" y="1729291"/>
                  </a:lnTo>
                  <a:lnTo>
                    <a:pt x="5769656" y="1732233"/>
                  </a:lnTo>
                  <a:lnTo>
                    <a:pt x="5770352" y="1735575"/>
                  </a:lnTo>
                  <a:lnTo>
                    <a:pt x="5771048" y="1738918"/>
                  </a:lnTo>
                  <a:lnTo>
                    <a:pt x="5771745" y="1740926"/>
                  </a:lnTo>
                  <a:lnTo>
                    <a:pt x="5772441" y="1740783"/>
                  </a:lnTo>
                  <a:lnTo>
                    <a:pt x="5773137" y="1739194"/>
                  </a:lnTo>
                  <a:lnTo>
                    <a:pt x="5773833" y="1737940"/>
                  </a:lnTo>
                  <a:lnTo>
                    <a:pt x="5774529" y="1736536"/>
                  </a:lnTo>
                  <a:lnTo>
                    <a:pt x="5775225" y="1735132"/>
                  </a:lnTo>
                  <a:lnTo>
                    <a:pt x="5775922" y="1733545"/>
                  </a:lnTo>
                  <a:lnTo>
                    <a:pt x="5776618" y="1731958"/>
                  </a:lnTo>
                  <a:lnTo>
                    <a:pt x="5777314" y="1730842"/>
                  </a:lnTo>
                  <a:lnTo>
                    <a:pt x="5778010" y="1729255"/>
                  </a:lnTo>
                  <a:lnTo>
                    <a:pt x="5778706" y="1728138"/>
                  </a:lnTo>
                  <a:lnTo>
                    <a:pt x="5779403" y="1727265"/>
                  </a:lnTo>
                  <a:lnTo>
                    <a:pt x="5780099" y="1725132"/>
                  </a:lnTo>
                  <a:lnTo>
                    <a:pt x="5780795" y="1721844"/>
                  </a:lnTo>
                  <a:lnTo>
                    <a:pt x="5781491" y="1719288"/>
                  </a:lnTo>
                  <a:lnTo>
                    <a:pt x="5782187" y="1719314"/>
                  </a:lnTo>
                  <a:lnTo>
                    <a:pt x="5782883" y="1720264"/>
                  </a:lnTo>
                  <a:lnTo>
                    <a:pt x="5783580" y="1720798"/>
                  </a:lnTo>
                  <a:lnTo>
                    <a:pt x="5784276" y="1721942"/>
                  </a:lnTo>
                  <a:lnTo>
                    <a:pt x="5784972" y="1724676"/>
                  </a:lnTo>
                  <a:lnTo>
                    <a:pt x="5785668" y="1727410"/>
                  </a:lnTo>
                  <a:lnTo>
                    <a:pt x="5786364" y="1730144"/>
                  </a:lnTo>
                  <a:lnTo>
                    <a:pt x="5787060" y="1732345"/>
                  </a:lnTo>
                  <a:lnTo>
                    <a:pt x="5787757" y="1734546"/>
                  </a:lnTo>
                  <a:lnTo>
                    <a:pt x="5788453" y="1736747"/>
                  </a:lnTo>
                  <a:lnTo>
                    <a:pt x="5789149" y="1738948"/>
                  </a:lnTo>
                  <a:lnTo>
                    <a:pt x="5789845" y="1740561"/>
                  </a:lnTo>
                  <a:lnTo>
                    <a:pt x="5790541" y="1744043"/>
                  </a:lnTo>
                  <a:lnTo>
                    <a:pt x="5791238" y="1748784"/>
                  </a:lnTo>
                  <a:lnTo>
                    <a:pt x="5791934" y="1753526"/>
                  </a:lnTo>
                  <a:lnTo>
                    <a:pt x="5792630" y="1756645"/>
                  </a:lnTo>
                  <a:lnTo>
                    <a:pt x="5793326" y="1759772"/>
                  </a:lnTo>
                  <a:lnTo>
                    <a:pt x="5794022" y="1762900"/>
                  </a:lnTo>
                  <a:lnTo>
                    <a:pt x="5794718" y="1763573"/>
                  </a:lnTo>
                  <a:lnTo>
                    <a:pt x="5795415" y="1763040"/>
                  </a:lnTo>
                  <a:lnTo>
                    <a:pt x="5796111" y="1763040"/>
                  </a:lnTo>
                  <a:lnTo>
                    <a:pt x="5796807" y="1763573"/>
                  </a:lnTo>
                  <a:lnTo>
                    <a:pt x="5797503" y="1764107"/>
                  </a:lnTo>
                  <a:lnTo>
                    <a:pt x="5798199" y="1764640"/>
                  </a:lnTo>
                  <a:lnTo>
                    <a:pt x="5798895" y="1766178"/>
                  </a:lnTo>
                  <a:lnTo>
                    <a:pt x="5799592" y="1767128"/>
                  </a:lnTo>
                  <a:lnTo>
                    <a:pt x="5800288" y="1768508"/>
                  </a:lnTo>
                  <a:lnTo>
                    <a:pt x="5800984" y="1768926"/>
                  </a:lnTo>
                  <a:lnTo>
                    <a:pt x="5801680" y="1769826"/>
                  </a:lnTo>
                  <a:lnTo>
                    <a:pt x="5802376" y="1770161"/>
                  </a:lnTo>
                  <a:lnTo>
                    <a:pt x="5803072" y="1770495"/>
                  </a:lnTo>
                  <a:lnTo>
                    <a:pt x="5803769" y="1771048"/>
                  </a:lnTo>
                  <a:lnTo>
                    <a:pt x="5804465" y="1771600"/>
                  </a:lnTo>
                  <a:lnTo>
                    <a:pt x="5805161" y="1772153"/>
                  </a:lnTo>
                  <a:lnTo>
                    <a:pt x="5805857" y="1772958"/>
                  </a:lnTo>
                  <a:lnTo>
                    <a:pt x="5806553" y="1773293"/>
                  </a:lnTo>
                  <a:lnTo>
                    <a:pt x="5807250" y="1775112"/>
                  </a:lnTo>
                  <a:lnTo>
                    <a:pt x="5807946" y="1777987"/>
                  </a:lnTo>
                  <a:lnTo>
                    <a:pt x="5808642" y="1780310"/>
                  </a:lnTo>
                  <a:lnTo>
                    <a:pt x="5809338" y="1782082"/>
                  </a:lnTo>
                  <a:lnTo>
                    <a:pt x="5810034" y="1783669"/>
                  </a:lnTo>
                  <a:lnTo>
                    <a:pt x="5810730" y="1785257"/>
                  </a:lnTo>
                  <a:lnTo>
                    <a:pt x="5811427" y="1787029"/>
                  </a:lnTo>
                  <a:lnTo>
                    <a:pt x="5812123" y="1788802"/>
                  </a:lnTo>
                  <a:lnTo>
                    <a:pt x="5812819" y="1790104"/>
                  </a:lnTo>
                  <a:lnTo>
                    <a:pt x="5813515" y="1791877"/>
                  </a:lnTo>
                  <a:lnTo>
                    <a:pt x="5814211" y="1792994"/>
                  </a:lnTo>
                  <a:lnTo>
                    <a:pt x="5814907" y="1793866"/>
                  </a:lnTo>
                  <a:lnTo>
                    <a:pt x="5815604" y="1796214"/>
                  </a:lnTo>
                  <a:lnTo>
                    <a:pt x="5816300" y="1799288"/>
                  </a:lnTo>
                  <a:lnTo>
                    <a:pt x="5816996" y="1801225"/>
                  </a:lnTo>
                  <a:lnTo>
                    <a:pt x="5817692" y="1802372"/>
                  </a:lnTo>
                  <a:lnTo>
                    <a:pt x="5818388" y="1802295"/>
                  </a:lnTo>
                  <a:lnTo>
                    <a:pt x="5819085" y="1802216"/>
                  </a:lnTo>
                  <a:lnTo>
                    <a:pt x="5819781" y="1802887"/>
                  </a:lnTo>
                  <a:lnTo>
                    <a:pt x="5820477" y="1803025"/>
                  </a:lnTo>
                  <a:lnTo>
                    <a:pt x="5821173" y="1803162"/>
                  </a:lnTo>
                  <a:lnTo>
                    <a:pt x="5821869" y="1803084"/>
                  </a:lnTo>
                  <a:lnTo>
                    <a:pt x="5822565" y="1803006"/>
                  </a:lnTo>
                  <a:lnTo>
                    <a:pt x="5823262" y="1802928"/>
                  </a:lnTo>
                  <a:lnTo>
                    <a:pt x="5823958" y="1802850"/>
                  </a:lnTo>
                  <a:lnTo>
                    <a:pt x="5824654" y="1803540"/>
                  </a:lnTo>
                  <a:lnTo>
                    <a:pt x="5825350" y="1803895"/>
                  </a:lnTo>
                  <a:lnTo>
                    <a:pt x="5826046" y="1802717"/>
                  </a:lnTo>
                  <a:lnTo>
                    <a:pt x="5826742" y="1800279"/>
                  </a:lnTo>
                  <a:lnTo>
                    <a:pt x="5827439" y="1797842"/>
                  </a:lnTo>
                  <a:lnTo>
                    <a:pt x="5828135" y="1795875"/>
                  </a:lnTo>
                  <a:lnTo>
                    <a:pt x="5828831" y="1793907"/>
                  </a:lnTo>
                  <a:lnTo>
                    <a:pt x="5829527" y="1792370"/>
                  </a:lnTo>
                  <a:lnTo>
                    <a:pt x="5830223" y="1791419"/>
                  </a:lnTo>
                  <a:lnTo>
                    <a:pt x="5830919" y="1788699"/>
                  </a:lnTo>
                  <a:lnTo>
                    <a:pt x="5831616" y="1785391"/>
                  </a:lnTo>
                  <a:lnTo>
                    <a:pt x="5832312" y="1780116"/>
                  </a:lnTo>
                  <a:lnTo>
                    <a:pt x="5833008" y="1774841"/>
                  </a:lnTo>
                  <a:lnTo>
                    <a:pt x="5833704" y="1770100"/>
                  </a:lnTo>
                  <a:lnTo>
                    <a:pt x="5834400" y="1764771"/>
                  </a:lnTo>
                  <a:lnTo>
                    <a:pt x="5835097" y="1759497"/>
                  </a:lnTo>
                  <a:lnTo>
                    <a:pt x="5835793" y="1754222"/>
                  </a:lnTo>
                  <a:lnTo>
                    <a:pt x="5836489" y="1749063"/>
                  </a:lnTo>
                  <a:lnTo>
                    <a:pt x="5837185" y="1743892"/>
                  </a:lnTo>
                  <a:lnTo>
                    <a:pt x="5837881" y="1739621"/>
                  </a:lnTo>
                  <a:lnTo>
                    <a:pt x="5838577" y="1735350"/>
                  </a:lnTo>
                  <a:lnTo>
                    <a:pt x="5839274" y="1731079"/>
                  </a:lnTo>
                  <a:lnTo>
                    <a:pt x="5839970" y="1726808"/>
                  </a:lnTo>
                  <a:lnTo>
                    <a:pt x="5840666" y="1722537"/>
                  </a:lnTo>
                  <a:lnTo>
                    <a:pt x="5841362" y="1720193"/>
                  </a:lnTo>
                  <a:lnTo>
                    <a:pt x="5842058" y="1718359"/>
                  </a:lnTo>
                  <a:lnTo>
                    <a:pt x="5842754" y="1719259"/>
                  </a:lnTo>
                  <a:lnTo>
                    <a:pt x="5843451" y="1720159"/>
                  </a:lnTo>
                  <a:lnTo>
                    <a:pt x="5844147" y="1721612"/>
                  </a:lnTo>
                  <a:lnTo>
                    <a:pt x="5844843" y="1723280"/>
                  </a:lnTo>
                  <a:lnTo>
                    <a:pt x="5845539" y="1725133"/>
                  </a:lnTo>
                  <a:lnTo>
                    <a:pt x="5846235" y="1726987"/>
                  </a:lnTo>
                  <a:lnTo>
                    <a:pt x="5846932" y="1728655"/>
                  </a:lnTo>
                  <a:lnTo>
                    <a:pt x="5847628" y="1730323"/>
                  </a:lnTo>
                  <a:lnTo>
                    <a:pt x="5848324" y="1732408"/>
                  </a:lnTo>
                  <a:lnTo>
                    <a:pt x="5849020" y="1734076"/>
                  </a:lnTo>
                  <a:lnTo>
                    <a:pt x="5849716" y="1735500"/>
                  </a:lnTo>
                  <a:lnTo>
                    <a:pt x="5850412" y="1736738"/>
                  </a:lnTo>
                  <a:lnTo>
                    <a:pt x="5851109" y="1737291"/>
                  </a:lnTo>
                  <a:lnTo>
                    <a:pt x="5851805" y="1737724"/>
                  </a:lnTo>
                  <a:lnTo>
                    <a:pt x="5852501" y="1738343"/>
                  </a:lnTo>
                  <a:lnTo>
                    <a:pt x="5853197" y="1738157"/>
                  </a:lnTo>
                  <a:lnTo>
                    <a:pt x="5853893" y="1737971"/>
                  </a:lnTo>
                  <a:lnTo>
                    <a:pt x="5854589" y="1737603"/>
                  </a:lnTo>
                  <a:lnTo>
                    <a:pt x="5855286" y="1737019"/>
                  </a:lnTo>
                  <a:lnTo>
                    <a:pt x="5855982" y="1736435"/>
                  </a:lnTo>
                  <a:lnTo>
                    <a:pt x="5856678" y="1735851"/>
                  </a:lnTo>
                  <a:lnTo>
                    <a:pt x="5857374" y="1735482"/>
                  </a:lnTo>
                  <a:lnTo>
                    <a:pt x="5858070" y="1735113"/>
                  </a:lnTo>
                  <a:lnTo>
                    <a:pt x="5858767" y="1734594"/>
                  </a:lnTo>
                  <a:lnTo>
                    <a:pt x="5859463" y="1734075"/>
                  </a:lnTo>
                  <a:lnTo>
                    <a:pt x="5860159" y="1732789"/>
                  </a:lnTo>
                  <a:lnTo>
                    <a:pt x="5860855" y="1731837"/>
                  </a:lnTo>
                  <a:lnTo>
                    <a:pt x="5861551" y="1730700"/>
                  </a:lnTo>
                  <a:lnTo>
                    <a:pt x="5862247" y="1729564"/>
                  </a:lnTo>
                  <a:lnTo>
                    <a:pt x="5862944" y="1728611"/>
                  </a:lnTo>
                  <a:lnTo>
                    <a:pt x="5863640" y="1727186"/>
                  </a:lnTo>
                  <a:lnTo>
                    <a:pt x="5864336" y="1725763"/>
                  </a:lnTo>
                  <a:lnTo>
                    <a:pt x="5865032" y="1723909"/>
                  </a:lnTo>
                  <a:lnTo>
                    <a:pt x="5865728" y="1722056"/>
                  </a:lnTo>
                  <a:lnTo>
                    <a:pt x="5866424" y="1722505"/>
                  </a:lnTo>
                  <a:lnTo>
                    <a:pt x="5867121" y="1723009"/>
                  </a:lnTo>
                  <a:lnTo>
                    <a:pt x="5867817" y="1725480"/>
                  </a:lnTo>
                  <a:lnTo>
                    <a:pt x="5868513" y="1728136"/>
                  </a:lnTo>
                  <a:lnTo>
                    <a:pt x="5869209" y="1730259"/>
                  </a:lnTo>
                  <a:lnTo>
                    <a:pt x="5869905" y="1732381"/>
                  </a:lnTo>
                  <a:lnTo>
                    <a:pt x="5870601" y="1735038"/>
                  </a:lnTo>
                  <a:lnTo>
                    <a:pt x="5871298" y="1737694"/>
                  </a:lnTo>
                  <a:lnTo>
                    <a:pt x="5871994" y="1740582"/>
                  </a:lnTo>
                  <a:lnTo>
                    <a:pt x="5872690" y="1743899"/>
                  </a:lnTo>
                  <a:lnTo>
                    <a:pt x="5873386" y="1747217"/>
                  </a:lnTo>
                  <a:lnTo>
                    <a:pt x="5874082" y="1750720"/>
                  </a:lnTo>
                  <a:lnTo>
                    <a:pt x="5874779" y="1754439"/>
                  </a:lnTo>
                  <a:lnTo>
                    <a:pt x="5875475" y="1758157"/>
                  </a:lnTo>
                  <a:lnTo>
                    <a:pt x="5876171" y="1760365"/>
                  </a:lnTo>
                  <a:lnTo>
                    <a:pt x="5876867" y="1759699"/>
                  </a:lnTo>
                  <a:lnTo>
                    <a:pt x="5877563" y="1758991"/>
                  </a:lnTo>
                  <a:lnTo>
                    <a:pt x="5878259" y="1756451"/>
                  </a:lnTo>
                  <a:lnTo>
                    <a:pt x="5878956" y="1753910"/>
                  </a:lnTo>
                  <a:lnTo>
                    <a:pt x="5879652" y="1751370"/>
                  </a:lnTo>
                  <a:lnTo>
                    <a:pt x="5880348" y="1748829"/>
                  </a:lnTo>
                  <a:lnTo>
                    <a:pt x="5881044" y="1746706"/>
                  </a:lnTo>
                  <a:lnTo>
                    <a:pt x="5881740" y="1744582"/>
                  </a:lnTo>
                  <a:lnTo>
                    <a:pt x="5882436" y="1741543"/>
                  </a:lnTo>
                  <a:lnTo>
                    <a:pt x="5883133" y="1737752"/>
                  </a:lnTo>
                  <a:lnTo>
                    <a:pt x="5883829" y="1733010"/>
                  </a:lnTo>
                  <a:lnTo>
                    <a:pt x="5884525" y="1728686"/>
                  </a:lnTo>
                  <a:lnTo>
                    <a:pt x="5885221" y="1724791"/>
                  </a:lnTo>
                  <a:lnTo>
                    <a:pt x="5885917" y="1721430"/>
                  </a:lnTo>
                  <a:lnTo>
                    <a:pt x="5886614" y="1719742"/>
                  </a:lnTo>
                  <a:lnTo>
                    <a:pt x="5887310" y="1718854"/>
                  </a:lnTo>
                  <a:lnTo>
                    <a:pt x="5888006" y="1718499"/>
                  </a:lnTo>
                  <a:lnTo>
                    <a:pt x="5888702" y="1717812"/>
                  </a:lnTo>
                  <a:lnTo>
                    <a:pt x="5889398" y="1717125"/>
                  </a:lnTo>
                  <a:lnTo>
                    <a:pt x="5890094" y="1716621"/>
                  </a:lnTo>
                  <a:lnTo>
                    <a:pt x="5890791" y="1716117"/>
                  </a:lnTo>
                  <a:lnTo>
                    <a:pt x="5891487" y="1715613"/>
                  </a:lnTo>
                  <a:lnTo>
                    <a:pt x="5892183" y="1715109"/>
                  </a:lnTo>
                  <a:lnTo>
                    <a:pt x="5892879" y="1715575"/>
                  </a:lnTo>
                  <a:lnTo>
                    <a:pt x="5893575" y="1717182"/>
                  </a:lnTo>
                  <a:lnTo>
                    <a:pt x="5894271" y="1718939"/>
                  </a:lnTo>
                  <a:lnTo>
                    <a:pt x="5894968" y="1720696"/>
                  </a:lnTo>
                  <a:lnTo>
                    <a:pt x="5895664" y="1722453"/>
                  </a:lnTo>
                  <a:lnTo>
                    <a:pt x="5896360" y="1724210"/>
                  </a:lnTo>
                  <a:lnTo>
                    <a:pt x="5897056" y="1725817"/>
                  </a:lnTo>
                  <a:lnTo>
                    <a:pt x="5897752" y="1727424"/>
                  </a:lnTo>
                  <a:lnTo>
                    <a:pt x="5898448" y="1728848"/>
                  </a:lnTo>
                  <a:lnTo>
                    <a:pt x="5899145" y="1730272"/>
                  </a:lnTo>
                  <a:lnTo>
                    <a:pt x="5899841" y="1732543"/>
                  </a:lnTo>
                  <a:lnTo>
                    <a:pt x="5900537" y="1735348"/>
                  </a:lnTo>
                  <a:lnTo>
                    <a:pt x="5901233" y="1736457"/>
                  </a:lnTo>
                  <a:lnTo>
                    <a:pt x="5901929" y="1737307"/>
                  </a:lnTo>
                  <a:lnTo>
                    <a:pt x="5902626" y="1738158"/>
                  </a:lnTo>
                  <a:lnTo>
                    <a:pt x="5903322" y="1739454"/>
                  </a:lnTo>
                  <a:lnTo>
                    <a:pt x="5904018" y="1741131"/>
                  </a:lnTo>
                  <a:lnTo>
                    <a:pt x="5904714" y="1742807"/>
                  </a:lnTo>
                  <a:lnTo>
                    <a:pt x="5905410" y="1744484"/>
                  </a:lnTo>
                  <a:lnTo>
                    <a:pt x="5906106" y="1746160"/>
                  </a:lnTo>
                  <a:lnTo>
                    <a:pt x="5906803" y="1747836"/>
                  </a:lnTo>
                  <a:lnTo>
                    <a:pt x="5907499" y="1750383"/>
                  </a:lnTo>
                  <a:lnTo>
                    <a:pt x="5908195" y="1752239"/>
                  </a:lnTo>
                  <a:lnTo>
                    <a:pt x="5908891" y="1752586"/>
                  </a:lnTo>
                  <a:lnTo>
                    <a:pt x="5909587" y="1753557"/>
                  </a:lnTo>
                  <a:lnTo>
                    <a:pt x="5910283" y="1753503"/>
                  </a:lnTo>
                  <a:lnTo>
                    <a:pt x="5910980" y="1753449"/>
                  </a:lnTo>
                  <a:lnTo>
                    <a:pt x="5911676" y="1756301"/>
                  </a:lnTo>
                  <a:lnTo>
                    <a:pt x="5912372" y="1760436"/>
                  </a:lnTo>
                  <a:lnTo>
                    <a:pt x="5913068" y="1764570"/>
                  </a:lnTo>
                  <a:lnTo>
                    <a:pt x="5913764" y="1767119"/>
                  </a:lnTo>
                  <a:lnTo>
                    <a:pt x="5914461" y="1769103"/>
                  </a:lnTo>
                  <a:lnTo>
                    <a:pt x="5915157" y="1771086"/>
                  </a:lnTo>
                  <a:lnTo>
                    <a:pt x="5915853" y="1773635"/>
                  </a:lnTo>
                  <a:lnTo>
                    <a:pt x="5916549" y="1775767"/>
                  </a:lnTo>
                  <a:lnTo>
                    <a:pt x="5917245" y="1777899"/>
                  </a:lnTo>
                  <a:lnTo>
                    <a:pt x="5917941" y="1780381"/>
                  </a:lnTo>
                  <a:lnTo>
                    <a:pt x="5918638" y="1784336"/>
                  </a:lnTo>
                  <a:lnTo>
                    <a:pt x="5919334" y="1790198"/>
                  </a:lnTo>
                  <a:lnTo>
                    <a:pt x="5920030" y="1795473"/>
                  </a:lnTo>
                  <a:lnTo>
                    <a:pt x="5920726" y="1800748"/>
                  </a:lnTo>
                  <a:lnTo>
                    <a:pt x="5921422" y="1805489"/>
                  </a:lnTo>
                  <a:lnTo>
                    <a:pt x="5922118" y="1809028"/>
                  </a:lnTo>
                  <a:lnTo>
                    <a:pt x="5922815" y="1812102"/>
                  </a:lnTo>
                  <a:lnTo>
                    <a:pt x="5923511" y="1814643"/>
                  </a:lnTo>
                  <a:lnTo>
                    <a:pt x="5924207" y="1817601"/>
                  </a:lnTo>
                  <a:lnTo>
                    <a:pt x="5924903" y="1820559"/>
                  </a:lnTo>
                  <a:lnTo>
                    <a:pt x="5925599" y="1823517"/>
                  </a:lnTo>
                  <a:lnTo>
                    <a:pt x="5926296" y="1826057"/>
                  </a:lnTo>
                  <a:lnTo>
                    <a:pt x="5926676" y="1826954"/>
                  </a:lnTo>
                  <a:lnTo>
                    <a:pt x="5929481" y="1826954"/>
                  </a:lnTo>
                  <a:lnTo>
                    <a:pt x="5929776" y="1826427"/>
                  </a:lnTo>
                  <a:lnTo>
                    <a:pt x="5930473" y="1825189"/>
                  </a:lnTo>
                  <a:lnTo>
                    <a:pt x="5931169" y="1823950"/>
                  </a:lnTo>
                  <a:lnTo>
                    <a:pt x="5931865" y="1822712"/>
                  </a:lnTo>
                  <a:lnTo>
                    <a:pt x="5932561" y="1821288"/>
                  </a:lnTo>
                  <a:lnTo>
                    <a:pt x="5933257" y="1820265"/>
                  </a:lnTo>
                  <a:lnTo>
                    <a:pt x="5933953" y="1819242"/>
                  </a:lnTo>
                  <a:lnTo>
                    <a:pt x="5934650" y="1818772"/>
                  </a:lnTo>
                  <a:lnTo>
                    <a:pt x="5935346" y="1815741"/>
                  </a:lnTo>
                  <a:lnTo>
                    <a:pt x="5936042" y="1811820"/>
                  </a:lnTo>
                  <a:lnTo>
                    <a:pt x="5936738" y="1809595"/>
                  </a:lnTo>
                  <a:lnTo>
                    <a:pt x="5937434" y="1808057"/>
                  </a:lnTo>
                  <a:lnTo>
                    <a:pt x="5938130" y="1806936"/>
                  </a:lnTo>
                  <a:lnTo>
                    <a:pt x="5938827" y="1805370"/>
                  </a:lnTo>
                  <a:lnTo>
                    <a:pt x="5939523" y="1803238"/>
                  </a:lnTo>
                  <a:lnTo>
                    <a:pt x="5940219" y="1800689"/>
                  </a:lnTo>
                  <a:lnTo>
                    <a:pt x="5940915" y="1796564"/>
                  </a:lnTo>
                  <a:lnTo>
                    <a:pt x="5941611" y="1792764"/>
                  </a:lnTo>
                  <a:lnTo>
                    <a:pt x="5942308" y="1788965"/>
                  </a:lnTo>
                  <a:lnTo>
                    <a:pt x="5943004" y="1784480"/>
                  </a:lnTo>
                  <a:lnTo>
                    <a:pt x="5943700" y="1780687"/>
                  </a:lnTo>
                  <a:lnTo>
                    <a:pt x="5944396" y="1778403"/>
                  </a:lnTo>
                  <a:lnTo>
                    <a:pt x="5945092" y="1774776"/>
                  </a:lnTo>
                  <a:lnTo>
                    <a:pt x="5945788" y="1773393"/>
                  </a:lnTo>
                  <a:lnTo>
                    <a:pt x="5946485" y="1772776"/>
                  </a:lnTo>
                  <a:lnTo>
                    <a:pt x="5947181" y="1771296"/>
                  </a:lnTo>
                  <a:lnTo>
                    <a:pt x="5947877" y="1768479"/>
                  </a:lnTo>
                  <a:lnTo>
                    <a:pt x="5948573" y="1765662"/>
                  </a:lnTo>
                  <a:lnTo>
                    <a:pt x="5949269" y="1764063"/>
                  </a:lnTo>
                  <a:lnTo>
                    <a:pt x="5949965" y="1763030"/>
                  </a:lnTo>
                  <a:lnTo>
                    <a:pt x="5950662" y="1762585"/>
                  </a:lnTo>
                  <a:lnTo>
                    <a:pt x="5951358" y="1763255"/>
                  </a:lnTo>
                  <a:lnTo>
                    <a:pt x="5952054" y="1764197"/>
                  </a:lnTo>
                  <a:lnTo>
                    <a:pt x="5952750" y="1765139"/>
                  </a:lnTo>
                  <a:lnTo>
                    <a:pt x="5953446" y="1766647"/>
                  </a:lnTo>
                  <a:lnTo>
                    <a:pt x="5954143" y="1767433"/>
                  </a:lnTo>
                  <a:lnTo>
                    <a:pt x="5954839" y="1766846"/>
                  </a:lnTo>
                  <a:lnTo>
                    <a:pt x="5955535" y="1766313"/>
                  </a:lnTo>
                  <a:lnTo>
                    <a:pt x="5956231" y="1766313"/>
                  </a:lnTo>
                  <a:lnTo>
                    <a:pt x="5956927" y="1765779"/>
                  </a:lnTo>
                  <a:lnTo>
                    <a:pt x="5957623" y="1765246"/>
                  </a:lnTo>
                  <a:lnTo>
                    <a:pt x="5958320" y="1764713"/>
                  </a:lnTo>
                  <a:lnTo>
                    <a:pt x="5959016" y="1763762"/>
                  </a:lnTo>
                  <a:lnTo>
                    <a:pt x="5959712" y="1763762"/>
                  </a:lnTo>
                  <a:lnTo>
                    <a:pt x="5960408" y="1762915"/>
                  </a:lnTo>
                  <a:lnTo>
                    <a:pt x="5961104" y="1762068"/>
                  </a:lnTo>
                  <a:lnTo>
                    <a:pt x="5961800" y="1761638"/>
                  </a:lnTo>
                  <a:lnTo>
                    <a:pt x="5962497" y="1761638"/>
                  </a:lnTo>
                  <a:lnTo>
                    <a:pt x="5963193" y="1762191"/>
                  </a:lnTo>
                  <a:lnTo>
                    <a:pt x="5963889" y="1762744"/>
                  </a:lnTo>
                  <a:lnTo>
                    <a:pt x="5964585" y="1763512"/>
                  </a:lnTo>
                  <a:lnTo>
                    <a:pt x="5965281" y="1764280"/>
                  </a:lnTo>
                  <a:lnTo>
                    <a:pt x="5965977" y="1765518"/>
                  </a:lnTo>
                  <a:lnTo>
                    <a:pt x="5966674" y="1766756"/>
                  </a:lnTo>
                  <a:lnTo>
                    <a:pt x="5967370" y="1768424"/>
                  </a:lnTo>
                  <a:lnTo>
                    <a:pt x="5968066" y="1769848"/>
                  </a:lnTo>
                  <a:lnTo>
                    <a:pt x="5968762" y="1770871"/>
                  </a:lnTo>
                  <a:lnTo>
                    <a:pt x="5969458" y="1772324"/>
                  </a:lnTo>
                  <a:lnTo>
                    <a:pt x="5970155" y="1772794"/>
                  </a:lnTo>
                  <a:lnTo>
                    <a:pt x="5970851" y="1774978"/>
                  </a:lnTo>
                  <a:lnTo>
                    <a:pt x="5971547" y="1777948"/>
                  </a:lnTo>
                  <a:lnTo>
                    <a:pt x="5972243" y="1780918"/>
                  </a:lnTo>
                  <a:lnTo>
                    <a:pt x="5972939" y="1783459"/>
                  </a:lnTo>
                  <a:lnTo>
                    <a:pt x="5973635" y="1785582"/>
                  </a:lnTo>
                  <a:lnTo>
                    <a:pt x="5974332" y="1787705"/>
                  </a:lnTo>
                  <a:lnTo>
                    <a:pt x="5975028" y="1789829"/>
                  </a:lnTo>
                  <a:lnTo>
                    <a:pt x="5975724" y="1791940"/>
                  </a:lnTo>
                  <a:lnTo>
                    <a:pt x="5976420" y="1795156"/>
                  </a:lnTo>
                  <a:lnTo>
                    <a:pt x="5977116" y="1798047"/>
                  </a:lnTo>
                  <a:lnTo>
                    <a:pt x="5977812" y="1800603"/>
                  </a:lnTo>
                  <a:lnTo>
                    <a:pt x="5978509" y="1803494"/>
                  </a:lnTo>
                  <a:lnTo>
                    <a:pt x="5979205" y="1806050"/>
                  </a:lnTo>
                  <a:lnTo>
                    <a:pt x="5979901" y="1808941"/>
                  </a:lnTo>
                  <a:lnTo>
                    <a:pt x="5980597" y="1812835"/>
                  </a:lnTo>
                  <a:lnTo>
                    <a:pt x="5981293" y="1815296"/>
                  </a:lnTo>
                  <a:lnTo>
                    <a:pt x="5981990" y="1816519"/>
                  </a:lnTo>
                  <a:lnTo>
                    <a:pt x="5982686" y="1817209"/>
                  </a:lnTo>
                  <a:lnTo>
                    <a:pt x="5983382" y="1818903"/>
                  </a:lnTo>
                  <a:lnTo>
                    <a:pt x="5984078" y="1820597"/>
                  </a:lnTo>
                  <a:lnTo>
                    <a:pt x="5984774" y="1821757"/>
                  </a:lnTo>
                  <a:lnTo>
                    <a:pt x="5985470" y="1823347"/>
                  </a:lnTo>
                  <a:lnTo>
                    <a:pt x="5986167" y="1824350"/>
                  </a:lnTo>
                  <a:lnTo>
                    <a:pt x="5986863" y="1824089"/>
                  </a:lnTo>
                  <a:lnTo>
                    <a:pt x="5987559" y="1824089"/>
                  </a:lnTo>
                  <a:lnTo>
                    <a:pt x="5988255" y="1824089"/>
                  </a:lnTo>
                  <a:lnTo>
                    <a:pt x="5988951" y="1824090"/>
                  </a:lnTo>
                  <a:lnTo>
                    <a:pt x="5989647" y="1821786"/>
                  </a:lnTo>
                  <a:lnTo>
                    <a:pt x="5990344" y="1818330"/>
                  </a:lnTo>
                  <a:lnTo>
                    <a:pt x="5991040" y="1814122"/>
                  </a:lnTo>
                  <a:lnTo>
                    <a:pt x="5991736" y="1809381"/>
                  </a:lnTo>
                  <a:lnTo>
                    <a:pt x="5992432" y="1804639"/>
                  </a:lnTo>
                  <a:lnTo>
                    <a:pt x="5993128" y="1799897"/>
                  </a:lnTo>
                  <a:lnTo>
                    <a:pt x="5993824" y="1795156"/>
                  </a:lnTo>
                  <a:lnTo>
                    <a:pt x="5994521" y="1790832"/>
                  </a:lnTo>
                  <a:lnTo>
                    <a:pt x="5995217" y="1786091"/>
                  </a:lnTo>
                  <a:lnTo>
                    <a:pt x="5995913" y="1782196"/>
                  </a:lnTo>
                  <a:lnTo>
                    <a:pt x="5996609" y="1778301"/>
                  </a:lnTo>
                  <a:lnTo>
                    <a:pt x="5997305" y="1774407"/>
                  </a:lnTo>
                  <a:lnTo>
                    <a:pt x="5998002" y="1770565"/>
                  </a:lnTo>
                  <a:lnTo>
                    <a:pt x="5998698" y="1766724"/>
                  </a:lnTo>
                  <a:lnTo>
                    <a:pt x="5999394" y="1762453"/>
                  </a:lnTo>
                  <a:lnTo>
                    <a:pt x="6000090" y="1760149"/>
                  </a:lnTo>
                  <a:lnTo>
                    <a:pt x="6000786" y="1758578"/>
                  </a:lnTo>
                  <a:lnTo>
                    <a:pt x="6001482" y="1758107"/>
                  </a:lnTo>
                  <a:lnTo>
                    <a:pt x="6002179" y="1758107"/>
                  </a:lnTo>
                  <a:lnTo>
                    <a:pt x="6002875" y="1757678"/>
                  </a:lnTo>
                  <a:lnTo>
                    <a:pt x="6003571" y="1758107"/>
                  </a:lnTo>
                  <a:lnTo>
                    <a:pt x="6004267" y="1758537"/>
                  </a:lnTo>
                  <a:lnTo>
                    <a:pt x="6004963" y="1758537"/>
                  </a:lnTo>
                  <a:lnTo>
                    <a:pt x="6005659" y="1759384"/>
                  </a:lnTo>
                  <a:lnTo>
                    <a:pt x="6006356" y="1759813"/>
                  </a:lnTo>
                  <a:lnTo>
                    <a:pt x="6007052" y="1759813"/>
                  </a:lnTo>
                  <a:lnTo>
                    <a:pt x="6007748" y="1759813"/>
                  </a:lnTo>
                  <a:lnTo>
                    <a:pt x="6008444" y="1759813"/>
                  </a:lnTo>
                  <a:lnTo>
                    <a:pt x="6009140" y="1760230"/>
                  </a:lnTo>
                  <a:lnTo>
                    <a:pt x="6009837" y="1760647"/>
                  </a:lnTo>
                  <a:lnTo>
                    <a:pt x="6010533" y="1761598"/>
                  </a:lnTo>
                  <a:lnTo>
                    <a:pt x="6011229" y="1762979"/>
                  </a:lnTo>
                  <a:lnTo>
                    <a:pt x="6011925" y="1764830"/>
                  </a:lnTo>
                  <a:lnTo>
                    <a:pt x="6012621" y="1766680"/>
                  </a:lnTo>
                  <a:lnTo>
                    <a:pt x="6013317" y="1768866"/>
                  </a:lnTo>
                  <a:lnTo>
                    <a:pt x="6014014" y="1770717"/>
                  </a:lnTo>
                  <a:lnTo>
                    <a:pt x="6014710" y="1772902"/>
                  </a:lnTo>
                  <a:lnTo>
                    <a:pt x="6015406" y="1774219"/>
                  </a:lnTo>
                  <a:lnTo>
                    <a:pt x="6016102" y="1775066"/>
                  </a:lnTo>
                  <a:lnTo>
                    <a:pt x="6016798" y="1776446"/>
                  </a:lnTo>
                  <a:lnTo>
                    <a:pt x="6017494" y="1778297"/>
                  </a:lnTo>
                  <a:lnTo>
                    <a:pt x="6018191" y="1780148"/>
                  </a:lnTo>
                  <a:lnTo>
                    <a:pt x="6018887" y="1781528"/>
                  </a:lnTo>
                  <a:lnTo>
                    <a:pt x="6019583" y="1782375"/>
                  </a:lnTo>
                  <a:lnTo>
                    <a:pt x="6020279" y="1783222"/>
                  </a:lnTo>
                  <a:lnTo>
                    <a:pt x="6020975" y="1782792"/>
                  </a:lnTo>
                  <a:lnTo>
                    <a:pt x="6021672" y="1782363"/>
                  </a:lnTo>
                  <a:lnTo>
                    <a:pt x="6022368" y="1781516"/>
                  </a:lnTo>
                  <a:lnTo>
                    <a:pt x="6023064" y="1780565"/>
                  </a:lnTo>
                  <a:lnTo>
                    <a:pt x="6023760" y="1779614"/>
                  </a:lnTo>
                  <a:lnTo>
                    <a:pt x="6024456" y="1779081"/>
                  </a:lnTo>
                  <a:lnTo>
                    <a:pt x="6025152" y="1780851"/>
                  </a:lnTo>
                  <a:lnTo>
                    <a:pt x="6025849" y="1783774"/>
                  </a:lnTo>
                  <a:lnTo>
                    <a:pt x="6026545" y="1787983"/>
                  </a:lnTo>
                  <a:lnTo>
                    <a:pt x="6027241" y="1791773"/>
                  </a:lnTo>
                  <a:lnTo>
                    <a:pt x="6027937" y="1795668"/>
                  </a:lnTo>
                  <a:lnTo>
                    <a:pt x="6028633" y="1799562"/>
                  </a:lnTo>
                  <a:lnTo>
                    <a:pt x="6029329" y="1803457"/>
                  </a:lnTo>
                  <a:lnTo>
                    <a:pt x="6030026" y="1807781"/>
                  </a:lnTo>
                  <a:lnTo>
                    <a:pt x="6030722" y="1812105"/>
                  </a:lnTo>
                  <a:lnTo>
                    <a:pt x="6031418" y="1816000"/>
                  </a:lnTo>
                  <a:lnTo>
                    <a:pt x="6032114" y="1820324"/>
                  </a:lnTo>
                  <a:lnTo>
                    <a:pt x="6032810" y="1824648"/>
                  </a:lnTo>
                  <a:lnTo>
                    <a:pt x="6033183" y="1826954"/>
                  </a:lnTo>
                  <a:lnTo>
                    <a:pt x="6045216" y="1826954"/>
                  </a:lnTo>
                  <a:lnTo>
                    <a:pt x="6045341" y="1826419"/>
                  </a:lnTo>
                  <a:lnTo>
                    <a:pt x="6046038" y="1822927"/>
                  </a:lnTo>
                  <a:lnTo>
                    <a:pt x="6046734" y="1819436"/>
                  </a:lnTo>
                  <a:lnTo>
                    <a:pt x="6047430" y="1813744"/>
                  </a:lnTo>
                  <a:lnTo>
                    <a:pt x="6048126" y="1807623"/>
                  </a:lnTo>
                  <a:lnTo>
                    <a:pt x="6048822" y="1801031"/>
                  </a:lnTo>
                  <a:lnTo>
                    <a:pt x="6049519" y="1794439"/>
                  </a:lnTo>
                  <a:lnTo>
                    <a:pt x="6050215" y="1787541"/>
                  </a:lnTo>
                  <a:lnTo>
                    <a:pt x="6050911" y="1779382"/>
                  </a:lnTo>
                  <a:lnTo>
                    <a:pt x="6051607" y="1770116"/>
                  </a:lnTo>
                  <a:lnTo>
                    <a:pt x="6052303" y="1760746"/>
                  </a:lnTo>
                  <a:lnTo>
                    <a:pt x="6052999" y="1751376"/>
                  </a:lnTo>
                  <a:lnTo>
                    <a:pt x="6053696" y="1741698"/>
                  </a:lnTo>
                  <a:lnTo>
                    <a:pt x="6054392" y="1731783"/>
                  </a:lnTo>
                  <a:lnTo>
                    <a:pt x="6055088" y="1721793"/>
                  </a:lnTo>
                  <a:lnTo>
                    <a:pt x="6055784" y="1712337"/>
                  </a:lnTo>
                  <a:lnTo>
                    <a:pt x="6056480" y="1702570"/>
                  </a:lnTo>
                  <a:lnTo>
                    <a:pt x="6057176" y="1692526"/>
                  </a:lnTo>
                  <a:lnTo>
                    <a:pt x="6057873" y="1683545"/>
                  </a:lnTo>
                  <a:lnTo>
                    <a:pt x="6058569" y="1673659"/>
                  </a:lnTo>
                  <a:lnTo>
                    <a:pt x="6059265" y="1663773"/>
                  </a:lnTo>
                  <a:lnTo>
                    <a:pt x="6059961" y="1653914"/>
                  </a:lnTo>
                  <a:lnTo>
                    <a:pt x="6060657" y="1643187"/>
                  </a:lnTo>
                  <a:lnTo>
                    <a:pt x="6061353" y="1633371"/>
                  </a:lnTo>
                  <a:lnTo>
                    <a:pt x="6062050" y="1624501"/>
                  </a:lnTo>
                  <a:lnTo>
                    <a:pt x="6062746" y="1616049"/>
                  </a:lnTo>
                  <a:lnTo>
                    <a:pt x="6063442" y="1608026"/>
                  </a:lnTo>
                  <a:lnTo>
                    <a:pt x="6064138" y="1600849"/>
                  </a:lnTo>
                  <a:lnTo>
                    <a:pt x="6064834" y="1595454"/>
                  </a:lnTo>
                  <a:lnTo>
                    <a:pt x="6065531" y="1589722"/>
                  </a:lnTo>
                  <a:lnTo>
                    <a:pt x="6066227" y="1583458"/>
                  </a:lnTo>
                  <a:lnTo>
                    <a:pt x="6066923" y="1579156"/>
                  </a:lnTo>
                  <a:lnTo>
                    <a:pt x="6067619" y="1574414"/>
                  </a:lnTo>
                  <a:lnTo>
                    <a:pt x="6068315" y="1570614"/>
                  </a:lnTo>
                  <a:lnTo>
                    <a:pt x="6069011" y="1568502"/>
                  </a:lnTo>
                  <a:lnTo>
                    <a:pt x="6069708" y="1566392"/>
                  </a:lnTo>
                  <a:lnTo>
                    <a:pt x="6070404" y="1564322"/>
                  </a:lnTo>
                  <a:lnTo>
                    <a:pt x="6071100" y="1564116"/>
                  </a:lnTo>
                  <a:lnTo>
                    <a:pt x="6071796" y="1564450"/>
                  </a:lnTo>
                  <a:lnTo>
                    <a:pt x="6072492" y="1564785"/>
                  </a:lnTo>
                  <a:lnTo>
                    <a:pt x="6073188" y="1564450"/>
                  </a:lnTo>
                  <a:lnTo>
                    <a:pt x="6073885" y="1563980"/>
                  </a:lnTo>
                  <a:lnTo>
                    <a:pt x="6074581" y="1563174"/>
                  </a:lnTo>
                  <a:lnTo>
                    <a:pt x="6075277" y="1562745"/>
                  </a:lnTo>
                  <a:lnTo>
                    <a:pt x="6075973" y="1563174"/>
                  </a:lnTo>
                  <a:lnTo>
                    <a:pt x="6076669" y="1563604"/>
                  </a:lnTo>
                  <a:lnTo>
                    <a:pt x="6077366" y="1564033"/>
                  </a:lnTo>
                  <a:lnTo>
                    <a:pt x="6078062" y="1564503"/>
                  </a:lnTo>
                  <a:lnTo>
                    <a:pt x="6078758" y="1565246"/>
                  </a:lnTo>
                  <a:lnTo>
                    <a:pt x="6079454" y="1568217"/>
                  </a:lnTo>
                  <a:lnTo>
                    <a:pt x="6080150" y="1571604"/>
                  </a:lnTo>
                  <a:lnTo>
                    <a:pt x="6080846" y="1574562"/>
                  </a:lnTo>
                  <a:lnTo>
                    <a:pt x="6081543" y="1577520"/>
                  </a:lnTo>
                  <a:lnTo>
                    <a:pt x="6082239" y="1581011"/>
                  </a:lnTo>
                  <a:lnTo>
                    <a:pt x="6082935" y="1586704"/>
                  </a:lnTo>
                  <a:lnTo>
                    <a:pt x="6083631" y="1593412"/>
                  </a:lnTo>
                  <a:lnTo>
                    <a:pt x="6084327" y="1600591"/>
                  </a:lnTo>
                  <a:lnTo>
                    <a:pt x="6085023" y="1607771"/>
                  </a:lnTo>
                  <a:lnTo>
                    <a:pt x="6085720" y="1614669"/>
                  </a:lnTo>
                  <a:lnTo>
                    <a:pt x="6086416" y="1623360"/>
                  </a:lnTo>
                  <a:lnTo>
                    <a:pt x="6087112" y="1633160"/>
                  </a:lnTo>
                  <a:lnTo>
                    <a:pt x="6087808" y="1642530"/>
                  </a:lnTo>
                  <a:lnTo>
                    <a:pt x="6088504" y="1651900"/>
                  </a:lnTo>
                  <a:lnTo>
                    <a:pt x="6089201" y="1661044"/>
                  </a:lnTo>
                  <a:lnTo>
                    <a:pt x="6089897" y="1670009"/>
                  </a:lnTo>
                  <a:lnTo>
                    <a:pt x="6090593" y="1679582"/>
                  </a:lnTo>
                  <a:lnTo>
                    <a:pt x="6091289" y="1688621"/>
                  </a:lnTo>
                  <a:lnTo>
                    <a:pt x="6091985" y="1698388"/>
                  </a:lnTo>
                  <a:lnTo>
                    <a:pt x="6092681" y="1708432"/>
                  </a:lnTo>
                  <a:lnTo>
                    <a:pt x="6093378" y="1716607"/>
                  </a:lnTo>
                  <a:lnTo>
                    <a:pt x="6094074" y="1725259"/>
                  </a:lnTo>
                  <a:lnTo>
                    <a:pt x="6094770" y="1734245"/>
                  </a:lnTo>
                  <a:lnTo>
                    <a:pt x="6095466" y="1743257"/>
                  </a:lnTo>
                  <a:lnTo>
                    <a:pt x="6096162" y="1753137"/>
                  </a:lnTo>
                  <a:lnTo>
                    <a:pt x="6096858" y="1761636"/>
                  </a:lnTo>
                  <a:lnTo>
                    <a:pt x="6097555" y="1769659"/>
                  </a:lnTo>
                  <a:lnTo>
                    <a:pt x="6098251" y="1778111"/>
                  </a:lnTo>
                  <a:lnTo>
                    <a:pt x="6098947" y="1786563"/>
                  </a:lnTo>
                  <a:lnTo>
                    <a:pt x="6099643" y="1794170"/>
                  </a:lnTo>
                  <a:lnTo>
                    <a:pt x="6100339" y="1799994"/>
                  </a:lnTo>
                  <a:lnTo>
                    <a:pt x="6101035" y="1805726"/>
                  </a:lnTo>
                  <a:lnTo>
                    <a:pt x="6101732" y="1811991"/>
                  </a:lnTo>
                  <a:lnTo>
                    <a:pt x="6102428" y="1816722"/>
                  </a:lnTo>
                  <a:lnTo>
                    <a:pt x="6103124" y="1821463"/>
                  </a:lnTo>
                  <a:lnTo>
                    <a:pt x="6103820" y="1825264"/>
                  </a:lnTo>
                  <a:lnTo>
                    <a:pt x="6104377" y="1826954"/>
                  </a:lnTo>
                  <a:lnTo>
                    <a:pt x="6105909" y="1826953"/>
                  </a:lnTo>
                  <a:lnTo>
                    <a:pt x="6106605" y="1825423"/>
                  </a:lnTo>
                  <a:lnTo>
                    <a:pt x="6107301" y="1823353"/>
                  </a:lnTo>
                  <a:lnTo>
                    <a:pt x="6107997" y="1821283"/>
                  </a:lnTo>
                  <a:lnTo>
                    <a:pt x="6108693" y="1819077"/>
                  </a:lnTo>
                  <a:lnTo>
                    <a:pt x="6109390" y="1816202"/>
                  </a:lnTo>
                  <a:lnTo>
                    <a:pt x="6110086" y="1813661"/>
                  </a:lnTo>
                  <a:lnTo>
                    <a:pt x="6110782" y="1809623"/>
                  </a:lnTo>
                  <a:lnTo>
                    <a:pt x="6111478" y="1803429"/>
                  </a:lnTo>
                  <a:lnTo>
                    <a:pt x="6112174" y="1797788"/>
                  </a:lnTo>
                  <a:lnTo>
                    <a:pt x="6112870" y="1792146"/>
                  </a:lnTo>
                  <a:lnTo>
                    <a:pt x="6113567" y="1786934"/>
                  </a:lnTo>
                  <a:lnTo>
                    <a:pt x="6114263" y="1781722"/>
                  </a:lnTo>
                  <a:lnTo>
                    <a:pt x="6114959" y="1776080"/>
                  </a:lnTo>
                  <a:lnTo>
                    <a:pt x="6115655" y="1771423"/>
                  </a:lnTo>
                  <a:lnTo>
                    <a:pt x="6116351" y="1767231"/>
                  </a:lnTo>
                  <a:lnTo>
                    <a:pt x="6117048" y="1762605"/>
                  </a:lnTo>
                  <a:lnTo>
                    <a:pt x="6117744" y="1757260"/>
                  </a:lnTo>
                  <a:lnTo>
                    <a:pt x="6118440" y="1751916"/>
                  </a:lnTo>
                  <a:lnTo>
                    <a:pt x="6119136" y="1745984"/>
                  </a:lnTo>
                  <a:lnTo>
                    <a:pt x="6119832" y="1740238"/>
                  </a:lnTo>
                  <a:lnTo>
                    <a:pt x="6120528" y="1734491"/>
                  </a:lnTo>
                  <a:lnTo>
                    <a:pt x="6121225" y="1730054"/>
                  </a:lnTo>
                  <a:lnTo>
                    <a:pt x="6121921" y="1727436"/>
                  </a:lnTo>
                  <a:lnTo>
                    <a:pt x="6122617" y="1724448"/>
                  </a:lnTo>
                  <a:lnTo>
                    <a:pt x="6123313" y="1721644"/>
                  </a:lnTo>
                  <a:lnTo>
                    <a:pt x="6124009" y="1719026"/>
                  </a:lnTo>
                  <a:lnTo>
                    <a:pt x="6124705" y="1716940"/>
                  </a:lnTo>
                  <a:lnTo>
                    <a:pt x="6125402" y="1715488"/>
                  </a:lnTo>
                  <a:lnTo>
                    <a:pt x="6126098" y="1714035"/>
                  </a:lnTo>
                  <a:lnTo>
                    <a:pt x="6126794" y="1713605"/>
                  </a:lnTo>
                  <a:lnTo>
                    <a:pt x="6127490" y="1713605"/>
                  </a:lnTo>
                  <a:lnTo>
                    <a:pt x="6128186" y="1713605"/>
                  </a:lnTo>
                  <a:lnTo>
                    <a:pt x="6128882" y="1714840"/>
                  </a:lnTo>
                  <a:lnTo>
                    <a:pt x="6129579" y="1716075"/>
                  </a:lnTo>
                  <a:lnTo>
                    <a:pt x="6130275" y="1716975"/>
                  </a:lnTo>
                  <a:lnTo>
                    <a:pt x="6130971" y="1717822"/>
                  </a:lnTo>
                  <a:lnTo>
                    <a:pt x="6131667" y="1719202"/>
                  </a:lnTo>
                  <a:lnTo>
                    <a:pt x="6132363" y="1721053"/>
                  </a:lnTo>
                  <a:lnTo>
                    <a:pt x="6133060" y="1722433"/>
                  </a:lnTo>
                  <a:lnTo>
                    <a:pt x="6133756" y="1723384"/>
                  </a:lnTo>
                  <a:lnTo>
                    <a:pt x="6134452" y="1724335"/>
                  </a:lnTo>
                  <a:lnTo>
                    <a:pt x="6135148" y="1725285"/>
                  </a:lnTo>
                  <a:lnTo>
                    <a:pt x="6135844" y="1726236"/>
                  </a:lnTo>
                  <a:lnTo>
                    <a:pt x="6136540" y="1727187"/>
                  </a:lnTo>
                  <a:lnTo>
                    <a:pt x="6137237" y="1727187"/>
                  </a:lnTo>
                  <a:lnTo>
                    <a:pt x="6137933" y="1727604"/>
                  </a:lnTo>
                  <a:lnTo>
                    <a:pt x="6138629" y="1728021"/>
                  </a:lnTo>
                  <a:lnTo>
                    <a:pt x="6139325" y="1728438"/>
                  </a:lnTo>
                  <a:lnTo>
                    <a:pt x="6140021" y="1729285"/>
                  </a:lnTo>
                  <a:lnTo>
                    <a:pt x="6140717" y="1732195"/>
                  </a:lnTo>
                  <a:lnTo>
                    <a:pt x="6141414" y="1736586"/>
                  </a:lnTo>
                  <a:lnTo>
                    <a:pt x="6142110" y="1740507"/>
                  </a:lnTo>
                  <a:lnTo>
                    <a:pt x="6142806" y="1745015"/>
                  </a:lnTo>
                  <a:lnTo>
                    <a:pt x="6143502" y="1749523"/>
                  </a:lnTo>
                  <a:lnTo>
                    <a:pt x="6144198" y="1754947"/>
                  </a:lnTo>
                  <a:lnTo>
                    <a:pt x="6144895" y="1760706"/>
                  </a:lnTo>
                  <a:lnTo>
                    <a:pt x="6145591" y="1766465"/>
                  </a:lnTo>
                  <a:lnTo>
                    <a:pt x="6146287" y="1772915"/>
                  </a:lnTo>
                  <a:lnTo>
                    <a:pt x="6146983" y="1781093"/>
                  </a:lnTo>
                  <a:lnTo>
                    <a:pt x="6147679" y="1788718"/>
                  </a:lnTo>
                  <a:lnTo>
                    <a:pt x="6148375" y="1796343"/>
                  </a:lnTo>
                  <a:lnTo>
                    <a:pt x="6149072" y="1803967"/>
                  </a:lnTo>
                  <a:lnTo>
                    <a:pt x="6149768" y="1811592"/>
                  </a:lnTo>
                  <a:lnTo>
                    <a:pt x="6150464" y="1819217"/>
                  </a:lnTo>
                  <a:lnTo>
                    <a:pt x="6151160" y="1825440"/>
                  </a:lnTo>
                  <a:lnTo>
                    <a:pt x="6151383" y="1826954"/>
                  </a:lnTo>
                  <a:lnTo>
                    <a:pt x="6181000" y="1826954"/>
                  </a:lnTo>
                  <a:lnTo>
                    <a:pt x="6181096" y="1826450"/>
                  </a:lnTo>
                  <a:lnTo>
                    <a:pt x="6181792" y="1823014"/>
                  </a:lnTo>
                  <a:lnTo>
                    <a:pt x="6182488" y="1820131"/>
                  </a:lnTo>
                  <a:lnTo>
                    <a:pt x="6183184" y="1817718"/>
                  </a:lnTo>
                  <a:lnTo>
                    <a:pt x="6183880" y="1815735"/>
                  </a:lnTo>
                  <a:lnTo>
                    <a:pt x="6184577" y="1814169"/>
                  </a:lnTo>
                  <a:lnTo>
                    <a:pt x="6185273" y="1812603"/>
                  </a:lnTo>
                  <a:lnTo>
                    <a:pt x="6185969" y="1811570"/>
                  </a:lnTo>
                  <a:lnTo>
                    <a:pt x="6186665" y="1810538"/>
                  </a:lnTo>
                  <a:lnTo>
                    <a:pt x="6187361" y="1810538"/>
                  </a:lnTo>
                  <a:lnTo>
                    <a:pt x="6188057" y="1811658"/>
                  </a:lnTo>
                  <a:lnTo>
                    <a:pt x="6188754" y="1812779"/>
                  </a:lnTo>
                  <a:lnTo>
                    <a:pt x="6189450" y="1813899"/>
                  </a:lnTo>
                  <a:lnTo>
                    <a:pt x="6190146" y="1815437"/>
                  </a:lnTo>
                  <a:lnTo>
                    <a:pt x="6190842" y="1817850"/>
                  </a:lnTo>
                  <a:lnTo>
                    <a:pt x="6191538" y="1819817"/>
                  </a:lnTo>
                  <a:lnTo>
                    <a:pt x="6192234" y="1821785"/>
                  </a:lnTo>
                  <a:lnTo>
                    <a:pt x="6192931" y="1823165"/>
                  </a:lnTo>
                  <a:lnTo>
                    <a:pt x="6193627" y="1824545"/>
                  </a:lnTo>
                  <a:lnTo>
                    <a:pt x="6194323" y="1825392"/>
                  </a:lnTo>
                  <a:lnTo>
                    <a:pt x="6195019" y="1825822"/>
                  </a:lnTo>
                  <a:lnTo>
                    <a:pt x="6195715" y="1825392"/>
                  </a:lnTo>
                  <a:lnTo>
                    <a:pt x="6196411" y="1824545"/>
                  </a:lnTo>
                  <a:lnTo>
                    <a:pt x="6197108" y="1824115"/>
                  </a:lnTo>
                  <a:lnTo>
                    <a:pt x="6197804" y="1823216"/>
                  </a:lnTo>
                  <a:lnTo>
                    <a:pt x="6198500" y="1821763"/>
                  </a:lnTo>
                  <a:lnTo>
                    <a:pt x="6199196" y="1820740"/>
                  </a:lnTo>
                  <a:lnTo>
                    <a:pt x="6199892" y="1820187"/>
                  </a:lnTo>
                  <a:lnTo>
                    <a:pt x="6200589" y="1819419"/>
                  </a:lnTo>
                  <a:lnTo>
                    <a:pt x="6201285" y="1818283"/>
                  </a:lnTo>
                  <a:lnTo>
                    <a:pt x="6201981" y="1817146"/>
                  </a:lnTo>
                  <a:lnTo>
                    <a:pt x="6202677" y="1815539"/>
                  </a:lnTo>
                  <a:lnTo>
                    <a:pt x="6203373" y="1814403"/>
                  </a:lnTo>
                  <a:lnTo>
                    <a:pt x="6204069" y="1812795"/>
                  </a:lnTo>
                  <a:lnTo>
                    <a:pt x="6204766" y="1811659"/>
                  </a:lnTo>
                  <a:lnTo>
                    <a:pt x="6205462" y="1810235"/>
                  </a:lnTo>
                  <a:lnTo>
                    <a:pt x="6206158" y="1809467"/>
                  </a:lnTo>
                  <a:lnTo>
                    <a:pt x="6206854" y="1808513"/>
                  </a:lnTo>
                  <a:lnTo>
                    <a:pt x="6207550" y="1806367"/>
                  </a:lnTo>
                  <a:lnTo>
                    <a:pt x="6208246" y="1802873"/>
                  </a:lnTo>
                  <a:lnTo>
                    <a:pt x="6208943" y="1799379"/>
                  </a:lnTo>
                  <a:lnTo>
                    <a:pt x="6209639" y="1795885"/>
                  </a:lnTo>
                  <a:lnTo>
                    <a:pt x="6210335" y="1792390"/>
                  </a:lnTo>
                  <a:lnTo>
                    <a:pt x="6211031" y="1789082"/>
                  </a:lnTo>
                  <a:lnTo>
                    <a:pt x="6211727" y="1785989"/>
                  </a:lnTo>
                  <a:lnTo>
                    <a:pt x="6212424" y="1782895"/>
                  </a:lnTo>
                  <a:lnTo>
                    <a:pt x="6213120" y="1779802"/>
                  </a:lnTo>
                  <a:lnTo>
                    <a:pt x="6213816" y="1776709"/>
                  </a:lnTo>
                  <a:lnTo>
                    <a:pt x="6214512" y="1771853"/>
                  </a:lnTo>
                  <a:lnTo>
                    <a:pt x="6215208" y="1764952"/>
                  </a:lnTo>
                  <a:lnTo>
                    <a:pt x="6215904" y="1758485"/>
                  </a:lnTo>
                  <a:lnTo>
                    <a:pt x="6216601" y="1749962"/>
                  </a:lnTo>
                  <a:lnTo>
                    <a:pt x="6217297" y="1741142"/>
                  </a:lnTo>
                  <a:lnTo>
                    <a:pt x="6217993" y="1732528"/>
                  </a:lnTo>
                  <a:lnTo>
                    <a:pt x="6218689" y="1724822"/>
                  </a:lnTo>
                  <a:lnTo>
                    <a:pt x="6219385" y="1716687"/>
                  </a:lnTo>
                  <a:lnTo>
                    <a:pt x="6220081" y="1708352"/>
                  </a:lnTo>
                  <a:lnTo>
                    <a:pt x="6220778" y="1700352"/>
                  </a:lnTo>
                  <a:lnTo>
                    <a:pt x="6221474" y="1691819"/>
                  </a:lnTo>
                  <a:lnTo>
                    <a:pt x="6222170" y="1683286"/>
                  </a:lnTo>
                  <a:lnTo>
                    <a:pt x="6222866" y="1674753"/>
                  </a:lnTo>
                  <a:lnTo>
                    <a:pt x="6223562" y="1665632"/>
                  </a:lnTo>
                  <a:lnTo>
                    <a:pt x="6224258" y="1656511"/>
                  </a:lnTo>
                  <a:lnTo>
                    <a:pt x="6224955" y="1647668"/>
                  </a:lnTo>
                  <a:lnTo>
                    <a:pt x="6225651" y="1640489"/>
                  </a:lnTo>
                  <a:lnTo>
                    <a:pt x="6226347" y="1632864"/>
                  </a:lnTo>
                  <a:lnTo>
                    <a:pt x="6227043" y="1627768"/>
                  </a:lnTo>
                  <a:lnTo>
                    <a:pt x="6227739" y="1622790"/>
                  </a:lnTo>
                  <a:lnTo>
                    <a:pt x="6228436" y="1618398"/>
                  </a:lnTo>
                  <a:lnTo>
                    <a:pt x="6229132" y="1613672"/>
                  </a:lnTo>
                  <a:lnTo>
                    <a:pt x="6229828" y="1609479"/>
                  </a:lnTo>
                  <a:lnTo>
                    <a:pt x="6230524" y="1605486"/>
                  </a:lnTo>
                  <a:lnTo>
                    <a:pt x="6231220" y="1601114"/>
                  </a:lnTo>
                  <a:lnTo>
                    <a:pt x="6231916" y="1595349"/>
                  </a:lnTo>
                  <a:lnTo>
                    <a:pt x="6232613" y="1590137"/>
                  </a:lnTo>
                  <a:lnTo>
                    <a:pt x="6233309" y="1585396"/>
                  </a:lnTo>
                  <a:lnTo>
                    <a:pt x="6234005" y="1581207"/>
                  </a:lnTo>
                  <a:lnTo>
                    <a:pt x="6234701" y="1576683"/>
                  </a:lnTo>
                  <a:lnTo>
                    <a:pt x="6235397" y="1573896"/>
                  </a:lnTo>
                  <a:lnTo>
                    <a:pt x="6236093" y="1571788"/>
                  </a:lnTo>
                  <a:lnTo>
                    <a:pt x="6236790" y="1569831"/>
                  </a:lnTo>
                  <a:lnTo>
                    <a:pt x="6237486" y="1568898"/>
                  </a:lnTo>
                  <a:lnTo>
                    <a:pt x="6238182" y="1567965"/>
                  </a:lnTo>
                  <a:lnTo>
                    <a:pt x="6238878" y="1567461"/>
                  </a:lnTo>
                  <a:lnTo>
                    <a:pt x="6239574" y="1566956"/>
                  </a:lnTo>
                  <a:lnTo>
                    <a:pt x="6240271" y="1566870"/>
                  </a:lnTo>
                  <a:lnTo>
                    <a:pt x="6240967" y="1566600"/>
                  </a:lnTo>
                  <a:lnTo>
                    <a:pt x="6241663" y="1567239"/>
                  </a:lnTo>
                  <a:lnTo>
                    <a:pt x="6242359" y="1570044"/>
                  </a:lnTo>
                  <a:lnTo>
                    <a:pt x="6243055" y="1573506"/>
                  </a:lnTo>
                  <a:lnTo>
                    <a:pt x="6243751" y="1578851"/>
                  </a:lnTo>
                  <a:lnTo>
                    <a:pt x="6244448" y="1584196"/>
                  </a:lnTo>
                  <a:lnTo>
                    <a:pt x="6245144" y="1589541"/>
                  </a:lnTo>
                  <a:lnTo>
                    <a:pt x="6245840" y="1595473"/>
                  </a:lnTo>
                  <a:lnTo>
                    <a:pt x="6246536" y="1601219"/>
                  </a:lnTo>
                  <a:lnTo>
                    <a:pt x="6247232" y="1606750"/>
                  </a:lnTo>
                  <a:lnTo>
                    <a:pt x="6247928" y="1611694"/>
                  </a:lnTo>
                  <a:lnTo>
                    <a:pt x="6248625" y="1616639"/>
                  </a:lnTo>
                  <a:lnTo>
                    <a:pt x="6249321" y="1621049"/>
                  </a:lnTo>
                  <a:lnTo>
                    <a:pt x="6250017" y="1625616"/>
                  </a:lnTo>
                  <a:lnTo>
                    <a:pt x="6250713" y="1629428"/>
                  </a:lnTo>
                  <a:lnTo>
                    <a:pt x="6251409" y="1633238"/>
                  </a:lnTo>
                  <a:lnTo>
                    <a:pt x="6252106" y="1639105"/>
                  </a:lnTo>
                  <a:lnTo>
                    <a:pt x="6252802" y="1643766"/>
                  </a:lnTo>
                  <a:lnTo>
                    <a:pt x="6253498" y="1647014"/>
                  </a:lnTo>
                  <a:lnTo>
                    <a:pt x="6254194" y="1648467"/>
                  </a:lnTo>
                  <a:lnTo>
                    <a:pt x="6254890" y="1650870"/>
                  </a:lnTo>
                  <a:lnTo>
                    <a:pt x="6255586" y="1652523"/>
                  </a:lnTo>
                  <a:lnTo>
                    <a:pt x="6256283" y="1653423"/>
                  </a:lnTo>
                  <a:lnTo>
                    <a:pt x="6256979" y="1654323"/>
                  </a:lnTo>
                  <a:lnTo>
                    <a:pt x="6257675" y="1655223"/>
                  </a:lnTo>
                  <a:lnTo>
                    <a:pt x="6258371" y="1656540"/>
                  </a:lnTo>
                  <a:lnTo>
                    <a:pt x="6259067" y="1657857"/>
                  </a:lnTo>
                  <a:lnTo>
                    <a:pt x="6259763" y="1659174"/>
                  </a:lnTo>
                  <a:lnTo>
                    <a:pt x="6260460" y="1661232"/>
                  </a:lnTo>
                  <a:lnTo>
                    <a:pt x="6261156" y="1664332"/>
                  </a:lnTo>
                  <a:lnTo>
                    <a:pt x="6261852" y="1667004"/>
                  </a:lnTo>
                  <a:lnTo>
                    <a:pt x="6262548" y="1667121"/>
                  </a:lnTo>
                  <a:lnTo>
                    <a:pt x="6263244" y="1668727"/>
                  </a:lnTo>
                  <a:lnTo>
                    <a:pt x="6263940" y="1671268"/>
                  </a:lnTo>
                  <a:lnTo>
                    <a:pt x="6264637" y="1673809"/>
                  </a:lnTo>
                  <a:lnTo>
                    <a:pt x="6265333" y="1675730"/>
                  </a:lnTo>
                  <a:lnTo>
                    <a:pt x="6265333" y="1826954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4572121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4572156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4572121" y="1965959"/>
              <a:ext cx="0" cy="1897221"/>
            </a:xfrm>
            <a:custGeom>
              <a:avLst/>
              <a:pathLst>
                <a:path w="0" h="1897221">
                  <a:moveTo>
                    <a:pt x="0" y="18972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1439333" y="4427087"/>
              <a:ext cx="770765" cy="1333315"/>
            </a:xfrm>
            <a:custGeom>
              <a:avLst/>
              <a:pathLst>
                <a:path w="770765" h="1333315">
                  <a:moveTo>
                    <a:pt x="0" y="591151"/>
                  </a:moveTo>
                  <a:lnTo>
                    <a:pt x="452" y="583965"/>
                  </a:lnTo>
                  <a:lnTo>
                    <a:pt x="1148" y="576994"/>
                  </a:lnTo>
                  <a:lnTo>
                    <a:pt x="1844" y="568748"/>
                  </a:lnTo>
                  <a:lnTo>
                    <a:pt x="2541" y="561268"/>
                  </a:lnTo>
                  <a:lnTo>
                    <a:pt x="3237" y="556338"/>
                  </a:lnTo>
                  <a:lnTo>
                    <a:pt x="3933" y="552723"/>
                  </a:lnTo>
                  <a:lnTo>
                    <a:pt x="4629" y="547492"/>
                  </a:lnTo>
                  <a:lnTo>
                    <a:pt x="5325" y="543087"/>
                  </a:lnTo>
                  <a:lnTo>
                    <a:pt x="6021" y="540958"/>
                  </a:lnTo>
                  <a:lnTo>
                    <a:pt x="6718" y="540293"/>
                  </a:lnTo>
                  <a:lnTo>
                    <a:pt x="7414" y="539418"/>
                  </a:lnTo>
                  <a:lnTo>
                    <a:pt x="8110" y="539790"/>
                  </a:lnTo>
                  <a:lnTo>
                    <a:pt x="8806" y="539603"/>
                  </a:lnTo>
                  <a:lnTo>
                    <a:pt x="9502" y="539556"/>
                  </a:lnTo>
                  <a:lnTo>
                    <a:pt x="10198" y="540174"/>
                  </a:lnTo>
                  <a:lnTo>
                    <a:pt x="10895" y="540514"/>
                  </a:lnTo>
                  <a:lnTo>
                    <a:pt x="11591" y="540102"/>
                  </a:lnTo>
                  <a:lnTo>
                    <a:pt x="12287" y="541058"/>
                  </a:lnTo>
                  <a:lnTo>
                    <a:pt x="12983" y="542443"/>
                  </a:lnTo>
                  <a:lnTo>
                    <a:pt x="13679" y="542100"/>
                  </a:lnTo>
                  <a:lnTo>
                    <a:pt x="14376" y="541386"/>
                  </a:lnTo>
                  <a:lnTo>
                    <a:pt x="15072" y="541953"/>
                  </a:lnTo>
                  <a:lnTo>
                    <a:pt x="15768" y="543204"/>
                  </a:lnTo>
                  <a:lnTo>
                    <a:pt x="16464" y="542499"/>
                  </a:lnTo>
                  <a:lnTo>
                    <a:pt x="17160" y="540746"/>
                  </a:lnTo>
                  <a:lnTo>
                    <a:pt x="17856" y="539140"/>
                  </a:lnTo>
                  <a:lnTo>
                    <a:pt x="18553" y="537262"/>
                  </a:lnTo>
                  <a:lnTo>
                    <a:pt x="19249" y="534937"/>
                  </a:lnTo>
                  <a:lnTo>
                    <a:pt x="19945" y="530819"/>
                  </a:lnTo>
                  <a:lnTo>
                    <a:pt x="20641" y="524370"/>
                  </a:lnTo>
                  <a:lnTo>
                    <a:pt x="21337" y="517335"/>
                  </a:lnTo>
                  <a:lnTo>
                    <a:pt x="22033" y="510403"/>
                  </a:lnTo>
                  <a:lnTo>
                    <a:pt x="22730" y="503597"/>
                  </a:lnTo>
                  <a:lnTo>
                    <a:pt x="23426" y="496097"/>
                  </a:lnTo>
                  <a:lnTo>
                    <a:pt x="24122" y="487600"/>
                  </a:lnTo>
                  <a:lnTo>
                    <a:pt x="24818" y="480055"/>
                  </a:lnTo>
                  <a:lnTo>
                    <a:pt x="25514" y="470661"/>
                  </a:lnTo>
                  <a:lnTo>
                    <a:pt x="26210" y="460555"/>
                  </a:lnTo>
                  <a:lnTo>
                    <a:pt x="26907" y="451617"/>
                  </a:lnTo>
                  <a:lnTo>
                    <a:pt x="27603" y="442605"/>
                  </a:lnTo>
                  <a:lnTo>
                    <a:pt x="28299" y="431016"/>
                  </a:lnTo>
                  <a:lnTo>
                    <a:pt x="28995" y="417151"/>
                  </a:lnTo>
                  <a:lnTo>
                    <a:pt x="29691" y="402767"/>
                  </a:lnTo>
                  <a:lnTo>
                    <a:pt x="30388" y="390967"/>
                  </a:lnTo>
                  <a:lnTo>
                    <a:pt x="31084" y="382198"/>
                  </a:lnTo>
                  <a:lnTo>
                    <a:pt x="31780" y="376727"/>
                  </a:lnTo>
                  <a:lnTo>
                    <a:pt x="32476" y="370611"/>
                  </a:lnTo>
                  <a:lnTo>
                    <a:pt x="33172" y="364518"/>
                  </a:lnTo>
                  <a:lnTo>
                    <a:pt x="33868" y="360878"/>
                  </a:lnTo>
                  <a:lnTo>
                    <a:pt x="34565" y="357666"/>
                  </a:lnTo>
                  <a:lnTo>
                    <a:pt x="35261" y="355354"/>
                  </a:lnTo>
                  <a:lnTo>
                    <a:pt x="35957" y="352565"/>
                  </a:lnTo>
                  <a:lnTo>
                    <a:pt x="36653" y="350004"/>
                  </a:lnTo>
                  <a:lnTo>
                    <a:pt x="37349" y="347496"/>
                  </a:lnTo>
                  <a:lnTo>
                    <a:pt x="38045" y="341714"/>
                  </a:lnTo>
                  <a:lnTo>
                    <a:pt x="38742" y="334039"/>
                  </a:lnTo>
                  <a:lnTo>
                    <a:pt x="39438" y="325719"/>
                  </a:lnTo>
                  <a:lnTo>
                    <a:pt x="40134" y="317152"/>
                  </a:lnTo>
                  <a:lnTo>
                    <a:pt x="40830" y="308909"/>
                  </a:lnTo>
                  <a:lnTo>
                    <a:pt x="41526" y="300768"/>
                  </a:lnTo>
                  <a:lnTo>
                    <a:pt x="42223" y="293778"/>
                  </a:lnTo>
                  <a:lnTo>
                    <a:pt x="42919" y="285191"/>
                  </a:lnTo>
                  <a:lnTo>
                    <a:pt x="43615" y="275638"/>
                  </a:lnTo>
                  <a:lnTo>
                    <a:pt x="44311" y="263531"/>
                  </a:lnTo>
                  <a:lnTo>
                    <a:pt x="45007" y="253235"/>
                  </a:lnTo>
                  <a:lnTo>
                    <a:pt x="45703" y="242439"/>
                  </a:lnTo>
                  <a:lnTo>
                    <a:pt x="46400" y="231427"/>
                  </a:lnTo>
                  <a:lnTo>
                    <a:pt x="47096" y="219975"/>
                  </a:lnTo>
                  <a:lnTo>
                    <a:pt x="47792" y="208708"/>
                  </a:lnTo>
                  <a:lnTo>
                    <a:pt x="48488" y="198493"/>
                  </a:lnTo>
                  <a:lnTo>
                    <a:pt x="49184" y="189295"/>
                  </a:lnTo>
                  <a:lnTo>
                    <a:pt x="49880" y="177945"/>
                  </a:lnTo>
                  <a:lnTo>
                    <a:pt x="50577" y="165994"/>
                  </a:lnTo>
                  <a:lnTo>
                    <a:pt x="51273" y="152728"/>
                  </a:lnTo>
                  <a:lnTo>
                    <a:pt x="51969" y="139064"/>
                  </a:lnTo>
                  <a:lnTo>
                    <a:pt x="52665" y="125231"/>
                  </a:lnTo>
                  <a:lnTo>
                    <a:pt x="53361" y="112881"/>
                  </a:lnTo>
                  <a:lnTo>
                    <a:pt x="54058" y="103455"/>
                  </a:lnTo>
                  <a:lnTo>
                    <a:pt x="54754" y="95284"/>
                  </a:lnTo>
                  <a:lnTo>
                    <a:pt x="55450" y="87301"/>
                  </a:lnTo>
                  <a:lnTo>
                    <a:pt x="56146" y="80501"/>
                  </a:lnTo>
                  <a:lnTo>
                    <a:pt x="56842" y="72396"/>
                  </a:lnTo>
                  <a:lnTo>
                    <a:pt x="57538" y="65283"/>
                  </a:lnTo>
                  <a:lnTo>
                    <a:pt x="58235" y="56534"/>
                  </a:lnTo>
                  <a:lnTo>
                    <a:pt x="58931" y="47770"/>
                  </a:lnTo>
                  <a:lnTo>
                    <a:pt x="59627" y="40028"/>
                  </a:lnTo>
                  <a:lnTo>
                    <a:pt x="60323" y="34886"/>
                  </a:lnTo>
                  <a:lnTo>
                    <a:pt x="61019" y="32720"/>
                  </a:lnTo>
                  <a:lnTo>
                    <a:pt x="61715" y="31984"/>
                  </a:lnTo>
                  <a:lnTo>
                    <a:pt x="62412" y="32206"/>
                  </a:lnTo>
                  <a:lnTo>
                    <a:pt x="63108" y="32319"/>
                  </a:lnTo>
                  <a:lnTo>
                    <a:pt x="63804" y="31642"/>
                  </a:lnTo>
                  <a:lnTo>
                    <a:pt x="64500" y="29057"/>
                  </a:lnTo>
                  <a:lnTo>
                    <a:pt x="65196" y="26372"/>
                  </a:lnTo>
                  <a:lnTo>
                    <a:pt x="65892" y="21158"/>
                  </a:lnTo>
                  <a:lnTo>
                    <a:pt x="66589" y="15653"/>
                  </a:lnTo>
                  <a:lnTo>
                    <a:pt x="67285" y="12290"/>
                  </a:lnTo>
                  <a:lnTo>
                    <a:pt x="67981" y="10503"/>
                  </a:lnTo>
                  <a:lnTo>
                    <a:pt x="68677" y="11225"/>
                  </a:lnTo>
                  <a:lnTo>
                    <a:pt x="69373" y="11303"/>
                  </a:lnTo>
                  <a:lnTo>
                    <a:pt x="70070" y="10710"/>
                  </a:lnTo>
                  <a:lnTo>
                    <a:pt x="70766" y="8730"/>
                  </a:lnTo>
                  <a:lnTo>
                    <a:pt x="71462" y="5254"/>
                  </a:lnTo>
                  <a:lnTo>
                    <a:pt x="72158" y="2012"/>
                  </a:lnTo>
                  <a:lnTo>
                    <a:pt x="72854" y="116"/>
                  </a:lnTo>
                  <a:lnTo>
                    <a:pt x="73550" y="0"/>
                  </a:lnTo>
                  <a:lnTo>
                    <a:pt x="74247" y="1204"/>
                  </a:lnTo>
                  <a:lnTo>
                    <a:pt x="74943" y="2961"/>
                  </a:lnTo>
                  <a:lnTo>
                    <a:pt x="75639" y="7360"/>
                  </a:lnTo>
                  <a:lnTo>
                    <a:pt x="76335" y="13205"/>
                  </a:lnTo>
                  <a:lnTo>
                    <a:pt x="77031" y="20107"/>
                  </a:lnTo>
                  <a:lnTo>
                    <a:pt x="77727" y="25173"/>
                  </a:lnTo>
                  <a:lnTo>
                    <a:pt x="78424" y="30288"/>
                  </a:lnTo>
                  <a:lnTo>
                    <a:pt x="79120" y="35749"/>
                  </a:lnTo>
                  <a:lnTo>
                    <a:pt x="79816" y="42057"/>
                  </a:lnTo>
                  <a:lnTo>
                    <a:pt x="80512" y="49135"/>
                  </a:lnTo>
                  <a:lnTo>
                    <a:pt x="81208" y="57256"/>
                  </a:lnTo>
                  <a:lnTo>
                    <a:pt x="81905" y="67431"/>
                  </a:lnTo>
                  <a:lnTo>
                    <a:pt x="82601" y="78798"/>
                  </a:lnTo>
                  <a:lnTo>
                    <a:pt x="83297" y="90901"/>
                  </a:lnTo>
                  <a:lnTo>
                    <a:pt x="83993" y="102422"/>
                  </a:lnTo>
                  <a:lnTo>
                    <a:pt x="84689" y="114646"/>
                  </a:lnTo>
                  <a:lnTo>
                    <a:pt x="85385" y="129866"/>
                  </a:lnTo>
                  <a:lnTo>
                    <a:pt x="86082" y="145056"/>
                  </a:lnTo>
                  <a:lnTo>
                    <a:pt x="86778" y="159807"/>
                  </a:lnTo>
                  <a:lnTo>
                    <a:pt x="87474" y="175732"/>
                  </a:lnTo>
                  <a:lnTo>
                    <a:pt x="88170" y="193842"/>
                  </a:lnTo>
                  <a:lnTo>
                    <a:pt x="88866" y="212486"/>
                  </a:lnTo>
                  <a:lnTo>
                    <a:pt x="89562" y="230060"/>
                  </a:lnTo>
                  <a:lnTo>
                    <a:pt x="90259" y="249114"/>
                  </a:lnTo>
                  <a:lnTo>
                    <a:pt x="90955" y="268685"/>
                  </a:lnTo>
                  <a:lnTo>
                    <a:pt x="91651" y="289551"/>
                  </a:lnTo>
                  <a:lnTo>
                    <a:pt x="92347" y="311574"/>
                  </a:lnTo>
                  <a:lnTo>
                    <a:pt x="93043" y="332032"/>
                  </a:lnTo>
                  <a:lnTo>
                    <a:pt x="93739" y="353753"/>
                  </a:lnTo>
                  <a:lnTo>
                    <a:pt x="94436" y="374766"/>
                  </a:lnTo>
                  <a:lnTo>
                    <a:pt x="95132" y="395635"/>
                  </a:lnTo>
                  <a:lnTo>
                    <a:pt x="95828" y="414351"/>
                  </a:lnTo>
                  <a:lnTo>
                    <a:pt x="96524" y="431611"/>
                  </a:lnTo>
                  <a:lnTo>
                    <a:pt x="97220" y="449866"/>
                  </a:lnTo>
                  <a:lnTo>
                    <a:pt x="97917" y="467801"/>
                  </a:lnTo>
                  <a:lnTo>
                    <a:pt x="98613" y="484314"/>
                  </a:lnTo>
                  <a:lnTo>
                    <a:pt x="99309" y="502864"/>
                  </a:lnTo>
                  <a:lnTo>
                    <a:pt x="100005" y="523210"/>
                  </a:lnTo>
                  <a:lnTo>
                    <a:pt x="100701" y="540902"/>
                  </a:lnTo>
                  <a:lnTo>
                    <a:pt x="101397" y="559063"/>
                  </a:lnTo>
                  <a:lnTo>
                    <a:pt x="102094" y="576964"/>
                  </a:lnTo>
                  <a:lnTo>
                    <a:pt x="102790" y="591734"/>
                  </a:lnTo>
                  <a:lnTo>
                    <a:pt x="103486" y="606556"/>
                  </a:lnTo>
                  <a:lnTo>
                    <a:pt x="104182" y="619276"/>
                  </a:lnTo>
                  <a:lnTo>
                    <a:pt x="104878" y="631436"/>
                  </a:lnTo>
                  <a:lnTo>
                    <a:pt x="105574" y="644547"/>
                  </a:lnTo>
                  <a:lnTo>
                    <a:pt x="106271" y="656909"/>
                  </a:lnTo>
                  <a:lnTo>
                    <a:pt x="106967" y="668582"/>
                  </a:lnTo>
                  <a:lnTo>
                    <a:pt x="107663" y="679956"/>
                  </a:lnTo>
                  <a:lnTo>
                    <a:pt x="108359" y="691662"/>
                  </a:lnTo>
                  <a:lnTo>
                    <a:pt x="109055" y="703606"/>
                  </a:lnTo>
                  <a:lnTo>
                    <a:pt x="109752" y="713032"/>
                  </a:lnTo>
                  <a:lnTo>
                    <a:pt x="110448" y="721400"/>
                  </a:lnTo>
                  <a:lnTo>
                    <a:pt x="111144" y="730510"/>
                  </a:lnTo>
                  <a:lnTo>
                    <a:pt x="111840" y="738683"/>
                  </a:lnTo>
                  <a:lnTo>
                    <a:pt x="112536" y="745552"/>
                  </a:lnTo>
                  <a:lnTo>
                    <a:pt x="113232" y="753154"/>
                  </a:lnTo>
                  <a:lnTo>
                    <a:pt x="113929" y="762306"/>
                  </a:lnTo>
                  <a:lnTo>
                    <a:pt x="114625" y="772290"/>
                  </a:lnTo>
                  <a:lnTo>
                    <a:pt x="115321" y="784774"/>
                  </a:lnTo>
                  <a:lnTo>
                    <a:pt x="116017" y="796677"/>
                  </a:lnTo>
                  <a:lnTo>
                    <a:pt x="116713" y="808697"/>
                  </a:lnTo>
                  <a:lnTo>
                    <a:pt x="117409" y="820793"/>
                  </a:lnTo>
                  <a:lnTo>
                    <a:pt x="118106" y="832074"/>
                  </a:lnTo>
                  <a:lnTo>
                    <a:pt x="118802" y="841952"/>
                  </a:lnTo>
                  <a:lnTo>
                    <a:pt x="119498" y="851829"/>
                  </a:lnTo>
                  <a:lnTo>
                    <a:pt x="120194" y="863002"/>
                  </a:lnTo>
                  <a:lnTo>
                    <a:pt x="120890" y="875090"/>
                  </a:lnTo>
                  <a:lnTo>
                    <a:pt x="121587" y="888159"/>
                  </a:lnTo>
                  <a:lnTo>
                    <a:pt x="122283" y="902074"/>
                  </a:lnTo>
                  <a:lnTo>
                    <a:pt x="122979" y="915858"/>
                  </a:lnTo>
                  <a:lnTo>
                    <a:pt x="123675" y="928746"/>
                  </a:lnTo>
                  <a:lnTo>
                    <a:pt x="124371" y="939970"/>
                  </a:lnTo>
                  <a:lnTo>
                    <a:pt x="125067" y="950095"/>
                  </a:lnTo>
                  <a:lnTo>
                    <a:pt x="125764" y="956563"/>
                  </a:lnTo>
                  <a:lnTo>
                    <a:pt x="126460" y="962403"/>
                  </a:lnTo>
                  <a:lnTo>
                    <a:pt x="127156" y="967284"/>
                  </a:lnTo>
                  <a:lnTo>
                    <a:pt x="127852" y="972459"/>
                  </a:lnTo>
                  <a:lnTo>
                    <a:pt x="128548" y="978774"/>
                  </a:lnTo>
                  <a:lnTo>
                    <a:pt x="129244" y="984798"/>
                  </a:lnTo>
                  <a:lnTo>
                    <a:pt x="129941" y="991238"/>
                  </a:lnTo>
                  <a:lnTo>
                    <a:pt x="130637" y="997348"/>
                  </a:lnTo>
                  <a:lnTo>
                    <a:pt x="131333" y="1003372"/>
                  </a:lnTo>
                  <a:lnTo>
                    <a:pt x="132029" y="1007811"/>
                  </a:lnTo>
                  <a:lnTo>
                    <a:pt x="132725" y="1010458"/>
                  </a:lnTo>
                  <a:lnTo>
                    <a:pt x="133421" y="1011957"/>
                  </a:lnTo>
                  <a:lnTo>
                    <a:pt x="134118" y="1013456"/>
                  </a:lnTo>
                  <a:lnTo>
                    <a:pt x="134814" y="1014439"/>
                  </a:lnTo>
                  <a:lnTo>
                    <a:pt x="135510" y="1014818"/>
                  </a:lnTo>
                  <a:lnTo>
                    <a:pt x="136206" y="1019543"/>
                  </a:lnTo>
                  <a:lnTo>
                    <a:pt x="136902" y="1025564"/>
                  </a:lnTo>
                  <a:lnTo>
                    <a:pt x="137599" y="1031586"/>
                  </a:lnTo>
                  <a:lnTo>
                    <a:pt x="138295" y="1036708"/>
                  </a:lnTo>
                  <a:lnTo>
                    <a:pt x="138991" y="1039059"/>
                  </a:lnTo>
                  <a:lnTo>
                    <a:pt x="139687" y="1042159"/>
                  </a:lnTo>
                  <a:lnTo>
                    <a:pt x="140383" y="1045852"/>
                  </a:lnTo>
                  <a:lnTo>
                    <a:pt x="141079" y="1050036"/>
                  </a:lnTo>
                  <a:lnTo>
                    <a:pt x="141776" y="1054184"/>
                  </a:lnTo>
                  <a:lnTo>
                    <a:pt x="142472" y="1060356"/>
                  </a:lnTo>
                  <a:lnTo>
                    <a:pt x="143168" y="1065527"/>
                  </a:lnTo>
                  <a:lnTo>
                    <a:pt x="143864" y="1070698"/>
                  </a:lnTo>
                  <a:lnTo>
                    <a:pt x="144560" y="1075869"/>
                  </a:lnTo>
                  <a:lnTo>
                    <a:pt x="145256" y="1082210"/>
                  </a:lnTo>
                  <a:lnTo>
                    <a:pt x="145953" y="1088145"/>
                  </a:lnTo>
                  <a:lnTo>
                    <a:pt x="146649" y="1091181"/>
                  </a:lnTo>
                  <a:lnTo>
                    <a:pt x="147345" y="1093649"/>
                  </a:lnTo>
                  <a:lnTo>
                    <a:pt x="148041" y="1094588"/>
                  </a:lnTo>
                  <a:lnTo>
                    <a:pt x="148737" y="1094991"/>
                  </a:lnTo>
                  <a:lnTo>
                    <a:pt x="149434" y="1095213"/>
                  </a:lnTo>
                  <a:lnTo>
                    <a:pt x="150130" y="1096100"/>
                  </a:lnTo>
                  <a:lnTo>
                    <a:pt x="150826" y="1095538"/>
                  </a:lnTo>
                  <a:lnTo>
                    <a:pt x="151522" y="1093810"/>
                  </a:lnTo>
                  <a:lnTo>
                    <a:pt x="152218" y="1090724"/>
                  </a:lnTo>
                  <a:lnTo>
                    <a:pt x="152914" y="1085786"/>
                  </a:lnTo>
                  <a:lnTo>
                    <a:pt x="153611" y="1081438"/>
                  </a:lnTo>
                  <a:lnTo>
                    <a:pt x="154307" y="1077089"/>
                  </a:lnTo>
                  <a:lnTo>
                    <a:pt x="155003" y="1072869"/>
                  </a:lnTo>
                  <a:lnTo>
                    <a:pt x="155699" y="1065788"/>
                  </a:lnTo>
                  <a:lnTo>
                    <a:pt x="156395" y="1057025"/>
                  </a:lnTo>
                  <a:lnTo>
                    <a:pt x="157091" y="1048134"/>
                  </a:lnTo>
                  <a:lnTo>
                    <a:pt x="157788" y="1038986"/>
                  </a:lnTo>
                  <a:lnTo>
                    <a:pt x="158484" y="1031238"/>
                  </a:lnTo>
                  <a:lnTo>
                    <a:pt x="159180" y="1024370"/>
                  </a:lnTo>
                  <a:lnTo>
                    <a:pt x="159876" y="1018119"/>
                  </a:lnTo>
                  <a:lnTo>
                    <a:pt x="160572" y="1012210"/>
                  </a:lnTo>
                  <a:lnTo>
                    <a:pt x="161268" y="1007545"/>
                  </a:lnTo>
                  <a:lnTo>
                    <a:pt x="161965" y="1002686"/>
                  </a:lnTo>
                  <a:lnTo>
                    <a:pt x="162661" y="1000042"/>
                  </a:lnTo>
                  <a:lnTo>
                    <a:pt x="163357" y="997876"/>
                  </a:lnTo>
                  <a:lnTo>
                    <a:pt x="164053" y="996404"/>
                  </a:lnTo>
                  <a:lnTo>
                    <a:pt x="164749" y="994628"/>
                  </a:lnTo>
                  <a:lnTo>
                    <a:pt x="165446" y="994142"/>
                  </a:lnTo>
                  <a:lnTo>
                    <a:pt x="166142" y="996743"/>
                  </a:lnTo>
                  <a:lnTo>
                    <a:pt x="166838" y="999648"/>
                  </a:lnTo>
                  <a:lnTo>
                    <a:pt x="167534" y="1004135"/>
                  </a:lnTo>
                  <a:lnTo>
                    <a:pt x="168230" y="1008511"/>
                  </a:lnTo>
                  <a:lnTo>
                    <a:pt x="168926" y="1012887"/>
                  </a:lnTo>
                  <a:lnTo>
                    <a:pt x="169623" y="1017263"/>
                  </a:lnTo>
                  <a:lnTo>
                    <a:pt x="170319" y="1021639"/>
                  </a:lnTo>
                  <a:lnTo>
                    <a:pt x="171015" y="1026186"/>
                  </a:lnTo>
                  <a:lnTo>
                    <a:pt x="171711" y="1030197"/>
                  </a:lnTo>
                  <a:lnTo>
                    <a:pt x="172407" y="1031629"/>
                  </a:lnTo>
                  <a:lnTo>
                    <a:pt x="173103" y="1031245"/>
                  </a:lnTo>
                  <a:lnTo>
                    <a:pt x="173800" y="1030927"/>
                  </a:lnTo>
                  <a:lnTo>
                    <a:pt x="174496" y="1029779"/>
                  </a:lnTo>
                  <a:lnTo>
                    <a:pt x="175192" y="1028032"/>
                  </a:lnTo>
                  <a:lnTo>
                    <a:pt x="175888" y="1026285"/>
                  </a:lnTo>
                  <a:lnTo>
                    <a:pt x="176584" y="1023467"/>
                  </a:lnTo>
                  <a:lnTo>
                    <a:pt x="177281" y="1021832"/>
                  </a:lnTo>
                  <a:lnTo>
                    <a:pt x="177977" y="1020055"/>
                  </a:lnTo>
                  <a:lnTo>
                    <a:pt x="178673" y="1017828"/>
                  </a:lnTo>
                  <a:lnTo>
                    <a:pt x="179369" y="1015601"/>
                  </a:lnTo>
                  <a:lnTo>
                    <a:pt x="180065" y="1012175"/>
                  </a:lnTo>
                  <a:lnTo>
                    <a:pt x="180761" y="1007767"/>
                  </a:lnTo>
                  <a:lnTo>
                    <a:pt x="181458" y="1004219"/>
                  </a:lnTo>
                  <a:lnTo>
                    <a:pt x="182154" y="1001471"/>
                  </a:lnTo>
                  <a:lnTo>
                    <a:pt x="182850" y="999808"/>
                  </a:lnTo>
                  <a:lnTo>
                    <a:pt x="183546" y="999196"/>
                  </a:lnTo>
                  <a:lnTo>
                    <a:pt x="184242" y="997913"/>
                  </a:lnTo>
                  <a:lnTo>
                    <a:pt x="184938" y="997769"/>
                  </a:lnTo>
                  <a:lnTo>
                    <a:pt x="185635" y="993603"/>
                  </a:lnTo>
                  <a:lnTo>
                    <a:pt x="186331" y="989181"/>
                  </a:lnTo>
                  <a:lnTo>
                    <a:pt x="187027" y="985926"/>
                  </a:lnTo>
                  <a:lnTo>
                    <a:pt x="187723" y="982849"/>
                  </a:lnTo>
                  <a:lnTo>
                    <a:pt x="188419" y="979821"/>
                  </a:lnTo>
                  <a:lnTo>
                    <a:pt x="189115" y="977434"/>
                  </a:lnTo>
                  <a:lnTo>
                    <a:pt x="189812" y="976077"/>
                  </a:lnTo>
                  <a:lnTo>
                    <a:pt x="190508" y="972161"/>
                  </a:lnTo>
                  <a:lnTo>
                    <a:pt x="191204" y="970633"/>
                  </a:lnTo>
                  <a:lnTo>
                    <a:pt x="191900" y="968813"/>
                  </a:lnTo>
                  <a:lnTo>
                    <a:pt x="192596" y="966141"/>
                  </a:lnTo>
                  <a:lnTo>
                    <a:pt x="193293" y="963916"/>
                  </a:lnTo>
                  <a:lnTo>
                    <a:pt x="193989" y="961082"/>
                  </a:lnTo>
                  <a:lnTo>
                    <a:pt x="194685" y="958346"/>
                  </a:lnTo>
                  <a:lnTo>
                    <a:pt x="195381" y="953052"/>
                  </a:lnTo>
                  <a:lnTo>
                    <a:pt x="196077" y="950800"/>
                  </a:lnTo>
                  <a:lnTo>
                    <a:pt x="196773" y="948495"/>
                  </a:lnTo>
                  <a:lnTo>
                    <a:pt x="197470" y="946003"/>
                  </a:lnTo>
                  <a:lnTo>
                    <a:pt x="198166" y="941267"/>
                  </a:lnTo>
                  <a:lnTo>
                    <a:pt x="198862" y="935216"/>
                  </a:lnTo>
                  <a:lnTo>
                    <a:pt x="199558" y="928762"/>
                  </a:lnTo>
                  <a:lnTo>
                    <a:pt x="200254" y="921100"/>
                  </a:lnTo>
                  <a:lnTo>
                    <a:pt x="200950" y="914592"/>
                  </a:lnTo>
                  <a:lnTo>
                    <a:pt x="201647" y="904324"/>
                  </a:lnTo>
                  <a:lnTo>
                    <a:pt x="202343" y="893732"/>
                  </a:lnTo>
                  <a:lnTo>
                    <a:pt x="203039" y="884375"/>
                  </a:lnTo>
                  <a:lnTo>
                    <a:pt x="203735" y="877464"/>
                  </a:lnTo>
                  <a:lnTo>
                    <a:pt x="204431" y="869579"/>
                  </a:lnTo>
                  <a:lnTo>
                    <a:pt x="205128" y="861632"/>
                  </a:lnTo>
                  <a:lnTo>
                    <a:pt x="205824" y="853570"/>
                  </a:lnTo>
                  <a:lnTo>
                    <a:pt x="206520" y="843425"/>
                  </a:lnTo>
                  <a:lnTo>
                    <a:pt x="207216" y="833435"/>
                  </a:lnTo>
                  <a:lnTo>
                    <a:pt x="207912" y="825240"/>
                  </a:lnTo>
                  <a:lnTo>
                    <a:pt x="208608" y="819143"/>
                  </a:lnTo>
                  <a:lnTo>
                    <a:pt x="209305" y="813924"/>
                  </a:lnTo>
                  <a:lnTo>
                    <a:pt x="210001" y="811010"/>
                  </a:lnTo>
                  <a:lnTo>
                    <a:pt x="210697" y="808790"/>
                  </a:lnTo>
                  <a:lnTo>
                    <a:pt x="211393" y="806668"/>
                  </a:lnTo>
                  <a:lnTo>
                    <a:pt x="212089" y="804948"/>
                  </a:lnTo>
                  <a:lnTo>
                    <a:pt x="212785" y="801855"/>
                  </a:lnTo>
                  <a:lnTo>
                    <a:pt x="213482" y="797930"/>
                  </a:lnTo>
                  <a:lnTo>
                    <a:pt x="214178" y="795023"/>
                  </a:lnTo>
                  <a:lnTo>
                    <a:pt x="214874" y="791798"/>
                  </a:lnTo>
                  <a:lnTo>
                    <a:pt x="215570" y="788563"/>
                  </a:lnTo>
                  <a:lnTo>
                    <a:pt x="216266" y="788692"/>
                  </a:lnTo>
                  <a:lnTo>
                    <a:pt x="216963" y="789430"/>
                  </a:lnTo>
                  <a:lnTo>
                    <a:pt x="217659" y="790005"/>
                  </a:lnTo>
                  <a:lnTo>
                    <a:pt x="218355" y="790603"/>
                  </a:lnTo>
                  <a:lnTo>
                    <a:pt x="219051" y="791597"/>
                  </a:lnTo>
                  <a:lnTo>
                    <a:pt x="219747" y="794253"/>
                  </a:lnTo>
                  <a:lnTo>
                    <a:pt x="220443" y="797207"/>
                  </a:lnTo>
                  <a:lnTo>
                    <a:pt x="221140" y="803530"/>
                  </a:lnTo>
                  <a:lnTo>
                    <a:pt x="221836" y="810109"/>
                  </a:lnTo>
                  <a:lnTo>
                    <a:pt x="222532" y="816687"/>
                  </a:lnTo>
                  <a:lnTo>
                    <a:pt x="223228" y="823425"/>
                  </a:lnTo>
                  <a:lnTo>
                    <a:pt x="223924" y="831196"/>
                  </a:lnTo>
                  <a:lnTo>
                    <a:pt x="224620" y="838086"/>
                  </a:lnTo>
                  <a:lnTo>
                    <a:pt x="225317" y="845569"/>
                  </a:lnTo>
                  <a:lnTo>
                    <a:pt x="226013" y="855481"/>
                  </a:lnTo>
                  <a:lnTo>
                    <a:pt x="226709" y="865071"/>
                  </a:lnTo>
                  <a:lnTo>
                    <a:pt x="227405" y="876501"/>
                  </a:lnTo>
                  <a:lnTo>
                    <a:pt x="228101" y="888506"/>
                  </a:lnTo>
                  <a:lnTo>
                    <a:pt x="228797" y="900321"/>
                  </a:lnTo>
                  <a:lnTo>
                    <a:pt x="229494" y="910769"/>
                  </a:lnTo>
                  <a:lnTo>
                    <a:pt x="230190" y="920816"/>
                  </a:lnTo>
                  <a:lnTo>
                    <a:pt x="230886" y="931874"/>
                  </a:lnTo>
                  <a:lnTo>
                    <a:pt x="231582" y="938624"/>
                  </a:lnTo>
                  <a:lnTo>
                    <a:pt x="232278" y="944474"/>
                  </a:lnTo>
                  <a:lnTo>
                    <a:pt x="232975" y="947598"/>
                  </a:lnTo>
                  <a:lnTo>
                    <a:pt x="233671" y="951116"/>
                  </a:lnTo>
                  <a:lnTo>
                    <a:pt x="234367" y="955815"/>
                  </a:lnTo>
                  <a:lnTo>
                    <a:pt x="235063" y="959125"/>
                  </a:lnTo>
                  <a:lnTo>
                    <a:pt x="235759" y="963070"/>
                  </a:lnTo>
                  <a:lnTo>
                    <a:pt x="236455" y="965160"/>
                  </a:lnTo>
                  <a:lnTo>
                    <a:pt x="237152" y="967028"/>
                  </a:lnTo>
                  <a:lnTo>
                    <a:pt x="237848" y="968916"/>
                  </a:lnTo>
                  <a:lnTo>
                    <a:pt x="238544" y="968750"/>
                  </a:lnTo>
                  <a:lnTo>
                    <a:pt x="239240" y="966958"/>
                  </a:lnTo>
                  <a:lnTo>
                    <a:pt x="239936" y="964590"/>
                  </a:lnTo>
                  <a:lnTo>
                    <a:pt x="240632" y="962319"/>
                  </a:lnTo>
                  <a:lnTo>
                    <a:pt x="241329" y="959268"/>
                  </a:lnTo>
                  <a:lnTo>
                    <a:pt x="242025" y="957296"/>
                  </a:lnTo>
                  <a:lnTo>
                    <a:pt x="242721" y="957202"/>
                  </a:lnTo>
                  <a:lnTo>
                    <a:pt x="243417" y="956559"/>
                  </a:lnTo>
                  <a:lnTo>
                    <a:pt x="244113" y="955688"/>
                  </a:lnTo>
                  <a:lnTo>
                    <a:pt x="244810" y="955254"/>
                  </a:lnTo>
                  <a:lnTo>
                    <a:pt x="245506" y="953858"/>
                  </a:lnTo>
                  <a:lnTo>
                    <a:pt x="246202" y="950394"/>
                  </a:lnTo>
                  <a:lnTo>
                    <a:pt x="246898" y="946399"/>
                  </a:lnTo>
                  <a:lnTo>
                    <a:pt x="247594" y="941722"/>
                  </a:lnTo>
                  <a:lnTo>
                    <a:pt x="248290" y="937368"/>
                  </a:lnTo>
                  <a:lnTo>
                    <a:pt x="248987" y="932988"/>
                  </a:lnTo>
                  <a:lnTo>
                    <a:pt x="249683" y="929041"/>
                  </a:lnTo>
                  <a:lnTo>
                    <a:pt x="250379" y="925927"/>
                  </a:lnTo>
                  <a:lnTo>
                    <a:pt x="251075" y="924592"/>
                  </a:lnTo>
                  <a:lnTo>
                    <a:pt x="251771" y="921038"/>
                  </a:lnTo>
                  <a:lnTo>
                    <a:pt x="252467" y="918708"/>
                  </a:lnTo>
                  <a:lnTo>
                    <a:pt x="253164" y="916542"/>
                  </a:lnTo>
                  <a:lnTo>
                    <a:pt x="253860" y="914235"/>
                  </a:lnTo>
                  <a:lnTo>
                    <a:pt x="254556" y="911792"/>
                  </a:lnTo>
                  <a:lnTo>
                    <a:pt x="255252" y="907278"/>
                  </a:lnTo>
                  <a:lnTo>
                    <a:pt x="255948" y="902337"/>
                  </a:lnTo>
                  <a:lnTo>
                    <a:pt x="256644" y="899356"/>
                  </a:lnTo>
                  <a:lnTo>
                    <a:pt x="257341" y="895538"/>
                  </a:lnTo>
                  <a:lnTo>
                    <a:pt x="258037" y="892919"/>
                  </a:lnTo>
                  <a:lnTo>
                    <a:pt x="258733" y="892396"/>
                  </a:lnTo>
                  <a:lnTo>
                    <a:pt x="259429" y="891456"/>
                  </a:lnTo>
                  <a:lnTo>
                    <a:pt x="260125" y="890347"/>
                  </a:lnTo>
                  <a:lnTo>
                    <a:pt x="260822" y="887616"/>
                  </a:lnTo>
                  <a:lnTo>
                    <a:pt x="261518" y="887430"/>
                  </a:lnTo>
                  <a:lnTo>
                    <a:pt x="262214" y="886258"/>
                  </a:lnTo>
                  <a:lnTo>
                    <a:pt x="262910" y="883011"/>
                  </a:lnTo>
                  <a:lnTo>
                    <a:pt x="263606" y="878613"/>
                  </a:lnTo>
                  <a:lnTo>
                    <a:pt x="264302" y="874840"/>
                  </a:lnTo>
                  <a:lnTo>
                    <a:pt x="264999" y="873476"/>
                  </a:lnTo>
                  <a:lnTo>
                    <a:pt x="265695" y="871537"/>
                  </a:lnTo>
                  <a:lnTo>
                    <a:pt x="266391" y="871000"/>
                  </a:lnTo>
                  <a:lnTo>
                    <a:pt x="267087" y="872013"/>
                  </a:lnTo>
                  <a:lnTo>
                    <a:pt x="267783" y="874804"/>
                  </a:lnTo>
                  <a:lnTo>
                    <a:pt x="268479" y="881663"/>
                  </a:lnTo>
                  <a:lnTo>
                    <a:pt x="269176" y="888157"/>
                  </a:lnTo>
                  <a:lnTo>
                    <a:pt x="269872" y="892417"/>
                  </a:lnTo>
                  <a:lnTo>
                    <a:pt x="270568" y="893536"/>
                  </a:lnTo>
                  <a:lnTo>
                    <a:pt x="271264" y="893459"/>
                  </a:lnTo>
                  <a:lnTo>
                    <a:pt x="271960" y="892797"/>
                  </a:lnTo>
                  <a:lnTo>
                    <a:pt x="272657" y="893644"/>
                  </a:lnTo>
                  <a:lnTo>
                    <a:pt x="273353" y="894492"/>
                  </a:lnTo>
                  <a:lnTo>
                    <a:pt x="274049" y="896157"/>
                  </a:lnTo>
                  <a:lnTo>
                    <a:pt x="274745" y="897005"/>
                  </a:lnTo>
                  <a:lnTo>
                    <a:pt x="275441" y="900631"/>
                  </a:lnTo>
                  <a:lnTo>
                    <a:pt x="276137" y="902783"/>
                  </a:lnTo>
                  <a:lnTo>
                    <a:pt x="276834" y="904210"/>
                  </a:lnTo>
                  <a:lnTo>
                    <a:pt x="277530" y="910071"/>
                  </a:lnTo>
                  <a:lnTo>
                    <a:pt x="278226" y="913904"/>
                  </a:lnTo>
                  <a:lnTo>
                    <a:pt x="278922" y="918382"/>
                  </a:lnTo>
                  <a:lnTo>
                    <a:pt x="279618" y="922036"/>
                  </a:lnTo>
                  <a:lnTo>
                    <a:pt x="280314" y="926025"/>
                  </a:lnTo>
                  <a:lnTo>
                    <a:pt x="281011" y="932224"/>
                  </a:lnTo>
                  <a:lnTo>
                    <a:pt x="281707" y="939269"/>
                  </a:lnTo>
                  <a:lnTo>
                    <a:pt x="282403" y="946267"/>
                  </a:lnTo>
                  <a:lnTo>
                    <a:pt x="283099" y="954335"/>
                  </a:lnTo>
                  <a:lnTo>
                    <a:pt x="283795" y="962884"/>
                  </a:lnTo>
                  <a:lnTo>
                    <a:pt x="284492" y="971433"/>
                  </a:lnTo>
                  <a:lnTo>
                    <a:pt x="285188" y="979644"/>
                  </a:lnTo>
                  <a:lnTo>
                    <a:pt x="285884" y="986810"/>
                  </a:lnTo>
                  <a:lnTo>
                    <a:pt x="286580" y="995412"/>
                  </a:lnTo>
                  <a:lnTo>
                    <a:pt x="287276" y="1004992"/>
                  </a:lnTo>
                  <a:lnTo>
                    <a:pt x="287972" y="1012656"/>
                  </a:lnTo>
                  <a:lnTo>
                    <a:pt x="288669" y="1018678"/>
                  </a:lnTo>
                  <a:lnTo>
                    <a:pt x="289365" y="1023452"/>
                  </a:lnTo>
                  <a:lnTo>
                    <a:pt x="290061" y="1029317"/>
                  </a:lnTo>
                  <a:lnTo>
                    <a:pt x="290757" y="1035928"/>
                  </a:lnTo>
                  <a:lnTo>
                    <a:pt x="291453" y="1039135"/>
                  </a:lnTo>
                  <a:lnTo>
                    <a:pt x="292149" y="1039987"/>
                  </a:lnTo>
                  <a:lnTo>
                    <a:pt x="292846" y="1042014"/>
                  </a:lnTo>
                  <a:lnTo>
                    <a:pt x="293542" y="1042407"/>
                  </a:lnTo>
                  <a:lnTo>
                    <a:pt x="294238" y="1040155"/>
                  </a:lnTo>
                  <a:lnTo>
                    <a:pt x="294934" y="1036417"/>
                  </a:lnTo>
                  <a:lnTo>
                    <a:pt x="295630" y="1032123"/>
                  </a:lnTo>
                  <a:lnTo>
                    <a:pt x="296326" y="1029584"/>
                  </a:lnTo>
                  <a:lnTo>
                    <a:pt x="297023" y="1020908"/>
                  </a:lnTo>
                  <a:lnTo>
                    <a:pt x="297719" y="1010591"/>
                  </a:lnTo>
                  <a:lnTo>
                    <a:pt x="298415" y="1000944"/>
                  </a:lnTo>
                  <a:lnTo>
                    <a:pt x="299111" y="992257"/>
                  </a:lnTo>
                  <a:lnTo>
                    <a:pt x="299807" y="980514"/>
                  </a:lnTo>
                  <a:lnTo>
                    <a:pt x="300504" y="964989"/>
                  </a:lnTo>
                  <a:lnTo>
                    <a:pt x="301200" y="949073"/>
                  </a:lnTo>
                  <a:lnTo>
                    <a:pt x="301896" y="932480"/>
                  </a:lnTo>
                  <a:lnTo>
                    <a:pt x="302592" y="915783"/>
                  </a:lnTo>
                  <a:lnTo>
                    <a:pt x="303288" y="898535"/>
                  </a:lnTo>
                  <a:lnTo>
                    <a:pt x="303984" y="880551"/>
                  </a:lnTo>
                  <a:lnTo>
                    <a:pt x="304681" y="862131"/>
                  </a:lnTo>
                  <a:lnTo>
                    <a:pt x="305377" y="846084"/>
                  </a:lnTo>
                  <a:lnTo>
                    <a:pt x="306073" y="832197"/>
                  </a:lnTo>
                  <a:lnTo>
                    <a:pt x="306769" y="818648"/>
                  </a:lnTo>
                  <a:lnTo>
                    <a:pt x="307465" y="804417"/>
                  </a:lnTo>
                  <a:lnTo>
                    <a:pt x="308161" y="790081"/>
                  </a:lnTo>
                  <a:lnTo>
                    <a:pt x="308858" y="776104"/>
                  </a:lnTo>
                  <a:lnTo>
                    <a:pt x="309554" y="761935"/>
                  </a:lnTo>
                  <a:lnTo>
                    <a:pt x="310250" y="750176"/>
                  </a:lnTo>
                  <a:lnTo>
                    <a:pt x="310946" y="738279"/>
                  </a:lnTo>
                  <a:lnTo>
                    <a:pt x="311642" y="726967"/>
                  </a:lnTo>
                  <a:lnTo>
                    <a:pt x="312339" y="717442"/>
                  </a:lnTo>
                  <a:lnTo>
                    <a:pt x="313035" y="703626"/>
                  </a:lnTo>
                  <a:lnTo>
                    <a:pt x="313731" y="688692"/>
                  </a:lnTo>
                  <a:lnTo>
                    <a:pt x="314427" y="672733"/>
                  </a:lnTo>
                  <a:lnTo>
                    <a:pt x="315123" y="657397"/>
                  </a:lnTo>
                  <a:lnTo>
                    <a:pt x="315819" y="641428"/>
                  </a:lnTo>
                  <a:lnTo>
                    <a:pt x="316516" y="628100"/>
                  </a:lnTo>
                  <a:lnTo>
                    <a:pt x="317212" y="617928"/>
                  </a:lnTo>
                  <a:lnTo>
                    <a:pt x="317908" y="610912"/>
                  </a:lnTo>
                  <a:lnTo>
                    <a:pt x="318604" y="605005"/>
                  </a:lnTo>
                  <a:lnTo>
                    <a:pt x="319300" y="599099"/>
                  </a:lnTo>
                  <a:lnTo>
                    <a:pt x="319996" y="593192"/>
                  </a:lnTo>
                  <a:lnTo>
                    <a:pt x="320693" y="588167"/>
                  </a:lnTo>
                  <a:lnTo>
                    <a:pt x="321389" y="582411"/>
                  </a:lnTo>
                  <a:lnTo>
                    <a:pt x="322085" y="576075"/>
                  </a:lnTo>
                  <a:lnTo>
                    <a:pt x="322781" y="568734"/>
                  </a:lnTo>
                  <a:lnTo>
                    <a:pt x="323477" y="563715"/>
                  </a:lnTo>
                  <a:lnTo>
                    <a:pt x="324173" y="561715"/>
                  </a:lnTo>
                  <a:lnTo>
                    <a:pt x="324870" y="562850"/>
                  </a:lnTo>
                  <a:lnTo>
                    <a:pt x="325566" y="564561"/>
                  </a:lnTo>
                  <a:lnTo>
                    <a:pt x="326262" y="567433"/>
                  </a:lnTo>
                  <a:lnTo>
                    <a:pt x="326958" y="572701"/>
                  </a:lnTo>
                  <a:lnTo>
                    <a:pt x="327654" y="578197"/>
                  </a:lnTo>
                  <a:lnTo>
                    <a:pt x="328351" y="582408"/>
                  </a:lnTo>
                  <a:lnTo>
                    <a:pt x="329047" y="584605"/>
                  </a:lnTo>
                  <a:lnTo>
                    <a:pt x="329743" y="587342"/>
                  </a:lnTo>
                  <a:lnTo>
                    <a:pt x="330439" y="591564"/>
                  </a:lnTo>
                  <a:lnTo>
                    <a:pt x="331135" y="595747"/>
                  </a:lnTo>
                  <a:lnTo>
                    <a:pt x="331831" y="599870"/>
                  </a:lnTo>
                  <a:lnTo>
                    <a:pt x="332528" y="607423"/>
                  </a:lnTo>
                  <a:lnTo>
                    <a:pt x="333224" y="616799"/>
                  </a:lnTo>
                  <a:lnTo>
                    <a:pt x="333920" y="625451"/>
                  </a:lnTo>
                  <a:lnTo>
                    <a:pt x="334616" y="632270"/>
                  </a:lnTo>
                  <a:lnTo>
                    <a:pt x="335312" y="641176"/>
                  </a:lnTo>
                  <a:lnTo>
                    <a:pt x="336008" y="651850"/>
                  </a:lnTo>
                  <a:lnTo>
                    <a:pt x="336705" y="662599"/>
                  </a:lnTo>
                  <a:lnTo>
                    <a:pt x="337401" y="673151"/>
                  </a:lnTo>
                  <a:lnTo>
                    <a:pt x="338097" y="683078"/>
                  </a:lnTo>
                  <a:lnTo>
                    <a:pt x="338793" y="693434"/>
                  </a:lnTo>
                  <a:lnTo>
                    <a:pt x="339489" y="705391"/>
                  </a:lnTo>
                  <a:lnTo>
                    <a:pt x="340186" y="717644"/>
                  </a:lnTo>
                  <a:lnTo>
                    <a:pt x="340882" y="729417"/>
                  </a:lnTo>
                  <a:lnTo>
                    <a:pt x="341578" y="742978"/>
                  </a:lnTo>
                  <a:lnTo>
                    <a:pt x="342274" y="758527"/>
                  </a:lnTo>
                  <a:lnTo>
                    <a:pt x="342970" y="774373"/>
                  </a:lnTo>
                  <a:lnTo>
                    <a:pt x="343666" y="789543"/>
                  </a:lnTo>
                  <a:lnTo>
                    <a:pt x="344363" y="804355"/>
                  </a:lnTo>
                  <a:lnTo>
                    <a:pt x="345059" y="819822"/>
                  </a:lnTo>
                  <a:lnTo>
                    <a:pt x="345755" y="833607"/>
                  </a:lnTo>
                  <a:lnTo>
                    <a:pt x="346451" y="846300"/>
                  </a:lnTo>
                  <a:lnTo>
                    <a:pt x="347147" y="859847"/>
                  </a:lnTo>
                  <a:lnTo>
                    <a:pt x="347843" y="873615"/>
                  </a:lnTo>
                  <a:lnTo>
                    <a:pt x="348540" y="885657"/>
                  </a:lnTo>
                  <a:lnTo>
                    <a:pt x="349236" y="898199"/>
                  </a:lnTo>
                  <a:lnTo>
                    <a:pt x="349932" y="912566"/>
                  </a:lnTo>
                  <a:lnTo>
                    <a:pt x="350628" y="927821"/>
                  </a:lnTo>
                  <a:lnTo>
                    <a:pt x="351324" y="941643"/>
                  </a:lnTo>
                  <a:lnTo>
                    <a:pt x="352021" y="951893"/>
                  </a:lnTo>
                  <a:lnTo>
                    <a:pt x="352717" y="957930"/>
                  </a:lnTo>
                  <a:lnTo>
                    <a:pt x="353413" y="961496"/>
                  </a:lnTo>
                  <a:lnTo>
                    <a:pt x="354109" y="962899"/>
                  </a:lnTo>
                  <a:lnTo>
                    <a:pt x="354805" y="964362"/>
                  </a:lnTo>
                  <a:lnTo>
                    <a:pt x="355501" y="965896"/>
                  </a:lnTo>
                  <a:lnTo>
                    <a:pt x="356198" y="965187"/>
                  </a:lnTo>
                  <a:lnTo>
                    <a:pt x="356894" y="963830"/>
                  </a:lnTo>
                  <a:lnTo>
                    <a:pt x="357590" y="961663"/>
                  </a:lnTo>
                  <a:lnTo>
                    <a:pt x="358286" y="959467"/>
                  </a:lnTo>
                  <a:lnTo>
                    <a:pt x="358982" y="956682"/>
                  </a:lnTo>
                  <a:lnTo>
                    <a:pt x="359678" y="953032"/>
                  </a:lnTo>
                  <a:lnTo>
                    <a:pt x="360375" y="946429"/>
                  </a:lnTo>
                  <a:lnTo>
                    <a:pt x="361071" y="937761"/>
                  </a:lnTo>
                  <a:lnTo>
                    <a:pt x="361767" y="928955"/>
                  </a:lnTo>
                  <a:lnTo>
                    <a:pt x="362463" y="917818"/>
                  </a:lnTo>
                  <a:lnTo>
                    <a:pt x="363159" y="907604"/>
                  </a:lnTo>
                  <a:lnTo>
                    <a:pt x="363855" y="897191"/>
                  </a:lnTo>
                  <a:lnTo>
                    <a:pt x="364552" y="889663"/>
                  </a:lnTo>
                  <a:lnTo>
                    <a:pt x="365248" y="883389"/>
                  </a:lnTo>
                  <a:lnTo>
                    <a:pt x="365944" y="876669"/>
                  </a:lnTo>
                  <a:lnTo>
                    <a:pt x="366640" y="870841"/>
                  </a:lnTo>
                  <a:lnTo>
                    <a:pt x="367336" y="864666"/>
                  </a:lnTo>
                  <a:lnTo>
                    <a:pt x="368033" y="858653"/>
                  </a:lnTo>
                  <a:lnTo>
                    <a:pt x="368729" y="852780"/>
                  </a:lnTo>
                  <a:lnTo>
                    <a:pt x="369425" y="847568"/>
                  </a:lnTo>
                  <a:lnTo>
                    <a:pt x="370121" y="843862"/>
                  </a:lnTo>
                  <a:lnTo>
                    <a:pt x="370817" y="840496"/>
                  </a:lnTo>
                  <a:lnTo>
                    <a:pt x="371513" y="837312"/>
                  </a:lnTo>
                  <a:lnTo>
                    <a:pt x="372210" y="835571"/>
                  </a:lnTo>
                  <a:lnTo>
                    <a:pt x="372906" y="836952"/>
                  </a:lnTo>
                  <a:lnTo>
                    <a:pt x="373602" y="839787"/>
                  </a:lnTo>
                  <a:lnTo>
                    <a:pt x="374298" y="843721"/>
                  </a:lnTo>
                  <a:lnTo>
                    <a:pt x="374994" y="846080"/>
                  </a:lnTo>
                  <a:lnTo>
                    <a:pt x="375690" y="848258"/>
                  </a:lnTo>
                  <a:lnTo>
                    <a:pt x="376387" y="851357"/>
                  </a:lnTo>
                  <a:lnTo>
                    <a:pt x="377083" y="855745"/>
                  </a:lnTo>
                  <a:lnTo>
                    <a:pt x="377779" y="860620"/>
                  </a:lnTo>
                  <a:lnTo>
                    <a:pt x="378475" y="865880"/>
                  </a:lnTo>
                  <a:lnTo>
                    <a:pt x="379171" y="871452"/>
                  </a:lnTo>
                  <a:lnTo>
                    <a:pt x="379868" y="878474"/>
                  </a:lnTo>
                  <a:lnTo>
                    <a:pt x="380564" y="885032"/>
                  </a:lnTo>
                  <a:lnTo>
                    <a:pt x="381260" y="890559"/>
                  </a:lnTo>
                  <a:lnTo>
                    <a:pt x="381956" y="896086"/>
                  </a:lnTo>
                  <a:lnTo>
                    <a:pt x="382652" y="901613"/>
                  </a:lnTo>
                  <a:lnTo>
                    <a:pt x="383348" y="906755"/>
                  </a:lnTo>
                  <a:lnTo>
                    <a:pt x="384045" y="913476"/>
                  </a:lnTo>
                  <a:lnTo>
                    <a:pt x="384741" y="920196"/>
                  </a:lnTo>
                  <a:lnTo>
                    <a:pt x="385437" y="926210"/>
                  </a:lnTo>
                  <a:lnTo>
                    <a:pt x="386133" y="931481"/>
                  </a:lnTo>
                  <a:lnTo>
                    <a:pt x="386829" y="937018"/>
                  </a:lnTo>
                  <a:lnTo>
                    <a:pt x="387525" y="941081"/>
                  </a:lnTo>
                  <a:lnTo>
                    <a:pt x="388222" y="947340"/>
                  </a:lnTo>
                  <a:lnTo>
                    <a:pt x="388918" y="953395"/>
                  </a:lnTo>
                  <a:lnTo>
                    <a:pt x="389614" y="957684"/>
                  </a:lnTo>
                  <a:lnTo>
                    <a:pt x="390310" y="961912"/>
                  </a:lnTo>
                  <a:lnTo>
                    <a:pt x="391006" y="966068"/>
                  </a:lnTo>
                  <a:lnTo>
                    <a:pt x="391702" y="970854"/>
                  </a:lnTo>
                  <a:lnTo>
                    <a:pt x="392399" y="977575"/>
                  </a:lnTo>
                  <a:lnTo>
                    <a:pt x="393095" y="983680"/>
                  </a:lnTo>
                  <a:lnTo>
                    <a:pt x="393791" y="989676"/>
                  </a:lnTo>
                  <a:lnTo>
                    <a:pt x="394487" y="995620"/>
                  </a:lnTo>
                  <a:lnTo>
                    <a:pt x="395183" y="1000187"/>
                  </a:lnTo>
                  <a:lnTo>
                    <a:pt x="395880" y="1005322"/>
                  </a:lnTo>
                  <a:lnTo>
                    <a:pt x="396576" y="1009761"/>
                  </a:lnTo>
                  <a:lnTo>
                    <a:pt x="397272" y="1014257"/>
                  </a:lnTo>
                  <a:lnTo>
                    <a:pt x="397968" y="1022184"/>
                  </a:lnTo>
                  <a:lnTo>
                    <a:pt x="398664" y="1029189"/>
                  </a:lnTo>
                  <a:lnTo>
                    <a:pt x="399360" y="1037339"/>
                  </a:lnTo>
                  <a:lnTo>
                    <a:pt x="400057" y="1046654"/>
                  </a:lnTo>
                  <a:lnTo>
                    <a:pt x="400753" y="1055179"/>
                  </a:lnTo>
                  <a:lnTo>
                    <a:pt x="401449" y="1062699"/>
                  </a:lnTo>
                  <a:lnTo>
                    <a:pt x="402145" y="1070218"/>
                  </a:lnTo>
                  <a:lnTo>
                    <a:pt x="402841" y="1076762"/>
                  </a:lnTo>
                  <a:lnTo>
                    <a:pt x="403537" y="1083306"/>
                  </a:lnTo>
                  <a:lnTo>
                    <a:pt x="404234" y="1088852"/>
                  </a:lnTo>
                  <a:lnTo>
                    <a:pt x="404930" y="1093609"/>
                  </a:lnTo>
                  <a:lnTo>
                    <a:pt x="405626" y="1099185"/>
                  </a:lnTo>
                  <a:lnTo>
                    <a:pt x="406322" y="1103938"/>
                  </a:lnTo>
                  <a:lnTo>
                    <a:pt x="407018" y="1108731"/>
                  </a:lnTo>
                  <a:lnTo>
                    <a:pt x="407715" y="1112565"/>
                  </a:lnTo>
                  <a:lnTo>
                    <a:pt x="408411" y="1113857"/>
                  </a:lnTo>
                  <a:lnTo>
                    <a:pt x="409107" y="1114717"/>
                  </a:lnTo>
                  <a:lnTo>
                    <a:pt x="409803" y="1113778"/>
                  </a:lnTo>
                  <a:lnTo>
                    <a:pt x="410499" y="1112587"/>
                  </a:lnTo>
                  <a:lnTo>
                    <a:pt x="411195" y="1112130"/>
                  </a:lnTo>
                  <a:lnTo>
                    <a:pt x="411892" y="1112262"/>
                  </a:lnTo>
                  <a:lnTo>
                    <a:pt x="412588" y="1111953"/>
                  </a:lnTo>
                  <a:lnTo>
                    <a:pt x="413284" y="1111496"/>
                  </a:lnTo>
                  <a:lnTo>
                    <a:pt x="413980" y="1111496"/>
                  </a:lnTo>
                  <a:lnTo>
                    <a:pt x="414676" y="1111965"/>
                  </a:lnTo>
                  <a:lnTo>
                    <a:pt x="415372" y="1110984"/>
                  </a:lnTo>
                  <a:lnTo>
                    <a:pt x="416069" y="1110578"/>
                  </a:lnTo>
                  <a:lnTo>
                    <a:pt x="416765" y="1112797"/>
                  </a:lnTo>
                  <a:lnTo>
                    <a:pt x="417461" y="1114121"/>
                  </a:lnTo>
                  <a:lnTo>
                    <a:pt x="418157" y="1116264"/>
                  </a:lnTo>
                  <a:lnTo>
                    <a:pt x="418853" y="1118407"/>
                  </a:lnTo>
                  <a:lnTo>
                    <a:pt x="419549" y="1121580"/>
                  </a:lnTo>
                  <a:lnTo>
                    <a:pt x="420246" y="1124753"/>
                  </a:lnTo>
                  <a:lnTo>
                    <a:pt x="420942" y="1127927"/>
                  </a:lnTo>
                  <a:lnTo>
                    <a:pt x="421638" y="1132079"/>
                  </a:lnTo>
                  <a:lnTo>
                    <a:pt x="422334" y="1136852"/>
                  </a:lnTo>
                  <a:lnTo>
                    <a:pt x="423030" y="1142981"/>
                  </a:lnTo>
                  <a:lnTo>
                    <a:pt x="423727" y="1146887"/>
                  </a:lnTo>
                  <a:lnTo>
                    <a:pt x="424423" y="1149694"/>
                  </a:lnTo>
                  <a:lnTo>
                    <a:pt x="425119" y="1152858"/>
                  </a:lnTo>
                  <a:lnTo>
                    <a:pt x="425815" y="1155401"/>
                  </a:lnTo>
                  <a:lnTo>
                    <a:pt x="426511" y="1157944"/>
                  </a:lnTo>
                  <a:lnTo>
                    <a:pt x="427207" y="1159958"/>
                  </a:lnTo>
                  <a:lnTo>
                    <a:pt x="427904" y="1163394"/>
                  </a:lnTo>
                  <a:lnTo>
                    <a:pt x="428600" y="1166011"/>
                  </a:lnTo>
                  <a:lnTo>
                    <a:pt x="429296" y="1168628"/>
                  </a:lnTo>
                  <a:lnTo>
                    <a:pt x="429992" y="1170222"/>
                  </a:lnTo>
                  <a:lnTo>
                    <a:pt x="430688" y="1171825"/>
                  </a:lnTo>
                  <a:lnTo>
                    <a:pt x="431384" y="1172858"/>
                  </a:lnTo>
                  <a:lnTo>
                    <a:pt x="432081" y="1174012"/>
                  </a:lnTo>
                  <a:lnTo>
                    <a:pt x="432777" y="1174500"/>
                  </a:lnTo>
                  <a:lnTo>
                    <a:pt x="433473" y="1174266"/>
                  </a:lnTo>
                  <a:lnTo>
                    <a:pt x="434169" y="1174593"/>
                  </a:lnTo>
                  <a:lnTo>
                    <a:pt x="434865" y="1175818"/>
                  </a:lnTo>
                  <a:lnTo>
                    <a:pt x="435562" y="1177936"/>
                  </a:lnTo>
                  <a:lnTo>
                    <a:pt x="436258" y="1180714"/>
                  </a:lnTo>
                  <a:lnTo>
                    <a:pt x="436954" y="1184941"/>
                  </a:lnTo>
                  <a:lnTo>
                    <a:pt x="437650" y="1188874"/>
                  </a:lnTo>
                  <a:lnTo>
                    <a:pt x="438346" y="1192431"/>
                  </a:lnTo>
                  <a:lnTo>
                    <a:pt x="439042" y="1195989"/>
                  </a:lnTo>
                  <a:lnTo>
                    <a:pt x="439739" y="1200404"/>
                  </a:lnTo>
                  <a:lnTo>
                    <a:pt x="440435" y="1205053"/>
                  </a:lnTo>
                  <a:lnTo>
                    <a:pt x="441131" y="1208828"/>
                  </a:lnTo>
                  <a:lnTo>
                    <a:pt x="441827" y="1213607"/>
                  </a:lnTo>
                  <a:lnTo>
                    <a:pt x="442523" y="1218347"/>
                  </a:lnTo>
                  <a:lnTo>
                    <a:pt x="443219" y="1223207"/>
                  </a:lnTo>
                  <a:lnTo>
                    <a:pt x="443916" y="1228067"/>
                  </a:lnTo>
                  <a:lnTo>
                    <a:pt x="444612" y="1232927"/>
                  </a:lnTo>
                  <a:lnTo>
                    <a:pt x="445308" y="1237786"/>
                  </a:lnTo>
                  <a:lnTo>
                    <a:pt x="446004" y="1242358"/>
                  </a:lnTo>
                  <a:lnTo>
                    <a:pt x="446700" y="1246516"/>
                  </a:lnTo>
                  <a:lnTo>
                    <a:pt x="447397" y="1249164"/>
                  </a:lnTo>
                  <a:lnTo>
                    <a:pt x="448093" y="1250965"/>
                  </a:lnTo>
                  <a:lnTo>
                    <a:pt x="448789" y="1252170"/>
                  </a:lnTo>
                  <a:lnTo>
                    <a:pt x="449485" y="1252920"/>
                  </a:lnTo>
                  <a:lnTo>
                    <a:pt x="450181" y="1253342"/>
                  </a:lnTo>
                  <a:lnTo>
                    <a:pt x="450877" y="1253763"/>
                  </a:lnTo>
                  <a:lnTo>
                    <a:pt x="451574" y="1253865"/>
                  </a:lnTo>
                  <a:lnTo>
                    <a:pt x="452270" y="1251390"/>
                  </a:lnTo>
                  <a:lnTo>
                    <a:pt x="452966" y="1249810"/>
                  </a:lnTo>
                  <a:lnTo>
                    <a:pt x="453662" y="1247124"/>
                  </a:lnTo>
                  <a:lnTo>
                    <a:pt x="454358" y="1244725"/>
                  </a:lnTo>
                  <a:lnTo>
                    <a:pt x="455054" y="1241552"/>
                  </a:lnTo>
                  <a:lnTo>
                    <a:pt x="455751" y="1238379"/>
                  </a:lnTo>
                  <a:lnTo>
                    <a:pt x="456447" y="1235206"/>
                  </a:lnTo>
                  <a:lnTo>
                    <a:pt x="457143" y="1231054"/>
                  </a:lnTo>
                  <a:lnTo>
                    <a:pt x="457839" y="1226901"/>
                  </a:lnTo>
                  <a:lnTo>
                    <a:pt x="458535" y="1222862"/>
                  </a:lnTo>
                  <a:lnTo>
                    <a:pt x="459231" y="1220740"/>
                  </a:lnTo>
                  <a:lnTo>
                    <a:pt x="459928" y="1219720"/>
                  </a:lnTo>
                  <a:lnTo>
                    <a:pt x="460624" y="1220372"/>
                  </a:lnTo>
                  <a:lnTo>
                    <a:pt x="461320" y="1221644"/>
                  </a:lnTo>
                  <a:lnTo>
                    <a:pt x="462016" y="1222917"/>
                  </a:lnTo>
                  <a:lnTo>
                    <a:pt x="462712" y="1225791"/>
                  </a:lnTo>
                  <a:lnTo>
                    <a:pt x="463409" y="1226370"/>
                  </a:lnTo>
                  <a:lnTo>
                    <a:pt x="464105" y="1226524"/>
                  </a:lnTo>
                  <a:lnTo>
                    <a:pt x="464801" y="1226678"/>
                  </a:lnTo>
                  <a:lnTo>
                    <a:pt x="465497" y="1227136"/>
                  </a:lnTo>
                  <a:lnTo>
                    <a:pt x="466193" y="1229019"/>
                  </a:lnTo>
                  <a:lnTo>
                    <a:pt x="466889" y="1230902"/>
                  </a:lnTo>
                  <a:lnTo>
                    <a:pt x="467586" y="1234269"/>
                  </a:lnTo>
                  <a:lnTo>
                    <a:pt x="468282" y="1238092"/>
                  </a:lnTo>
                  <a:lnTo>
                    <a:pt x="468978" y="1241535"/>
                  </a:lnTo>
                  <a:lnTo>
                    <a:pt x="469674" y="1244418"/>
                  </a:lnTo>
                  <a:lnTo>
                    <a:pt x="470370" y="1246403"/>
                  </a:lnTo>
                  <a:lnTo>
                    <a:pt x="471066" y="1243485"/>
                  </a:lnTo>
                  <a:lnTo>
                    <a:pt x="471763" y="1236855"/>
                  </a:lnTo>
                  <a:lnTo>
                    <a:pt x="472459" y="1229932"/>
                  </a:lnTo>
                  <a:lnTo>
                    <a:pt x="473155" y="1223009"/>
                  </a:lnTo>
                  <a:lnTo>
                    <a:pt x="473851" y="1216483"/>
                  </a:lnTo>
                  <a:lnTo>
                    <a:pt x="474547" y="1210859"/>
                  </a:lnTo>
                  <a:lnTo>
                    <a:pt x="475244" y="1205236"/>
                  </a:lnTo>
                  <a:lnTo>
                    <a:pt x="475940" y="1199537"/>
                  </a:lnTo>
                  <a:lnTo>
                    <a:pt x="476636" y="1194095"/>
                  </a:lnTo>
                  <a:lnTo>
                    <a:pt x="477332" y="1187729"/>
                  </a:lnTo>
                  <a:lnTo>
                    <a:pt x="478028" y="1180503"/>
                  </a:lnTo>
                  <a:lnTo>
                    <a:pt x="478724" y="1172989"/>
                  </a:lnTo>
                  <a:lnTo>
                    <a:pt x="479421" y="1165475"/>
                  </a:lnTo>
                  <a:lnTo>
                    <a:pt x="480117" y="1157961"/>
                  </a:lnTo>
                  <a:lnTo>
                    <a:pt x="480813" y="1150447"/>
                  </a:lnTo>
                  <a:lnTo>
                    <a:pt x="481509" y="1144909"/>
                  </a:lnTo>
                  <a:lnTo>
                    <a:pt x="482205" y="1142852"/>
                  </a:lnTo>
                  <a:lnTo>
                    <a:pt x="482901" y="1140795"/>
                  </a:lnTo>
                  <a:lnTo>
                    <a:pt x="483598" y="1138994"/>
                  </a:lnTo>
                  <a:lnTo>
                    <a:pt x="484294" y="1135257"/>
                  </a:lnTo>
                  <a:lnTo>
                    <a:pt x="484990" y="1131425"/>
                  </a:lnTo>
                  <a:lnTo>
                    <a:pt x="485686" y="1127049"/>
                  </a:lnTo>
                  <a:lnTo>
                    <a:pt x="486382" y="1122673"/>
                  </a:lnTo>
                  <a:lnTo>
                    <a:pt x="487078" y="1117754"/>
                  </a:lnTo>
                  <a:lnTo>
                    <a:pt x="487775" y="1113971"/>
                  </a:lnTo>
                  <a:lnTo>
                    <a:pt x="488471" y="1111338"/>
                  </a:lnTo>
                  <a:lnTo>
                    <a:pt x="489167" y="1108994"/>
                  </a:lnTo>
                  <a:lnTo>
                    <a:pt x="489863" y="1106361"/>
                  </a:lnTo>
                  <a:lnTo>
                    <a:pt x="490559" y="1103729"/>
                  </a:lnTo>
                  <a:lnTo>
                    <a:pt x="491256" y="1101096"/>
                  </a:lnTo>
                  <a:lnTo>
                    <a:pt x="491952" y="1098464"/>
                  </a:lnTo>
                  <a:lnTo>
                    <a:pt x="492648" y="1095831"/>
                  </a:lnTo>
                  <a:lnTo>
                    <a:pt x="493344" y="1093199"/>
                  </a:lnTo>
                  <a:lnTo>
                    <a:pt x="494040" y="1090385"/>
                  </a:lnTo>
                  <a:lnTo>
                    <a:pt x="494736" y="1089971"/>
                  </a:lnTo>
                  <a:lnTo>
                    <a:pt x="495433" y="1089684"/>
                  </a:lnTo>
                  <a:lnTo>
                    <a:pt x="496129" y="1089939"/>
                  </a:lnTo>
                  <a:lnTo>
                    <a:pt x="496825" y="1090069"/>
                  </a:lnTo>
                  <a:lnTo>
                    <a:pt x="497521" y="1087980"/>
                  </a:lnTo>
                  <a:lnTo>
                    <a:pt x="498217" y="1085892"/>
                  </a:lnTo>
                  <a:lnTo>
                    <a:pt x="498913" y="1084950"/>
                  </a:lnTo>
                  <a:lnTo>
                    <a:pt x="499610" y="1085254"/>
                  </a:lnTo>
                  <a:lnTo>
                    <a:pt x="500306" y="1086305"/>
                  </a:lnTo>
                  <a:lnTo>
                    <a:pt x="501002" y="1087054"/>
                  </a:lnTo>
                  <a:lnTo>
                    <a:pt x="501698" y="1087587"/>
                  </a:lnTo>
                  <a:lnTo>
                    <a:pt x="502394" y="1086919"/>
                  </a:lnTo>
                  <a:lnTo>
                    <a:pt x="503091" y="1085959"/>
                  </a:lnTo>
                  <a:lnTo>
                    <a:pt x="503787" y="1084998"/>
                  </a:lnTo>
                  <a:lnTo>
                    <a:pt x="504483" y="1084038"/>
                  </a:lnTo>
                  <a:lnTo>
                    <a:pt x="505179" y="1082463"/>
                  </a:lnTo>
                  <a:lnTo>
                    <a:pt x="505875" y="1080887"/>
                  </a:lnTo>
                  <a:lnTo>
                    <a:pt x="506571" y="1081719"/>
                  </a:lnTo>
                  <a:lnTo>
                    <a:pt x="507268" y="1085664"/>
                  </a:lnTo>
                  <a:lnTo>
                    <a:pt x="507964" y="1091837"/>
                  </a:lnTo>
                  <a:lnTo>
                    <a:pt x="508660" y="1098011"/>
                  </a:lnTo>
                  <a:lnTo>
                    <a:pt x="509356" y="1103039"/>
                  </a:lnTo>
                  <a:lnTo>
                    <a:pt x="510052" y="1107165"/>
                  </a:lnTo>
                  <a:lnTo>
                    <a:pt x="510748" y="1110732"/>
                  </a:lnTo>
                  <a:lnTo>
                    <a:pt x="511445" y="1114266"/>
                  </a:lnTo>
                  <a:lnTo>
                    <a:pt x="512141" y="1117765"/>
                  </a:lnTo>
                  <a:lnTo>
                    <a:pt x="512837" y="1124130"/>
                  </a:lnTo>
                  <a:lnTo>
                    <a:pt x="513533" y="1131356"/>
                  </a:lnTo>
                  <a:lnTo>
                    <a:pt x="514229" y="1138583"/>
                  </a:lnTo>
                  <a:lnTo>
                    <a:pt x="514926" y="1145809"/>
                  </a:lnTo>
                  <a:lnTo>
                    <a:pt x="515622" y="1153035"/>
                  </a:lnTo>
                  <a:lnTo>
                    <a:pt x="516318" y="1160261"/>
                  </a:lnTo>
                  <a:lnTo>
                    <a:pt x="517014" y="1165618"/>
                  </a:lnTo>
                  <a:lnTo>
                    <a:pt x="517710" y="1167493"/>
                  </a:lnTo>
                  <a:lnTo>
                    <a:pt x="518406" y="1169550"/>
                  </a:lnTo>
                  <a:lnTo>
                    <a:pt x="519103" y="1171639"/>
                  </a:lnTo>
                  <a:lnTo>
                    <a:pt x="519799" y="1175663"/>
                  </a:lnTo>
                  <a:lnTo>
                    <a:pt x="520495" y="1180039"/>
                  </a:lnTo>
                  <a:lnTo>
                    <a:pt x="521191" y="1184671"/>
                  </a:lnTo>
                  <a:lnTo>
                    <a:pt x="521887" y="1189303"/>
                  </a:lnTo>
                  <a:lnTo>
                    <a:pt x="522583" y="1194223"/>
                  </a:lnTo>
                  <a:lnTo>
                    <a:pt x="523280" y="1198262"/>
                  </a:lnTo>
                  <a:lnTo>
                    <a:pt x="523976" y="1201150"/>
                  </a:lnTo>
                  <a:lnTo>
                    <a:pt x="524672" y="1204039"/>
                  </a:lnTo>
                  <a:lnTo>
                    <a:pt x="525368" y="1207231"/>
                  </a:lnTo>
                  <a:lnTo>
                    <a:pt x="526064" y="1210423"/>
                  </a:lnTo>
                  <a:lnTo>
                    <a:pt x="526760" y="1213615"/>
                  </a:lnTo>
                  <a:lnTo>
                    <a:pt x="527457" y="1217099"/>
                  </a:lnTo>
                  <a:lnTo>
                    <a:pt x="528153" y="1220583"/>
                  </a:lnTo>
                  <a:lnTo>
                    <a:pt x="528849" y="1223775"/>
                  </a:lnTo>
                  <a:lnTo>
                    <a:pt x="529545" y="1226845"/>
                  </a:lnTo>
                  <a:lnTo>
                    <a:pt x="530241" y="1227515"/>
                  </a:lnTo>
                  <a:lnTo>
                    <a:pt x="530938" y="1228059"/>
                  </a:lnTo>
                  <a:lnTo>
                    <a:pt x="531634" y="1228059"/>
                  </a:lnTo>
                  <a:lnTo>
                    <a:pt x="532330" y="1228185"/>
                  </a:lnTo>
                  <a:lnTo>
                    <a:pt x="533026" y="1230530"/>
                  </a:lnTo>
                  <a:lnTo>
                    <a:pt x="533722" y="1232619"/>
                  </a:lnTo>
                  <a:lnTo>
                    <a:pt x="534418" y="1234404"/>
                  </a:lnTo>
                  <a:lnTo>
                    <a:pt x="535115" y="1236189"/>
                  </a:lnTo>
                  <a:lnTo>
                    <a:pt x="535811" y="1236939"/>
                  </a:lnTo>
                  <a:lnTo>
                    <a:pt x="536507" y="1236706"/>
                  </a:lnTo>
                  <a:lnTo>
                    <a:pt x="537203" y="1235870"/>
                  </a:lnTo>
                  <a:lnTo>
                    <a:pt x="537899" y="1235979"/>
                  </a:lnTo>
                  <a:lnTo>
                    <a:pt x="538595" y="1236343"/>
                  </a:lnTo>
                  <a:lnTo>
                    <a:pt x="539292" y="1237011"/>
                  </a:lnTo>
                  <a:lnTo>
                    <a:pt x="539988" y="1237678"/>
                  </a:lnTo>
                  <a:lnTo>
                    <a:pt x="540684" y="1238961"/>
                  </a:lnTo>
                  <a:lnTo>
                    <a:pt x="541380" y="1239941"/>
                  </a:lnTo>
                  <a:lnTo>
                    <a:pt x="542076" y="1240920"/>
                  </a:lnTo>
                  <a:lnTo>
                    <a:pt x="542773" y="1240856"/>
                  </a:lnTo>
                  <a:lnTo>
                    <a:pt x="543469" y="1237773"/>
                  </a:lnTo>
                  <a:lnTo>
                    <a:pt x="544165" y="1234994"/>
                  </a:lnTo>
                  <a:lnTo>
                    <a:pt x="544861" y="1232963"/>
                  </a:lnTo>
                  <a:lnTo>
                    <a:pt x="545557" y="1230932"/>
                  </a:lnTo>
                  <a:lnTo>
                    <a:pt x="546253" y="1229461"/>
                  </a:lnTo>
                  <a:lnTo>
                    <a:pt x="546950" y="1229057"/>
                  </a:lnTo>
                  <a:lnTo>
                    <a:pt x="547646" y="1229126"/>
                  </a:lnTo>
                  <a:lnTo>
                    <a:pt x="548342" y="1227325"/>
                  </a:lnTo>
                  <a:lnTo>
                    <a:pt x="549038" y="1225267"/>
                  </a:lnTo>
                  <a:lnTo>
                    <a:pt x="549734" y="1222923"/>
                  </a:lnTo>
                  <a:lnTo>
                    <a:pt x="550430" y="1220578"/>
                  </a:lnTo>
                  <a:lnTo>
                    <a:pt x="551127" y="1218233"/>
                  </a:lnTo>
                  <a:lnTo>
                    <a:pt x="551823" y="1216176"/>
                  </a:lnTo>
                  <a:lnTo>
                    <a:pt x="552519" y="1214301"/>
                  </a:lnTo>
                  <a:lnTo>
                    <a:pt x="553215" y="1213692"/>
                  </a:lnTo>
                  <a:lnTo>
                    <a:pt x="553911" y="1214235"/>
                  </a:lnTo>
                  <a:lnTo>
                    <a:pt x="554607" y="1214236"/>
                  </a:lnTo>
                  <a:lnTo>
                    <a:pt x="555304" y="1214236"/>
                  </a:lnTo>
                  <a:lnTo>
                    <a:pt x="556000" y="1214236"/>
                  </a:lnTo>
                  <a:lnTo>
                    <a:pt x="556696" y="1214236"/>
                  </a:lnTo>
                  <a:lnTo>
                    <a:pt x="557392" y="1214236"/>
                  </a:lnTo>
                  <a:lnTo>
                    <a:pt x="558088" y="1214539"/>
                  </a:lnTo>
                  <a:lnTo>
                    <a:pt x="558785" y="1214539"/>
                  </a:lnTo>
                  <a:lnTo>
                    <a:pt x="559481" y="1215135"/>
                  </a:lnTo>
                  <a:lnTo>
                    <a:pt x="560177" y="1215731"/>
                  </a:lnTo>
                  <a:lnTo>
                    <a:pt x="560873" y="1216479"/>
                  </a:lnTo>
                  <a:lnTo>
                    <a:pt x="561569" y="1217228"/>
                  </a:lnTo>
                  <a:lnTo>
                    <a:pt x="562265" y="1217976"/>
                  </a:lnTo>
                  <a:lnTo>
                    <a:pt x="562962" y="1218431"/>
                  </a:lnTo>
                  <a:lnTo>
                    <a:pt x="563658" y="1218431"/>
                  </a:lnTo>
                  <a:lnTo>
                    <a:pt x="564354" y="1219179"/>
                  </a:lnTo>
                  <a:lnTo>
                    <a:pt x="565050" y="1220231"/>
                  </a:lnTo>
                  <a:lnTo>
                    <a:pt x="565746" y="1221283"/>
                  </a:lnTo>
                  <a:lnTo>
                    <a:pt x="566442" y="1222334"/>
                  </a:lnTo>
                  <a:lnTo>
                    <a:pt x="567139" y="1223386"/>
                  </a:lnTo>
                  <a:lnTo>
                    <a:pt x="567835" y="1224437"/>
                  </a:lnTo>
                  <a:lnTo>
                    <a:pt x="568531" y="1225033"/>
                  </a:lnTo>
                  <a:lnTo>
                    <a:pt x="569227" y="1225885"/>
                  </a:lnTo>
                  <a:lnTo>
                    <a:pt x="569923" y="1226141"/>
                  </a:lnTo>
                  <a:lnTo>
                    <a:pt x="570620" y="1226701"/>
                  </a:lnTo>
                  <a:lnTo>
                    <a:pt x="571316" y="1227244"/>
                  </a:lnTo>
                  <a:lnTo>
                    <a:pt x="572012" y="1229821"/>
                  </a:lnTo>
                  <a:lnTo>
                    <a:pt x="572708" y="1233092"/>
                  </a:lnTo>
                  <a:lnTo>
                    <a:pt x="573404" y="1234399"/>
                  </a:lnTo>
                  <a:lnTo>
                    <a:pt x="574100" y="1236066"/>
                  </a:lnTo>
                  <a:lnTo>
                    <a:pt x="574797" y="1236814"/>
                  </a:lnTo>
                  <a:lnTo>
                    <a:pt x="575493" y="1237563"/>
                  </a:lnTo>
                  <a:lnTo>
                    <a:pt x="576189" y="1238926"/>
                  </a:lnTo>
                  <a:lnTo>
                    <a:pt x="576885" y="1240593"/>
                  </a:lnTo>
                  <a:lnTo>
                    <a:pt x="577581" y="1242259"/>
                  </a:lnTo>
                  <a:lnTo>
                    <a:pt x="578277" y="1244874"/>
                  </a:lnTo>
                  <a:lnTo>
                    <a:pt x="578974" y="1247523"/>
                  </a:lnTo>
                  <a:lnTo>
                    <a:pt x="579670" y="1248886"/>
                  </a:lnTo>
                  <a:lnTo>
                    <a:pt x="580366" y="1250249"/>
                  </a:lnTo>
                  <a:lnTo>
                    <a:pt x="581062" y="1251612"/>
                  </a:lnTo>
                  <a:lnTo>
                    <a:pt x="581758" y="1252976"/>
                  </a:lnTo>
                  <a:lnTo>
                    <a:pt x="582454" y="1252488"/>
                  </a:lnTo>
                  <a:lnTo>
                    <a:pt x="583151" y="1251112"/>
                  </a:lnTo>
                  <a:lnTo>
                    <a:pt x="583847" y="1251416"/>
                  </a:lnTo>
                  <a:lnTo>
                    <a:pt x="584543" y="1251672"/>
                  </a:lnTo>
                  <a:lnTo>
                    <a:pt x="585239" y="1251959"/>
                  </a:lnTo>
                  <a:lnTo>
                    <a:pt x="585935" y="1252247"/>
                  </a:lnTo>
                  <a:lnTo>
                    <a:pt x="586632" y="1252247"/>
                  </a:lnTo>
                  <a:lnTo>
                    <a:pt x="587328" y="1252247"/>
                  </a:lnTo>
                  <a:lnTo>
                    <a:pt x="588024" y="1252247"/>
                  </a:lnTo>
                  <a:lnTo>
                    <a:pt x="588720" y="1250693"/>
                  </a:lnTo>
                  <a:lnTo>
                    <a:pt x="589416" y="1249220"/>
                  </a:lnTo>
                  <a:lnTo>
                    <a:pt x="590112" y="1249220"/>
                  </a:lnTo>
                  <a:lnTo>
                    <a:pt x="590809" y="1249220"/>
                  </a:lnTo>
                  <a:lnTo>
                    <a:pt x="591505" y="1248964"/>
                  </a:lnTo>
                  <a:lnTo>
                    <a:pt x="592201" y="1248708"/>
                  </a:lnTo>
                  <a:lnTo>
                    <a:pt x="592897" y="1248452"/>
                  </a:lnTo>
                  <a:lnTo>
                    <a:pt x="593593" y="1247892"/>
                  </a:lnTo>
                  <a:lnTo>
                    <a:pt x="594289" y="1247349"/>
                  </a:lnTo>
                  <a:lnTo>
                    <a:pt x="594986" y="1246209"/>
                  </a:lnTo>
                  <a:lnTo>
                    <a:pt x="595682" y="1245069"/>
                  </a:lnTo>
                  <a:lnTo>
                    <a:pt x="596378" y="1243762"/>
                  </a:lnTo>
                  <a:lnTo>
                    <a:pt x="597074" y="1242454"/>
                  </a:lnTo>
                  <a:lnTo>
                    <a:pt x="597770" y="1241146"/>
                  </a:lnTo>
                  <a:lnTo>
                    <a:pt x="598467" y="1239839"/>
                  </a:lnTo>
                  <a:lnTo>
                    <a:pt x="599163" y="1238987"/>
                  </a:lnTo>
                  <a:lnTo>
                    <a:pt x="599859" y="1237391"/>
                  </a:lnTo>
                  <a:lnTo>
                    <a:pt x="600555" y="1235796"/>
                  </a:lnTo>
                  <a:lnTo>
                    <a:pt x="601251" y="1234201"/>
                  </a:lnTo>
                  <a:lnTo>
                    <a:pt x="601947" y="1232605"/>
                  </a:lnTo>
                  <a:lnTo>
                    <a:pt x="602644" y="1231010"/>
                  </a:lnTo>
                  <a:lnTo>
                    <a:pt x="603340" y="1229414"/>
                  </a:lnTo>
                  <a:lnTo>
                    <a:pt x="604036" y="1228274"/>
                  </a:lnTo>
                  <a:lnTo>
                    <a:pt x="604732" y="1227135"/>
                  </a:lnTo>
                  <a:lnTo>
                    <a:pt x="605428" y="1226591"/>
                  </a:lnTo>
                  <a:lnTo>
                    <a:pt x="606124" y="1225744"/>
                  </a:lnTo>
                  <a:lnTo>
                    <a:pt x="606821" y="1225018"/>
                  </a:lnTo>
                  <a:lnTo>
                    <a:pt x="607517" y="1223241"/>
                  </a:lnTo>
                  <a:lnTo>
                    <a:pt x="608213" y="1221275"/>
                  </a:lnTo>
                  <a:lnTo>
                    <a:pt x="608909" y="1221527"/>
                  </a:lnTo>
                  <a:lnTo>
                    <a:pt x="609605" y="1221163"/>
                  </a:lnTo>
                  <a:lnTo>
                    <a:pt x="610302" y="1221731"/>
                  </a:lnTo>
                  <a:lnTo>
                    <a:pt x="610998" y="1222299"/>
                  </a:lnTo>
                  <a:lnTo>
                    <a:pt x="611694" y="1222251"/>
                  </a:lnTo>
                  <a:lnTo>
                    <a:pt x="612390" y="1222204"/>
                  </a:lnTo>
                  <a:lnTo>
                    <a:pt x="613086" y="1222157"/>
                  </a:lnTo>
                  <a:lnTo>
                    <a:pt x="613782" y="1222110"/>
                  </a:lnTo>
                  <a:lnTo>
                    <a:pt x="614479" y="1223293"/>
                  </a:lnTo>
                  <a:lnTo>
                    <a:pt x="615175" y="1225458"/>
                  </a:lnTo>
                  <a:lnTo>
                    <a:pt x="615871" y="1227911"/>
                  </a:lnTo>
                  <a:lnTo>
                    <a:pt x="616567" y="1230365"/>
                  </a:lnTo>
                  <a:lnTo>
                    <a:pt x="617263" y="1232818"/>
                  </a:lnTo>
                  <a:lnTo>
                    <a:pt x="617959" y="1236342"/>
                  </a:lnTo>
                  <a:lnTo>
                    <a:pt x="618656" y="1240063"/>
                  </a:lnTo>
                  <a:lnTo>
                    <a:pt x="619352" y="1241848"/>
                  </a:lnTo>
                  <a:lnTo>
                    <a:pt x="620048" y="1243937"/>
                  </a:lnTo>
                  <a:lnTo>
                    <a:pt x="620744" y="1245994"/>
                  </a:lnTo>
                  <a:lnTo>
                    <a:pt x="621440" y="1248051"/>
                  </a:lnTo>
                  <a:lnTo>
                    <a:pt x="622136" y="1250396"/>
                  </a:lnTo>
                  <a:lnTo>
                    <a:pt x="622833" y="1252453"/>
                  </a:lnTo>
                  <a:lnTo>
                    <a:pt x="623529" y="1254798"/>
                  </a:lnTo>
                  <a:lnTo>
                    <a:pt x="624225" y="1257431"/>
                  </a:lnTo>
                  <a:lnTo>
                    <a:pt x="624921" y="1258360"/>
                  </a:lnTo>
                  <a:lnTo>
                    <a:pt x="625617" y="1258072"/>
                  </a:lnTo>
                  <a:lnTo>
                    <a:pt x="626314" y="1257603"/>
                  </a:lnTo>
                  <a:lnTo>
                    <a:pt x="627010" y="1257134"/>
                  </a:lnTo>
                  <a:lnTo>
                    <a:pt x="627706" y="1256665"/>
                  </a:lnTo>
                  <a:lnTo>
                    <a:pt x="628402" y="1256195"/>
                  </a:lnTo>
                  <a:lnTo>
                    <a:pt x="629098" y="1255726"/>
                  </a:lnTo>
                  <a:lnTo>
                    <a:pt x="629794" y="1255544"/>
                  </a:lnTo>
                  <a:lnTo>
                    <a:pt x="630491" y="1255363"/>
                  </a:lnTo>
                  <a:lnTo>
                    <a:pt x="631187" y="1255181"/>
                  </a:lnTo>
                  <a:lnTo>
                    <a:pt x="631883" y="1254712"/>
                  </a:lnTo>
                  <a:lnTo>
                    <a:pt x="632579" y="1254243"/>
                  </a:lnTo>
                  <a:lnTo>
                    <a:pt x="633275" y="1253774"/>
                  </a:lnTo>
                  <a:lnTo>
                    <a:pt x="633971" y="1252989"/>
                  </a:lnTo>
                  <a:lnTo>
                    <a:pt x="634668" y="1252203"/>
                  </a:lnTo>
                  <a:lnTo>
                    <a:pt x="635364" y="1251706"/>
                  </a:lnTo>
                  <a:lnTo>
                    <a:pt x="636060" y="1251209"/>
                  </a:lnTo>
                  <a:lnTo>
                    <a:pt x="636756" y="1250711"/>
                  </a:lnTo>
                  <a:lnTo>
                    <a:pt x="637452" y="1250214"/>
                  </a:lnTo>
                  <a:lnTo>
                    <a:pt x="638149" y="1249717"/>
                  </a:lnTo>
                  <a:lnTo>
                    <a:pt x="638845" y="1249219"/>
                  </a:lnTo>
                  <a:lnTo>
                    <a:pt x="639541" y="1248722"/>
                  </a:lnTo>
                  <a:lnTo>
                    <a:pt x="640237" y="1248225"/>
                  </a:lnTo>
                  <a:lnTo>
                    <a:pt x="640933" y="1247728"/>
                  </a:lnTo>
                  <a:lnTo>
                    <a:pt x="641629" y="1247230"/>
                  </a:lnTo>
                  <a:lnTo>
                    <a:pt x="642326" y="1246914"/>
                  </a:lnTo>
                  <a:lnTo>
                    <a:pt x="643022" y="1246599"/>
                  </a:lnTo>
                  <a:lnTo>
                    <a:pt x="643718" y="1246599"/>
                  </a:lnTo>
                  <a:lnTo>
                    <a:pt x="644414" y="1246599"/>
                  </a:lnTo>
                  <a:lnTo>
                    <a:pt x="645110" y="1246599"/>
                  </a:lnTo>
                  <a:lnTo>
                    <a:pt x="645806" y="1246283"/>
                  </a:lnTo>
                  <a:lnTo>
                    <a:pt x="646503" y="1245968"/>
                  </a:lnTo>
                  <a:lnTo>
                    <a:pt x="647199" y="1245652"/>
                  </a:lnTo>
                  <a:lnTo>
                    <a:pt x="647895" y="1245336"/>
                  </a:lnTo>
                  <a:lnTo>
                    <a:pt x="648591" y="1245020"/>
                  </a:lnTo>
                  <a:lnTo>
                    <a:pt x="649287" y="1244704"/>
                  </a:lnTo>
                  <a:lnTo>
                    <a:pt x="649983" y="1244207"/>
                  </a:lnTo>
                  <a:lnTo>
                    <a:pt x="650680" y="1243709"/>
                  </a:lnTo>
                  <a:lnTo>
                    <a:pt x="651376" y="1242924"/>
                  </a:lnTo>
                  <a:lnTo>
                    <a:pt x="652072" y="1242139"/>
                  </a:lnTo>
                  <a:lnTo>
                    <a:pt x="652768" y="1241354"/>
                  </a:lnTo>
                  <a:lnTo>
                    <a:pt x="653464" y="1240569"/>
                  </a:lnTo>
                  <a:lnTo>
                    <a:pt x="654161" y="1239784"/>
                  </a:lnTo>
                  <a:lnTo>
                    <a:pt x="654857" y="1238999"/>
                  </a:lnTo>
                  <a:lnTo>
                    <a:pt x="655553" y="1238214"/>
                  </a:lnTo>
                  <a:lnTo>
                    <a:pt x="656249" y="1237717"/>
                  </a:lnTo>
                  <a:lnTo>
                    <a:pt x="656945" y="1237219"/>
                  </a:lnTo>
                  <a:lnTo>
                    <a:pt x="657641" y="1236722"/>
                  </a:lnTo>
                  <a:lnTo>
                    <a:pt x="658338" y="1236224"/>
                  </a:lnTo>
                  <a:lnTo>
                    <a:pt x="659034" y="1235439"/>
                  </a:lnTo>
                  <a:lnTo>
                    <a:pt x="659730" y="1234654"/>
                  </a:lnTo>
                  <a:lnTo>
                    <a:pt x="660426" y="1234157"/>
                  </a:lnTo>
                  <a:lnTo>
                    <a:pt x="661122" y="1233659"/>
                  </a:lnTo>
                  <a:lnTo>
                    <a:pt x="661818" y="1233343"/>
                  </a:lnTo>
                  <a:lnTo>
                    <a:pt x="662515" y="1233028"/>
                  </a:lnTo>
                  <a:lnTo>
                    <a:pt x="663211" y="1232712"/>
                  </a:lnTo>
                  <a:lnTo>
                    <a:pt x="663907" y="1232711"/>
                  </a:lnTo>
                  <a:lnTo>
                    <a:pt x="664603" y="1232893"/>
                  </a:lnTo>
                  <a:lnTo>
                    <a:pt x="665299" y="1233362"/>
                  </a:lnTo>
                  <a:lnTo>
                    <a:pt x="665996" y="1233831"/>
                  </a:lnTo>
                  <a:lnTo>
                    <a:pt x="666692" y="1234860"/>
                  </a:lnTo>
                  <a:lnTo>
                    <a:pt x="667388" y="1235889"/>
                  </a:lnTo>
                  <a:lnTo>
                    <a:pt x="668084" y="1237666"/>
                  </a:lnTo>
                  <a:lnTo>
                    <a:pt x="668780" y="1239442"/>
                  </a:lnTo>
                  <a:lnTo>
                    <a:pt x="669476" y="1241535"/>
                  </a:lnTo>
                  <a:lnTo>
                    <a:pt x="670173" y="1243628"/>
                  </a:lnTo>
                  <a:lnTo>
                    <a:pt x="670869" y="1245720"/>
                  </a:lnTo>
                  <a:lnTo>
                    <a:pt x="671565" y="1247813"/>
                  </a:lnTo>
                  <a:lnTo>
                    <a:pt x="672261" y="1249906"/>
                  </a:lnTo>
                  <a:lnTo>
                    <a:pt x="672957" y="1251998"/>
                  </a:lnTo>
                  <a:lnTo>
                    <a:pt x="673653" y="1254091"/>
                  </a:lnTo>
                  <a:lnTo>
                    <a:pt x="674350" y="1256184"/>
                  </a:lnTo>
                  <a:lnTo>
                    <a:pt x="675046" y="1257821"/>
                  </a:lnTo>
                  <a:lnTo>
                    <a:pt x="675742" y="1259165"/>
                  </a:lnTo>
                  <a:lnTo>
                    <a:pt x="676438" y="1260510"/>
                  </a:lnTo>
                  <a:lnTo>
                    <a:pt x="677134" y="1261295"/>
                  </a:lnTo>
                  <a:lnTo>
                    <a:pt x="677831" y="1262080"/>
                  </a:lnTo>
                  <a:lnTo>
                    <a:pt x="678527" y="1262396"/>
                  </a:lnTo>
                  <a:lnTo>
                    <a:pt x="679223" y="1262712"/>
                  </a:lnTo>
                  <a:lnTo>
                    <a:pt x="679919" y="1262712"/>
                  </a:lnTo>
                  <a:lnTo>
                    <a:pt x="680615" y="1262712"/>
                  </a:lnTo>
                  <a:lnTo>
                    <a:pt x="681311" y="1262712"/>
                  </a:lnTo>
                  <a:lnTo>
                    <a:pt x="682008" y="1262712"/>
                  </a:lnTo>
                  <a:lnTo>
                    <a:pt x="682704" y="1262712"/>
                  </a:lnTo>
                  <a:lnTo>
                    <a:pt x="683400" y="1262712"/>
                  </a:lnTo>
                  <a:lnTo>
                    <a:pt x="684096" y="1262712"/>
                  </a:lnTo>
                  <a:lnTo>
                    <a:pt x="684792" y="1262712"/>
                  </a:lnTo>
                  <a:lnTo>
                    <a:pt x="685488" y="1262712"/>
                  </a:lnTo>
                  <a:lnTo>
                    <a:pt x="686185" y="1262712"/>
                  </a:lnTo>
                  <a:lnTo>
                    <a:pt x="686881" y="1263028"/>
                  </a:lnTo>
                  <a:lnTo>
                    <a:pt x="687577" y="1263344"/>
                  </a:lnTo>
                  <a:lnTo>
                    <a:pt x="688273" y="1263660"/>
                  </a:lnTo>
                  <a:lnTo>
                    <a:pt x="688969" y="1263975"/>
                  </a:lnTo>
                  <a:lnTo>
                    <a:pt x="689665" y="1264291"/>
                  </a:lnTo>
                  <a:lnTo>
                    <a:pt x="690362" y="1264789"/>
                  </a:lnTo>
                  <a:lnTo>
                    <a:pt x="691058" y="1265574"/>
                  </a:lnTo>
                  <a:lnTo>
                    <a:pt x="691754" y="1266359"/>
                  </a:lnTo>
                  <a:lnTo>
                    <a:pt x="692450" y="1267704"/>
                  </a:lnTo>
                  <a:lnTo>
                    <a:pt x="693146" y="1269049"/>
                  </a:lnTo>
                  <a:lnTo>
                    <a:pt x="693843" y="1270393"/>
                  </a:lnTo>
                  <a:lnTo>
                    <a:pt x="694539" y="1271738"/>
                  </a:lnTo>
                  <a:lnTo>
                    <a:pt x="695235" y="1273082"/>
                  </a:lnTo>
                  <a:lnTo>
                    <a:pt x="695931" y="1274427"/>
                  </a:lnTo>
                  <a:lnTo>
                    <a:pt x="696627" y="1275772"/>
                  </a:lnTo>
                  <a:lnTo>
                    <a:pt x="697323" y="1277409"/>
                  </a:lnTo>
                  <a:lnTo>
                    <a:pt x="698020" y="1279046"/>
                  </a:lnTo>
                  <a:lnTo>
                    <a:pt x="698716" y="1280683"/>
                  </a:lnTo>
                  <a:lnTo>
                    <a:pt x="699412" y="1282004"/>
                  </a:lnTo>
                  <a:lnTo>
                    <a:pt x="700108" y="1283143"/>
                  </a:lnTo>
                  <a:lnTo>
                    <a:pt x="700804" y="1283703"/>
                  </a:lnTo>
                  <a:lnTo>
                    <a:pt x="701500" y="1283959"/>
                  </a:lnTo>
                  <a:lnTo>
                    <a:pt x="702197" y="1284251"/>
                  </a:lnTo>
                  <a:lnTo>
                    <a:pt x="702893" y="1283947"/>
                  </a:lnTo>
                  <a:lnTo>
                    <a:pt x="703589" y="1282896"/>
                  </a:lnTo>
                  <a:lnTo>
                    <a:pt x="704285" y="1281844"/>
                  </a:lnTo>
                  <a:lnTo>
                    <a:pt x="704981" y="1280792"/>
                  </a:lnTo>
                  <a:lnTo>
                    <a:pt x="705678" y="1279741"/>
                  </a:lnTo>
                  <a:lnTo>
                    <a:pt x="706374" y="1278689"/>
                  </a:lnTo>
                  <a:lnTo>
                    <a:pt x="707070" y="1277638"/>
                  </a:lnTo>
                  <a:lnTo>
                    <a:pt x="707766" y="1276042"/>
                  </a:lnTo>
                  <a:lnTo>
                    <a:pt x="708462" y="1274446"/>
                  </a:lnTo>
                  <a:lnTo>
                    <a:pt x="709158" y="1273139"/>
                  </a:lnTo>
                  <a:lnTo>
                    <a:pt x="709855" y="1271831"/>
                  </a:lnTo>
                  <a:lnTo>
                    <a:pt x="710551" y="1270979"/>
                  </a:lnTo>
                  <a:lnTo>
                    <a:pt x="711247" y="1270419"/>
                  </a:lnTo>
                  <a:lnTo>
                    <a:pt x="711943" y="1269860"/>
                  </a:lnTo>
                  <a:lnTo>
                    <a:pt x="712639" y="1269391"/>
                  </a:lnTo>
                  <a:lnTo>
                    <a:pt x="713335" y="1268921"/>
                  </a:lnTo>
                  <a:lnTo>
                    <a:pt x="714032" y="1268921"/>
                  </a:lnTo>
                  <a:lnTo>
                    <a:pt x="714728" y="1268922"/>
                  </a:lnTo>
                  <a:lnTo>
                    <a:pt x="715424" y="1269237"/>
                  </a:lnTo>
                  <a:lnTo>
                    <a:pt x="716120" y="1269553"/>
                  </a:lnTo>
                  <a:lnTo>
                    <a:pt x="716816" y="1270339"/>
                  </a:lnTo>
                  <a:lnTo>
                    <a:pt x="717512" y="1271380"/>
                  </a:lnTo>
                  <a:lnTo>
                    <a:pt x="718209" y="1271390"/>
                  </a:lnTo>
                  <a:lnTo>
                    <a:pt x="718905" y="1270683"/>
                  </a:lnTo>
                  <a:lnTo>
                    <a:pt x="719601" y="1269975"/>
                  </a:lnTo>
                  <a:lnTo>
                    <a:pt x="720297" y="1269267"/>
                  </a:lnTo>
                  <a:lnTo>
                    <a:pt x="720993" y="1268560"/>
                  </a:lnTo>
                  <a:lnTo>
                    <a:pt x="721690" y="1267852"/>
                  </a:lnTo>
                  <a:lnTo>
                    <a:pt x="722386" y="1266829"/>
                  </a:lnTo>
                  <a:lnTo>
                    <a:pt x="723082" y="1265805"/>
                  </a:lnTo>
                  <a:lnTo>
                    <a:pt x="723778" y="1263689"/>
                  </a:lnTo>
                  <a:lnTo>
                    <a:pt x="724474" y="1261090"/>
                  </a:lnTo>
                  <a:lnTo>
                    <a:pt x="725170" y="1258491"/>
                  </a:lnTo>
                  <a:lnTo>
                    <a:pt x="725867" y="1255711"/>
                  </a:lnTo>
                  <a:lnTo>
                    <a:pt x="726563" y="1252642"/>
                  </a:lnTo>
                  <a:lnTo>
                    <a:pt x="727259" y="1249119"/>
                  </a:lnTo>
                  <a:lnTo>
                    <a:pt x="727955" y="1244743"/>
                  </a:lnTo>
                  <a:lnTo>
                    <a:pt x="728651" y="1241450"/>
                  </a:lnTo>
                  <a:lnTo>
                    <a:pt x="729347" y="1238802"/>
                  </a:lnTo>
                  <a:lnTo>
                    <a:pt x="730044" y="1235898"/>
                  </a:lnTo>
                  <a:lnTo>
                    <a:pt x="730740" y="1232993"/>
                  </a:lnTo>
                  <a:lnTo>
                    <a:pt x="731436" y="1230089"/>
                  </a:lnTo>
                  <a:lnTo>
                    <a:pt x="732132" y="1227185"/>
                  </a:lnTo>
                  <a:lnTo>
                    <a:pt x="732828" y="1223988"/>
                  </a:lnTo>
                  <a:lnTo>
                    <a:pt x="733525" y="1221047"/>
                  </a:lnTo>
                  <a:lnTo>
                    <a:pt x="734221" y="1218343"/>
                  </a:lnTo>
                  <a:lnTo>
                    <a:pt x="734917" y="1215402"/>
                  </a:lnTo>
                  <a:lnTo>
                    <a:pt x="735613" y="1212765"/>
                  </a:lnTo>
                  <a:lnTo>
                    <a:pt x="736309" y="1210420"/>
                  </a:lnTo>
                  <a:lnTo>
                    <a:pt x="737005" y="1208672"/>
                  </a:lnTo>
                  <a:lnTo>
                    <a:pt x="737702" y="1206247"/>
                  </a:lnTo>
                  <a:lnTo>
                    <a:pt x="738398" y="1203538"/>
                  </a:lnTo>
                  <a:lnTo>
                    <a:pt x="739094" y="1200829"/>
                  </a:lnTo>
                  <a:lnTo>
                    <a:pt x="739790" y="1198696"/>
                  </a:lnTo>
                  <a:lnTo>
                    <a:pt x="740486" y="1197989"/>
                  </a:lnTo>
                  <a:lnTo>
                    <a:pt x="741182" y="1196479"/>
                  </a:lnTo>
                  <a:lnTo>
                    <a:pt x="741879" y="1195731"/>
                  </a:lnTo>
                  <a:lnTo>
                    <a:pt x="742575" y="1193816"/>
                  </a:lnTo>
                  <a:lnTo>
                    <a:pt x="743271" y="1192754"/>
                  </a:lnTo>
                  <a:lnTo>
                    <a:pt x="743967" y="1192550"/>
                  </a:lnTo>
                  <a:lnTo>
                    <a:pt x="744663" y="1191875"/>
                  </a:lnTo>
                  <a:lnTo>
                    <a:pt x="745360" y="1189706"/>
                  </a:lnTo>
                  <a:lnTo>
                    <a:pt x="746056" y="1188693"/>
                  </a:lnTo>
                  <a:lnTo>
                    <a:pt x="746752" y="1187679"/>
                  </a:lnTo>
                  <a:lnTo>
                    <a:pt x="747448" y="1186665"/>
                  </a:lnTo>
                  <a:lnTo>
                    <a:pt x="748144" y="1185799"/>
                  </a:lnTo>
                  <a:lnTo>
                    <a:pt x="748840" y="1185063"/>
                  </a:lnTo>
                  <a:lnTo>
                    <a:pt x="749537" y="1184091"/>
                  </a:lnTo>
                  <a:lnTo>
                    <a:pt x="750233" y="1182386"/>
                  </a:lnTo>
                  <a:lnTo>
                    <a:pt x="750929" y="1180067"/>
                  </a:lnTo>
                  <a:lnTo>
                    <a:pt x="751625" y="1178272"/>
                  </a:lnTo>
                  <a:lnTo>
                    <a:pt x="752321" y="1175657"/>
                  </a:lnTo>
                  <a:lnTo>
                    <a:pt x="753017" y="1174859"/>
                  </a:lnTo>
                  <a:lnTo>
                    <a:pt x="753714" y="1175857"/>
                  </a:lnTo>
                  <a:lnTo>
                    <a:pt x="754410" y="1179523"/>
                  </a:lnTo>
                  <a:lnTo>
                    <a:pt x="755106" y="1183923"/>
                  </a:lnTo>
                  <a:lnTo>
                    <a:pt x="755802" y="1188860"/>
                  </a:lnTo>
                  <a:lnTo>
                    <a:pt x="756498" y="1193120"/>
                  </a:lnTo>
                  <a:lnTo>
                    <a:pt x="757194" y="1197335"/>
                  </a:lnTo>
                  <a:lnTo>
                    <a:pt x="757891" y="1202111"/>
                  </a:lnTo>
                  <a:lnTo>
                    <a:pt x="758587" y="1206325"/>
                  </a:lnTo>
                  <a:lnTo>
                    <a:pt x="759283" y="1211087"/>
                  </a:lnTo>
                  <a:lnTo>
                    <a:pt x="759979" y="1216332"/>
                  </a:lnTo>
                  <a:lnTo>
                    <a:pt x="760675" y="1222120"/>
                  </a:lnTo>
                  <a:lnTo>
                    <a:pt x="761372" y="1228401"/>
                  </a:lnTo>
                  <a:lnTo>
                    <a:pt x="762068" y="1234897"/>
                  </a:lnTo>
                  <a:lnTo>
                    <a:pt x="762764" y="1242590"/>
                  </a:lnTo>
                  <a:lnTo>
                    <a:pt x="763460" y="1251357"/>
                  </a:lnTo>
                  <a:lnTo>
                    <a:pt x="764156" y="1259293"/>
                  </a:lnTo>
                  <a:lnTo>
                    <a:pt x="764852" y="1267025"/>
                  </a:lnTo>
                  <a:lnTo>
                    <a:pt x="765549" y="1275082"/>
                  </a:lnTo>
                  <a:lnTo>
                    <a:pt x="766245" y="1284006"/>
                  </a:lnTo>
                  <a:lnTo>
                    <a:pt x="766941" y="1292628"/>
                  </a:lnTo>
                  <a:lnTo>
                    <a:pt x="767637" y="1301419"/>
                  </a:lnTo>
                  <a:lnTo>
                    <a:pt x="768333" y="1308596"/>
                  </a:lnTo>
                  <a:lnTo>
                    <a:pt x="769029" y="1314563"/>
                  </a:lnTo>
                  <a:lnTo>
                    <a:pt x="769726" y="1324147"/>
                  </a:lnTo>
                  <a:lnTo>
                    <a:pt x="770422" y="1330388"/>
                  </a:lnTo>
                  <a:lnTo>
                    <a:pt x="770765" y="1333315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2230015" y="5147024"/>
              <a:ext cx="1641457" cy="613378"/>
            </a:xfrm>
            <a:custGeom>
              <a:avLst/>
              <a:pathLst>
                <a:path w="1641457" h="613378">
                  <a:moveTo>
                    <a:pt x="0" y="613378"/>
                  </a:moveTo>
                  <a:lnTo>
                    <a:pt x="625" y="609947"/>
                  </a:lnTo>
                  <a:lnTo>
                    <a:pt x="1321" y="606891"/>
                  </a:lnTo>
                  <a:lnTo>
                    <a:pt x="2017" y="603881"/>
                  </a:lnTo>
                  <a:lnTo>
                    <a:pt x="2714" y="600310"/>
                  </a:lnTo>
                  <a:lnTo>
                    <a:pt x="3410" y="597120"/>
                  </a:lnTo>
                  <a:lnTo>
                    <a:pt x="4106" y="594474"/>
                  </a:lnTo>
                  <a:lnTo>
                    <a:pt x="4802" y="591828"/>
                  </a:lnTo>
                  <a:lnTo>
                    <a:pt x="5498" y="588639"/>
                  </a:lnTo>
                  <a:lnTo>
                    <a:pt x="6194" y="584957"/>
                  </a:lnTo>
                  <a:lnTo>
                    <a:pt x="6891" y="581060"/>
                  </a:lnTo>
                  <a:lnTo>
                    <a:pt x="7587" y="576421"/>
                  </a:lnTo>
                  <a:lnTo>
                    <a:pt x="8283" y="571183"/>
                  </a:lnTo>
                  <a:lnTo>
                    <a:pt x="8979" y="565693"/>
                  </a:lnTo>
                  <a:lnTo>
                    <a:pt x="9675" y="559761"/>
                  </a:lnTo>
                  <a:lnTo>
                    <a:pt x="10371" y="553761"/>
                  </a:lnTo>
                  <a:lnTo>
                    <a:pt x="11068" y="546894"/>
                  </a:lnTo>
                  <a:lnTo>
                    <a:pt x="11764" y="540329"/>
                  </a:lnTo>
                  <a:lnTo>
                    <a:pt x="12460" y="533595"/>
                  </a:lnTo>
                  <a:lnTo>
                    <a:pt x="13156" y="528293"/>
                  </a:lnTo>
                  <a:lnTo>
                    <a:pt x="13852" y="523946"/>
                  </a:lnTo>
                  <a:lnTo>
                    <a:pt x="14548" y="515745"/>
                  </a:lnTo>
                  <a:lnTo>
                    <a:pt x="15245" y="511123"/>
                  </a:lnTo>
                  <a:lnTo>
                    <a:pt x="15941" y="506683"/>
                  </a:lnTo>
                  <a:lnTo>
                    <a:pt x="16637" y="501744"/>
                  </a:lnTo>
                  <a:lnTo>
                    <a:pt x="17333" y="494960"/>
                  </a:lnTo>
                  <a:lnTo>
                    <a:pt x="18029" y="488175"/>
                  </a:lnTo>
                  <a:lnTo>
                    <a:pt x="18726" y="481209"/>
                  </a:lnTo>
                  <a:lnTo>
                    <a:pt x="19422" y="475222"/>
                  </a:lnTo>
                  <a:lnTo>
                    <a:pt x="20118" y="470828"/>
                  </a:lnTo>
                  <a:lnTo>
                    <a:pt x="20814" y="467641"/>
                  </a:lnTo>
                  <a:lnTo>
                    <a:pt x="21510" y="463701"/>
                  </a:lnTo>
                  <a:lnTo>
                    <a:pt x="22206" y="460368"/>
                  </a:lnTo>
                  <a:lnTo>
                    <a:pt x="22903" y="455140"/>
                  </a:lnTo>
                  <a:lnTo>
                    <a:pt x="23599" y="450205"/>
                  </a:lnTo>
                  <a:lnTo>
                    <a:pt x="24295" y="447651"/>
                  </a:lnTo>
                  <a:lnTo>
                    <a:pt x="24991" y="445317"/>
                  </a:lnTo>
                  <a:lnTo>
                    <a:pt x="25687" y="444725"/>
                  </a:lnTo>
                  <a:lnTo>
                    <a:pt x="26383" y="444469"/>
                  </a:lnTo>
                  <a:lnTo>
                    <a:pt x="27080" y="444599"/>
                  </a:lnTo>
                  <a:lnTo>
                    <a:pt x="27776" y="446630"/>
                  </a:lnTo>
                  <a:lnTo>
                    <a:pt x="28472" y="448358"/>
                  </a:lnTo>
                  <a:lnTo>
                    <a:pt x="29168" y="450681"/>
                  </a:lnTo>
                  <a:lnTo>
                    <a:pt x="29864" y="453005"/>
                  </a:lnTo>
                  <a:lnTo>
                    <a:pt x="30561" y="455329"/>
                  </a:lnTo>
                  <a:lnTo>
                    <a:pt x="31257" y="457652"/>
                  </a:lnTo>
                  <a:lnTo>
                    <a:pt x="31953" y="459684"/>
                  </a:lnTo>
                  <a:lnTo>
                    <a:pt x="32649" y="462155"/>
                  </a:lnTo>
                  <a:lnTo>
                    <a:pt x="33345" y="466788"/>
                  </a:lnTo>
                  <a:lnTo>
                    <a:pt x="34041" y="471419"/>
                  </a:lnTo>
                  <a:lnTo>
                    <a:pt x="34738" y="474236"/>
                  </a:lnTo>
                  <a:lnTo>
                    <a:pt x="35434" y="476836"/>
                  </a:lnTo>
                  <a:lnTo>
                    <a:pt x="36130" y="477468"/>
                  </a:lnTo>
                  <a:lnTo>
                    <a:pt x="36826" y="478012"/>
                  </a:lnTo>
                  <a:lnTo>
                    <a:pt x="37522" y="478555"/>
                  </a:lnTo>
                  <a:lnTo>
                    <a:pt x="38218" y="478843"/>
                  </a:lnTo>
                  <a:lnTo>
                    <a:pt x="38915" y="479313"/>
                  </a:lnTo>
                  <a:lnTo>
                    <a:pt x="39611" y="479313"/>
                  </a:lnTo>
                  <a:lnTo>
                    <a:pt x="40307" y="479313"/>
                  </a:lnTo>
                  <a:lnTo>
                    <a:pt x="41003" y="479313"/>
                  </a:lnTo>
                  <a:lnTo>
                    <a:pt x="41699" y="479313"/>
                  </a:lnTo>
                  <a:lnTo>
                    <a:pt x="42395" y="479313"/>
                  </a:lnTo>
                  <a:lnTo>
                    <a:pt x="43092" y="479313"/>
                  </a:lnTo>
                  <a:lnTo>
                    <a:pt x="43788" y="479313"/>
                  </a:lnTo>
                  <a:lnTo>
                    <a:pt x="44484" y="479313"/>
                  </a:lnTo>
                  <a:lnTo>
                    <a:pt x="45180" y="479312"/>
                  </a:lnTo>
                  <a:lnTo>
                    <a:pt x="45876" y="479312"/>
                  </a:lnTo>
                  <a:lnTo>
                    <a:pt x="46573" y="479600"/>
                  </a:lnTo>
                  <a:lnTo>
                    <a:pt x="47269" y="479887"/>
                  </a:lnTo>
                  <a:lnTo>
                    <a:pt x="47965" y="480175"/>
                  </a:lnTo>
                  <a:lnTo>
                    <a:pt x="48661" y="480644"/>
                  </a:lnTo>
                  <a:lnTo>
                    <a:pt x="49357" y="481114"/>
                  </a:lnTo>
                  <a:lnTo>
                    <a:pt x="50053" y="481583"/>
                  </a:lnTo>
                  <a:lnTo>
                    <a:pt x="50750" y="482052"/>
                  </a:lnTo>
                  <a:lnTo>
                    <a:pt x="51446" y="482340"/>
                  </a:lnTo>
                  <a:lnTo>
                    <a:pt x="52142" y="483126"/>
                  </a:lnTo>
                  <a:lnTo>
                    <a:pt x="52838" y="485759"/>
                  </a:lnTo>
                  <a:lnTo>
                    <a:pt x="53534" y="488647"/>
                  </a:lnTo>
                  <a:lnTo>
                    <a:pt x="54230" y="491461"/>
                  </a:lnTo>
                  <a:lnTo>
                    <a:pt x="54927" y="494531"/>
                  </a:lnTo>
                  <a:lnTo>
                    <a:pt x="55623" y="497601"/>
                  </a:lnTo>
                  <a:lnTo>
                    <a:pt x="56319" y="500671"/>
                  </a:lnTo>
                  <a:lnTo>
                    <a:pt x="57015" y="503863"/>
                  </a:lnTo>
                  <a:lnTo>
                    <a:pt x="57711" y="507196"/>
                  </a:lnTo>
                  <a:lnTo>
                    <a:pt x="58408" y="512131"/>
                  </a:lnTo>
                  <a:lnTo>
                    <a:pt x="59104" y="517066"/>
                  </a:lnTo>
                  <a:lnTo>
                    <a:pt x="59800" y="521746"/>
                  </a:lnTo>
                  <a:lnTo>
                    <a:pt x="60496" y="526425"/>
                  </a:lnTo>
                  <a:lnTo>
                    <a:pt x="61192" y="531105"/>
                  </a:lnTo>
                  <a:lnTo>
                    <a:pt x="61888" y="537403"/>
                  </a:lnTo>
                  <a:lnTo>
                    <a:pt x="62585" y="543317"/>
                  </a:lnTo>
                  <a:lnTo>
                    <a:pt x="63281" y="547329"/>
                  </a:lnTo>
                  <a:lnTo>
                    <a:pt x="63977" y="549047"/>
                  </a:lnTo>
                  <a:lnTo>
                    <a:pt x="64673" y="549502"/>
                  </a:lnTo>
                  <a:lnTo>
                    <a:pt x="65369" y="549958"/>
                  </a:lnTo>
                  <a:lnTo>
                    <a:pt x="66065" y="550414"/>
                  </a:lnTo>
                  <a:lnTo>
                    <a:pt x="66762" y="550869"/>
                  </a:lnTo>
                  <a:lnTo>
                    <a:pt x="67458" y="551162"/>
                  </a:lnTo>
                  <a:lnTo>
                    <a:pt x="68154" y="551773"/>
                  </a:lnTo>
                  <a:lnTo>
                    <a:pt x="68850" y="550480"/>
                  </a:lnTo>
                  <a:lnTo>
                    <a:pt x="69546" y="547347"/>
                  </a:lnTo>
                  <a:lnTo>
                    <a:pt x="70243" y="544023"/>
                  </a:lnTo>
                  <a:lnTo>
                    <a:pt x="70939" y="540699"/>
                  </a:lnTo>
                  <a:lnTo>
                    <a:pt x="71635" y="537374"/>
                  </a:lnTo>
                  <a:lnTo>
                    <a:pt x="72331" y="532998"/>
                  </a:lnTo>
                  <a:lnTo>
                    <a:pt x="73027" y="528623"/>
                  </a:lnTo>
                  <a:lnTo>
                    <a:pt x="73723" y="524502"/>
                  </a:lnTo>
                  <a:lnTo>
                    <a:pt x="74420" y="521775"/>
                  </a:lnTo>
                  <a:lnTo>
                    <a:pt x="75116" y="520156"/>
                  </a:lnTo>
                  <a:lnTo>
                    <a:pt x="75812" y="518536"/>
                  </a:lnTo>
                  <a:lnTo>
                    <a:pt x="76508" y="516661"/>
                  </a:lnTo>
                  <a:lnTo>
                    <a:pt x="77204" y="515041"/>
                  </a:lnTo>
                  <a:lnTo>
                    <a:pt x="77900" y="513166"/>
                  </a:lnTo>
                  <a:lnTo>
                    <a:pt x="78597" y="511290"/>
                  </a:lnTo>
                  <a:lnTo>
                    <a:pt x="79293" y="508946"/>
                  </a:lnTo>
                  <a:lnTo>
                    <a:pt x="79989" y="508694"/>
                  </a:lnTo>
                  <a:lnTo>
                    <a:pt x="80685" y="508694"/>
                  </a:lnTo>
                  <a:lnTo>
                    <a:pt x="81381" y="506349"/>
                  </a:lnTo>
                  <a:lnTo>
                    <a:pt x="82077" y="504004"/>
                  </a:lnTo>
                  <a:lnTo>
                    <a:pt x="82774" y="501659"/>
                  </a:lnTo>
                  <a:lnTo>
                    <a:pt x="83470" y="498886"/>
                  </a:lnTo>
                  <a:lnTo>
                    <a:pt x="84166" y="494510"/>
                  </a:lnTo>
                  <a:lnTo>
                    <a:pt x="84862" y="490135"/>
                  </a:lnTo>
                  <a:lnTo>
                    <a:pt x="85558" y="485759"/>
                  </a:lnTo>
                  <a:lnTo>
                    <a:pt x="86255" y="481383"/>
                  </a:lnTo>
                  <a:lnTo>
                    <a:pt x="86951" y="477007"/>
                  </a:lnTo>
                  <a:lnTo>
                    <a:pt x="87647" y="472344"/>
                  </a:lnTo>
                  <a:lnTo>
                    <a:pt x="88343" y="467680"/>
                  </a:lnTo>
                  <a:lnTo>
                    <a:pt x="89039" y="462761"/>
                  </a:lnTo>
                  <a:lnTo>
                    <a:pt x="89735" y="458097"/>
                  </a:lnTo>
                  <a:lnTo>
                    <a:pt x="90432" y="453177"/>
                  </a:lnTo>
                  <a:lnTo>
                    <a:pt x="91128" y="448258"/>
                  </a:lnTo>
                  <a:lnTo>
                    <a:pt x="91824" y="445369"/>
                  </a:lnTo>
                  <a:lnTo>
                    <a:pt x="92520" y="441996"/>
                  </a:lnTo>
                  <a:lnTo>
                    <a:pt x="93216" y="438623"/>
                  </a:lnTo>
                  <a:lnTo>
                    <a:pt x="93912" y="435690"/>
                  </a:lnTo>
                  <a:lnTo>
                    <a:pt x="94609" y="434661"/>
                  </a:lnTo>
                  <a:lnTo>
                    <a:pt x="95305" y="433633"/>
                  </a:lnTo>
                  <a:lnTo>
                    <a:pt x="96001" y="432604"/>
                  </a:lnTo>
                  <a:lnTo>
                    <a:pt x="96697" y="431575"/>
                  </a:lnTo>
                  <a:lnTo>
                    <a:pt x="97393" y="429183"/>
                  </a:lnTo>
                  <a:lnTo>
                    <a:pt x="98090" y="426973"/>
                  </a:lnTo>
                  <a:lnTo>
                    <a:pt x="98786" y="424762"/>
                  </a:lnTo>
                  <a:lnTo>
                    <a:pt x="99482" y="424663"/>
                  </a:lnTo>
                  <a:lnTo>
                    <a:pt x="100178" y="425231"/>
                  </a:lnTo>
                  <a:lnTo>
                    <a:pt x="100874" y="425799"/>
                  </a:lnTo>
                  <a:lnTo>
                    <a:pt x="101570" y="426367"/>
                  </a:lnTo>
                  <a:lnTo>
                    <a:pt x="102267" y="424919"/>
                  </a:lnTo>
                  <a:lnTo>
                    <a:pt x="102963" y="423141"/>
                  </a:lnTo>
                  <a:lnTo>
                    <a:pt x="103659" y="419515"/>
                  </a:lnTo>
                  <a:lnTo>
                    <a:pt x="104355" y="415888"/>
                  </a:lnTo>
                  <a:lnTo>
                    <a:pt x="105051" y="414102"/>
                  </a:lnTo>
                  <a:lnTo>
                    <a:pt x="105747" y="412506"/>
                  </a:lnTo>
                  <a:lnTo>
                    <a:pt x="106444" y="410911"/>
                  </a:lnTo>
                  <a:lnTo>
                    <a:pt x="107140" y="409315"/>
                  </a:lnTo>
                  <a:lnTo>
                    <a:pt x="107836" y="408772"/>
                  </a:lnTo>
                  <a:lnTo>
                    <a:pt x="108532" y="408047"/>
                  </a:lnTo>
                  <a:lnTo>
                    <a:pt x="109228" y="407322"/>
                  </a:lnTo>
                  <a:lnTo>
                    <a:pt x="109924" y="405204"/>
                  </a:lnTo>
                  <a:lnTo>
                    <a:pt x="110621" y="402447"/>
                  </a:lnTo>
                  <a:lnTo>
                    <a:pt x="111317" y="399691"/>
                  </a:lnTo>
                  <a:lnTo>
                    <a:pt x="112013" y="397191"/>
                  </a:lnTo>
                  <a:lnTo>
                    <a:pt x="112709" y="396324"/>
                  </a:lnTo>
                  <a:lnTo>
                    <a:pt x="113405" y="396521"/>
                  </a:lnTo>
                  <a:lnTo>
                    <a:pt x="114102" y="398397"/>
                  </a:lnTo>
                  <a:lnTo>
                    <a:pt x="114798" y="400742"/>
                  </a:lnTo>
                  <a:lnTo>
                    <a:pt x="115494" y="400993"/>
                  </a:lnTo>
                  <a:lnTo>
                    <a:pt x="116190" y="400993"/>
                  </a:lnTo>
                  <a:lnTo>
                    <a:pt x="116886" y="403337"/>
                  </a:lnTo>
                  <a:lnTo>
                    <a:pt x="117582" y="405682"/>
                  </a:lnTo>
                  <a:lnTo>
                    <a:pt x="118279" y="408027"/>
                  </a:lnTo>
                  <a:lnTo>
                    <a:pt x="118975" y="410800"/>
                  </a:lnTo>
                  <a:lnTo>
                    <a:pt x="119671" y="415176"/>
                  </a:lnTo>
                  <a:lnTo>
                    <a:pt x="120367" y="420111"/>
                  </a:lnTo>
                  <a:lnTo>
                    <a:pt x="121063" y="425047"/>
                  </a:lnTo>
                  <a:lnTo>
                    <a:pt x="121759" y="430275"/>
                  </a:lnTo>
                  <a:lnTo>
                    <a:pt x="122456" y="435503"/>
                  </a:lnTo>
                  <a:lnTo>
                    <a:pt x="123152" y="441018"/>
                  </a:lnTo>
                  <a:lnTo>
                    <a:pt x="123848" y="446534"/>
                  </a:lnTo>
                  <a:lnTo>
                    <a:pt x="124544" y="452049"/>
                  </a:lnTo>
                  <a:lnTo>
                    <a:pt x="125240" y="457272"/>
                  </a:lnTo>
                  <a:lnTo>
                    <a:pt x="125937" y="462495"/>
                  </a:lnTo>
                  <a:lnTo>
                    <a:pt x="126633" y="467719"/>
                  </a:lnTo>
                  <a:lnTo>
                    <a:pt x="127329" y="470911"/>
                  </a:lnTo>
                  <a:lnTo>
                    <a:pt x="128025" y="473981"/>
                  </a:lnTo>
                  <a:lnTo>
                    <a:pt x="128721" y="477354"/>
                  </a:lnTo>
                  <a:lnTo>
                    <a:pt x="129417" y="480579"/>
                  </a:lnTo>
                  <a:lnTo>
                    <a:pt x="130114" y="480800"/>
                  </a:lnTo>
                  <a:lnTo>
                    <a:pt x="130810" y="479484"/>
                  </a:lnTo>
                  <a:lnTo>
                    <a:pt x="131506" y="477616"/>
                  </a:lnTo>
                  <a:lnTo>
                    <a:pt x="132202" y="474561"/>
                  </a:lnTo>
                  <a:lnTo>
                    <a:pt x="132898" y="471506"/>
                  </a:lnTo>
                  <a:lnTo>
                    <a:pt x="133594" y="467978"/>
                  </a:lnTo>
                  <a:lnTo>
                    <a:pt x="134291" y="464449"/>
                  </a:lnTo>
                  <a:lnTo>
                    <a:pt x="134987" y="461102"/>
                  </a:lnTo>
                  <a:lnTo>
                    <a:pt x="135683" y="457755"/>
                  </a:lnTo>
                  <a:lnTo>
                    <a:pt x="136379" y="454408"/>
                  </a:lnTo>
                  <a:lnTo>
                    <a:pt x="137075" y="451061"/>
                  </a:lnTo>
                  <a:lnTo>
                    <a:pt x="137772" y="449729"/>
                  </a:lnTo>
                  <a:lnTo>
                    <a:pt x="138468" y="449184"/>
                  </a:lnTo>
                  <a:lnTo>
                    <a:pt x="139164" y="447988"/>
                  </a:lnTo>
                  <a:lnTo>
                    <a:pt x="139860" y="445138"/>
                  </a:lnTo>
                  <a:lnTo>
                    <a:pt x="140556" y="442987"/>
                  </a:lnTo>
                  <a:lnTo>
                    <a:pt x="141252" y="441484"/>
                  </a:lnTo>
                  <a:lnTo>
                    <a:pt x="141949" y="440384"/>
                  </a:lnTo>
                  <a:lnTo>
                    <a:pt x="142645" y="440384"/>
                  </a:lnTo>
                  <a:lnTo>
                    <a:pt x="143341" y="440383"/>
                  </a:lnTo>
                  <a:lnTo>
                    <a:pt x="144037" y="440565"/>
                  </a:lnTo>
                  <a:lnTo>
                    <a:pt x="144733" y="440746"/>
                  </a:lnTo>
                  <a:lnTo>
                    <a:pt x="145429" y="440928"/>
                  </a:lnTo>
                  <a:lnTo>
                    <a:pt x="146126" y="441109"/>
                  </a:lnTo>
                  <a:lnTo>
                    <a:pt x="146822" y="441578"/>
                  </a:lnTo>
                  <a:lnTo>
                    <a:pt x="147518" y="442047"/>
                  </a:lnTo>
                  <a:lnTo>
                    <a:pt x="148214" y="441186"/>
                  </a:lnTo>
                  <a:lnTo>
                    <a:pt x="148910" y="439517"/>
                  </a:lnTo>
                  <a:lnTo>
                    <a:pt x="149606" y="438227"/>
                  </a:lnTo>
                  <a:lnTo>
                    <a:pt x="150303" y="438771"/>
                  </a:lnTo>
                  <a:lnTo>
                    <a:pt x="150999" y="439492"/>
                  </a:lnTo>
                  <a:lnTo>
                    <a:pt x="151695" y="438287"/>
                  </a:lnTo>
                  <a:lnTo>
                    <a:pt x="152391" y="437082"/>
                  </a:lnTo>
                  <a:lnTo>
                    <a:pt x="153087" y="435296"/>
                  </a:lnTo>
                  <a:lnTo>
                    <a:pt x="153784" y="433511"/>
                  </a:lnTo>
                  <a:lnTo>
                    <a:pt x="154480" y="431726"/>
                  </a:lnTo>
                  <a:lnTo>
                    <a:pt x="155176" y="429940"/>
                  </a:lnTo>
                  <a:lnTo>
                    <a:pt x="155872" y="427595"/>
                  </a:lnTo>
                  <a:lnTo>
                    <a:pt x="156568" y="425251"/>
                  </a:lnTo>
                  <a:lnTo>
                    <a:pt x="157264" y="421159"/>
                  </a:lnTo>
                  <a:lnTo>
                    <a:pt x="157961" y="415355"/>
                  </a:lnTo>
                  <a:lnTo>
                    <a:pt x="158657" y="408336"/>
                  </a:lnTo>
                  <a:lnTo>
                    <a:pt x="159353" y="401573"/>
                  </a:lnTo>
                  <a:lnTo>
                    <a:pt x="160049" y="394809"/>
                  </a:lnTo>
                  <a:lnTo>
                    <a:pt x="160745" y="388339"/>
                  </a:lnTo>
                  <a:lnTo>
                    <a:pt x="161441" y="381697"/>
                  </a:lnTo>
                  <a:lnTo>
                    <a:pt x="162138" y="376474"/>
                  </a:lnTo>
                  <a:lnTo>
                    <a:pt x="162834" y="371251"/>
                  </a:lnTo>
                  <a:lnTo>
                    <a:pt x="163530" y="365864"/>
                  </a:lnTo>
                  <a:lnTo>
                    <a:pt x="164226" y="358432"/>
                  </a:lnTo>
                  <a:lnTo>
                    <a:pt x="164922" y="349810"/>
                  </a:lnTo>
                  <a:lnTo>
                    <a:pt x="165619" y="342288"/>
                  </a:lnTo>
                  <a:lnTo>
                    <a:pt x="166315" y="336303"/>
                  </a:lnTo>
                  <a:lnTo>
                    <a:pt x="167011" y="330871"/>
                  </a:lnTo>
                  <a:lnTo>
                    <a:pt x="167707" y="327742"/>
                  </a:lnTo>
                  <a:lnTo>
                    <a:pt x="168403" y="326135"/>
                  </a:lnTo>
                  <a:lnTo>
                    <a:pt x="169099" y="325455"/>
                  </a:lnTo>
                  <a:lnTo>
                    <a:pt x="169796" y="323105"/>
                  </a:lnTo>
                  <a:lnTo>
                    <a:pt x="170492" y="320753"/>
                  </a:lnTo>
                  <a:lnTo>
                    <a:pt x="171188" y="318402"/>
                  </a:lnTo>
                  <a:lnTo>
                    <a:pt x="171884" y="316051"/>
                  </a:lnTo>
                  <a:lnTo>
                    <a:pt x="172580" y="313700"/>
                  </a:lnTo>
                  <a:lnTo>
                    <a:pt x="173276" y="311349"/>
                  </a:lnTo>
                  <a:lnTo>
                    <a:pt x="173973" y="309427"/>
                  </a:lnTo>
                  <a:lnTo>
                    <a:pt x="174669" y="311953"/>
                  </a:lnTo>
                  <a:lnTo>
                    <a:pt x="175365" y="317378"/>
                  </a:lnTo>
                  <a:lnTo>
                    <a:pt x="176061" y="322103"/>
                  </a:lnTo>
                  <a:lnTo>
                    <a:pt x="176757" y="326181"/>
                  </a:lnTo>
                  <a:lnTo>
                    <a:pt x="177453" y="326725"/>
                  </a:lnTo>
                  <a:lnTo>
                    <a:pt x="178150" y="325221"/>
                  </a:lnTo>
                  <a:lnTo>
                    <a:pt x="178846" y="323717"/>
                  </a:lnTo>
                  <a:lnTo>
                    <a:pt x="179542" y="322267"/>
                  </a:lnTo>
                  <a:lnTo>
                    <a:pt x="180238" y="322267"/>
                  </a:lnTo>
                  <a:lnTo>
                    <a:pt x="180934" y="322267"/>
                  </a:lnTo>
                  <a:lnTo>
                    <a:pt x="181631" y="322267"/>
                  </a:lnTo>
                  <a:lnTo>
                    <a:pt x="182327" y="321979"/>
                  </a:lnTo>
                  <a:lnTo>
                    <a:pt x="183023" y="321692"/>
                  </a:lnTo>
                  <a:lnTo>
                    <a:pt x="183719" y="320845"/>
                  </a:lnTo>
                  <a:lnTo>
                    <a:pt x="184415" y="319997"/>
                  </a:lnTo>
                  <a:lnTo>
                    <a:pt x="185111" y="315495"/>
                  </a:lnTo>
                  <a:lnTo>
                    <a:pt x="185808" y="308287"/>
                  </a:lnTo>
                  <a:lnTo>
                    <a:pt x="186504" y="300901"/>
                  </a:lnTo>
                  <a:lnTo>
                    <a:pt x="187200" y="295441"/>
                  </a:lnTo>
                  <a:lnTo>
                    <a:pt x="187896" y="292959"/>
                  </a:lnTo>
                  <a:lnTo>
                    <a:pt x="188592" y="291614"/>
                  </a:lnTo>
                  <a:lnTo>
                    <a:pt x="189288" y="290269"/>
                  </a:lnTo>
                  <a:lnTo>
                    <a:pt x="189985" y="288924"/>
                  </a:lnTo>
                  <a:lnTo>
                    <a:pt x="190681" y="287580"/>
                  </a:lnTo>
                  <a:lnTo>
                    <a:pt x="191377" y="286551"/>
                  </a:lnTo>
                  <a:lnTo>
                    <a:pt x="192073" y="285522"/>
                  </a:lnTo>
                  <a:lnTo>
                    <a:pt x="192769" y="285948"/>
                  </a:lnTo>
                  <a:lnTo>
                    <a:pt x="193466" y="288086"/>
                  </a:lnTo>
                  <a:lnTo>
                    <a:pt x="194162" y="291440"/>
                  </a:lnTo>
                  <a:lnTo>
                    <a:pt x="194858" y="294537"/>
                  </a:lnTo>
                  <a:lnTo>
                    <a:pt x="195554" y="298998"/>
                  </a:lnTo>
                  <a:lnTo>
                    <a:pt x="196250" y="304440"/>
                  </a:lnTo>
                  <a:lnTo>
                    <a:pt x="196946" y="310054"/>
                  </a:lnTo>
                  <a:lnTo>
                    <a:pt x="197643" y="314717"/>
                  </a:lnTo>
                  <a:lnTo>
                    <a:pt x="198339" y="319636"/>
                  </a:lnTo>
                  <a:lnTo>
                    <a:pt x="199035" y="325327"/>
                  </a:lnTo>
                  <a:lnTo>
                    <a:pt x="199731" y="332759"/>
                  </a:lnTo>
                  <a:lnTo>
                    <a:pt x="200427" y="341381"/>
                  </a:lnTo>
                  <a:lnTo>
                    <a:pt x="201123" y="350003"/>
                  </a:lnTo>
                  <a:lnTo>
                    <a:pt x="201820" y="358332"/>
                  </a:lnTo>
                  <a:lnTo>
                    <a:pt x="202516" y="366954"/>
                  </a:lnTo>
                  <a:lnTo>
                    <a:pt x="203212" y="374460"/>
                  </a:lnTo>
                  <a:lnTo>
                    <a:pt x="203908" y="380899"/>
                  </a:lnTo>
                  <a:lnTo>
                    <a:pt x="204604" y="386702"/>
                  </a:lnTo>
                  <a:lnTo>
                    <a:pt x="205300" y="394177"/>
                  </a:lnTo>
                  <a:lnTo>
                    <a:pt x="205997" y="401652"/>
                  </a:lnTo>
                  <a:lnTo>
                    <a:pt x="206693" y="409127"/>
                  </a:lnTo>
                  <a:lnTo>
                    <a:pt x="207389" y="416602"/>
                  </a:lnTo>
                  <a:lnTo>
                    <a:pt x="208085" y="423329"/>
                  </a:lnTo>
                  <a:lnTo>
                    <a:pt x="208781" y="429752"/>
                  </a:lnTo>
                  <a:lnTo>
                    <a:pt x="209478" y="435491"/>
                  </a:lnTo>
                  <a:lnTo>
                    <a:pt x="210174" y="438825"/>
                  </a:lnTo>
                  <a:lnTo>
                    <a:pt x="210870" y="440626"/>
                  </a:lnTo>
                  <a:lnTo>
                    <a:pt x="211566" y="442427"/>
                  </a:lnTo>
                  <a:lnTo>
                    <a:pt x="212262" y="444228"/>
                  </a:lnTo>
                  <a:lnTo>
                    <a:pt x="212958" y="448979"/>
                  </a:lnTo>
                  <a:lnTo>
                    <a:pt x="213655" y="454677"/>
                  </a:lnTo>
                  <a:lnTo>
                    <a:pt x="214351" y="460059"/>
                  </a:lnTo>
                  <a:lnTo>
                    <a:pt x="215047" y="465388"/>
                  </a:lnTo>
                  <a:lnTo>
                    <a:pt x="215743" y="469582"/>
                  </a:lnTo>
                  <a:lnTo>
                    <a:pt x="216439" y="473776"/>
                  </a:lnTo>
                  <a:lnTo>
                    <a:pt x="217135" y="477971"/>
                  </a:lnTo>
                  <a:lnTo>
                    <a:pt x="217832" y="482346"/>
                  </a:lnTo>
                  <a:lnTo>
                    <a:pt x="218528" y="487010"/>
                  </a:lnTo>
                  <a:lnTo>
                    <a:pt x="219224" y="491673"/>
                  </a:lnTo>
                  <a:lnTo>
                    <a:pt x="219920" y="496337"/>
                  </a:lnTo>
                  <a:lnTo>
                    <a:pt x="220616" y="502598"/>
                  </a:lnTo>
                  <a:lnTo>
                    <a:pt x="221313" y="509550"/>
                  </a:lnTo>
                  <a:lnTo>
                    <a:pt x="222009" y="516503"/>
                  </a:lnTo>
                  <a:lnTo>
                    <a:pt x="222705" y="523456"/>
                  </a:lnTo>
                  <a:lnTo>
                    <a:pt x="223401" y="527687"/>
                  </a:lnTo>
                  <a:lnTo>
                    <a:pt x="224097" y="531073"/>
                  </a:lnTo>
                  <a:lnTo>
                    <a:pt x="224793" y="534762"/>
                  </a:lnTo>
                  <a:lnTo>
                    <a:pt x="225490" y="538451"/>
                  </a:lnTo>
                  <a:lnTo>
                    <a:pt x="226186" y="541837"/>
                  </a:lnTo>
                  <a:lnTo>
                    <a:pt x="226882" y="545503"/>
                  </a:lnTo>
                  <a:lnTo>
                    <a:pt x="227578" y="549169"/>
                  </a:lnTo>
                  <a:lnTo>
                    <a:pt x="228274" y="552542"/>
                  </a:lnTo>
                  <a:lnTo>
                    <a:pt x="228970" y="555612"/>
                  </a:lnTo>
                  <a:lnTo>
                    <a:pt x="229667" y="559278"/>
                  </a:lnTo>
                  <a:lnTo>
                    <a:pt x="230363" y="563400"/>
                  </a:lnTo>
                  <a:lnTo>
                    <a:pt x="231059" y="566158"/>
                  </a:lnTo>
                  <a:lnTo>
                    <a:pt x="231755" y="568550"/>
                  </a:lnTo>
                  <a:lnTo>
                    <a:pt x="232451" y="570942"/>
                  </a:lnTo>
                  <a:lnTo>
                    <a:pt x="233148" y="573441"/>
                  </a:lnTo>
                  <a:lnTo>
                    <a:pt x="233844" y="575684"/>
                  </a:lnTo>
                  <a:lnTo>
                    <a:pt x="234540" y="577624"/>
                  </a:lnTo>
                  <a:lnTo>
                    <a:pt x="235236" y="579563"/>
                  </a:lnTo>
                  <a:lnTo>
                    <a:pt x="235932" y="581210"/>
                  </a:lnTo>
                  <a:lnTo>
                    <a:pt x="236628" y="582857"/>
                  </a:lnTo>
                  <a:lnTo>
                    <a:pt x="237325" y="584220"/>
                  </a:lnTo>
                  <a:lnTo>
                    <a:pt x="238021" y="585291"/>
                  </a:lnTo>
                  <a:lnTo>
                    <a:pt x="238717" y="586362"/>
                  </a:lnTo>
                  <a:lnTo>
                    <a:pt x="239413" y="586977"/>
                  </a:lnTo>
                  <a:lnTo>
                    <a:pt x="240109" y="586977"/>
                  </a:lnTo>
                  <a:lnTo>
                    <a:pt x="240805" y="586521"/>
                  </a:lnTo>
                  <a:lnTo>
                    <a:pt x="241502" y="586065"/>
                  </a:lnTo>
                  <a:lnTo>
                    <a:pt x="242198" y="585013"/>
                  </a:lnTo>
                  <a:lnTo>
                    <a:pt x="242894" y="583706"/>
                  </a:lnTo>
                  <a:lnTo>
                    <a:pt x="243590" y="582677"/>
                  </a:lnTo>
                  <a:lnTo>
                    <a:pt x="244286" y="581952"/>
                  </a:lnTo>
                  <a:lnTo>
                    <a:pt x="244982" y="581167"/>
                  </a:lnTo>
                  <a:lnTo>
                    <a:pt x="245679" y="580382"/>
                  </a:lnTo>
                  <a:lnTo>
                    <a:pt x="246375" y="579885"/>
                  </a:lnTo>
                  <a:lnTo>
                    <a:pt x="247071" y="579388"/>
                  </a:lnTo>
                  <a:lnTo>
                    <a:pt x="247767" y="578392"/>
                  </a:lnTo>
                  <a:lnTo>
                    <a:pt x="248463" y="575731"/>
                  </a:lnTo>
                  <a:lnTo>
                    <a:pt x="249160" y="573070"/>
                  </a:lnTo>
                  <a:lnTo>
                    <a:pt x="249856" y="570725"/>
                  </a:lnTo>
                  <a:lnTo>
                    <a:pt x="250552" y="568380"/>
                  </a:lnTo>
                  <a:lnTo>
                    <a:pt x="251248" y="565720"/>
                  </a:lnTo>
                  <a:lnTo>
                    <a:pt x="251944" y="563059"/>
                  </a:lnTo>
                  <a:lnTo>
                    <a:pt x="252640" y="560399"/>
                  </a:lnTo>
                  <a:lnTo>
                    <a:pt x="253337" y="555621"/>
                  </a:lnTo>
                  <a:lnTo>
                    <a:pt x="254033" y="550460"/>
                  </a:lnTo>
                  <a:lnTo>
                    <a:pt x="254729" y="545299"/>
                  </a:lnTo>
                  <a:lnTo>
                    <a:pt x="255425" y="540138"/>
                  </a:lnTo>
                  <a:lnTo>
                    <a:pt x="256121" y="535293"/>
                  </a:lnTo>
                  <a:lnTo>
                    <a:pt x="256817" y="530448"/>
                  </a:lnTo>
                  <a:lnTo>
                    <a:pt x="257514" y="525603"/>
                  </a:lnTo>
                  <a:lnTo>
                    <a:pt x="258210" y="521143"/>
                  </a:lnTo>
                  <a:lnTo>
                    <a:pt x="258906" y="518255"/>
                  </a:lnTo>
                  <a:lnTo>
                    <a:pt x="259602" y="515654"/>
                  </a:lnTo>
                  <a:lnTo>
                    <a:pt x="260298" y="512750"/>
                  </a:lnTo>
                  <a:lnTo>
                    <a:pt x="260995" y="509845"/>
                  </a:lnTo>
                  <a:lnTo>
                    <a:pt x="261691" y="507245"/>
                  </a:lnTo>
                  <a:lnTo>
                    <a:pt x="262387" y="504304"/>
                  </a:lnTo>
                  <a:lnTo>
                    <a:pt x="263083" y="501363"/>
                  </a:lnTo>
                  <a:lnTo>
                    <a:pt x="263779" y="500933"/>
                  </a:lnTo>
                  <a:lnTo>
                    <a:pt x="264475" y="500933"/>
                  </a:lnTo>
                  <a:lnTo>
                    <a:pt x="265172" y="500337"/>
                  </a:lnTo>
                  <a:lnTo>
                    <a:pt x="265868" y="499589"/>
                  </a:lnTo>
                  <a:lnTo>
                    <a:pt x="266564" y="498841"/>
                  </a:lnTo>
                  <a:lnTo>
                    <a:pt x="267260" y="497478"/>
                  </a:lnTo>
                  <a:lnTo>
                    <a:pt x="267956" y="496115"/>
                  </a:lnTo>
                  <a:lnTo>
                    <a:pt x="268652" y="494175"/>
                  </a:lnTo>
                  <a:lnTo>
                    <a:pt x="269349" y="491932"/>
                  </a:lnTo>
                  <a:lnTo>
                    <a:pt x="270045" y="489434"/>
                  </a:lnTo>
                  <a:lnTo>
                    <a:pt x="270741" y="486935"/>
                  </a:lnTo>
                  <a:lnTo>
                    <a:pt x="271437" y="484436"/>
                  </a:lnTo>
                  <a:lnTo>
                    <a:pt x="272133" y="481937"/>
                  </a:lnTo>
                  <a:lnTo>
                    <a:pt x="272829" y="479726"/>
                  </a:lnTo>
                  <a:lnTo>
                    <a:pt x="273526" y="477516"/>
                  </a:lnTo>
                  <a:lnTo>
                    <a:pt x="274222" y="475305"/>
                  </a:lnTo>
                  <a:lnTo>
                    <a:pt x="274918" y="473638"/>
                  </a:lnTo>
                  <a:lnTo>
                    <a:pt x="275614" y="472586"/>
                  </a:lnTo>
                  <a:lnTo>
                    <a:pt x="276310" y="471734"/>
                  </a:lnTo>
                  <a:lnTo>
                    <a:pt x="277007" y="470882"/>
                  </a:lnTo>
                  <a:lnTo>
                    <a:pt x="277703" y="470882"/>
                  </a:lnTo>
                  <a:lnTo>
                    <a:pt x="278399" y="471139"/>
                  </a:lnTo>
                  <a:lnTo>
                    <a:pt x="279095" y="471864"/>
                  </a:lnTo>
                  <a:lnTo>
                    <a:pt x="279791" y="470353"/>
                  </a:lnTo>
                  <a:lnTo>
                    <a:pt x="280487" y="469050"/>
                  </a:lnTo>
                  <a:lnTo>
                    <a:pt x="281184" y="468050"/>
                  </a:lnTo>
                  <a:lnTo>
                    <a:pt x="281880" y="467234"/>
                  </a:lnTo>
                  <a:lnTo>
                    <a:pt x="282576" y="464495"/>
                  </a:lnTo>
                  <a:lnTo>
                    <a:pt x="283272" y="462255"/>
                  </a:lnTo>
                  <a:lnTo>
                    <a:pt x="283968" y="461861"/>
                  </a:lnTo>
                  <a:lnTo>
                    <a:pt x="284664" y="461467"/>
                  </a:lnTo>
                  <a:lnTo>
                    <a:pt x="285361" y="460477"/>
                  </a:lnTo>
                  <a:lnTo>
                    <a:pt x="286057" y="459487"/>
                  </a:lnTo>
                  <a:lnTo>
                    <a:pt x="286753" y="458497"/>
                  </a:lnTo>
                  <a:lnTo>
                    <a:pt x="287449" y="456361"/>
                  </a:lnTo>
                  <a:lnTo>
                    <a:pt x="288145" y="452743"/>
                  </a:lnTo>
                  <a:lnTo>
                    <a:pt x="288842" y="450036"/>
                  </a:lnTo>
                  <a:lnTo>
                    <a:pt x="289538" y="447284"/>
                  </a:lnTo>
                  <a:lnTo>
                    <a:pt x="290234" y="446522"/>
                  </a:lnTo>
                  <a:lnTo>
                    <a:pt x="290930" y="445836"/>
                  </a:lnTo>
                  <a:lnTo>
                    <a:pt x="291626" y="444219"/>
                  </a:lnTo>
                  <a:lnTo>
                    <a:pt x="292322" y="442005"/>
                  </a:lnTo>
                  <a:lnTo>
                    <a:pt x="293019" y="440387"/>
                  </a:lnTo>
                  <a:lnTo>
                    <a:pt x="293715" y="438385"/>
                  </a:lnTo>
                  <a:lnTo>
                    <a:pt x="294411" y="434555"/>
                  </a:lnTo>
                  <a:lnTo>
                    <a:pt x="295107" y="430062"/>
                  </a:lnTo>
                  <a:lnTo>
                    <a:pt x="295803" y="425110"/>
                  </a:lnTo>
                  <a:lnTo>
                    <a:pt x="296499" y="419748"/>
                  </a:lnTo>
                  <a:lnTo>
                    <a:pt x="297196" y="413473"/>
                  </a:lnTo>
                  <a:lnTo>
                    <a:pt x="297892" y="406263"/>
                  </a:lnTo>
                  <a:lnTo>
                    <a:pt x="298588" y="398495"/>
                  </a:lnTo>
                  <a:lnTo>
                    <a:pt x="299284" y="389004"/>
                  </a:lnTo>
                  <a:lnTo>
                    <a:pt x="299980" y="379056"/>
                  </a:lnTo>
                  <a:lnTo>
                    <a:pt x="300677" y="368817"/>
                  </a:lnTo>
                  <a:lnTo>
                    <a:pt x="301373" y="358273"/>
                  </a:lnTo>
                  <a:lnTo>
                    <a:pt x="302069" y="348478"/>
                  </a:lnTo>
                  <a:lnTo>
                    <a:pt x="302765" y="339264"/>
                  </a:lnTo>
                  <a:lnTo>
                    <a:pt x="303461" y="330793"/>
                  </a:lnTo>
                  <a:lnTo>
                    <a:pt x="304157" y="322322"/>
                  </a:lnTo>
                  <a:lnTo>
                    <a:pt x="304854" y="313677"/>
                  </a:lnTo>
                  <a:lnTo>
                    <a:pt x="305550" y="304306"/>
                  </a:lnTo>
                  <a:lnTo>
                    <a:pt x="306246" y="295372"/>
                  </a:lnTo>
                  <a:lnTo>
                    <a:pt x="306942" y="285773"/>
                  </a:lnTo>
                  <a:lnTo>
                    <a:pt x="307638" y="277113"/>
                  </a:lnTo>
                  <a:lnTo>
                    <a:pt x="308334" y="269660"/>
                  </a:lnTo>
                  <a:lnTo>
                    <a:pt x="309031" y="264122"/>
                  </a:lnTo>
                  <a:lnTo>
                    <a:pt x="309727" y="260034"/>
                  </a:lnTo>
                  <a:lnTo>
                    <a:pt x="310423" y="255658"/>
                  </a:lnTo>
                  <a:lnTo>
                    <a:pt x="311119" y="251586"/>
                  </a:lnTo>
                  <a:lnTo>
                    <a:pt x="311815" y="247770"/>
                  </a:lnTo>
                  <a:lnTo>
                    <a:pt x="312511" y="243394"/>
                  </a:lnTo>
                  <a:lnTo>
                    <a:pt x="313208" y="238762"/>
                  </a:lnTo>
                  <a:lnTo>
                    <a:pt x="313904" y="234131"/>
                  </a:lnTo>
                  <a:lnTo>
                    <a:pt x="314600" y="229499"/>
                  </a:lnTo>
                  <a:lnTo>
                    <a:pt x="315296" y="227783"/>
                  </a:lnTo>
                  <a:lnTo>
                    <a:pt x="315992" y="227783"/>
                  </a:lnTo>
                  <a:lnTo>
                    <a:pt x="316689" y="227921"/>
                  </a:lnTo>
                  <a:lnTo>
                    <a:pt x="317385" y="229777"/>
                  </a:lnTo>
                  <a:lnTo>
                    <a:pt x="318081" y="233557"/>
                  </a:lnTo>
                  <a:lnTo>
                    <a:pt x="318777" y="237337"/>
                  </a:lnTo>
                  <a:lnTo>
                    <a:pt x="319473" y="241116"/>
                  </a:lnTo>
                  <a:lnTo>
                    <a:pt x="320169" y="244640"/>
                  </a:lnTo>
                  <a:lnTo>
                    <a:pt x="320866" y="248473"/>
                  </a:lnTo>
                  <a:lnTo>
                    <a:pt x="321562" y="252124"/>
                  </a:lnTo>
                  <a:lnTo>
                    <a:pt x="322258" y="256243"/>
                  </a:lnTo>
                  <a:lnTo>
                    <a:pt x="322954" y="261766"/>
                  </a:lnTo>
                  <a:lnTo>
                    <a:pt x="323650" y="269073"/>
                  </a:lnTo>
                  <a:lnTo>
                    <a:pt x="324346" y="277405"/>
                  </a:lnTo>
                  <a:lnTo>
                    <a:pt x="325043" y="285877"/>
                  </a:lnTo>
                  <a:lnTo>
                    <a:pt x="325739" y="292359"/>
                  </a:lnTo>
                  <a:lnTo>
                    <a:pt x="326435" y="298462"/>
                  </a:lnTo>
                  <a:lnTo>
                    <a:pt x="327131" y="305180"/>
                  </a:lnTo>
                  <a:lnTo>
                    <a:pt x="327827" y="312495"/>
                  </a:lnTo>
                  <a:lnTo>
                    <a:pt x="328524" y="319214"/>
                  </a:lnTo>
                  <a:lnTo>
                    <a:pt x="329220" y="325932"/>
                  </a:lnTo>
                  <a:lnTo>
                    <a:pt x="329916" y="333702"/>
                  </a:lnTo>
                  <a:lnTo>
                    <a:pt x="330612" y="341848"/>
                  </a:lnTo>
                  <a:lnTo>
                    <a:pt x="331308" y="350452"/>
                  </a:lnTo>
                  <a:lnTo>
                    <a:pt x="332004" y="359466"/>
                  </a:lnTo>
                  <a:lnTo>
                    <a:pt x="332701" y="368646"/>
                  </a:lnTo>
                  <a:lnTo>
                    <a:pt x="333397" y="378201"/>
                  </a:lnTo>
                  <a:lnTo>
                    <a:pt x="334093" y="388057"/>
                  </a:lnTo>
                  <a:lnTo>
                    <a:pt x="334789" y="397419"/>
                  </a:lnTo>
                  <a:lnTo>
                    <a:pt x="335485" y="407110"/>
                  </a:lnTo>
                  <a:lnTo>
                    <a:pt x="336181" y="417094"/>
                  </a:lnTo>
                  <a:lnTo>
                    <a:pt x="336878" y="427334"/>
                  </a:lnTo>
                  <a:lnTo>
                    <a:pt x="337574" y="436825"/>
                  </a:lnTo>
                  <a:lnTo>
                    <a:pt x="338270" y="445736"/>
                  </a:lnTo>
                  <a:lnTo>
                    <a:pt x="338966" y="453904"/>
                  </a:lnTo>
                  <a:lnTo>
                    <a:pt x="339662" y="462072"/>
                  </a:lnTo>
                  <a:lnTo>
                    <a:pt x="340358" y="470172"/>
                  </a:lnTo>
                  <a:lnTo>
                    <a:pt x="341055" y="478093"/>
                  </a:lnTo>
                  <a:lnTo>
                    <a:pt x="341751" y="484683"/>
                  </a:lnTo>
                  <a:lnTo>
                    <a:pt x="342447" y="491937"/>
                  </a:lnTo>
                  <a:lnTo>
                    <a:pt x="343143" y="498812"/>
                  </a:lnTo>
                  <a:lnTo>
                    <a:pt x="343839" y="504767"/>
                  </a:lnTo>
                  <a:lnTo>
                    <a:pt x="344536" y="508807"/>
                  </a:lnTo>
                  <a:lnTo>
                    <a:pt x="345232" y="511398"/>
                  </a:lnTo>
                  <a:lnTo>
                    <a:pt x="345928" y="513732"/>
                  </a:lnTo>
                  <a:lnTo>
                    <a:pt x="346624" y="515548"/>
                  </a:lnTo>
                  <a:lnTo>
                    <a:pt x="347320" y="515548"/>
                  </a:lnTo>
                  <a:lnTo>
                    <a:pt x="348016" y="516107"/>
                  </a:lnTo>
                  <a:lnTo>
                    <a:pt x="348713" y="516959"/>
                  </a:lnTo>
                  <a:lnTo>
                    <a:pt x="349409" y="517811"/>
                  </a:lnTo>
                  <a:lnTo>
                    <a:pt x="350105" y="518663"/>
                  </a:lnTo>
                  <a:lnTo>
                    <a:pt x="350801" y="518542"/>
                  </a:lnTo>
                  <a:lnTo>
                    <a:pt x="351497" y="517697"/>
                  </a:lnTo>
                  <a:lnTo>
                    <a:pt x="352193" y="517256"/>
                  </a:lnTo>
                  <a:lnTo>
                    <a:pt x="352890" y="514911"/>
                  </a:lnTo>
                  <a:lnTo>
                    <a:pt x="353586" y="512023"/>
                  </a:lnTo>
                  <a:lnTo>
                    <a:pt x="354282" y="509134"/>
                  </a:lnTo>
                  <a:lnTo>
                    <a:pt x="354978" y="506246"/>
                  </a:lnTo>
                  <a:lnTo>
                    <a:pt x="355674" y="503614"/>
                  </a:lnTo>
                  <a:lnTo>
                    <a:pt x="356371" y="501269"/>
                  </a:lnTo>
                  <a:lnTo>
                    <a:pt x="357067" y="499612"/>
                  </a:lnTo>
                  <a:lnTo>
                    <a:pt x="357763" y="499325"/>
                  </a:lnTo>
                  <a:lnTo>
                    <a:pt x="358459" y="499069"/>
                  </a:lnTo>
                  <a:lnTo>
                    <a:pt x="359155" y="497122"/>
                  </a:lnTo>
                  <a:lnTo>
                    <a:pt x="359851" y="493930"/>
                  </a:lnTo>
                  <a:lnTo>
                    <a:pt x="360548" y="490738"/>
                  </a:lnTo>
                  <a:lnTo>
                    <a:pt x="361244" y="487546"/>
                  </a:lnTo>
                  <a:lnTo>
                    <a:pt x="361940" y="484658"/>
                  </a:lnTo>
                  <a:lnTo>
                    <a:pt x="362636" y="481769"/>
                  </a:lnTo>
                  <a:lnTo>
                    <a:pt x="363332" y="478881"/>
                  </a:lnTo>
                  <a:lnTo>
                    <a:pt x="364028" y="476280"/>
                  </a:lnTo>
                  <a:lnTo>
                    <a:pt x="364725" y="473679"/>
                  </a:lnTo>
                  <a:lnTo>
                    <a:pt x="365421" y="470027"/>
                  </a:lnTo>
                  <a:lnTo>
                    <a:pt x="366117" y="466374"/>
                  </a:lnTo>
                  <a:lnTo>
                    <a:pt x="366813" y="462722"/>
                  </a:lnTo>
                  <a:lnTo>
                    <a:pt x="367509" y="458782"/>
                  </a:lnTo>
                  <a:lnTo>
                    <a:pt x="368206" y="455590"/>
                  </a:lnTo>
                  <a:lnTo>
                    <a:pt x="368902" y="452520"/>
                  </a:lnTo>
                  <a:lnTo>
                    <a:pt x="369598" y="450716"/>
                  </a:lnTo>
                  <a:lnTo>
                    <a:pt x="370294" y="448456"/>
                  </a:lnTo>
                  <a:lnTo>
                    <a:pt x="370990" y="445642"/>
                  </a:lnTo>
                  <a:lnTo>
                    <a:pt x="371686" y="442828"/>
                  </a:lnTo>
                  <a:lnTo>
                    <a:pt x="372383" y="439757"/>
                  </a:lnTo>
                  <a:lnTo>
                    <a:pt x="373079" y="436688"/>
                  </a:lnTo>
                  <a:lnTo>
                    <a:pt x="373775" y="433799"/>
                  </a:lnTo>
                  <a:lnTo>
                    <a:pt x="374471" y="430729"/>
                  </a:lnTo>
                  <a:lnTo>
                    <a:pt x="375167" y="427659"/>
                  </a:lnTo>
                  <a:lnTo>
                    <a:pt x="375863" y="425133"/>
                  </a:lnTo>
                  <a:lnTo>
                    <a:pt x="376560" y="423768"/>
                  </a:lnTo>
                  <a:lnTo>
                    <a:pt x="377256" y="423299"/>
                  </a:lnTo>
                  <a:lnTo>
                    <a:pt x="377952" y="422830"/>
                  </a:lnTo>
                  <a:lnTo>
                    <a:pt x="378648" y="419770"/>
                  </a:lnTo>
                  <a:lnTo>
                    <a:pt x="379344" y="415442"/>
                  </a:lnTo>
                  <a:lnTo>
                    <a:pt x="380040" y="410772"/>
                  </a:lnTo>
                  <a:lnTo>
                    <a:pt x="380737" y="407713"/>
                  </a:lnTo>
                  <a:lnTo>
                    <a:pt x="381433" y="405123"/>
                  </a:lnTo>
                  <a:lnTo>
                    <a:pt x="382129" y="402747"/>
                  </a:lnTo>
                  <a:lnTo>
                    <a:pt x="382825" y="402188"/>
                  </a:lnTo>
                  <a:lnTo>
                    <a:pt x="383521" y="401629"/>
                  </a:lnTo>
                  <a:lnTo>
                    <a:pt x="384218" y="400489"/>
                  </a:lnTo>
                  <a:lnTo>
                    <a:pt x="384914" y="399349"/>
                  </a:lnTo>
                  <a:lnTo>
                    <a:pt x="385610" y="398210"/>
                  </a:lnTo>
                  <a:lnTo>
                    <a:pt x="386306" y="397650"/>
                  </a:lnTo>
                  <a:lnTo>
                    <a:pt x="387002" y="396208"/>
                  </a:lnTo>
                  <a:lnTo>
                    <a:pt x="387698" y="394177"/>
                  </a:lnTo>
                  <a:lnTo>
                    <a:pt x="388395" y="392146"/>
                  </a:lnTo>
                  <a:lnTo>
                    <a:pt x="389091" y="392993"/>
                  </a:lnTo>
                  <a:lnTo>
                    <a:pt x="389787" y="395383"/>
                  </a:lnTo>
                  <a:lnTo>
                    <a:pt x="390483" y="398272"/>
                  </a:lnTo>
                  <a:lnTo>
                    <a:pt x="391179" y="400904"/>
                  </a:lnTo>
                  <a:lnTo>
                    <a:pt x="391875" y="403537"/>
                  </a:lnTo>
                  <a:lnTo>
                    <a:pt x="392572" y="405662"/>
                  </a:lnTo>
                  <a:lnTo>
                    <a:pt x="393268" y="405950"/>
                  </a:lnTo>
                  <a:lnTo>
                    <a:pt x="393964" y="406510"/>
                  </a:lnTo>
                  <a:lnTo>
                    <a:pt x="394660" y="408750"/>
                  </a:lnTo>
                  <a:lnTo>
                    <a:pt x="395356" y="412235"/>
                  </a:lnTo>
                  <a:lnTo>
                    <a:pt x="396053" y="415719"/>
                  </a:lnTo>
                  <a:lnTo>
                    <a:pt x="396749" y="418911"/>
                  </a:lnTo>
                  <a:lnTo>
                    <a:pt x="397445" y="422103"/>
                  </a:lnTo>
                  <a:lnTo>
                    <a:pt x="398141" y="425295"/>
                  </a:lnTo>
                  <a:lnTo>
                    <a:pt x="398837" y="428487"/>
                  </a:lnTo>
                  <a:lnTo>
                    <a:pt x="399533" y="431088"/>
                  </a:lnTo>
                  <a:lnTo>
                    <a:pt x="400230" y="433688"/>
                  </a:lnTo>
                  <a:lnTo>
                    <a:pt x="400926" y="434955"/>
                  </a:lnTo>
                  <a:lnTo>
                    <a:pt x="401622" y="435515"/>
                  </a:lnTo>
                  <a:lnTo>
                    <a:pt x="402318" y="436074"/>
                  </a:lnTo>
                  <a:lnTo>
                    <a:pt x="403014" y="436922"/>
                  </a:lnTo>
                  <a:lnTo>
                    <a:pt x="403710" y="437769"/>
                  </a:lnTo>
                  <a:lnTo>
                    <a:pt x="404407" y="438238"/>
                  </a:lnTo>
                  <a:lnTo>
                    <a:pt x="405103" y="437697"/>
                  </a:lnTo>
                  <a:lnTo>
                    <a:pt x="405799" y="437868"/>
                  </a:lnTo>
                  <a:lnTo>
                    <a:pt x="406495" y="438594"/>
                  </a:lnTo>
                  <a:lnTo>
                    <a:pt x="407191" y="439319"/>
                  </a:lnTo>
                  <a:lnTo>
                    <a:pt x="407887" y="440044"/>
                  </a:lnTo>
                  <a:lnTo>
                    <a:pt x="408584" y="440027"/>
                  </a:lnTo>
                  <a:lnTo>
                    <a:pt x="409280" y="437052"/>
                  </a:lnTo>
                  <a:lnTo>
                    <a:pt x="409976" y="434550"/>
                  </a:lnTo>
                  <a:lnTo>
                    <a:pt x="410672" y="432048"/>
                  </a:lnTo>
                  <a:lnTo>
                    <a:pt x="411368" y="430961"/>
                  </a:lnTo>
                  <a:lnTo>
                    <a:pt x="412065" y="430707"/>
                  </a:lnTo>
                  <a:lnTo>
                    <a:pt x="412761" y="430453"/>
                  </a:lnTo>
                  <a:lnTo>
                    <a:pt x="413457" y="430198"/>
                  </a:lnTo>
                  <a:lnTo>
                    <a:pt x="414153" y="431975"/>
                  </a:lnTo>
                  <a:lnTo>
                    <a:pt x="414849" y="435636"/>
                  </a:lnTo>
                  <a:lnTo>
                    <a:pt x="415545" y="439637"/>
                  </a:lnTo>
                  <a:lnTo>
                    <a:pt x="416242" y="441413"/>
                  </a:lnTo>
                  <a:lnTo>
                    <a:pt x="416938" y="442721"/>
                  </a:lnTo>
                  <a:lnTo>
                    <a:pt x="417634" y="444028"/>
                  </a:lnTo>
                  <a:lnTo>
                    <a:pt x="418330" y="445336"/>
                  </a:lnTo>
                  <a:lnTo>
                    <a:pt x="419026" y="446699"/>
                  </a:lnTo>
                  <a:lnTo>
                    <a:pt x="419722" y="450326"/>
                  </a:lnTo>
                  <a:lnTo>
                    <a:pt x="420419" y="453952"/>
                  </a:lnTo>
                  <a:lnTo>
                    <a:pt x="421115" y="458194"/>
                  </a:lnTo>
                  <a:lnTo>
                    <a:pt x="421811" y="461532"/>
                  </a:lnTo>
                  <a:lnTo>
                    <a:pt x="422507" y="464871"/>
                  </a:lnTo>
                  <a:lnTo>
                    <a:pt x="423203" y="467954"/>
                  </a:lnTo>
                  <a:lnTo>
                    <a:pt x="423900" y="471037"/>
                  </a:lnTo>
                  <a:lnTo>
                    <a:pt x="424596" y="472401"/>
                  </a:lnTo>
                  <a:lnTo>
                    <a:pt x="425292" y="469862"/>
                  </a:lnTo>
                  <a:lnTo>
                    <a:pt x="425988" y="466454"/>
                  </a:lnTo>
                  <a:lnTo>
                    <a:pt x="426684" y="462786"/>
                  </a:lnTo>
                  <a:lnTo>
                    <a:pt x="427380" y="459117"/>
                  </a:lnTo>
                  <a:lnTo>
                    <a:pt x="428077" y="456017"/>
                  </a:lnTo>
                  <a:lnTo>
                    <a:pt x="428773" y="452917"/>
                  </a:lnTo>
                  <a:lnTo>
                    <a:pt x="429469" y="449830"/>
                  </a:lnTo>
                  <a:lnTo>
                    <a:pt x="430165" y="446449"/>
                  </a:lnTo>
                  <a:lnTo>
                    <a:pt x="430861" y="441929"/>
                  </a:lnTo>
                  <a:lnTo>
                    <a:pt x="431557" y="437977"/>
                  </a:lnTo>
                  <a:lnTo>
                    <a:pt x="432254" y="435175"/>
                  </a:lnTo>
                  <a:lnTo>
                    <a:pt x="432950" y="433192"/>
                  </a:lnTo>
                  <a:lnTo>
                    <a:pt x="433646" y="431209"/>
                  </a:lnTo>
                  <a:lnTo>
                    <a:pt x="434342" y="430979"/>
                  </a:lnTo>
                  <a:lnTo>
                    <a:pt x="435038" y="432390"/>
                  </a:lnTo>
                  <a:lnTo>
                    <a:pt x="435734" y="433549"/>
                  </a:lnTo>
                  <a:lnTo>
                    <a:pt x="436431" y="436189"/>
                  </a:lnTo>
                  <a:lnTo>
                    <a:pt x="437127" y="440096"/>
                  </a:lnTo>
                  <a:lnTo>
                    <a:pt x="437823" y="445339"/>
                  </a:lnTo>
                  <a:lnTo>
                    <a:pt x="438519" y="450583"/>
                  </a:lnTo>
                  <a:lnTo>
                    <a:pt x="439215" y="455827"/>
                  </a:lnTo>
                  <a:lnTo>
                    <a:pt x="439912" y="461629"/>
                  </a:lnTo>
                  <a:lnTo>
                    <a:pt x="440608" y="467720"/>
                  </a:lnTo>
                  <a:lnTo>
                    <a:pt x="441304" y="472836"/>
                  </a:lnTo>
                  <a:lnTo>
                    <a:pt x="442000" y="476349"/>
                  </a:lnTo>
                  <a:lnTo>
                    <a:pt x="442696" y="478502"/>
                  </a:lnTo>
                  <a:lnTo>
                    <a:pt x="443392" y="480655"/>
                  </a:lnTo>
                  <a:lnTo>
                    <a:pt x="444089" y="483550"/>
                  </a:lnTo>
                  <a:lnTo>
                    <a:pt x="444785" y="486906"/>
                  </a:lnTo>
                  <a:lnTo>
                    <a:pt x="445481" y="489195"/>
                  </a:lnTo>
                  <a:lnTo>
                    <a:pt x="446177" y="492268"/>
                  </a:lnTo>
                  <a:lnTo>
                    <a:pt x="446873" y="493926"/>
                  </a:lnTo>
                  <a:lnTo>
                    <a:pt x="447569" y="494171"/>
                  </a:lnTo>
                  <a:lnTo>
                    <a:pt x="448266" y="493394"/>
                  </a:lnTo>
                  <a:lnTo>
                    <a:pt x="448962" y="492617"/>
                  </a:lnTo>
                  <a:lnTo>
                    <a:pt x="449658" y="491840"/>
                  </a:lnTo>
                  <a:lnTo>
                    <a:pt x="450354" y="489706"/>
                  </a:lnTo>
                  <a:lnTo>
                    <a:pt x="451050" y="486285"/>
                  </a:lnTo>
                  <a:lnTo>
                    <a:pt x="451747" y="484494"/>
                  </a:lnTo>
                  <a:lnTo>
                    <a:pt x="452443" y="484494"/>
                  </a:lnTo>
                  <a:lnTo>
                    <a:pt x="453139" y="484494"/>
                  </a:lnTo>
                  <a:lnTo>
                    <a:pt x="453835" y="484494"/>
                  </a:lnTo>
                  <a:lnTo>
                    <a:pt x="454531" y="484438"/>
                  </a:lnTo>
                  <a:lnTo>
                    <a:pt x="455227" y="481756"/>
                  </a:lnTo>
                  <a:lnTo>
                    <a:pt x="455924" y="477477"/>
                  </a:lnTo>
                  <a:lnTo>
                    <a:pt x="456620" y="471445"/>
                  </a:lnTo>
                  <a:lnTo>
                    <a:pt x="457316" y="465564"/>
                  </a:lnTo>
                  <a:lnTo>
                    <a:pt x="458012" y="460225"/>
                  </a:lnTo>
                  <a:lnTo>
                    <a:pt x="458708" y="455350"/>
                  </a:lnTo>
                  <a:lnTo>
                    <a:pt x="459404" y="450476"/>
                  </a:lnTo>
                  <a:lnTo>
                    <a:pt x="460101" y="444443"/>
                  </a:lnTo>
                  <a:lnTo>
                    <a:pt x="460797" y="441638"/>
                  </a:lnTo>
                  <a:lnTo>
                    <a:pt x="461493" y="440127"/>
                  </a:lnTo>
                  <a:lnTo>
                    <a:pt x="462189" y="438950"/>
                  </a:lnTo>
                  <a:lnTo>
                    <a:pt x="462885" y="437457"/>
                  </a:lnTo>
                  <a:lnTo>
                    <a:pt x="463582" y="435396"/>
                  </a:lnTo>
                  <a:lnTo>
                    <a:pt x="464278" y="433335"/>
                  </a:lnTo>
                  <a:lnTo>
                    <a:pt x="464974" y="430702"/>
                  </a:lnTo>
                  <a:lnTo>
                    <a:pt x="465670" y="428750"/>
                  </a:lnTo>
                  <a:lnTo>
                    <a:pt x="466366" y="429289"/>
                  </a:lnTo>
                  <a:lnTo>
                    <a:pt x="467062" y="430862"/>
                  </a:lnTo>
                  <a:lnTo>
                    <a:pt x="467759" y="432320"/>
                  </a:lnTo>
                  <a:lnTo>
                    <a:pt x="468455" y="432958"/>
                  </a:lnTo>
                  <a:lnTo>
                    <a:pt x="469151" y="433597"/>
                  </a:lnTo>
                  <a:lnTo>
                    <a:pt x="469847" y="432482"/>
                  </a:lnTo>
                  <a:lnTo>
                    <a:pt x="470543" y="430030"/>
                  </a:lnTo>
                  <a:lnTo>
                    <a:pt x="471239" y="427830"/>
                  </a:lnTo>
                  <a:lnTo>
                    <a:pt x="471936" y="423919"/>
                  </a:lnTo>
                  <a:lnTo>
                    <a:pt x="472632" y="418668"/>
                  </a:lnTo>
                  <a:lnTo>
                    <a:pt x="473328" y="412080"/>
                  </a:lnTo>
                  <a:lnTo>
                    <a:pt x="474024" y="405808"/>
                  </a:lnTo>
                  <a:lnTo>
                    <a:pt x="474720" y="399535"/>
                  </a:lnTo>
                  <a:lnTo>
                    <a:pt x="475416" y="392194"/>
                  </a:lnTo>
                  <a:lnTo>
                    <a:pt x="476113" y="383224"/>
                  </a:lnTo>
                  <a:lnTo>
                    <a:pt x="476809" y="372524"/>
                  </a:lnTo>
                  <a:lnTo>
                    <a:pt x="477505" y="361801"/>
                  </a:lnTo>
                  <a:lnTo>
                    <a:pt x="478201" y="352229"/>
                  </a:lnTo>
                  <a:lnTo>
                    <a:pt x="478897" y="342658"/>
                  </a:lnTo>
                  <a:lnTo>
                    <a:pt x="479594" y="333086"/>
                  </a:lnTo>
                  <a:lnTo>
                    <a:pt x="480290" y="326118"/>
                  </a:lnTo>
                  <a:lnTo>
                    <a:pt x="480986" y="319925"/>
                  </a:lnTo>
                  <a:lnTo>
                    <a:pt x="481682" y="312948"/>
                  </a:lnTo>
                  <a:lnTo>
                    <a:pt x="482378" y="305494"/>
                  </a:lnTo>
                  <a:lnTo>
                    <a:pt x="483074" y="299097"/>
                  </a:lnTo>
                  <a:lnTo>
                    <a:pt x="483771" y="293570"/>
                  </a:lnTo>
                  <a:lnTo>
                    <a:pt x="484467" y="286872"/>
                  </a:lnTo>
                  <a:lnTo>
                    <a:pt x="485163" y="280429"/>
                  </a:lnTo>
                  <a:lnTo>
                    <a:pt x="485859" y="275510"/>
                  </a:lnTo>
                  <a:lnTo>
                    <a:pt x="486555" y="273143"/>
                  </a:lnTo>
                  <a:lnTo>
                    <a:pt x="487251" y="272727"/>
                  </a:lnTo>
                  <a:lnTo>
                    <a:pt x="487948" y="272444"/>
                  </a:lnTo>
                  <a:lnTo>
                    <a:pt x="488644" y="272444"/>
                  </a:lnTo>
                  <a:lnTo>
                    <a:pt x="489340" y="272444"/>
                  </a:lnTo>
                  <a:lnTo>
                    <a:pt x="490036" y="272444"/>
                  </a:lnTo>
                  <a:lnTo>
                    <a:pt x="490732" y="273095"/>
                  </a:lnTo>
                  <a:lnTo>
                    <a:pt x="491429" y="275343"/>
                  </a:lnTo>
                  <a:lnTo>
                    <a:pt x="492125" y="279345"/>
                  </a:lnTo>
                  <a:lnTo>
                    <a:pt x="492821" y="285841"/>
                  </a:lnTo>
                  <a:lnTo>
                    <a:pt x="493517" y="291795"/>
                  </a:lnTo>
                  <a:lnTo>
                    <a:pt x="494213" y="297951"/>
                  </a:lnTo>
                  <a:lnTo>
                    <a:pt x="494909" y="304106"/>
                  </a:lnTo>
                  <a:lnTo>
                    <a:pt x="495606" y="310139"/>
                  </a:lnTo>
                  <a:lnTo>
                    <a:pt x="496302" y="315303"/>
                  </a:lnTo>
                  <a:lnTo>
                    <a:pt x="496998" y="319545"/>
                  </a:lnTo>
                  <a:lnTo>
                    <a:pt x="497694" y="323353"/>
                  </a:lnTo>
                  <a:lnTo>
                    <a:pt x="498390" y="327477"/>
                  </a:lnTo>
                  <a:lnTo>
                    <a:pt x="499086" y="332216"/>
                  </a:lnTo>
                  <a:lnTo>
                    <a:pt x="499783" y="336955"/>
                  </a:lnTo>
                  <a:lnTo>
                    <a:pt x="500479" y="342270"/>
                  </a:lnTo>
                  <a:lnTo>
                    <a:pt x="501175" y="346904"/>
                  </a:lnTo>
                  <a:lnTo>
                    <a:pt x="501871" y="350188"/>
                  </a:lnTo>
                  <a:lnTo>
                    <a:pt x="502567" y="351294"/>
                  </a:lnTo>
                  <a:lnTo>
                    <a:pt x="503263" y="352233"/>
                  </a:lnTo>
                  <a:lnTo>
                    <a:pt x="503960" y="353172"/>
                  </a:lnTo>
                  <a:lnTo>
                    <a:pt x="504656" y="354111"/>
                  </a:lnTo>
                  <a:lnTo>
                    <a:pt x="505352" y="356653"/>
                  </a:lnTo>
                  <a:lnTo>
                    <a:pt x="506048" y="359937"/>
                  </a:lnTo>
                  <a:lnTo>
                    <a:pt x="506744" y="363220"/>
                  </a:lnTo>
                  <a:lnTo>
                    <a:pt x="507441" y="367493"/>
                  </a:lnTo>
                  <a:lnTo>
                    <a:pt x="508137" y="372546"/>
                  </a:lnTo>
                  <a:lnTo>
                    <a:pt x="508833" y="378175"/>
                  </a:lnTo>
                  <a:lnTo>
                    <a:pt x="509529" y="382912"/>
                  </a:lnTo>
                  <a:lnTo>
                    <a:pt x="510225" y="388225"/>
                  </a:lnTo>
                  <a:lnTo>
                    <a:pt x="510921" y="394032"/>
                  </a:lnTo>
                  <a:lnTo>
                    <a:pt x="511618" y="401177"/>
                  </a:lnTo>
                  <a:lnTo>
                    <a:pt x="512314" y="410773"/>
                  </a:lnTo>
                  <a:lnTo>
                    <a:pt x="513010" y="421994"/>
                  </a:lnTo>
                  <a:lnTo>
                    <a:pt x="513706" y="432810"/>
                  </a:lnTo>
                  <a:lnTo>
                    <a:pt x="514402" y="443625"/>
                  </a:lnTo>
                  <a:lnTo>
                    <a:pt x="515098" y="454440"/>
                  </a:lnTo>
                  <a:lnTo>
                    <a:pt x="515795" y="464967"/>
                  </a:lnTo>
                  <a:lnTo>
                    <a:pt x="516491" y="475495"/>
                  </a:lnTo>
                  <a:lnTo>
                    <a:pt x="517187" y="485566"/>
                  </a:lnTo>
                  <a:lnTo>
                    <a:pt x="517883" y="496570"/>
                  </a:lnTo>
                  <a:lnTo>
                    <a:pt x="518579" y="507097"/>
                  </a:lnTo>
                  <a:lnTo>
                    <a:pt x="519276" y="515930"/>
                  </a:lnTo>
                  <a:lnTo>
                    <a:pt x="519972" y="524980"/>
                  </a:lnTo>
                  <a:lnTo>
                    <a:pt x="520668" y="531083"/>
                  </a:lnTo>
                  <a:lnTo>
                    <a:pt x="521364" y="536214"/>
                  </a:lnTo>
                  <a:lnTo>
                    <a:pt x="522060" y="540078"/>
                  </a:lnTo>
                  <a:lnTo>
                    <a:pt x="522756" y="540691"/>
                  </a:lnTo>
                  <a:lnTo>
                    <a:pt x="523453" y="539378"/>
                  </a:lnTo>
                  <a:lnTo>
                    <a:pt x="524149" y="537783"/>
                  </a:lnTo>
                  <a:lnTo>
                    <a:pt x="524845" y="536187"/>
                  </a:lnTo>
                  <a:lnTo>
                    <a:pt x="525541" y="534592"/>
                  </a:lnTo>
                  <a:lnTo>
                    <a:pt x="526237" y="532996"/>
                  </a:lnTo>
                  <a:lnTo>
                    <a:pt x="526933" y="531401"/>
                  </a:lnTo>
                  <a:lnTo>
                    <a:pt x="527630" y="529190"/>
                  </a:lnTo>
                  <a:lnTo>
                    <a:pt x="528326" y="524767"/>
                  </a:lnTo>
                  <a:lnTo>
                    <a:pt x="529022" y="518808"/>
                  </a:lnTo>
                  <a:lnTo>
                    <a:pt x="529718" y="512707"/>
                  </a:lnTo>
                  <a:lnTo>
                    <a:pt x="530414" y="507302"/>
                  </a:lnTo>
                  <a:lnTo>
                    <a:pt x="531111" y="504378"/>
                  </a:lnTo>
                  <a:lnTo>
                    <a:pt x="531807" y="501670"/>
                  </a:lnTo>
                  <a:lnTo>
                    <a:pt x="532503" y="498962"/>
                  </a:lnTo>
                  <a:lnTo>
                    <a:pt x="533199" y="496870"/>
                  </a:lnTo>
                  <a:lnTo>
                    <a:pt x="533895" y="494777"/>
                  </a:lnTo>
                  <a:lnTo>
                    <a:pt x="534591" y="492069"/>
                  </a:lnTo>
                  <a:lnTo>
                    <a:pt x="535288" y="487425"/>
                  </a:lnTo>
                  <a:lnTo>
                    <a:pt x="535984" y="482426"/>
                  </a:lnTo>
                  <a:lnTo>
                    <a:pt x="536680" y="477592"/>
                  </a:lnTo>
                  <a:lnTo>
                    <a:pt x="537376" y="471830"/>
                  </a:lnTo>
                  <a:lnTo>
                    <a:pt x="538072" y="466644"/>
                  </a:lnTo>
                  <a:lnTo>
                    <a:pt x="538768" y="460881"/>
                  </a:lnTo>
                  <a:lnTo>
                    <a:pt x="539465" y="456629"/>
                  </a:lnTo>
                  <a:lnTo>
                    <a:pt x="540161" y="452658"/>
                  </a:lnTo>
                  <a:lnTo>
                    <a:pt x="540857" y="447085"/>
                  </a:lnTo>
                  <a:lnTo>
                    <a:pt x="541553" y="439759"/>
                  </a:lnTo>
                  <a:lnTo>
                    <a:pt x="542249" y="431652"/>
                  </a:lnTo>
                  <a:lnTo>
                    <a:pt x="542945" y="423274"/>
                  </a:lnTo>
                  <a:lnTo>
                    <a:pt x="543642" y="414003"/>
                  </a:lnTo>
                  <a:lnTo>
                    <a:pt x="544338" y="404207"/>
                  </a:lnTo>
                  <a:lnTo>
                    <a:pt x="545034" y="394988"/>
                  </a:lnTo>
                  <a:lnTo>
                    <a:pt x="545730" y="386566"/>
                  </a:lnTo>
                  <a:lnTo>
                    <a:pt x="546426" y="378796"/>
                  </a:lnTo>
                  <a:lnTo>
                    <a:pt x="547123" y="370418"/>
                  </a:lnTo>
                  <a:lnTo>
                    <a:pt x="547819" y="362888"/>
                  </a:lnTo>
                  <a:lnTo>
                    <a:pt x="548515" y="355357"/>
                  </a:lnTo>
                  <a:lnTo>
                    <a:pt x="549211" y="348734"/>
                  </a:lnTo>
                  <a:lnTo>
                    <a:pt x="549907" y="342111"/>
                  </a:lnTo>
                  <a:lnTo>
                    <a:pt x="550603" y="333962"/>
                  </a:lnTo>
                  <a:lnTo>
                    <a:pt x="551300" y="326191"/>
                  </a:lnTo>
                  <a:lnTo>
                    <a:pt x="551996" y="317824"/>
                  </a:lnTo>
                  <a:lnTo>
                    <a:pt x="552692" y="309060"/>
                  </a:lnTo>
                  <a:lnTo>
                    <a:pt x="553388" y="300841"/>
                  </a:lnTo>
                  <a:lnTo>
                    <a:pt x="554084" y="293264"/>
                  </a:lnTo>
                  <a:lnTo>
                    <a:pt x="554780" y="287893"/>
                  </a:lnTo>
                  <a:lnTo>
                    <a:pt x="555477" y="281948"/>
                  </a:lnTo>
                  <a:lnTo>
                    <a:pt x="556173" y="278922"/>
                  </a:lnTo>
                  <a:lnTo>
                    <a:pt x="556869" y="276088"/>
                  </a:lnTo>
                  <a:lnTo>
                    <a:pt x="557565" y="273253"/>
                  </a:lnTo>
                  <a:lnTo>
                    <a:pt x="558261" y="270999"/>
                  </a:lnTo>
                  <a:lnTo>
                    <a:pt x="558958" y="268744"/>
                  </a:lnTo>
                  <a:lnTo>
                    <a:pt x="559654" y="266197"/>
                  </a:lnTo>
                  <a:lnTo>
                    <a:pt x="560350" y="263650"/>
                  </a:lnTo>
                  <a:lnTo>
                    <a:pt x="561046" y="262622"/>
                  </a:lnTo>
                  <a:lnTo>
                    <a:pt x="561742" y="261118"/>
                  </a:lnTo>
                  <a:lnTo>
                    <a:pt x="562438" y="261311"/>
                  </a:lnTo>
                  <a:lnTo>
                    <a:pt x="563135" y="263630"/>
                  </a:lnTo>
                  <a:lnTo>
                    <a:pt x="563831" y="266129"/>
                  </a:lnTo>
                  <a:lnTo>
                    <a:pt x="564527" y="270166"/>
                  </a:lnTo>
                  <a:lnTo>
                    <a:pt x="565223" y="273677"/>
                  </a:lnTo>
                  <a:lnTo>
                    <a:pt x="565919" y="278425"/>
                  </a:lnTo>
                  <a:lnTo>
                    <a:pt x="566615" y="281301"/>
                  </a:lnTo>
                  <a:lnTo>
                    <a:pt x="567312" y="283962"/>
                  </a:lnTo>
                  <a:lnTo>
                    <a:pt x="568008" y="286805"/>
                  </a:lnTo>
                  <a:lnTo>
                    <a:pt x="568704" y="287339"/>
                  </a:lnTo>
                  <a:lnTo>
                    <a:pt x="569400" y="287655"/>
                  </a:lnTo>
                  <a:lnTo>
                    <a:pt x="570096" y="288152"/>
                  </a:lnTo>
                  <a:lnTo>
                    <a:pt x="570792" y="290585"/>
                  </a:lnTo>
                  <a:lnTo>
                    <a:pt x="571489" y="293341"/>
                  </a:lnTo>
                  <a:lnTo>
                    <a:pt x="572185" y="295391"/>
                  </a:lnTo>
                  <a:lnTo>
                    <a:pt x="572881" y="297475"/>
                  </a:lnTo>
                  <a:lnTo>
                    <a:pt x="573577" y="299559"/>
                  </a:lnTo>
                  <a:lnTo>
                    <a:pt x="574273" y="301643"/>
                  </a:lnTo>
                  <a:lnTo>
                    <a:pt x="574970" y="302218"/>
                  </a:lnTo>
                  <a:lnTo>
                    <a:pt x="575666" y="299502"/>
                  </a:lnTo>
                  <a:lnTo>
                    <a:pt x="576362" y="296400"/>
                  </a:lnTo>
                  <a:lnTo>
                    <a:pt x="577058" y="294309"/>
                  </a:lnTo>
                  <a:lnTo>
                    <a:pt x="577754" y="292999"/>
                  </a:lnTo>
                  <a:lnTo>
                    <a:pt x="578450" y="291507"/>
                  </a:lnTo>
                  <a:lnTo>
                    <a:pt x="579147" y="291786"/>
                  </a:lnTo>
                  <a:lnTo>
                    <a:pt x="579843" y="292620"/>
                  </a:lnTo>
                  <a:lnTo>
                    <a:pt x="580539" y="293455"/>
                  </a:lnTo>
                  <a:lnTo>
                    <a:pt x="581235" y="292916"/>
                  </a:lnTo>
                  <a:lnTo>
                    <a:pt x="581931" y="291552"/>
                  </a:lnTo>
                  <a:lnTo>
                    <a:pt x="582627" y="291114"/>
                  </a:lnTo>
                  <a:lnTo>
                    <a:pt x="583324" y="290810"/>
                  </a:lnTo>
                  <a:lnTo>
                    <a:pt x="584020" y="290507"/>
                  </a:lnTo>
                  <a:lnTo>
                    <a:pt x="584716" y="289910"/>
                  </a:lnTo>
                  <a:lnTo>
                    <a:pt x="585412" y="289618"/>
                  </a:lnTo>
                  <a:lnTo>
                    <a:pt x="586108" y="294141"/>
                  </a:lnTo>
                  <a:lnTo>
                    <a:pt x="586805" y="299111"/>
                  </a:lnTo>
                  <a:lnTo>
                    <a:pt x="587501" y="304677"/>
                  </a:lnTo>
                  <a:lnTo>
                    <a:pt x="588197" y="311096"/>
                  </a:lnTo>
                  <a:lnTo>
                    <a:pt x="588893" y="317825"/>
                  </a:lnTo>
                  <a:lnTo>
                    <a:pt x="589589" y="324654"/>
                  </a:lnTo>
                  <a:lnTo>
                    <a:pt x="590285" y="330822"/>
                  </a:lnTo>
                  <a:lnTo>
                    <a:pt x="590982" y="338516"/>
                  </a:lnTo>
                  <a:lnTo>
                    <a:pt x="591678" y="345982"/>
                  </a:lnTo>
                  <a:lnTo>
                    <a:pt x="592374" y="353448"/>
                  </a:lnTo>
                  <a:lnTo>
                    <a:pt x="593070" y="360915"/>
                  </a:lnTo>
                  <a:lnTo>
                    <a:pt x="593766" y="367833"/>
                  </a:lnTo>
                  <a:lnTo>
                    <a:pt x="594462" y="374751"/>
                  </a:lnTo>
                  <a:lnTo>
                    <a:pt x="595159" y="382217"/>
                  </a:lnTo>
                  <a:lnTo>
                    <a:pt x="595855" y="389428"/>
                  </a:lnTo>
                  <a:lnTo>
                    <a:pt x="596551" y="395120"/>
                  </a:lnTo>
                  <a:lnTo>
                    <a:pt x="597247" y="401000"/>
                  </a:lnTo>
                  <a:lnTo>
                    <a:pt x="597943" y="405183"/>
                  </a:lnTo>
                  <a:lnTo>
                    <a:pt x="598639" y="407240"/>
                  </a:lnTo>
                  <a:lnTo>
                    <a:pt x="599336" y="409297"/>
                  </a:lnTo>
                  <a:lnTo>
                    <a:pt x="600032" y="411354"/>
                  </a:lnTo>
                  <a:lnTo>
                    <a:pt x="600728" y="413230"/>
                  </a:lnTo>
                  <a:lnTo>
                    <a:pt x="601424" y="413174"/>
                  </a:lnTo>
                  <a:lnTo>
                    <a:pt x="602120" y="413174"/>
                  </a:lnTo>
                  <a:lnTo>
                    <a:pt x="602817" y="413174"/>
                  </a:lnTo>
                  <a:lnTo>
                    <a:pt x="603513" y="413174"/>
                  </a:lnTo>
                  <a:lnTo>
                    <a:pt x="604209" y="415481"/>
                  </a:lnTo>
                  <a:lnTo>
                    <a:pt x="604905" y="418295"/>
                  </a:lnTo>
                  <a:lnTo>
                    <a:pt x="605601" y="420640"/>
                  </a:lnTo>
                  <a:lnTo>
                    <a:pt x="606297" y="422984"/>
                  </a:lnTo>
                  <a:lnTo>
                    <a:pt x="606994" y="424785"/>
                  </a:lnTo>
                  <a:lnTo>
                    <a:pt x="607690" y="427128"/>
                  </a:lnTo>
                  <a:lnTo>
                    <a:pt x="608386" y="430364"/>
                  </a:lnTo>
                  <a:lnTo>
                    <a:pt x="609082" y="433888"/>
                  </a:lnTo>
                  <a:lnTo>
                    <a:pt x="609778" y="437668"/>
                  </a:lnTo>
                  <a:lnTo>
                    <a:pt x="610474" y="441447"/>
                  </a:lnTo>
                  <a:lnTo>
                    <a:pt x="611171" y="448236"/>
                  </a:lnTo>
                  <a:lnTo>
                    <a:pt x="611867" y="455714"/>
                  </a:lnTo>
                  <a:lnTo>
                    <a:pt x="612563" y="463484"/>
                  </a:lnTo>
                  <a:lnTo>
                    <a:pt x="613259" y="471710"/>
                  </a:lnTo>
                  <a:lnTo>
                    <a:pt x="613955" y="480964"/>
                  </a:lnTo>
                  <a:lnTo>
                    <a:pt x="614652" y="489341"/>
                  </a:lnTo>
                  <a:lnTo>
                    <a:pt x="615348" y="497111"/>
                  </a:lnTo>
                  <a:lnTo>
                    <a:pt x="616044" y="504881"/>
                  </a:lnTo>
                  <a:lnTo>
                    <a:pt x="616740" y="512651"/>
                  </a:lnTo>
                  <a:lnTo>
                    <a:pt x="617436" y="521170"/>
                  </a:lnTo>
                  <a:lnTo>
                    <a:pt x="618132" y="529370"/>
                  </a:lnTo>
                  <a:lnTo>
                    <a:pt x="618829" y="536589"/>
                  </a:lnTo>
                  <a:lnTo>
                    <a:pt x="619525" y="543808"/>
                  </a:lnTo>
                  <a:lnTo>
                    <a:pt x="620221" y="550572"/>
                  </a:lnTo>
                  <a:lnTo>
                    <a:pt x="620917" y="557487"/>
                  </a:lnTo>
                  <a:lnTo>
                    <a:pt x="621613" y="561114"/>
                  </a:lnTo>
                  <a:lnTo>
                    <a:pt x="622309" y="564530"/>
                  </a:lnTo>
                  <a:lnTo>
                    <a:pt x="623006" y="567330"/>
                  </a:lnTo>
                  <a:lnTo>
                    <a:pt x="623702" y="570131"/>
                  </a:lnTo>
                  <a:lnTo>
                    <a:pt x="624398" y="570303"/>
                  </a:lnTo>
                  <a:lnTo>
                    <a:pt x="625094" y="567850"/>
                  </a:lnTo>
                  <a:lnTo>
                    <a:pt x="625790" y="563778"/>
                  </a:lnTo>
                  <a:lnTo>
                    <a:pt x="626487" y="559705"/>
                  </a:lnTo>
                  <a:lnTo>
                    <a:pt x="627183" y="553590"/>
                  </a:lnTo>
                  <a:lnTo>
                    <a:pt x="627879" y="544883"/>
                  </a:lnTo>
                  <a:lnTo>
                    <a:pt x="628575" y="535712"/>
                  </a:lnTo>
                  <a:lnTo>
                    <a:pt x="629271" y="526476"/>
                  </a:lnTo>
                  <a:lnTo>
                    <a:pt x="629967" y="516785"/>
                  </a:lnTo>
                  <a:lnTo>
                    <a:pt x="630664" y="507293"/>
                  </a:lnTo>
                  <a:lnTo>
                    <a:pt x="631360" y="494671"/>
                  </a:lnTo>
                  <a:lnTo>
                    <a:pt x="632056" y="482042"/>
                  </a:lnTo>
                  <a:lnTo>
                    <a:pt x="632752" y="468209"/>
                  </a:lnTo>
                  <a:lnTo>
                    <a:pt x="633448" y="454430"/>
                  </a:lnTo>
                  <a:lnTo>
                    <a:pt x="634144" y="440090"/>
                  </a:lnTo>
                  <a:lnTo>
                    <a:pt x="634841" y="425705"/>
                  </a:lnTo>
                  <a:lnTo>
                    <a:pt x="635537" y="411184"/>
                  </a:lnTo>
                  <a:lnTo>
                    <a:pt x="636233" y="396934"/>
                  </a:lnTo>
                  <a:lnTo>
                    <a:pt x="636929" y="382370"/>
                  </a:lnTo>
                  <a:lnTo>
                    <a:pt x="637625" y="367985"/>
                  </a:lnTo>
                  <a:lnTo>
                    <a:pt x="638321" y="355623"/>
                  </a:lnTo>
                  <a:lnTo>
                    <a:pt x="639018" y="342573"/>
                  </a:lnTo>
                  <a:lnTo>
                    <a:pt x="639714" y="329776"/>
                  </a:lnTo>
                  <a:lnTo>
                    <a:pt x="640410" y="316691"/>
                  </a:lnTo>
                  <a:lnTo>
                    <a:pt x="641106" y="303299"/>
                  </a:lnTo>
                  <a:lnTo>
                    <a:pt x="641802" y="290311"/>
                  </a:lnTo>
                  <a:lnTo>
                    <a:pt x="642499" y="276661"/>
                  </a:lnTo>
                  <a:lnTo>
                    <a:pt x="643195" y="263792"/>
                  </a:lnTo>
                  <a:lnTo>
                    <a:pt x="643891" y="250904"/>
                  </a:lnTo>
                  <a:lnTo>
                    <a:pt x="644587" y="238218"/>
                  </a:lnTo>
                  <a:lnTo>
                    <a:pt x="645283" y="225330"/>
                  </a:lnTo>
                  <a:lnTo>
                    <a:pt x="645979" y="213395"/>
                  </a:lnTo>
                  <a:lnTo>
                    <a:pt x="646676" y="202476"/>
                  </a:lnTo>
                  <a:lnTo>
                    <a:pt x="647372" y="191693"/>
                  </a:lnTo>
                  <a:lnTo>
                    <a:pt x="648068" y="181877"/>
                  </a:lnTo>
                  <a:lnTo>
                    <a:pt x="648764" y="171131"/>
                  </a:lnTo>
                  <a:lnTo>
                    <a:pt x="649460" y="162054"/>
                  </a:lnTo>
                  <a:lnTo>
                    <a:pt x="650156" y="152976"/>
                  </a:lnTo>
                  <a:lnTo>
                    <a:pt x="650853" y="143898"/>
                  </a:lnTo>
                  <a:lnTo>
                    <a:pt x="651549" y="135284"/>
                  </a:lnTo>
                  <a:lnTo>
                    <a:pt x="652245" y="130481"/>
                  </a:lnTo>
                  <a:lnTo>
                    <a:pt x="652941" y="126828"/>
                  </a:lnTo>
                  <a:lnTo>
                    <a:pt x="653637" y="123433"/>
                  </a:lnTo>
                  <a:lnTo>
                    <a:pt x="654334" y="120036"/>
                  </a:lnTo>
                  <a:lnTo>
                    <a:pt x="655030" y="117866"/>
                  </a:lnTo>
                  <a:lnTo>
                    <a:pt x="655726" y="117014"/>
                  </a:lnTo>
                  <a:lnTo>
                    <a:pt x="656422" y="115707"/>
                  </a:lnTo>
                  <a:lnTo>
                    <a:pt x="657118" y="114399"/>
                  </a:lnTo>
                  <a:lnTo>
                    <a:pt x="657814" y="112476"/>
                  </a:lnTo>
                  <a:lnTo>
                    <a:pt x="658511" y="111169"/>
                  </a:lnTo>
                  <a:lnTo>
                    <a:pt x="659207" y="109861"/>
                  </a:lnTo>
                  <a:lnTo>
                    <a:pt x="659903" y="109871"/>
                  </a:lnTo>
                  <a:lnTo>
                    <a:pt x="660599" y="111765"/>
                  </a:lnTo>
                  <a:lnTo>
                    <a:pt x="661295" y="115581"/>
                  </a:lnTo>
                  <a:lnTo>
                    <a:pt x="661991" y="119397"/>
                  </a:lnTo>
                  <a:lnTo>
                    <a:pt x="662688" y="125257"/>
                  </a:lnTo>
                  <a:lnTo>
                    <a:pt x="663384" y="133708"/>
                  </a:lnTo>
                  <a:lnTo>
                    <a:pt x="664080" y="142336"/>
                  </a:lnTo>
                  <a:lnTo>
                    <a:pt x="664776" y="151284"/>
                  </a:lnTo>
                  <a:lnTo>
                    <a:pt x="665472" y="160506"/>
                  </a:lnTo>
                  <a:lnTo>
                    <a:pt x="666168" y="169272"/>
                  </a:lnTo>
                  <a:lnTo>
                    <a:pt x="666865" y="181425"/>
                  </a:lnTo>
                  <a:lnTo>
                    <a:pt x="667561" y="193586"/>
                  </a:lnTo>
                  <a:lnTo>
                    <a:pt x="668257" y="207237"/>
                  </a:lnTo>
                  <a:lnTo>
                    <a:pt x="668953" y="220834"/>
                  </a:lnTo>
                  <a:lnTo>
                    <a:pt x="669649" y="234992"/>
                  </a:lnTo>
                  <a:lnTo>
                    <a:pt x="670346" y="248879"/>
                  </a:lnTo>
                  <a:lnTo>
                    <a:pt x="671042" y="262904"/>
                  </a:lnTo>
                  <a:lnTo>
                    <a:pt x="671738" y="276837"/>
                  </a:lnTo>
                  <a:lnTo>
                    <a:pt x="672434" y="291085"/>
                  </a:lnTo>
                  <a:lnTo>
                    <a:pt x="673130" y="305155"/>
                  </a:lnTo>
                  <a:lnTo>
                    <a:pt x="673826" y="317201"/>
                  </a:lnTo>
                  <a:lnTo>
                    <a:pt x="674523" y="329753"/>
                  </a:lnTo>
                  <a:lnTo>
                    <a:pt x="675219" y="342053"/>
                  </a:lnTo>
                  <a:lnTo>
                    <a:pt x="675915" y="354353"/>
                  </a:lnTo>
                  <a:lnTo>
                    <a:pt x="676611" y="367247"/>
                  </a:lnTo>
                  <a:lnTo>
                    <a:pt x="677307" y="379738"/>
                  </a:lnTo>
                  <a:lnTo>
                    <a:pt x="678003" y="392890"/>
                  </a:lnTo>
                  <a:lnTo>
                    <a:pt x="678700" y="405263"/>
                  </a:lnTo>
                  <a:lnTo>
                    <a:pt x="679396" y="417653"/>
                  </a:lnTo>
                  <a:lnTo>
                    <a:pt x="680092" y="429554"/>
                  </a:lnTo>
                  <a:lnTo>
                    <a:pt x="680788" y="441401"/>
                  </a:lnTo>
                  <a:lnTo>
                    <a:pt x="681484" y="452295"/>
                  </a:lnTo>
                  <a:lnTo>
                    <a:pt x="682181" y="462173"/>
                  </a:lnTo>
                  <a:lnTo>
                    <a:pt x="682877" y="471612"/>
                  </a:lnTo>
                  <a:lnTo>
                    <a:pt x="683573" y="479790"/>
                  </a:lnTo>
                  <a:lnTo>
                    <a:pt x="684269" y="488444"/>
                  </a:lnTo>
                  <a:lnTo>
                    <a:pt x="684965" y="495429"/>
                  </a:lnTo>
                  <a:lnTo>
                    <a:pt x="685661" y="502414"/>
                  </a:lnTo>
                  <a:lnTo>
                    <a:pt x="686358" y="509399"/>
                  </a:lnTo>
                  <a:lnTo>
                    <a:pt x="687054" y="515920"/>
                  </a:lnTo>
                  <a:lnTo>
                    <a:pt x="687750" y="518630"/>
                  </a:lnTo>
                  <a:lnTo>
                    <a:pt x="688446" y="520190"/>
                  </a:lnTo>
                  <a:lnTo>
                    <a:pt x="689142" y="521494"/>
                  </a:lnTo>
                  <a:lnTo>
                    <a:pt x="689838" y="522797"/>
                  </a:lnTo>
                  <a:lnTo>
                    <a:pt x="690535" y="522875"/>
                  </a:lnTo>
                  <a:lnTo>
                    <a:pt x="691231" y="522090"/>
                  </a:lnTo>
                  <a:lnTo>
                    <a:pt x="691927" y="521304"/>
                  </a:lnTo>
                  <a:lnTo>
                    <a:pt x="692623" y="520519"/>
                  </a:lnTo>
                  <a:lnTo>
                    <a:pt x="693319" y="519734"/>
                  </a:lnTo>
                  <a:lnTo>
                    <a:pt x="694016" y="518949"/>
                  </a:lnTo>
                  <a:lnTo>
                    <a:pt x="694712" y="518164"/>
                  </a:lnTo>
                  <a:lnTo>
                    <a:pt x="695408" y="517379"/>
                  </a:lnTo>
                  <a:lnTo>
                    <a:pt x="696104" y="516910"/>
                  </a:lnTo>
                  <a:lnTo>
                    <a:pt x="696800" y="516441"/>
                  </a:lnTo>
                  <a:lnTo>
                    <a:pt x="697496" y="515971"/>
                  </a:lnTo>
                  <a:lnTo>
                    <a:pt x="698193" y="515502"/>
                  </a:lnTo>
                  <a:lnTo>
                    <a:pt x="698889" y="515032"/>
                  </a:lnTo>
                  <a:lnTo>
                    <a:pt x="699585" y="514851"/>
                  </a:lnTo>
                  <a:lnTo>
                    <a:pt x="700281" y="514669"/>
                  </a:lnTo>
                  <a:lnTo>
                    <a:pt x="700977" y="514669"/>
                  </a:lnTo>
                  <a:lnTo>
                    <a:pt x="701673" y="514669"/>
                  </a:lnTo>
                  <a:lnTo>
                    <a:pt x="702370" y="514669"/>
                  </a:lnTo>
                  <a:lnTo>
                    <a:pt x="703066" y="514669"/>
                  </a:lnTo>
                  <a:lnTo>
                    <a:pt x="703762" y="514850"/>
                  </a:lnTo>
                  <a:lnTo>
                    <a:pt x="704458" y="515032"/>
                  </a:lnTo>
                  <a:lnTo>
                    <a:pt x="705154" y="515213"/>
                  </a:lnTo>
                  <a:lnTo>
                    <a:pt x="705850" y="515710"/>
                  </a:lnTo>
                  <a:lnTo>
                    <a:pt x="706547" y="516026"/>
                  </a:lnTo>
                  <a:lnTo>
                    <a:pt x="707243" y="516342"/>
                  </a:lnTo>
                  <a:lnTo>
                    <a:pt x="707939" y="516658"/>
                  </a:lnTo>
                  <a:lnTo>
                    <a:pt x="708635" y="516974"/>
                  </a:lnTo>
                  <a:lnTo>
                    <a:pt x="709331" y="517289"/>
                  </a:lnTo>
                  <a:lnTo>
                    <a:pt x="710028" y="518074"/>
                  </a:lnTo>
                  <a:lnTo>
                    <a:pt x="710724" y="517878"/>
                  </a:lnTo>
                  <a:lnTo>
                    <a:pt x="711420" y="516574"/>
                  </a:lnTo>
                  <a:lnTo>
                    <a:pt x="712116" y="515270"/>
                  </a:lnTo>
                  <a:lnTo>
                    <a:pt x="712812" y="513967"/>
                  </a:lnTo>
                  <a:lnTo>
                    <a:pt x="713508" y="512966"/>
                  </a:lnTo>
                  <a:lnTo>
                    <a:pt x="714205" y="511966"/>
                  </a:lnTo>
                  <a:lnTo>
                    <a:pt x="714901" y="511714"/>
                  </a:lnTo>
                  <a:lnTo>
                    <a:pt x="715597" y="511140"/>
                  </a:lnTo>
                  <a:lnTo>
                    <a:pt x="716293" y="507757"/>
                  </a:lnTo>
                  <a:lnTo>
                    <a:pt x="716989" y="502695"/>
                  </a:lnTo>
                  <a:lnTo>
                    <a:pt x="717685" y="497257"/>
                  </a:lnTo>
                  <a:lnTo>
                    <a:pt x="718382" y="489422"/>
                  </a:lnTo>
                  <a:lnTo>
                    <a:pt x="719078" y="481360"/>
                  </a:lnTo>
                  <a:lnTo>
                    <a:pt x="719774" y="472884"/>
                  </a:lnTo>
                  <a:lnTo>
                    <a:pt x="720470" y="464407"/>
                  </a:lnTo>
                  <a:lnTo>
                    <a:pt x="721166" y="456406"/>
                  </a:lnTo>
                  <a:lnTo>
                    <a:pt x="721863" y="449147"/>
                  </a:lnTo>
                  <a:lnTo>
                    <a:pt x="722559" y="442456"/>
                  </a:lnTo>
                  <a:lnTo>
                    <a:pt x="723255" y="435766"/>
                  </a:lnTo>
                  <a:lnTo>
                    <a:pt x="723951" y="429075"/>
                  </a:lnTo>
                  <a:lnTo>
                    <a:pt x="724647" y="420366"/>
                  </a:lnTo>
                  <a:lnTo>
                    <a:pt x="725343" y="409496"/>
                  </a:lnTo>
                  <a:lnTo>
                    <a:pt x="726040" y="397916"/>
                  </a:lnTo>
                  <a:lnTo>
                    <a:pt x="726736" y="387883"/>
                  </a:lnTo>
                  <a:lnTo>
                    <a:pt x="727432" y="379407"/>
                  </a:lnTo>
                  <a:lnTo>
                    <a:pt x="728128" y="371226"/>
                  </a:lnTo>
                  <a:lnTo>
                    <a:pt x="728824" y="364714"/>
                  </a:lnTo>
                  <a:lnTo>
                    <a:pt x="729520" y="359128"/>
                  </a:lnTo>
                  <a:lnTo>
                    <a:pt x="730217" y="353451"/>
                  </a:lnTo>
                  <a:lnTo>
                    <a:pt x="730913" y="347774"/>
                  </a:lnTo>
                  <a:lnTo>
                    <a:pt x="731609" y="341780"/>
                  </a:lnTo>
                  <a:lnTo>
                    <a:pt x="732305" y="335232"/>
                  </a:lnTo>
                  <a:lnTo>
                    <a:pt x="733001" y="327789"/>
                  </a:lnTo>
                  <a:lnTo>
                    <a:pt x="733697" y="320346"/>
                  </a:lnTo>
                  <a:lnTo>
                    <a:pt x="734394" y="312903"/>
                  </a:lnTo>
                  <a:lnTo>
                    <a:pt x="735090" y="307218"/>
                  </a:lnTo>
                  <a:lnTo>
                    <a:pt x="735786" y="304583"/>
                  </a:lnTo>
                  <a:lnTo>
                    <a:pt x="736482" y="303581"/>
                  </a:lnTo>
                  <a:lnTo>
                    <a:pt x="737178" y="303013"/>
                  </a:lnTo>
                  <a:lnTo>
                    <a:pt x="737875" y="302445"/>
                  </a:lnTo>
                  <a:lnTo>
                    <a:pt x="738571" y="301877"/>
                  </a:lnTo>
                  <a:lnTo>
                    <a:pt x="739267" y="301128"/>
                  </a:lnTo>
                  <a:lnTo>
                    <a:pt x="739963" y="302138"/>
                  </a:lnTo>
                  <a:lnTo>
                    <a:pt x="740659" y="304006"/>
                  </a:lnTo>
                  <a:lnTo>
                    <a:pt x="741355" y="307466"/>
                  </a:lnTo>
                  <a:lnTo>
                    <a:pt x="742052" y="312088"/>
                  </a:lnTo>
                  <a:lnTo>
                    <a:pt x="742748" y="317604"/>
                  </a:lnTo>
                  <a:lnTo>
                    <a:pt x="743444" y="322226"/>
                  </a:lnTo>
                  <a:lnTo>
                    <a:pt x="744140" y="328185"/>
                  </a:lnTo>
                  <a:lnTo>
                    <a:pt x="744836" y="334143"/>
                  </a:lnTo>
                  <a:lnTo>
                    <a:pt x="745532" y="338482"/>
                  </a:lnTo>
                  <a:lnTo>
                    <a:pt x="746229" y="342922"/>
                  </a:lnTo>
                  <a:lnTo>
                    <a:pt x="746925" y="348469"/>
                  </a:lnTo>
                  <a:lnTo>
                    <a:pt x="747621" y="355377"/>
                  </a:lnTo>
                  <a:lnTo>
                    <a:pt x="748317" y="362002"/>
                  </a:lnTo>
                  <a:lnTo>
                    <a:pt x="749013" y="366814"/>
                  </a:lnTo>
                  <a:lnTo>
                    <a:pt x="749710" y="370566"/>
                  </a:lnTo>
                  <a:lnTo>
                    <a:pt x="750406" y="370217"/>
                  </a:lnTo>
                  <a:lnTo>
                    <a:pt x="751102" y="370191"/>
                  </a:lnTo>
                  <a:lnTo>
                    <a:pt x="751798" y="369571"/>
                  </a:lnTo>
                  <a:lnTo>
                    <a:pt x="752494" y="369175"/>
                  </a:lnTo>
                  <a:lnTo>
                    <a:pt x="753190" y="368038"/>
                  </a:lnTo>
                  <a:lnTo>
                    <a:pt x="753887" y="370040"/>
                  </a:lnTo>
                  <a:lnTo>
                    <a:pt x="754583" y="371411"/>
                  </a:lnTo>
                  <a:lnTo>
                    <a:pt x="755279" y="372629"/>
                  </a:lnTo>
                  <a:lnTo>
                    <a:pt x="755975" y="373984"/>
                  </a:lnTo>
                  <a:lnTo>
                    <a:pt x="756671" y="374858"/>
                  </a:lnTo>
                  <a:lnTo>
                    <a:pt x="757367" y="374990"/>
                  </a:lnTo>
                  <a:lnTo>
                    <a:pt x="758064" y="374554"/>
                  </a:lnTo>
                  <a:lnTo>
                    <a:pt x="758760" y="374326"/>
                  </a:lnTo>
                  <a:lnTo>
                    <a:pt x="759456" y="374784"/>
                  </a:lnTo>
                  <a:lnTo>
                    <a:pt x="760152" y="377908"/>
                  </a:lnTo>
                  <a:lnTo>
                    <a:pt x="760848" y="385895"/>
                  </a:lnTo>
                  <a:lnTo>
                    <a:pt x="761545" y="395160"/>
                  </a:lnTo>
                  <a:lnTo>
                    <a:pt x="762241" y="405855"/>
                  </a:lnTo>
                  <a:lnTo>
                    <a:pt x="762937" y="415271"/>
                  </a:lnTo>
                  <a:lnTo>
                    <a:pt x="763633" y="424391"/>
                  </a:lnTo>
                  <a:lnTo>
                    <a:pt x="764329" y="431843"/>
                  </a:lnTo>
                  <a:lnTo>
                    <a:pt x="765025" y="438367"/>
                  </a:lnTo>
                  <a:lnTo>
                    <a:pt x="765722" y="444984"/>
                  </a:lnTo>
                  <a:lnTo>
                    <a:pt x="766418" y="452169"/>
                  </a:lnTo>
                  <a:lnTo>
                    <a:pt x="767114" y="460211"/>
                  </a:lnTo>
                  <a:lnTo>
                    <a:pt x="767810" y="468808"/>
                  </a:lnTo>
                  <a:lnTo>
                    <a:pt x="768506" y="478301"/>
                  </a:lnTo>
                  <a:lnTo>
                    <a:pt x="769202" y="488612"/>
                  </a:lnTo>
                  <a:lnTo>
                    <a:pt x="769899" y="499949"/>
                  </a:lnTo>
                  <a:lnTo>
                    <a:pt x="770595" y="511622"/>
                  </a:lnTo>
                  <a:lnTo>
                    <a:pt x="771291" y="518651"/>
                  </a:lnTo>
                  <a:lnTo>
                    <a:pt x="771987" y="524047"/>
                  </a:lnTo>
                  <a:lnTo>
                    <a:pt x="772683" y="529009"/>
                  </a:lnTo>
                  <a:lnTo>
                    <a:pt x="773379" y="533971"/>
                  </a:lnTo>
                  <a:lnTo>
                    <a:pt x="774076" y="538933"/>
                  </a:lnTo>
                  <a:lnTo>
                    <a:pt x="774772" y="543895"/>
                  </a:lnTo>
                  <a:lnTo>
                    <a:pt x="775468" y="547097"/>
                  </a:lnTo>
                  <a:lnTo>
                    <a:pt x="776164" y="549441"/>
                  </a:lnTo>
                  <a:lnTo>
                    <a:pt x="776860" y="550193"/>
                  </a:lnTo>
                  <a:lnTo>
                    <a:pt x="777557" y="549966"/>
                  </a:lnTo>
                  <a:lnTo>
                    <a:pt x="778253" y="548843"/>
                  </a:lnTo>
                  <a:lnTo>
                    <a:pt x="778949" y="548616"/>
                  </a:lnTo>
                  <a:lnTo>
                    <a:pt x="779645" y="546194"/>
                  </a:lnTo>
                  <a:lnTo>
                    <a:pt x="780341" y="543203"/>
                  </a:lnTo>
                  <a:lnTo>
                    <a:pt x="781037" y="540172"/>
                  </a:lnTo>
                  <a:lnTo>
                    <a:pt x="781734" y="538022"/>
                  </a:lnTo>
                  <a:lnTo>
                    <a:pt x="782430" y="535871"/>
                  </a:lnTo>
                  <a:lnTo>
                    <a:pt x="783126" y="531904"/>
                  </a:lnTo>
                  <a:lnTo>
                    <a:pt x="783822" y="528220"/>
                  </a:lnTo>
                  <a:lnTo>
                    <a:pt x="784518" y="526045"/>
                  </a:lnTo>
                  <a:lnTo>
                    <a:pt x="785214" y="524931"/>
                  </a:lnTo>
                  <a:lnTo>
                    <a:pt x="785911" y="527168"/>
                  </a:lnTo>
                  <a:lnTo>
                    <a:pt x="786607" y="529405"/>
                  </a:lnTo>
                  <a:lnTo>
                    <a:pt x="787303" y="533075"/>
                  </a:lnTo>
                  <a:lnTo>
                    <a:pt x="787999" y="537532"/>
                  </a:lnTo>
                  <a:lnTo>
                    <a:pt x="788695" y="542261"/>
                  </a:lnTo>
                  <a:lnTo>
                    <a:pt x="789392" y="546247"/>
                  </a:lnTo>
                  <a:lnTo>
                    <a:pt x="790088" y="551090"/>
                  </a:lnTo>
                  <a:lnTo>
                    <a:pt x="790784" y="556320"/>
                  </a:lnTo>
                  <a:lnTo>
                    <a:pt x="791480" y="561412"/>
                  </a:lnTo>
                  <a:lnTo>
                    <a:pt x="792176" y="566692"/>
                  </a:lnTo>
                  <a:lnTo>
                    <a:pt x="792872" y="571971"/>
                  </a:lnTo>
                  <a:lnTo>
                    <a:pt x="793569" y="577251"/>
                  </a:lnTo>
                  <a:lnTo>
                    <a:pt x="794265" y="581122"/>
                  </a:lnTo>
                  <a:lnTo>
                    <a:pt x="794961" y="584020"/>
                  </a:lnTo>
                  <a:lnTo>
                    <a:pt x="795657" y="586867"/>
                  </a:lnTo>
                  <a:lnTo>
                    <a:pt x="796353" y="587011"/>
                  </a:lnTo>
                  <a:lnTo>
                    <a:pt x="797049" y="587043"/>
                  </a:lnTo>
                  <a:lnTo>
                    <a:pt x="797746" y="585491"/>
                  </a:lnTo>
                  <a:lnTo>
                    <a:pt x="798442" y="583844"/>
                  </a:lnTo>
                  <a:lnTo>
                    <a:pt x="799138" y="582197"/>
                  </a:lnTo>
                  <a:lnTo>
                    <a:pt x="799834" y="580550"/>
                  </a:lnTo>
                  <a:lnTo>
                    <a:pt x="800530" y="578903"/>
                  </a:lnTo>
                  <a:lnTo>
                    <a:pt x="801226" y="577256"/>
                  </a:lnTo>
                  <a:lnTo>
                    <a:pt x="801923" y="575041"/>
                  </a:lnTo>
                  <a:lnTo>
                    <a:pt x="802619" y="571968"/>
                  </a:lnTo>
                  <a:lnTo>
                    <a:pt x="803315" y="568896"/>
                  </a:lnTo>
                  <a:lnTo>
                    <a:pt x="804011" y="564875"/>
                  </a:lnTo>
                  <a:lnTo>
                    <a:pt x="804707" y="560065"/>
                  </a:lnTo>
                  <a:lnTo>
                    <a:pt x="805404" y="554550"/>
                  </a:lnTo>
                  <a:lnTo>
                    <a:pt x="806100" y="546400"/>
                  </a:lnTo>
                  <a:lnTo>
                    <a:pt x="806796" y="539843"/>
                  </a:lnTo>
                  <a:lnTo>
                    <a:pt x="807492" y="533286"/>
                  </a:lnTo>
                  <a:lnTo>
                    <a:pt x="808188" y="526729"/>
                  </a:lnTo>
                  <a:lnTo>
                    <a:pt x="808884" y="520171"/>
                  </a:lnTo>
                  <a:lnTo>
                    <a:pt x="809581" y="513614"/>
                  </a:lnTo>
                  <a:lnTo>
                    <a:pt x="810277" y="507057"/>
                  </a:lnTo>
                  <a:lnTo>
                    <a:pt x="810973" y="500500"/>
                  </a:lnTo>
                  <a:lnTo>
                    <a:pt x="811669" y="493943"/>
                  </a:lnTo>
                  <a:lnTo>
                    <a:pt x="812365" y="487386"/>
                  </a:lnTo>
                  <a:lnTo>
                    <a:pt x="813061" y="480647"/>
                  </a:lnTo>
                  <a:lnTo>
                    <a:pt x="813758" y="473908"/>
                  </a:lnTo>
                  <a:lnTo>
                    <a:pt x="814454" y="468361"/>
                  </a:lnTo>
                  <a:lnTo>
                    <a:pt x="815150" y="462991"/>
                  </a:lnTo>
                  <a:lnTo>
                    <a:pt x="815846" y="457860"/>
                  </a:lnTo>
                  <a:lnTo>
                    <a:pt x="816542" y="453920"/>
                  </a:lnTo>
                  <a:lnTo>
                    <a:pt x="817239" y="449980"/>
                  </a:lnTo>
                  <a:lnTo>
                    <a:pt x="817935" y="445858"/>
                  </a:lnTo>
                  <a:lnTo>
                    <a:pt x="818631" y="442373"/>
                  </a:lnTo>
                  <a:lnTo>
                    <a:pt x="819327" y="438889"/>
                  </a:lnTo>
                  <a:lnTo>
                    <a:pt x="820023" y="435405"/>
                  </a:lnTo>
                  <a:lnTo>
                    <a:pt x="820719" y="431920"/>
                  </a:lnTo>
                  <a:lnTo>
                    <a:pt x="821416" y="428436"/>
                  </a:lnTo>
                  <a:lnTo>
                    <a:pt x="822112" y="424951"/>
                  </a:lnTo>
                  <a:lnTo>
                    <a:pt x="822808" y="423438"/>
                  </a:lnTo>
                  <a:lnTo>
                    <a:pt x="823504" y="422591"/>
                  </a:lnTo>
                  <a:lnTo>
                    <a:pt x="824200" y="422591"/>
                  </a:lnTo>
                  <a:lnTo>
                    <a:pt x="824896" y="422409"/>
                  </a:lnTo>
                  <a:lnTo>
                    <a:pt x="825593" y="424197"/>
                  </a:lnTo>
                  <a:lnTo>
                    <a:pt x="826289" y="426542"/>
                  </a:lnTo>
                  <a:lnTo>
                    <a:pt x="826985" y="428886"/>
                  </a:lnTo>
                  <a:lnTo>
                    <a:pt x="827681" y="431050"/>
                  </a:lnTo>
                  <a:lnTo>
                    <a:pt x="828377" y="433213"/>
                  </a:lnTo>
                  <a:lnTo>
                    <a:pt x="829073" y="435060"/>
                  </a:lnTo>
                  <a:lnTo>
                    <a:pt x="829770" y="438107"/>
                  </a:lnTo>
                  <a:lnTo>
                    <a:pt x="830466" y="441441"/>
                  </a:lnTo>
                  <a:lnTo>
                    <a:pt x="831162" y="444180"/>
                  </a:lnTo>
                  <a:lnTo>
                    <a:pt x="831858" y="446919"/>
                  </a:lnTo>
                  <a:lnTo>
                    <a:pt x="832554" y="449203"/>
                  </a:lnTo>
                  <a:lnTo>
                    <a:pt x="833251" y="450093"/>
                  </a:lnTo>
                  <a:lnTo>
                    <a:pt x="833947" y="450800"/>
                  </a:lnTo>
                  <a:lnTo>
                    <a:pt x="834643" y="451508"/>
                  </a:lnTo>
                  <a:lnTo>
                    <a:pt x="835339" y="452216"/>
                  </a:lnTo>
                  <a:lnTo>
                    <a:pt x="836035" y="453239"/>
                  </a:lnTo>
                  <a:lnTo>
                    <a:pt x="836731" y="454263"/>
                  </a:lnTo>
                  <a:lnTo>
                    <a:pt x="837428" y="455287"/>
                  </a:lnTo>
                  <a:lnTo>
                    <a:pt x="838124" y="456310"/>
                  </a:lnTo>
                  <a:lnTo>
                    <a:pt x="838820" y="457334"/>
                  </a:lnTo>
                  <a:lnTo>
                    <a:pt x="839516" y="459304"/>
                  </a:lnTo>
                  <a:lnTo>
                    <a:pt x="840212" y="461247"/>
                  </a:lnTo>
                  <a:lnTo>
                    <a:pt x="840908" y="462866"/>
                  </a:lnTo>
                  <a:lnTo>
                    <a:pt x="841605" y="465029"/>
                  </a:lnTo>
                  <a:lnTo>
                    <a:pt x="842301" y="467192"/>
                  </a:lnTo>
                  <a:lnTo>
                    <a:pt x="842997" y="469356"/>
                  </a:lnTo>
                  <a:lnTo>
                    <a:pt x="843693" y="471519"/>
                  </a:lnTo>
                  <a:lnTo>
                    <a:pt x="844389" y="473682"/>
                  </a:lnTo>
                  <a:lnTo>
                    <a:pt x="845086" y="475845"/>
                  </a:lnTo>
                  <a:lnTo>
                    <a:pt x="845782" y="478008"/>
                  </a:lnTo>
                  <a:lnTo>
                    <a:pt x="846478" y="479856"/>
                  </a:lnTo>
                  <a:lnTo>
                    <a:pt x="847174" y="481703"/>
                  </a:lnTo>
                  <a:lnTo>
                    <a:pt x="847870" y="483424"/>
                  </a:lnTo>
                  <a:lnTo>
                    <a:pt x="848566" y="483424"/>
                  </a:lnTo>
                  <a:lnTo>
                    <a:pt x="849263" y="483605"/>
                  </a:lnTo>
                  <a:lnTo>
                    <a:pt x="849959" y="482595"/>
                  </a:lnTo>
                  <a:lnTo>
                    <a:pt x="850655" y="482265"/>
                  </a:lnTo>
                  <a:lnTo>
                    <a:pt x="851351" y="482265"/>
                  </a:lnTo>
                  <a:lnTo>
                    <a:pt x="852047" y="482265"/>
                  </a:lnTo>
                  <a:lnTo>
                    <a:pt x="852743" y="482265"/>
                  </a:lnTo>
                  <a:lnTo>
                    <a:pt x="853440" y="482447"/>
                  </a:lnTo>
                  <a:lnTo>
                    <a:pt x="854136" y="482735"/>
                  </a:lnTo>
                  <a:lnTo>
                    <a:pt x="854832" y="483023"/>
                  </a:lnTo>
                  <a:lnTo>
                    <a:pt x="855528" y="483310"/>
                  </a:lnTo>
                  <a:lnTo>
                    <a:pt x="856224" y="481822"/>
                  </a:lnTo>
                  <a:lnTo>
                    <a:pt x="856921" y="480639"/>
                  </a:lnTo>
                  <a:lnTo>
                    <a:pt x="857617" y="479748"/>
                  </a:lnTo>
                  <a:lnTo>
                    <a:pt x="858313" y="478952"/>
                  </a:lnTo>
                  <a:lnTo>
                    <a:pt x="859009" y="479799"/>
                  </a:lnTo>
                  <a:lnTo>
                    <a:pt x="859705" y="480342"/>
                  </a:lnTo>
                  <a:lnTo>
                    <a:pt x="860401" y="481371"/>
                  </a:lnTo>
                  <a:lnTo>
                    <a:pt x="861098" y="480431"/>
                  </a:lnTo>
                  <a:lnTo>
                    <a:pt x="861794" y="479115"/>
                  </a:lnTo>
                  <a:lnTo>
                    <a:pt x="862490" y="477799"/>
                  </a:lnTo>
                  <a:lnTo>
                    <a:pt x="863186" y="476483"/>
                  </a:lnTo>
                  <a:lnTo>
                    <a:pt x="863882" y="475167"/>
                  </a:lnTo>
                  <a:lnTo>
                    <a:pt x="864578" y="473863"/>
                  </a:lnTo>
                  <a:lnTo>
                    <a:pt x="865275" y="472559"/>
                  </a:lnTo>
                  <a:lnTo>
                    <a:pt x="865971" y="471256"/>
                  </a:lnTo>
                  <a:lnTo>
                    <a:pt x="866667" y="472041"/>
                  </a:lnTo>
                  <a:lnTo>
                    <a:pt x="867363" y="472538"/>
                  </a:lnTo>
                  <a:lnTo>
                    <a:pt x="868059" y="472854"/>
                  </a:lnTo>
                  <a:lnTo>
                    <a:pt x="868755" y="473170"/>
                  </a:lnTo>
                  <a:lnTo>
                    <a:pt x="869452" y="473486"/>
                  </a:lnTo>
                  <a:lnTo>
                    <a:pt x="870148" y="473802"/>
                  </a:lnTo>
                  <a:lnTo>
                    <a:pt x="870844" y="474117"/>
                  </a:lnTo>
                  <a:lnTo>
                    <a:pt x="871540" y="474117"/>
                  </a:lnTo>
                  <a:lnTo>
                    <a:pt x="872236" y="474117"/>
                  </a:lnTo>
                  <a:lnTo>
                    <a:pt x="872933" y="474117"/>
                  </a:lnTo>
                  <a:lnTo>
                    <a:pt x="873629" y="474117"/>
                  </a:lnTo>
                  <a:lnTo>
                    <a:pt x="874325" y="472439"/>
                  </a:lnTo>
                  <a:lnTo>
                    <a:pt x="875021" y="470094"/>
                  </a:lnTo>
                  <a:lnTo>
                    <a:pt x="875717" y="466201"/>
                  </a:lnTo>
                  <a:lnTo>
                    <a:pt x="876413" y="460033"/>
                  </a:lnTo>
                  <a:lnTo>
                    <a:pt x="877110" y="453866"/>
                  </a:lnTo>
                  <a:lnTo>
                    <a:pt x="877806" y="447699"/>
                  </a:lnTo>
                  <a:lnTo>
                    <a:pt x="878502" y="441531"/>
                  </a:lnTo>
                  <a:lnTo>
                    <a:pt x="879198" y="435364"/>
                  </a:lnTo>
                  <a:lnTo>
                    <a:pt x="879894" y="429197"/>
                  </a:lnTo>
                  <a:lnTo>
                    <a:pt x="880590" y="422389"/>
                  </a:lnTo>
                  <a:lnTo>
                    <a:pt x="881287" y="414800"/>
                  </a:lnTo>
                  <a:lnTo>
                    <a:pt x="881983" y="407226"/>
                  </a:lnTo>
                  <a:lnTo>
                    <a:pt x="882679" y="398504"/>
                  </a:lnTo>
                  <a:lnTo>
                    <a:pt x="883375" y="389908"/>
                  </a:lnTo>
                  <a:lnTo>
                    <a:pt x="884071" y="383214"/>
                  </a:lnTo>
                  <a:lnTo>
                    <a:pt x="884768" y="377339"/>
                  </a:lnTo>
                  <a:lnTo>
                    <a:pt x="885464" y="371914"/>
                  </a:lnTo>
                  <a:lnTo>
                    <a:pt x="886160" y="367674"/>
                  </a:lnTo>
                  <a:lnTo>
                    <a:pt x="886856" y="365643"/>
                  </a:lnTo>
                  <a:lnTo>
                    <a:pt x="887552" y="363613"/>
                  </a:lnTo>
                  <a:lnTo>
                    <a:pt x="888248" y="361581"/>
                  </a:lnTo>
                  <a:lnTo>
                    <a:pt x="888945" y="359550"/>
                  </a:lnTo>
                  <a:lnTo>
                    <a:pt x="889641" y="357231"/>
                  </a:lnTo>
                  <a:lnTo>
                    <a:pt x="890337" y="354913"/>
                  </a:lnTo>
                  <a:lnTo>
                    <a:pt x="891033" y="353394"/>
                  </a:lnTo>
                  <a:lnTo>
                    <a:pt x="891729" y="354699"/>
                  </a:lnTo>
                  <a:lnTo>
                    <a:pt x="892425" y="356143"/>
                  </a:lnTo>
                  <a:lnTo>
                    <a:pt x="893122" y="359667"/>
                  </a:lnTo>
                  <a:lnTo>
                    <a:pt x="893818" y="363095"/>
                  </a:lnTo>
                  <a:lnTo>
                    <a:pt x="894514" y="364761"/>
                  </a:lnTo>
                  <a:lnTo>
                    <a:pt x="895210" y="365064"/>
                  </a:lnTo>
                  <a:lnTo>
                    <a:pt x="895906" y="364323"/>
                  </a:lnTo>
                  <a:lnTo>
                    <a:pt x="896602" y="360962"/>
                  </a:lnTo>
                  <a:lnTo>
                    <a:pt x="897299" y="357888"/>
                  </a:lnTo>
                  <a:lnTo>
                    <a:pt x="897995" y="354813"/>
                  </a:lnTo>
                  <a:lnTo>
                    <a:pt x="898691" y="351739"/>
                  </a:lnTo>
                  <a:lnTo>
                    <a:pt x="899387" y="348084"/>
                  </a:lnTo>
                  <a:lnTo>
                    <a:pt x="900083" y="343711"/>
                  </a:lnTo>
                  <a:lnTo>
                    <a:pt x="900780" y="339337"/>
                  </a:lnTo>
                  <a:lnTo>
                    <a:pt x="901476" y="336155"/>
                  </a:lnTo>
                  <a:lnTo>
                    <a:pt x="902172" y="330884"/>
                  </a:lnTo>
                  <a:lnTo>
                    <a:pt x="902868" y="325901"/>
                  </a:lnTo>
                  <a:lnTo>
                    <a:pt x="903564" y="321099"/>
                  </a:lnTo>
                  <a:lnTo>
                    <a:pt x="904260" y="315555"/>
                  </a:lnTo>
                  <a:lnTo>
                    <a:pt x="904957" y="307853"/>
                  </a:lnTo>
                  <a:lnTo>
                    <a:pt x="905653" y="299060"/>
                  </a:lnTo>
                  <a:lnTo>
                    <a:pt x="906349" y="290683"/>
                  </a:lnTo>
                  <a:lnTo>
                    <a:pt x="907045" y="284294"/>
                  </a:lnTo>
                  <a:lnTo>
                    <a:pt x="907741" y="277466"/>
                  </a:lnTo>
                  <a:lnTo>
                    <a:pt x="908437" y="270638"/>
                  </a:lnTo>
                  <a:lnTo>
                    <a:pt x="909134" y="263811"/>
                  </a:lnTo>
                  <a:lnTo>
                    <a:pt x="909830" y="259153"/>
                  </a:lnTo>
                  <a:lnTo>
                    <a:pt x="910526" y="256120"/>
                  </a:lnTo>
                  <a:lnTo>
                    <a:pt x="911222" y="254635"/>
                  </a:lnTo>
                  <a:lnTo>
                    <a:pt x="911918" y="254809"/>
                  </a:lnTo>
                  <a:lnTo>
                    <a:pt x="912615" y="254528"/>
                  </a:lnTo>
                  <a:lnTo>
                    <a:pt x="913311" y="254247"/>
                  </a:lnTo>
                  <a:lnTo>
                    <a:pt x="914007" y="253370"/>
                  </a:lnTo>
                  <a:lnTo>
                    <a:pt x="914703" y="253272"/>
                  </a:lnTo>
                  <a:lnTo>
                    <a:pt x="915399" y="256016"/>
                  </a:lnTo>
                  <a:lnTo>
                    <a:pt x="916095" y="263006"/>
                  </a:lnTo>
                  <a:lnTo>
                    <a:pt x="916792" y="271063"/>
                  </a:lnTo>
                  <a:lnTo>
                    <a:pt x="917488" y="279422"/>
                  </a:lnTo>
                  <a:lnTo>
                    <a:pt x="918184" y="288930"/>
                  </a:lnTo>
                  <a:lnTo>
                    <a:pt x="918880" y="298438"/>
                  </a:lnTo>
                  <a:lnTo>
                    <a:pt x="919576" y="307945"/>
                  </a:lnTo>
                  <a:lnTo>
                    <a:pt x="920272" y="316708"/>
                  </a:lnTo>
                  <a:lnTo>
                    <a:pt x="920969" y="325022"/>
                  </a:lnTo>
                  <a:lnTo>
                    <a:pt x="921665" y="331893"/>
                  </a:lnTo>
                  <a:lnTo>
                    <a:pt x="922361" y="336557"/>
                  </a:lnTo>
                  <a:lnTo>
                    <a:pt x="923057" y="341221"/>
                  </a:lnTo>
                  <a:lnTo>
                    <a:pt x="923753" y="345597"/>
                  </a:lnTo>
                  <a:lnTo>
                    <a:pt x="924450" y="349973"/>
                  </a:lnTo>
                  <a:lnTo>
                    <a:pt x="925146" y="354637"/>
                  </a:lnTo>
                  <a:lnTo>
                    <a:pt x="925842" y="359300"/>
                  </a:lnTo>
                  <a:lnTo>
                    <a:pt x="926538" y="363419"/>
                  </a:lnTo>
                  <a:lnTo>
                    <a:pt x="927234" y="366233"/>
                  </a:lnTo>
                  <a:lnTo>
                    <a:pt x="927930" y="368606"/>
                  </a:lnTo>
                  <a:lnTo>
                    <a:pt x="928627" y="368606"/>
                  </a:lnTo>
                  <a:lnTo>
                    <a:pt x="929323" y="368606"/>
                  </a:lnTo>
                  <a:lnTo>
                    <a:pt x="930019" y="368726"/>
                  </a:lnTo>
                  <a:lnTo>
                    <a:pt x="930715" y="370511"/>
                  </a:lnTo>
                  <a:lnTo>
                    <a:pt x="931411" y="373039"/>
                  </a:lnTo>
                  <a:lnTo>
                    <a:pt x="932107" y="378184"/>
                  </a:lnTo>
                  <a:lnTo>
                    <a:pt x="932804" y="383044"/>
                  </a:lnTo>
                  <a:lnTo>
                    <a:pt x="933500" y="387903"/>
                  </a:lnTo>
                  <a:lnTo>
                    <a:pt x="934196" y="392763"/>
                  </a:lnTo>
                  <a:lnTo>
                    <a:pt x="934892" y="398203"/>
                  </a:lnTo>
                  <a:lnTo>
                    <a:pt x="935588" y="404378"/>
                  </a:lnTo>
                  <a:lnTo>
                    <a:pt x="936284" y="410840"/>
                  </a:lnTo>
                  <a:lnTo>
                    <a:pt x="936981" y="415823"/>
                  </a:lnTo>
                  <a:lnTo>
                    <a:pt x="937677" y="420807"/>
                  </a:lnTo>
                  <a:lnTo>
                    <a:pt x="938373" y="425790"/>
                  </a:lnTo>
                  <a:lnTo>
                    <a:pt x="939069" y="430773"/>
                  </a:lnTo>
                  <a:lnTo>
                    <a:pt x="939765" y="436786"/>
                  </a:lnTo>
                  <a:lnTo>
                    <a:pt x="940462" y="444956"/>
                  </a:lnTo>
                  <a:lnTo>
                    <a:pt x="941158" y="454218"/>
                  </a:lnTo>
                  <a:lnTo>
                    <a:pt x="941854" y="462945"/>
                  </a:lnTo>
                  <a:lnTo>
                    <a:pt x="942550" y="468019"/>
                  </a:lnTo>
                  <a:lnTo>
                    <a:pt x="943246" y="473530"/>
                  </a:lnTo>
                  <a:lnTo>
                    <a:pt x="943942" y="479042"/>
                  </a:lnTo>
                  <a:lnTo>
                    <a:pt x="944639" y="484846"/>
                  </a:lnTo>
                  <a:lnTo>
                    <a:pt x="945335" y="490158"/>
                  </a:lnTo>
                  <a:lnTo>
                    <a:pt x="946031" y="494513"/>
                  </a:lnTo>
                  <a:lnTo>
                    <a:pt x="946727" y="498575"/>
                  </a:lnTo>
                  <a:lnTo>
                    <a:pt x="947423" y="503252"/>
                  </a:lnTo>
                  <a:lnTo>
                    <a:pt x="948119" y="508384"/>
                  </a:lnTo>
                  <a:lnTo>
                    <a:pt x="948816" y="511774"/>
                  </a:lnTo>
                  <a:lnTo>
                    <a:pt x="949512" y="515472"/>
                  </a:lnTo>
                  <a:lnTo>
                    <a:pt x="950208" y="518086"/>
                  </a:lnTo>
                  <a:lnTo>
                    <a:pt x="950904" y="517858"/>
                  </a:lnTo>
                  <a:lnTo>
                    <a:pt x="951600" y="513770"/>
                  </a:lnTo>
                  <a:lnTo>
                    <a:pt x="952297" y="509682"/>
                  </a:lnTo>
                  <a:lnTo>
                    <a:pt x="952993" y="505404"/>
                  </a:lnTo>
                  <a:lnTo>
                    <a:pt x="953689" y="500740"/>
                  </a:lnTo>
                  <a:lnTo>
                    <a:pt x="954385" y="496077"/>
                  </a:lnTo>
                  <a:lnTo>
                    <a:pt x="955081" y="491232"/>
                  </a:lnTo>
                  <a:lnTo>
                    <a:pt x="955777" y="486131"/>
                  </a:lnTo>
                  <a:lnTo>
                    <a:pt x="956474" y="481030"/>
                  </a:lnTo>
                  <a:lnTo>
                    <a:pt x="957170" y="476185"/>
                  </a:lnTo>
                  <a:lnTo>
                    <a:pt x="957866" y="471521"/>
                  </a:lnTo>
                  <a:lnTo>
                    <a:pt x="958562" y="467145"/>
                  </a:lnTo>
                  <a:lnTo>
                    <a:pt x="959258" y="465022"/>
                  </a:lnTo>
                  <a:lnTo>
                    <a:pt x="959954" y="463950"/>
                  </a:lnTo>
                  <a:lnTo>
                    <a:pt x="960651" y="460882"/>
                  </a:lnTo>
                  <a:lnTo>
                    <a:pt x="961347" y="457814"/>
                  </a:lnTo>
                  <a:lnTo>
                    <a:pt x="962043" y="455105"/>
                  </a:lnTo>
                  <a:lnTo>
                    <a:pt x="962739" y="450415"/>
                  </a:lnTo>
                  <a:lnTo>
                    <a:pt x="963435" y="447586"/>
                  </a:lnTo>
                  <a:lnTo>
                    <a:pt x="964131" y="445133"/>
                  </a:lnTo>
                  <a:lnTo>
                    <a:pt x="964828" y="441699"/>
                  </a:lnTo>
                  <a:lnTo>
                    <a:pt x="965524" y="435400"/>
                  </a:lnTo>
                  <a:lnTo>
                    <a:pt x="966220" y="428094"/>
                  </a:lnTo>
                  <a:lnTo>
                    <a:pt x="966916" y="421703"/>
                  </a:lnTo>
                  <a:lnTo>
                    <a:pt x="967612" y="414830"/>
                  </a:lnTo>
                  <a:lnTo>
                    <a:pt x="968309" y="406408"/>
                  </a:lnTo>
                  <a:lnTo>
                    <a:pt x="969005" y="397986"/>
                  </a:lnTo>
                  <a:lnTo>
                    <a:pt x="969701" y="389565"/>
                  </a:lnTo>
                  <a:lnTo>
                    <a:pt x="970397" y="380907"/>
                  </a:lnTo>
                  <a:lnTo>
                    <a:pt x="971093" y="372318"/>
                  </a:lnTo>
                  <a:lnTo>
                    <a:pt x="971789" y="363980"/>
                  </a:lnTo>
                  <a:lnTo>
                    <a:pt x="972486" y="356527"/>
                  </a:lnTo>
                  <a:lnTo>
                    <a:pt x="973182" y="350300"/>
                  </a:lnTo>
                  <a:lnTo>
                    <a:pt x="973878" y="343885"/>
                  </a:lnTo>
                  <a:lnTo>
                    <a:pt x="974574" y="338215"/>
                  </a:lnTo>
                  <a:lnTo>
                    <a:pt x="975270" y="332972"/>
                  </a:lnTo>
                  <a:lnTo>
                    <a:pt x="975966" y="329429"/>
                  </a:lnTo>
                  <a:lnTo>
                    <a:pt x="976663" y="324806"/>
                  </a:lnTo>
                  <a:lnTo>
                    <a:pt x="977359" y="319695"/>
                  </a:lnTo>
                  <a:lnTo>
                    <a:pt x="978055" y="316116"/>
                  </a:lnTo>
                  <a:lnTo>
                    <a:pt x="978751" y="314574"/>
                  </a:lnTo>
                  <a:lnTo>
                    <a:pt x="979447" y="312392"/>
                  </a:lnTo>
                  <a:lnTo>
                    <a:pt x="980144" y="311357"/>
                  </a:lnTo>
                  <a:lnTo>
                    <a:pt x="980840" y="308983"/>
                  </a:lnTo>
                  <a:lnTo>
                    <a:pt x="981536" y="308801"/>
                  </a:lnTo>
                  <a:lnTo>
                    <a:pt x="982232" y="309680"/>
                  </a:lnTo>
                  <a:lnTo>
                    <a:pt x="982928" y="310600"/>
                  </a:lnTo>
                  <a:lnTo>
                    <a:pt x="983624" y="310578"/>
                  </a:lnTo>
                  <a:lnTo>
                    <a:pt x="984321" y="311270"/>
                  </a:lnTo>
                  <a:lnTo>
                    <a:pt x="985017" y="312502"/>
                  </a:lnTo>
                  <a:lnTo>
                    <a:pt x="985713" y="312525"/>
                  </a:lnTo>
                  <a:lnTo>
                    <a:pt x="986409" y="311658"/>
                  </a:lnTo>
                  <a:lnTo>
                    <a:pt x="987105" y="311454"/>
                  </a:lnTo>
                  <a:lnTo>
                    <a:pt x="987801" y="310962"/>
                  </a:lnTo>
                  <a:lnTo>
                    <a:pt x="988498" y="311045"/>
                  </a:lnTo>
                  <a:lnTo>
                    <a:pt x="989194" y="311976"/>
                  </a:lnTo>
                  <a:lnTo>
                    <a:pt x="989890" y="311486"/>
                  </a:lnTo>
                  <a:lnTo>
                    <a:pt x="990586" y="310620"/>
                  </a:lnTo>
                  <a:lnTo>
                    <a:pt x="991282" y="308993"/>
                  </a:lnTo>
                  <a:lnTo>
                    <a:pt x="991978" y="306730"/>
                  </a:lnTo>
                  <a:lnTo>
                    <a:pt x="992675" y="302304"/>
                  </a:lnTo>
                  <a:lnTo>
                    <a:pt x="993371" y="297436"/>
                  </a:lnTo>
                  <a:lnTo>
                    <a:pt x="994067" y="290696"/>
                  </a:lnTo>
                  <a:lnTo>
                    <a:pt x="994763" y="281457"/>
                  </a:lnTo>
                  <a:lnTo>
                    <a:pt x="995459" y="271498"/>
                  </a:lnTo>
                  <a:lnTo>
                    <a:pt x="996156" y="264249"/>
                  </a:lnTo>
                  <a:lnTo>
                    <a:pt x="996852" y="255580"/>
                  </a:lnTo>
                  <a:lnTo>
                    <a:pt x="997548" y="246117"/>
                  </a:lnTo>
                  <a:lnTo>
                    <a:pt x="998244" y="237319"/>
                  </a:lnTo>
                  <a:lnTo>
                    <a:pt x="998940" y="225759"/>
                  </a:lnTo>
                  <a:lnTo>
                    <a:pt x="999636" y="213485"/>
                  </a:lnTo>
                  <a:lnTo>
                    <a:pt x="1000333" y="202342"/>
                  </a:lnTo>
                  <a:lnTo>
                    <a:pt x="1001029" y="194175"/>
                  </a:lnTo>
                  <a:lnTo>
                    <a:pt x="1001725" y="186447"/>
                  </a:lnTo>
                  <a:lnTo>
                    <a:pt x="1002421" y="177804"/>
                  </a:lnTo>
                  <a:lnTo>
                    <a:pt x="1003117" y="169844"/>
                  </a:lnTo>
                  <a:lnTo>
                    <a:pt x="1003813" y="164859"/>
                  </a:lnTo>
                  <a:lnTo>
                    <a:pt x="1004510" y="158538"/>
                  </a:lnTo>
                  <a:lnTo>
                    <a:pt x="1005206" y="153593"/>
                  </a:lnTo>
                  <a:lnTo>
                    <a:pt x="1005902" y="149466"/>
                  </a:lnTo>
                  <a:lnTo>
                    <a:pt x="1006598" y="145041"/>
                  </a:lnTo>
                  <a:lnTo>
                    <a:pt x="1007294" y="141739"/>
                  </a:lnTo>
                  <a:lnTo>
                    <a:pt x="1007991" y="136967"/>
                  </a:lnTo>
                  <a:lnTo>
                    <a:pt x="1008687" y="132930"/>
                  </a:lnTo>
                  <a:lnTo>
                    <a:pt x="1009383" y="129463"/>
                  </a:lnTo>
                  <a:lnTo>
                    <a:pt x="1010079" y="125528"/>
                  </a:lnTo>
                  <a:lnTo>
                    <a:pt x="1010775" y="121731"/>
                  </a:lnTo>
                  <a:lnTo>
                    <a:pt x="1011471" y="115453"/>
                  </a:lnTo>
                  <a:lnTo>
                    <a:pt x="1012168" y="110185"/>
                  </a:lnTo>
                  <a:lnTo>
                    <a:pt x="1012864" y="105027"/>
                  </a:lnTo>
                  <a:lnTo>
                    <a:pt x="1013560" y="100321"/>
                  </a:lnTo>
                  <a:lnTo>
                    <a:pt x="1014256" y="93855"/>
                  </a:lnTo>
                  <a:lnTo>
                    <a:pt x="1014952" y="89494"/>
                  </a:lnTo>
                  <a:lnTo>
                    <a:pt x="1015648" y="84252"/>
                  </a:lnTo>
                  <a:lnTo>
                    <a:pt x="1016345" y="80348"/>
                  </a:lnTo>
                  <a:lnTo>
                    <a:pt x="1017041" y="73584"/>
                  </a:lnTo>
                  <a:lnTo>
                    <a:pt x="1017737" y="65270"/>
                  </a:lnTo>
                  <a:lnTo>
                    <a:pt x="1018433" y="56307"/>
                  </a:lnTo>
                  <a:lnTo>
                    <a:pt x="1019129" y="48606"/>
                  </a:lnTo>
                  <a:lnTo>
                    <a:pt x="1019826" y="43370"/>
                  </a:lnTo>
                  <a:lnTo>
                    <a:pt x="1020522" y="37898"/>
                  </a:lnTo>
                  <a:lnTo>
                    <a:pt x="1021218" y="34220"/>
                  </a:lnTo>
                  <a:lnTo>
                    <a:pt x="1021914" y="31274"/>
                  </a:lnTo>
                  <a:lnTo>
                    <a:pt x="1022610" y="28079"/>
                  </a:lnTo>
                  <a:lnTo>
                    <a:pt x="1023306" y="22832"/>
                  </a:lnTo>
                  <a:lnTo>
                    <a:pt x="1024003" y="16484"/>
                  </a:lnTo>
                  <a:lnTo>
                    <a:pt x="1024699" y="10526"/>
                  </a:lnTo>
                  <a:lnTo>
                    <a:pt x="1025395" y="5988"/>
                  </a:lnTo>
                  <a:lnTo>
                    <a:pt x="1026091" y="3079"/>
                  </a:lnTo>
                  <a:lnTo>
                    <a:pt x="1026787" y="930"/>
                  </a:lnTo>
                  <a:lnTo>
                    <a:pt x="1027483" y="0"/>
                  </a:lnTo>
                  <a:lnTo>
                    <a:pt x="1028180" y="2549"/>
                  </a:lnTo>
                  <a:lnTo>
                    <a:pt x="1028876" y="6733"/>
                  </a:lnTo>
                  <a:lnTo>
                    <a:pt x="1029572" y="10990"/>
                  </a:lnTo>
                  <a:lnTo>
                    <a:pt x="1030268" y="14596"/>
                  </a:lnTo>
                  <a:lnTo>
                    <a:pt x="1030964" y="17517"/>
                  </a:lnTo>
                  <a:lnTo>
                    <a:pt x="1031660" y="19998"/>
                  </a:lnTo>
                  <a:lnTo>
                    <a:pt x="1032357" y="24864"/>
                  </a:lnTo>
                  <a:lnTo>
                    <a:pt x="1033053" y="30418"/>
                  </a:lnTo>
                  <a:lnTo>
                    <a:pt x="1033749" y="40214"/>
                  </a:lnTo>
                  <a:lnTo>
                    <a:pt x="1034445" y="51502"/>
                  </a:lnTo>
                  <a:lnTo>
                    <a:pt x="1035141" y="62561"/>
                  </a:lnTo>
                  <a:lnTo>
                    <a:pt x="1035838" y="73470"/>
                  </a:lnTo>
                  <a:lnTo>
                    <a:pt x="1036534" y="83075"/>
                  </a:lnTo>
                  <a:lnTo>
                    <a:pt x="1037230" y="93250"/>
                  </a:lnTo>
                  <a:lnTo>
                    <a:pt x="1037926" y="103008"/>
                  </a:lnTo>
                  <a:lnTo>
                    <a:pt x="1038622" y="111378"/>
                  </a:lnTo>
                  <a:lnTo>
                    <a:pt x="1039318" y="118322"/>
                  </a:lnTo>
                  <a:lnTo>
                    <a:pt x="1040015" y="127544"/>
                  </a:lnTo>
                  <a:lnTo>
                    <a:pt x="1040711" y="136051"/>
                  </a:lnTo>
                  <a:lnTo>
                    <a:pt x="1041407" y="144553"/>
                  </a:lnTo>
                  <a:lnTo>
                    <a:pt x="1042103" y="153478"/>
                  </a:lnTo>
                  <a:lnTo>
                    <a:pt x="1042799" y="160455"/>
                  </a:lnTo>
                  <a:lnTo>
                    <a:pt x="1043495" y="168304"/>
                  </a:lnTo>
                  <a:lnTo>
                    <a:pt x="1044192" y="174192"/>
                  </a:lnTo>
                  <a:lnTo>
                    <a:pt x="1044888" y="177992"/>
                  </a:lnTo>
                  <a:lnTo>
                    <a:pt x="1045584" y="181429"/>
                  </a:lnTo>
                  <a:lnTo>
                    <a:pt x="1046280" y="183846"/>
                  </a:lnTo>
                  <a:lnTo>
                    <a:pt x="1046976" y="185609"/>
                  </a:lnTo>
                  <a:lnTo>
                    <a:pt x="1047673" y="187443"/>
                  </a:lnTo>
                  <a:lnTo>
                    <a:pt x="1048369" y="190159"/>
                  </a:lnTo>
                  <a:lnTo>
                    <a:pt x="1049065" y="193775"/>
                  </a:lnTo>
                  <a:lnTo>
                    <a:pt x="1049761" y="197112"/>
                  </a:lnTo>
                  <a:lnTo>
                    <a:pt x="1050457" y="199855"/>
                  </a:lnTo>
                  <a:lnTo>
                    <a:pt x="1051153" y="203249"/>
                  </a:lnTo>
                  <a:lnTo>
                    <a:pt x="1051850" y="206898"/>
                  </a:lnTo>
                  <a:lnTo>
                    <a:pt x="1052546" y="212270"/>
                  </a:lnTo>
                  <a:lnTo>
                    <a:pt x="1053242" y="217145"/>
                  </a:lnTo>
                  <a:lnTo>
                    <a:pt x="1053938" y="222730"/>
                  </a:lnTo>
                  <a:lnTo>
                    <a:pt x="1054634" y="228569"/>
                  </a:lnTo>
                  <a:lnTo>
                    <a:pt x="1055330" y="234669"/>
                  </a:lnTo>
                  <a:lnTo>
                    <a:pt x="1056027" y="241418"/>
                  </a:lnTo>
                  <a:lnTo>
                    <a:pt x="1056723" y="246534"/>
                  </a:lnTo>
                  <a:lnTo>
                    <a:pt x="1057419" y="252224"/>
                  </a:lnTo>
                  <a:lnTo>
                    <a:pt x="1058115" y="256158"/>
                  </a:lnTo>
                  <a:lnTo>
                    <a:pt x="1058811" y="261282"/>
                  </a:lnTo>
                  <a:lnTo>
                    <a:pt x="1059507" y="266236"/>
                  </a:lnTo>
                  <a:lnTo>
                    <a:pt x="1060204" y="269775"/>
                  </a:lnTo>
                  <a:lnTo>
                    <a:pt x="1060900" y="273314"/>
                  </a:lnTo>
                  <a:lnTo>
                    <a:pt x="1061596" y="275782"/>
                  </a:lnTo>
                  <a:lnTo>
                    <a:pt x="1062292" y="278251"/>
                  </a:lnTo>
                  <a:lnTo>
                    <a:pt x="1062988" y="278993"/>
                  </a:lnTo>
                  <a:lnTo>
                    <a:pt x="1063685" y="278908"/>
                  </a:lnTo>
                  <a:lnTo>
                    <a:pt x="1064381" y="277534"/>
                  </a:lnTo>
                  <a:lnTo>
                    <a:pt x="1065077" y="277095"/>
                  </a:lnTo>
                  <a:lnTo>
                    <a:pt x="1065773" y="278145"/>
                  </a:lnTo>
                  <a:lnTo>
                    <a:pt x="1066469" y="277307"/>
                  </a:lnTo>
                  <a:lnTo>
                    <a:pt x="1067165" y="278339"/>
                  </a:lnTo>
                  <a:lnTo>
                    <a:pt x="1067862" y="279361"/>
                  </a:lnTo>
                  <a:lnTo>
                    <a:pt x="1068558" y="281153"/>
                  </a:lnTo>
                  <a:lnTo>
                    <a:pt x="1069254" y="281177"/>
                  </a:lnTo>
                  <a:lnTo>
                    <a:pt x="1069950" y="281658"/>
                  </a:lnTo>
                  <a:lnTo>
                    <a:pt x="1070646" y="283450"/>
                  </a:lnTo>
                  <a:lnTo>
                    <a:pt x="1071342" y="284666"/>
                  </a:lnTo>
                  <a:lnTo>
                    <a:pt x="1072039" y="287072"/>
                  </a:lnTo>
                  <a:lnTo>
                    <a:pt x="1072735" y="289479"/>
                  </a:lnTo>
                  <a:lnTo>
                    <a:pt x="1073431" y="292302"/>
                  </a:lnTo>
                  <a:lnTo>
                    <a:pt x="1074127" y="296992"/>
                  </a:lnTo>
                  <a:lnTo>
                    <a:pt x="1074823" y="302418"/>
                  </a:lnTo>
                  <a:lnTo>
                    <a:pt x="1075520" y="306446"/>
                  </a:lnTo>
                  <a:lnTo>
                    <a:pt x="1076216" y="309961"/>
                  </a:lnTo>
                  <a:lnTo>
                    <a:pt x="1076912" y="315097"/>
                  </a:lnTo>
                  <a:lnTo>
                    <a:pt x="1077608" y="319729"/>
                  </a:lnTo>
                  <a:lnTo>
                    <a:pt x="1078304" y="324393"/>
                  </a:lnTo>
                  <a:lnTo>
                    <a:pt x="1079000" y="328769"/>
                  </a:lnTo>
                  <a:lnTo>
                    <a:pt x="1079697" y="333432"/>
                  </a:lnTo>
                  <a:lnTo>
                    <a:pt x="1080393" y="340059"/>
                  </a:lnTo>
                  <a:lnTo>
                    <a:pt x="1081089" y="346770"/>
                  </a:lnTo>
                  <a:lnTo>
                    <a:pt x="1081785" y="353648"/>
                  </a:lnTo>
                  <a:lnTo>
                    <a:pt x="1082481" y="361962"/>
                  </a:lnTo>
                  <a:lnTo>
                    <a:pt x="1083177" y="370276"/>
                  </a:lnTo>
                  <a:lnTo>
                    <a:pt x="1083874" y="378508"/>
                  </a:lnTo>
                  <a:lnTo>
                    <a:pt x="1084570" y="385219"/>
                  </a:lnTo>
                  <a:lnTo>
                    <a:pt x="1085266" y="392234"/>
                  </a:lnTo>
                  <a:lnTo>
                    <a:pt x="1085962" y="396783"/>
                  </a:lnTo>
                  <a:lnTo>
                    <a:pt x="1086658" y="400737"/>
                  </a:lnTo>
                  <a:lnTo>
                    <a:pt x="1087355" y="403820"/>
                  </a:lnTo>
                  <a:lnTo>
                    <a:pt x="1088051" y="405850"/>
                  </a:lnTo>
                  <a:lnTo>
                    <a:pt x="1088747" y="409773"/>
                  </a:lnTo>
                  <a:lnTo>
                    <a:pt x="1089443" y="413596"/>
                  </a:lnTo>
                  <a:lnTo>
                    <a:pt x="1090139" y="416842"/>
                  </a:lnTo>
                  <a:lnTo>
                    <a:pt x="1090835" y="418392"/>
                  </a:lnTo>
                  <a:lnTo>
                    <a:pt x="1091532" y="417828"/>
                  </a:lnTo>
                  <a:lnTo>
                    <a:pt x="1092228" y="418035"/>
                  </a:lnTo>
                  <a:lnTo>
                    <a:pt x="1092924" y="417824"/>
                  </a:lnTo>
                  <a:lnTo>
                    <a:pt x="1093620" y="419214"/>
                  </a:lnTo>
                  <a:lnTo>
                    <a:pt x="1094316" y="421463"/>
                  </a:lnTo>
                  <a:lnTo>
                    <a:pt x="1095012" y="425175"/>
                  </a:lnTo>
                  <a:lnTo>
                    <a:pt x="1095709" y="429451"/>
                  </a:lnTo>
                  <a:lnTo>
                    <a:pt x="1096405" y="435181"/>
                  </a:lnTo>
                  <a:lnTo>
                    <a:pt x="1097101" y="440296"/>
                  </a:lnTo>
                  <a:lnTo>
                    <a:pt x="1097797" y="445411"/>
                  </a:lnTo>
                  <a:lnTo>
                    <a:pt x="1098493" y="451671"/>
                  </a:lnTo>
                  <a:lnTo>
                    <a:pt x="1099189" y="456983"/>
                  </a:lnTo>
                  <a:lnTo>
                    <a:pt x="1099886" y="461919"/>
                  </a:lnTo>
                  <a:lnTo>
                    <a:pt x="1100582" y="467430"/>
                  </a:lnTo>
                  <a:lnTo>
                    <a:pt x="1101278" y="471803"/>
                  </a:lnTo>
                  <a:lnTo>
                    <a:pt x="1101974" y="478311"/>
                  </a:lnTo>
                  <a:lnTo>
                    <a:pt x="1102670" y="483027"/>
                  </a:lnTo>
                  <a:lnTo>
                    <a:pt x="1103367" y="486786"/>
                  </a:lnTo>
                  <a:lnTo>
                    <a:pt x="1104063" y="487661"/>
                  </a:lnTo>
                  <a:lnTo>
                    <a:pt x="1104759" y="485332"/>
                  </a:lnTo>
                  <a:lnTo>
                    <a:pt x="1105455" y="481496"/>
                  </a:lnTo>
                  <a:lnTo>
                    <a:pt x="1106151" y="475287"/>
                  </a:lnTo>
                  <a:lnTo>
                    <a:pt x="1106847" y="468940"/>
                  </a:lnTo>
                  <a:lnTo>
                    <a:pt x="1107544" y="461886"/>
                  </a:lnTo>
                  <a:lnTo>
                    <a:pt x="1108240" y="455119"/>
                  </a:lnTo>
                  <a:lnTo>
                    <a:pt x="1108936" y="448352"/>
                  </a:lnTo>
                  <a:lnTo>
                    <a:pt x="1109632" y="440631"/>
                  </a:lnTo>
                  <a:lnTo>
                    <a:pt x="1110328" y="431124"/>
                  </a:lnTo>
                  <a:lnTo>
                    <a:pt x="1111024" y="422074"/>
                  </a:lnTo>
                  <a:lnTo>
                    <a:pt x="1111721" y="413452"/>
                  </a:lnTo>
                  <a:lnTo>
                    <a:pt x="1112417" y="403362"/>
                  </a:lnTo>
                  <a:lnTo>
                    <a:pt x="1113113" y="392819"/>
                  </a:lnTo>
                  <a:lnTo>
                    <a:pt x="1113809" y="382531"/>
                  </a:lnTo>
                  <a:lnTo>
                    <a:pt x="1114505" y="372787"/>
                  </a:lnTo>
                  <a:lnTo>
                    <a:pt x="1115202" y="363853"/>
                  </a:lnTo>
                  <a:lnTo>
                    <a:pt x="1115898" y="353224"/>
                  </a:lnTo>
                  <a:lnTo>
                    <a:pt x="1116594" y="343606"/>
                  </a:lnTo>
                  <a:lnTo>
                    <a:pt x="1117290" y="333346"/>
                  </a:lnTo>
                  <a:lnTo>
                    <a:pt x="1117986" y="323854"/>
                  </a:lnTo>
                  <a:lnTo>
                    <a:pt x="1118682" y="314363"/>
                  </a:lnTo>
                  <a:lnTo>
                    <a:pt x="1119379" y="304568"/>
                  </a:lnTo>
                  <a:lnTo>
                    <a:pt x="1120075" y="295332"/>
                  </a:lnTo>
                  <a:lnTo>
                    <a:pt x="1120771" y="286866"/>
                  </a:lnTo>
                  <a:lnTo>
                    <a:pt x="1121467" y="279282"/>
                  </a:lnTo>
                  <a:lnTo>
                    <a:pt x="1122163" y="271471"/>
                  </a:lnTo>
                  <a:lnTo>
                    <a:pt x="1122859" y="263482"/>
                  </a:lnTo>
                  <a:lnTo>
                    <a:pt x="1123556" y="256474"/>
                  </a:lnTo>
                  <a:lnTo>
                    <a:pt x="1124252" y="249421"/>
                  </a:lnTo>
                  <a:lnTo>
                    <a:pt x="1124948" y="242948"/>
                  </a:lnTo>
                  <a:lnTo>
                    <a:pt x="1125644" y="236788"/>
                  </a:lnTo>
                  <a:lnTo>
                    <a:pt x="1126340" y="232223"/>
                  </a:lnTo>
                  <a:lnTo>
                    <a:pt x="1127036" y="229850"/>
                  </a:lnTo>
                  <a:lnTo>
                    <a:pt x="1127733" y="229383"/>
                  </a:lnTo>
                  <a:lnTo>
                    <a:pt x="1128429" y="229382"/>
                  </a:lnTo>
                  <a:lnTo>
                    <a:pt x="1129125" y="229382"/>
                  </a:lnTo>
                  <a:lnTo>
                    <a:pt x="1129821" y="229382"/>
                  </a:lnTo>
                  <a:lnTo>
                    <a:pt x="1130517" y="225738"/>
                  </a:lnTo>
                  <a:lnTo>
                    <a:pt x="1131214" y="220338"/>
                  </a:lnTo>
                  <a:lnTo>
                    <a:pt x="1131910" y="214913"/>
                  </a:lnTo>
                  <a:lnTo>
                    <a:pt x="1132606" y="209718"/>
                  </a:lnTo>
                  <a:lnTo>
                    <a:pt x="1133302" y="206094"/>
                  </a:lnTo>
                  <a:lnTo>
                    <a:pt x="1133998" y="201284"/>
                  </a:lnTo>
                  <a:lnTo>
                    <a:pt x="1134694" y="196929"/>
                  </a:lnTo>
                  <a:lnTo>
                    <a:pt x="1135391" y="192867"/>
                  </a:lnTo>
                  <a:lnTo>
                    <a:pt x="1136087" y="188282"/>
                  </a:lnTo>
                  <a:lnTo>
                    <a:pt x="1136783" y="184184"/>
                  </a:lnTo>
                  <a:lnTo>
                    <a:pt x="1137479" y="179580"/>
                  </a:lnTo>
                  <a:lnTo>
                    <a:pt x="1138175" y="173625"/>
                  </a:lnTo>
                  <a:lnTo>
                    <a:pt x="1138871" y="167669"/>
                  </a:lnTo>
                  <a:lnTo>
                    <a:pt x="1139568" y="163320"/>
                  </a:lnTo>
                  <a:lnTo>
                    <a:pt x="1140264" y="161273"/>
                  </a:lnTo>
                  <a:lnTo>
                    <a:pt x="1140960" y="160869"/>
                  </a:lnTo>
                  <a:lnTo>
                    <a:pt x="1141656" y="161049"/>
                  </a:lnTo>
                  <a:lnTo>
                    <a:pt x="1142352" y="159158"/>
                  </a:lnTo>
                  <a:lnTo>
                    <a:pt x="1143049" y="156752"/>
                  </a:lnTo>
                  <a:lnTo>
                    <a:pt x="1143745" y="154213"/>
                  </a:lnTo>
                  <a:lnTo>
                    <a:pt x="1144441" y="152468"/>
                  </a:lnTo>
                  <a:lnTo>
                    <a:pt x="1145137" y="150728"/>
                  </a:lnTo>
                  <a:lnTo>
                    <a:pt x="1145833" y="149833"/>
                  </a:lnTo>
                  <a:lnTo>
                    <a:pt x="1146529" y="148244"/>
                  </a:lnTo>
                  <a:lnTo>
                    <a:pt x="1147226" y="145214"/>
                  </a:lnTo>
                  <a:lnTo>
                    <a:pt x="1147922" y="141890"/>
                  </a:lnTo>
                  <a:lnTo>
                    <a:pt x="1148618" y="139548"/>
                  </a:lnTo>
                  <a:lnTo>
                    <a:pt x="1149314" y="137003"/>
                  </a:lnTo>
                  <a:lnTo>
                    <a:pt x="1150010" y="134615"/>
                  </a:lnTo>
                  <a:lnTo>
                    <a:pt x="1150706" y="131130"/>
                  </a:lnTo>
                  <a:lnTo>
                    <a:pt x="1151403" y="129565"/>
                  </a:lnTo>
                  <a:lnTo>
                    <a:pt x="1152099" y="129035"/>
                  </a:lnTo>
                  <a:lnTo>
                    <a:pt x="1152795" y="131977"/>
                  </a:lnTo>
                  <a:lnTo>
                    <a:pt x="1153491" y="135214"/>
                  </a:lnTo>
                  <a:lnTo>
                    <a:pt x="1154187" y="137988"/>
                  </a:lnTo>
                  <a:lnTo>
                    <a:pt x="1154884" y="140761"/>
                  </a:lnTo>
                  <a:lnTo>
                    <a:pt x="1155580" y="143663"/>
                  </a:lnTo>
                  <a:lnTo>
                    <a:pt x="1156276" y="146710"/>
                  </a:lnTo>
                  <a:lnTo>
                    <a:pt x="1156972" y="151711"/>
                  </a:lnTo>
                  <a:lnTo>
                    <a:pt x="1157668" y="156421"/>
                  </a:lnTo>
                  <a:lnTo>
                    <a:pt x="1158364" y="162379"/>
                  </a:lnTo>
                  <a:lnTo>
                    <a:pt x="1159061" y="167355"/>
                  </a:lnTo>
                  <a:lnTo>
                    <a:pt x="1159757" y="172148"/>
                  </a:lnTo>
                  <a:lnTo>
                    <a:pt x="1160453" y="176698"/>
                  </a:lnTo>
                  <a:lnTo>
                    <a:pt x="1161149" y="180934"/>
                  </a:lnTo>
                  <a:lnTo>
                    <a:pt x="1161845" y="183576"/>
                  </a:lnTo>
                  <a:lnTo>
                    <a:pt x="1162541" y="183701"/>
                  </a:lnTo>
                  <a:lnTo>
                    <a:pt x="1163238" y="182806"/>
                  </a:lnTo>
                  <a:lnTo>
                    <a:pt x="1163934" y="181442"/>
                  </a:lnTo>
                  <a:lnTo>
                    <a:pt x="1164630" y="180372"/>
                  </a:lnTo>
                  <a:lnTo>
                    <a:pt x="1165326" y="179301"/>
                  </a:lnTo>
                  <a:lnTo>
                    <a:pt x="1166022" y="181006"/>
                  </a:lnTo>
                  <a:lnTo>
                    <a:pt x="1166718" y="184162"/>
                  </a:lnTo>
                  <a:lnTo>
                    <a:pt x="1167415" y="186081"/>
                  </a:lnTo>
                  <a:lnTo>
                    <a:pt x="1168111" y="190528"/>
                  </a:lnTo>
                  <a:lnTo>
                    <a:pt x="1168807" y="192992"/>
                  </a:lnTo>
                  <a:lnTo>
                    <a:pt x="1169503" y="195024"/>
                  </a:lnTo>
                  <a:lnTo>
                    <a:pt x="1170199" y="197054"/>
                  </a:lnTo>
                  <a:lnTo>
                    <a:pt x="1170896" y="199085"/>
                  </a:lnTo>
                  <a:lnTo>
                    <a:pt x="1171592" y="201640"/>
                  </a:lnTo>
                  <a:lnTo>
                    <a:pt x="1172288" y="204544"/>
                  </a:lnTo>
                  <a:lnTo>
                    <a:pt x="1172984" y="210089"/>
                  </a:lnTo>
                  <a:lnTo>
                    <a:pt x="1173680" y="216045"/>
                  </a:lnTo>
                  <a:lnTo>
                    <a:pt x="1174376" y="222000"/>
                  </a:lnTo>
                  <a:lnTo>
                    <a:pt x="1175073" y="227956"/>
                  </a:lnTo>
                  <a:lnTo>
                    <a:pt x="1175769" y="233912"/>
                  </a:lnTo>
                  <a:lnTo>
                    <a:pt x="1176465" y="238681"/>
                  </a:lnTo>
                  <a:lnTo>
                    <a:pt x="1177161" y="244803"/>
                  </a:lnTo>
                  <a:lnTo>
                    <a:pt x="1177857" y="253708"/>
                  </a:lnTo>
                  <a:lnTo>
                    <a:pt x="1178553" y="263836"/>
                  </a:lnTo>
                  <a:lnTo>
                    <a:pt x="1179250" y="274211"/>
                  </a:lnTo>
                  <a:lnTo>
                    <a:pt x="1179946" y="285736"/>
                  </a:lnTo>
                  <a:lnTo>
                    <a:pt x="1180642" y="297530"/>
                  </a:lnTo>
                  <a:lnTo>
                    <a:pt x="1181338" y="309528"/>
                  </a:lnTo>
                  <a:lnTo>
                    <a:pt x="1182034" y="322220"/>
                  </a:lnTo>
                  <a:lnTo>
                    <a:pt x="1182731" y="335776"/>
                  </a:lnTo>
                  <a:lnTo>
                    <a:pt x="1183427" y="348594"/>
                  </a:lnTo>
                  <a:lnTo>
                    <a:pt x="1184123" y="361479"/>
                  </a:lnTo>
                  <a:lnTo>
                    <a:pt x="1184819" y="374566"/>
                  </a:lnTo>
                  <a:lnTo>
                    <a:pt x="1185515" y="386987"/>
                  </a:lnTo>
                  <a:lnTo>
                    <a:pt x="1186211" y="399663"/>
                  </a:lnTo>
                  <a:lnTo>
                    <a:pt x="1186908" y="411856"/>
                  </a:lnTo>
                  <a:lnTo>
                    <a:pt x="1187604" y="421748"/>
                  </a:lnTo>
                  <a:lnTo>
                    <a:pt x="1188300" y="428811"/>
                  </a:lnTo>
                  <a:lnTo>
                    <a:pt x="1188996" y="434809"/>
                  </a:lnTo>
                  <a:lnTo>
                    <a:pt x="1189692" y="440984"/>
                  </a:lnTo>
                  <a:lnTo>
                    <a:pt x="1190388" y="447159"/>
                  </a:lnTo>
                  <a:lnTo>
                    <a:pt x="1191085" y="452947"/>
                  </a:lnTo>
                  <a:lnTo>
                    <a:pt x="1191781" y="457520"/>
                  </a:lnTo>
                  <a:lnTo>
                    <a:pt x="1192477" y="460851"/>
                  </a:lnTo>
                  <a:lnTo>
                    <a:pt x="1193173" y="464087"/>
                  </a:lnTo>
                  <a:lnTo>
                    <a:pt x="1193869" y="466867"/>
                  </a:lnTo>
                  <a:lnTo>
                    <a:pt x="1194565" y="469935"/>
                  </a:lnTo>
                  <a:lnTo>
                    <a:pt x="1195262" y="472623"/>
                  </a:lnTo>
                  <a:lnTo>
                    <a:pt x="1195958" y="472879"/>
                  </a:lnTo>
                  <a:lnTo>
                    <a:pt x="1196654" y="472878"/>
                  </a:lnTo>
                  <a:lnTo>
                    <a:pt x="1197350" y="472879"/>
                  </a:lnTo>
                  <a:lnTo>
                    <a:pt x="1198046" y="472974"/>
                  </a:lnTo>
                  <a:lnTo>
                    <a:pt x="1198743" y="472974"/>
                  </a:lnTo>
                  <a:lnTo>
                    <a:pt x="1199439" y="472671"/>
                  </a:lnTo>
                  <a:lnTo>
                    <a:pt x="1200135" y="472074"/>
                  </a:lnTo>
                  <a:lnTo>
                    <a:pt x="1200831" y="471478"/>
                  </a:lnTo>
                  <a:lnTo>
                    <a:pt x="1201527" y="471175"/>
                  </a:lnTo>
                  <a:lnTo>
                    <a:pt x="1202223" y="471479"/>
                  </a:lnTo>
                  <a:lnTo>
                    <a:pt x="1202920" y="471308"/>
                  </a:lnTo>
                  <a:lnTo>
                    <a:pt x="1203616" y="467778"/>
                  </a:lnTo>
                  <a:lnTo>
                    <a:pt x="1204312" y="465115"/>
                  </a:lnTo>
                  <a:lnTo>
                    <a:pt x="1205008" y="461945"/>
                  </a:lnTo>
                  <a:lnTo>
                    <a:pt x="1205704" y="457989"/>
                  </a:lnTo>
                  <a:lnTo>
                    <a:pt x="1206400" y="455343"/>
                  </a:lnTo>
                  <a:lnTo>
                    <a:pt x="1207097" y="452697"/>
                  </a:lnTo>
                  <a:lnTo>
                    <a:pt x="1207793" y="450051"/>
                  </a:lnTo>
                  <a:lnTo>
                    <a:pt x="1208489" y="446892"/>
                  </a:lnTo>
                  <a:lnTo>
                    <a:pt x="1209185" y="443665"/>
                  </a:lnTo>
                  <a:lnTo>
                    <a:pt x="1209881" y="440894"/>
                  </a:lnTo>
                  <a:lnTo>
                    <a:pt x="1210578" y="438124"/>
                  </a:lnTo>
                  <a:lnTo>
                    <a:pt x="1211274" y="435353"/>
                  </a:lnTo>
                  <a:lnTo>
                    <a:pt x="1211970" y="431920"/>
                  </a:lnTo>
                  <a:lnTo>
                    <a:pt x="1212666" y="427243"/>
                  </a:lnTo>
                  <a:lnTo>
                    <a:pt x="1213362" y="422796"/>
                  </a:lnTo>
                  <a:lnTo>
                    <a:pt x="1214058" y="419266"/>
                  </a:lnTo>
                  <a:lnTo>
                    <a:pt x="1214755" y="415042"/>
                  </a:lnTo>
                  <a:lnTo>
                    <a:pt x="1215451" y="411043"/>
                  </a:lnTo>
                  <a:lnTo>
                    <a:pt x="1216147" y="408394"/>
                  </a:lnTo>
                  <a:lnTo>
                    <a:pt x="1216843" y="405490"/>
                  </a:lnTo>
                  <a:lnTo>
                    <a:pt x="1217539" y="402586"/>
                  </a:lnTo>
                  <a:lnTo>
                    <a:pt x="1218235" y="399938"/>
                  </a:lnTo>
                  <a:lnTo>
                    <a:pt x="1218932" y="397593"/>
                  </a:lnTo>
                  <a:lnTo>
                    <a:pt x="1219628" y="395248"/>
                  </a:lnTo>
                  <a:lnTo>
                    <a:pt x="1220324" y="392647"/>
                  </a:lnTo>
                  <a:lnTo>
                    <a:pt x="1221020" y="390302"/>
                  </a:lnTo>
                  <a:lnTo>
                    <a:pt x="1221716" y="387958"/>
                  </a:lnTo>
                  <a:lnTo>
                    <a:pt x="1222412" y="386252"/>
                  </a:lnTo>
                  <a:lnTo>
                    <a:pt x="1223109" y="386252"/>
                  </a:lnTo>
                  <a:lnTo>
                    <a:pt x="1223805" y="386252"/>
                  </a:lnTo>
                  <a:lnTo>
                    <a:pt x="1224501" y="386508"/>
                  </a:lnTo>
                  <a:lnTo>
                    <a:pt x="1225197" y="387052"/>
                  </a:lnTo>
                  <a:lnTo>
                    <a:pt x="1225893" y="387340"/>
                  </a:lnTo>
                  <a:lnTo>
                    <a:pt x="1226590" y="387628"/>
                  </a:lnTo>
                  <a:lnTo>
                    <a:pt x="1227286" y="388171"/>
                  </a:lnTo>
                  <a:lnTo>
                    <a:pt x="1227982" y="389019"/>
                  </a:lnTo>
                  <a:lnTo>
                    <a:pt x="1228678" y="389562"/>
                  </a:lnTo>
                  <a:lnTo>
                    <a:pt x="1229374" y="389124"/>
                  </a:lnTo>
                  <a:lnTo>
                    <a:pt x="1230070" y="386088"/>
                  </a:lnTo>
                  <a:lnTo>
                    <a:pt x="1230767" y="380172"/>
                  </a:lnTo>
                  <a:lnTo>
                    <a:pt x="1231463" y="376349"/>
                  </a:lnTo>
                  <a:lnTo>
                    <a:pt x="1232159" y="371865"/>
                  </a:lnTo>
                  <a:lnTo>
                    <a:pt x="1232855" y="366440"/>
                  </a:lnTo>
                  <a:lnTo>
                    <a:pt x="1233551" y="362695"/>
                  </a:lnTo>
                  <a:lnTo>
                    <a:pt x="1234247" y="358741"/>
                  </a:lnTo>
                  <a:lnTo>
                    <a:pt x="1234944" y="354803"/>
                  </a:lnTo>
                  <a:lnTo>
                    <a:pt x="1235640" y="351153"/>
                  </a:lnTo>
                  <a:lnTo>
                    <a:pt x="1236336" y="345985"/>
                  </a:lnTo>
                  <a:lnTo>
                    <a:pt x="1237032" y="339561"/>
                  </a:lnTo>
                  <a:lnTo>
                    <a:pt x="1237728" y="332547"/>
                  </a:lnTo>
                  <a:lnTo>
                    <a:pt x="1238425" y="325815"/>
                  </a:lnTo>
                  <a:lnTo>
                    <a:pt x="1239121" y="320587"/>
                  </a:lnTo>
                  <a:lnTo>
                    <a:pt x="1239817" y="315848"/>
                  </a:lnTo>
                  <a:lnTo>
                    <a:pt x="1240513" y="313431"/>
                  </a:lnTo>
                  <a:lnTo>
                    <a:pt x="1241209" y="314286"/>
                  </a:lnTo>
                  <a:lnTo>
                    <a:pt x="1241905" y="313985"/>
                  </a:lnTo>
                  <a:lnTo>
                    <a:pt x="1242602" y="313099"/>
                  </a:lnTo>
                  <a:lnTo>
                    <a:pt x="1243298" y="313099"/>
                  </a:lnTo>
                  <a:lnTo>
                    <a:pt x="1243994" y="311580"/>
                  </a:lnTo>
                  <a:lnTo>
                    <a:pt x="1244690" y="310433"/>
                  </a:lnTo>
                  <a:lnTo>
                    <a:pt x="1245386" y="308830"/>
                  </a:lnTo>
                  <a:lnTo>
                    <a:pt x="1246082" y="306772"/>
                  </a:lnTo>
                  <a:lnTo>
                    <a:pt x="1246779" y="306401"/>
                  </a:lnTo>
                  <a:lnTo>
                    <a:pt x="1247475" y="308854"/>
                  </a:lnTo>
                  <a:lnTo>
                    <a:pt x="1248171" y="312863"/>
                  </a:lnTo>
                  <a:lnTo>
                    <a:pt x="1248867" y="314839"/>
                  </a:lnTo>
                  <a:lnTo>
                    <a:pt x="1249563" y="315295"/>
                  </a:lnTo>
                  <a:lnTo>
                    <a:pt x="1250260" y="315757"/>
                  </a:lnTo>
                  <a:lnTo>
                    <a:pt x="1250956" y="315673"/>
                  </a:lnTo>
                  <a:lnTo>
                    <a:pt x="1251652" y="313946"/>
                  </a:lnTo>
                  <a:lnTo>
                    <a:pt x="1252348" y="312859"/>
                  </a:lnTo>
                  <a:lnTo>
                    <a:pt x="1253044" y="313418"/>
                  </a:lnTo>
                  <a:lnTo>
                    <a:pt x="1253740" y="313722"/>
                  </a:lnTo>
                  <a:lnTo>
                    <a:pt x="1254437" y="314317"/>
                  </a:lnTo>
                  <a:lnTo>
                    <a:pt x="1255133" y="315369"/>
                  </a:lnTo>
                  <a:lnTo>
                    <a:pt x="1255829" y="316677"/>
                  </a:lnTo>
                  <a:lnTo>
                    <a:pt x="1256525" y="317985"/>
                  </a:lnTo>
                  <a:lnTo>
                    <a:pt x="1257221" y="319037"/>
                  </a:lnTo>
                  <a:lnTo>
                    <a:pt x="1257917" y="319449"/>
                  </a:lnTo>
                  <a:lnTo>
                    <a:pt x="1258614" y="318413"/>
                  </a:lnTo>
                  <a:lnTo>
                    <a:pt x="1259310" y="316842"/>
                  </a:lnTo>
                  <a:lnTo>
                    <a:pt x="1260006" y="315093"/>
                  </a:lnTo>
                  <a:lnTo>
                    <a:pt x="1260702" y="314415"/>
                  </a:lnTo>
                  <a:lnTo>
                    <a:pt x="1261398" y="313994"/>
                  </a:lnTo>
                  <a:lnTo>
                    <a:pt x="1262094" y="313572"/>
                  </a:lnTo>
                  <a:lnTo>
                    <a:pt x="1262791" y="312894"/>
                  </a:lnTo>
                  <a:lnTo>
                    <a:pt x="1263487" y="312489"/>
                  </a:lnTo>
                  <a:lnTo>
                    <a:pt x="1264183" y="311020"/>
                  </a:lnTo>
                  <a:lnTo>
                    <a:pt x="1264879" y="311294"/>
                  </a:lnTo>
                  <a:lnTo>
                    <a:pt x="1265575" y="312088"/>
                  </a:lnTo>
                  <a:lnTo>
                    <a:pt x="1266272" y="314973"/>
                  </a:lnTo>
                  <a:lnTo>
                    <a:pt x="1266968" y="319612"/>
                  </a:lnTo>
                  <a:lnTo>
                    <a:pt x="1267664" y="325168"/>
                  </a:lnTo>
                  <a:lnTo>
                    <a:pt x="1268360" y="331665"/>
                  </a:lnTo>
                  <a:lnTo>
                    <a:pt x="1269056" y="338162"/>
                  </a:lnTo>
                  <a:lnTo>
                    <a:pt x="1269752" y="346093"/>
                  </a:lnTo>
                  <a:lnTo>
                    <a:pt x="1270449" y="354480"/>
                  </a:lnTo>
                  <a:lnTo>
                    <a:pt x="1271145" y="361600"/>
                  </a:lnTo>
                  <a:lnTo>
                    <a:pt x="1271841" y="371219"/>
                  </a:lnTo>
                  <a:lnTo>
                    <a:pt x="1272537" y="383429"/>
                  </a:lnTo>
                  <a:lnTo>
                    <a:pt x="1273233" y="398985"/>
                  </a:lnTo>
                  <a:lnTo>
                    <a:pt x="1273929" y="414057"/>
                  </a:lnTo>
                  <a:lnTo>
                    <a:pt x="1274626" y="428109"/>
                  </a:lnTo>
                  <a:lnTo>
                    <a:pt x="1275322" y="441183"/>
                  </a:lnTo>
                  <a:lnTo>
                    <a:pt x="1276018" y="452827"/>
                  </a:lnTo>
                  <a:lnTo>
                    <a:pt x="1276714" y="461874"/>
                  </a:lnTo>
                  <a:lnTo>
                    <a:pt x="1277410" y="469563"/>
                  </a:lnTo>
                  <a:lnTo>
                    <a:pt x="1278107" y="477096"/>
                  </a:lnTo>
                  <a:lnTo>
                    <a:pt x="1278803" y="484670"/>
                  </a:lnTo>
                  <a:lnTo>
                    <a:pt x="1279499" y="491653"/>
                  </a:lnTo>
                  <a:lnTo>
                    <a:pt x="1280195" y="498635"/>
                  </a:lnTo>
                  <a:lnTo>
                    <a:pt x="1280891" y="505618"/>
                  </a:lnTo>
                  <a:lnTo>
                    <a:pt x="1281587" y="512558"/>
                  </a:lnTo>
                  <a:lnTo>
                    <a:pt x="1282284" y="517327"/>
                  </a:lnTo>
                  <a:lnTo>
                    <a:pt x="1282980" y="519532"/>
                  </a:lnTo>
                  <a:lnTo>
                    <a:pt x="1283676" y="520892"/>
                  </a:lnTo>
                  <a:lnTo>
                    <a:pt x="1284372" y="523988"/>
                  </a:lnTo>
                  <a:lnTo>
                    <a:pt x="1285068" y="528769"/>
                  </a:lnTo>
                  <a:lnTo>
                    <a:pt x="1285764" y="534800"/>
                  </a:lnTo>
                  <a:lnTo>
                    <a:pt x="1286461" y="539865"/>
                  </a:lnTo>
                  <a:lnTo>
                    <a:pt x="1287157" y="546306"/>
                  </a:lnTo>
                  <a:lnTo>
                    <a:pt x="1287853" y="551198"/>
                  </a:lnTo>
                  <a:lnTo>
                    <a:pt x="1288549" y="554407"/>
                  </a:lnTo>
                  <a:lnTo>
                    <a:pt x="1289245" y="556564"/>
                  </a:lnTo>
                  <a:lnTo>
                    <a:pt x="1289941" y="559724"/>
                  </a:lnTo>
                  <a:lnTo>
                    <a:pt x="1290638" y="559289"/>
                  </a:lnTo>
                  <a:lnTo>
                    <a:pt x="1291334" y="558074"/>
                  </a:lnTo>
                  <a:lnTo>
                    <a:pt x="1292030" y="557188"/>
                  </a:lnTo>
                  <a:lnTo>
                    <a:pt x="1292726" y="557493"/>
                  </a:lnTo>
                  <a:lnTo>
                    <a:pt x="1293422" y="558079"/>
                  </a:lnTo>
                  <a:lnTo>
                    <a:pt x="1294119" y="558586"/>
                  </a:lnTo>
                  <a:lnTo>
                    <a:pt x="1294815" y="558664"/>
                  </a:lnTo>
                  <a:lnTo>
                    <a:pt x="1295511" y="558664"/>
                  </a:lnTo>
                  <a:lnTo>
                    <a:pt x="1296207" y="556242"/>
                  </a:lnTo>
                  <a:lnTo>
                    <a:pt x="1296903" y="553141"/>
                  </a:lnTo>
                  <a:lnTo>
                    <a:pt x="1297599" y="550039"/>
                  </a:lnTo>
                  <a:lnTo>
                    <a:pt x="1298296" y="546469"/>
                  </a:lnTo>
                  <a:lnTo>
                    <a:pt x="1298992" y="540999"/>
                  </a:lnTo>
                  <a:lnTo>
                    <a:pt x="1299688" y="537101"/>
                  </a:lnTo>
                  <a:lnTo>
                    <a:pt x="1300384" y="531090"/>
                  </a:lnTo>
                  <a:lnTo>
                    <a:pt x="1301080" y="527259"/>
                  </a:lnTo>
                  <a:lnTo>
                    <a:pt x="1301776" y="523456"/>
                  </a:lnTo>
                  <a:lnTo>
                    <a:pt x="1302473" y="518486"/>
                  </a:lnTo>
                  <a:lnTo>
                    <a:pt x="1303169" y="512389"/>
                  </a:lnTo>
                  <a:lnTo>
                    <a:pt x="1303865" y="505051"/>
                  </a:lnTo>
                  <a:lnTo>
                    <a:pt x="1304561" y="497448"/>
                  </a:lnTo>
                  <a:lnTo>
                    <a:pt x="1305257" y="489436"/>
                  </a:lnTo>
                  <a:lnTo>
                    <a:pt x="1305954" y="480608"/>
                  </a:lnTo>
                  <a:lnTo>
                    <a:pt x="1306650" y="474058"/>
                  </a:lnTo>
                  <a:lnTo>
                    <a:pt x="1307346" y="466805"/>
                  </a:lnTo>
                  <a:lnTo>
                    <a:pt x="1308042" y="458891"/>
                  </a:lnTo>
                  <a:lnTo>
                    <a:pt x="1308738" y="447918"/>
                  </a:lnTo>
                  <a:lnTo>
                    <a:pt x="1309434" y="436755"/>
                  </a:lnTo>
                  <a:lnTo>
                    <a:pt x="1310131" y="426444"/>
                  </a:lnTo>
                  <a:lnTo>
                    <a:pt x="1310827" y="418132"/>
                  </a:lnTo>
                  <a:lnTo>
                    <a:pt x="1311523" y="410350"/>
                  </a:lnTo>
                  <a:lnTo>
                    <a:pt x="1312219" y="404395"/>
                  </a:lnTo>
                  <a:lnTo>
                    <a:pt x="1312915" y="399776"/>
                  </a:lnTo>
                  <a:lnTo>
                    <a:pt x="1313611" y="395665"/>
                  </a:lnTo>
                  <a:lnTo>
                    <a:pt x="1314308" y="393447"/>
                  </a:lnTo>
                  <a:lnTo>
                    <a:pt x="1315004" y="392277"/>
                  </a:lnTo>
                  <a:lnTo>
                    <a:pt x="1315700" y="391024"/>
                  </a:lnTo>
                  <a:lnTo>
                    <a:pt x="1316396" y="390438"/>
                  </a:lnTo>
                  <a:lnTo>
                    <a:pt x="1317092" y="390571"/>
                  </a:lnTo>
                  <a:lnTo>
                    <a:pt x="1317789" y="389995"/>
                  </a:lnTo>
                  <a:lnTo>
                    <a:pt x="1318485" y="391545"/>
                  </a:lnTo>
                  <a:lnTo>
                    <a:pt x="1319181" y="393946"/>
                  </a:lnTo>
                  <a:lnTo>
                    <a:pt x="1319877" y="396414"/>
                  </a:lnTo>
                  <a:lnTo>
                    <a:pt x="1320573" y="397345"/>
                  </a:lnTo>
                  <a:lnTo>
                    <a:pt x="1321269" y="396172"/>
                  </a:lnTo>
                  <a:lnTo>
                    <a:pt x="1321966" y="394343"/>
                  </a:lnTo>
                  <a:lnTo>
                    <a:pt x="1322662" y="391430"/>
                  </a:lnTo>
                  <a:lnTo>
                    <a:pt x="1323358" y="389683"/>
                  </a:lnTo>
                  <a:lnTo>
                    <a:pt x="1324054" y="387970"/>
                  </a:lnTo>
                  <a:lnTo>
                    <a:pt x="1324750" y="387599"/>
                  </a:lnTo>
                  <a:lnTo>
                    <a:pt x="1325446" y="385932"/>
                  </a:lnTo>
                  <a:lnTo>
                    <a:pt x="1326143" y="387404"/>
                  </a:lnTo>
                  <a:lnTo>
                    <a:pt x="1326839" y="389656"/>
                  </a:lnTo>
                  <a:lnTo>
                    <a:pt x="1327535" y="391579"/>
                  </a:lnTo>
                  <a:lnTo>
                    <a:pt x="1328231" y="392566"/>
                  </a:lnTo>
                  <a:lnTo>
                    <a:pt x="1328927" y="393018"/>
                  </a:lnTo>
                  <a:lnTo>
                    <a:pt x="1329623" y="393548"/>
                  </a:lnTo>
                  <a:lnTo>
                    <a:pt x="1330320" y="395297"/>
                  </a:lnTo>
                  <a:lnTo>
                    <a:pt x="1331016" y="397045"/>
                  </a:lnTo>
                  <a:lnTo>
                    <a:pt x="1331712" y="400145"/>
                  </a:lnTo>
                  <a:lnTo>
                    <a:pt x="1332408" y="404521"/>
                  </a:lnTo>
                  <a:lnTo>
                    <a:pt x="1333104" y="408897"/>
                  </a:lnTo>
                  <a:lnTo>
                    <a:pt x="1333801" y="414196"/>
                  </a:lnTo>
                  <a:lnTo>
                    <a:pt x="1334497" y="420819"/>
                  </a:lnTo>
                  <a:lnTo>
                    <a:pt x="1335193" y="427853"/>
                  </a:lnTo>
                  <a:lnTo>
                    <a:pt x="1335889" y="436238"/>
                  </a:lnTo>
                  <a:lnTo>
                    <a:pt x="1336585" y="444811"/>
                  </a:lnTo>
                  <a:lnTo>
                    <a:pt x="1337281" y="454138"/>
                  </a:lnTo>
                  <a:lnTo>
                    <a:pt x="1337978" y="463448"/>
                  </a:lnTo>
                  <a:lnTo>
                    <a:pt x="1338674" y="473318"/>
                  </a:lnTo>
                  <a:lnTo>
                    <a:pt x="1339370" y="483328"/>
                  </a:lnTo>
                  <a:lnTo>
                    <a:pt x="1340066" y="492358"/>
                  </a:lnTo>
                  <a:lnTo>
                    <a:pt x="1340762" y="500363"/>
                  </a:lnTo>
                  <a:lnTo>
                    <a:pt x="1341458" y="509015"/>
                  </a:lnTo>
                  <a:lnTo>
                    <a:pt x="1342155" y="516369"/>
                  </a:lnTo>
                  <a:lnTo>
                    <a:pt x="1342851" y="522870"/>
                  </a:lnTo>
                  <a:lnTo>
                    <a:pt x="1343547" y="528695"/>
                  </a:lnTo>
                  <a:lnTo>
                    <a:pt x="1344243" y="535097"/>
                  </a:lnTo>
                  <a:lnTo>
                    <a:pt x="1344939" y="541745"/>
                  </a:lnTo>
                  <a:lnTo>
                    <a:pt x="1345636" y="546094"/>
                  </a:lnTo>
                  <a:lnTo>
                    <a:pt x="1346332" y="548477"/>
                  </a:lnTo>
                  <a:lnTo>
                    <a:pt x="1347028" y="550949"/>
                  </a:lnTo>
                  <a:lnTo>
                    <a:pt x="1347724" y="551707"/>
                  </a:lnTo>
                  <a:lnTo>
                    <a:pt x="1348420" y="551876"/>
                  </a:lnTo>
                  <a:lnTo>
                    <a:pt x="1349116" y="552279"/>
                  </a:lnTo>
                  <a:lnTo>
                    <a:pt x="1349813" y="550742"/>
                  </a:lnTo>
                  <a:lnTo>
                    <a:pt x="1350509" y="549899"/>
                  </a:lnTo>
                  <a:lnTo>
                    <a:pt x="1351205" y="548846"/>
                  </a:lnTo>
                  <a:lnTo>
                    <a:pt x="1351901" y="547127"/>
                  </a:lnTo>
                  <a:lnTo>
                    <a:pt x="1352597" y="545187"/>
                  </a:lnTo>
                  <a:lnTo>
                    <a:pt x="1353293" y="544439"/>
                  </a:lnTo>
                  <a:lnTo>
                    <a:pt x="1353990" y="541967"/>
                  </a:lnTo>
                  <a:lnTo>
                    <a:pt x="1354686" y="537846"/>
                  </a:lnTo>
                  <a:lnTo>
                    <a:pt x="1355382" y="534165"/>
                  </a:lnTo>
                  <a:lnTo>
                    <a:pt x="1356078" y="532528"/>
                  </a:lnTo>
                  <a:lnTo>
                    <a:pt x="1356774" y="532031"/>
                  </a:lnTo>
                  <a:lnTo>
                    <a:pt x="1357470" y="531533"/>
                  </a:lnTo>
                  <a:lnTo>
                    <a:pt x="1358167" y="531036"/>
                  </a:lnTo>
                  <a:lnTo>
                    <a:pt x="1358863" y="530855"/>
                  </a:lnTo>
                  <a:lnTo>
                    <a:pt x="1359559" y="530673"/>
                  </a:lnTo>
                  <a:lnTo>
                    <a:pt x="1360255" y="530204"/>
                  </a:lnTo>
                  <a:lnTo>
                    <a:pt x="1360951" y="529916"/>
                  </a:lnTo>
                  <a:lnTo>
                    <a:pt x="1361648" y="528766"/>
                  </a:lnTo>
                  <a:lnTo>
                    <a:pt x="1362344" y="526134"/>
                  </a:lnTo>
                  <a:lnTo>
                    <a:pt x="1363040" y="523502"/>
                  </a:lnTo>
                  <a:lnTo>
                    <a:pt x="1363736" y="520613"/>
                  </a:lnTo>
                  <a:lnTo>
                    <a:pt x="1364432" y="517981"/>
                  </a:lnTo>
                  <a:lnTo>
                    <a:pt x="1365128" y="515349"/>
                  </a:lnTo>
                  <a:lnTo>
                    <a:pt x="1365825" y="512460"/>
                  </a:lnTo>
                  <a:lnTo>
                    <a:pt x="1366521" y="509572"/>
                  </a:lnTo>
                  <a:lnTo>
                    <a:pt x="1367217" y="506971"/>
                  </a:lnTo>
                  <a:lnTo>
                    <a:pt x="1367913" y="503774"/>
                  </a:lnTo>
                  <a:lnTo>
                    <a:pt x="1368609" y="500578"/>
                  </a:lnTo>
                  <a:lnTo>
                    <a:pt x="1369305" y="496638"/>
                  </a:lnTo>
                  <a:lnTo>
                    <a:pt x="1370002" y="493241"/>
                  </a:lnTo>
                  <a:lnTo>
                    <a:pt x="1370698" y="489229"/>
                  </a:lnTo>
                  <a:lnTo>
                    <a:pt x="1371394" y="484962"/>
                  </a:lnTo>
                  <a:lnTo>
                    <a:pt x="1372090" y="480483"/>
                  </a:lnTo>
                  <a:lnTo>
                    <a:pt x="1372786" y="474249"/>
                  </a:lnTo>
                  <a:lnTo>
                    <a:pt x="1373483" y="467062"/>
                  </a:lnTo>
                  <a:lnTo>
                    <a:pt x="1374179" y="460443"/>
                  </a:lnTo>
                  <a:lnTo>
                    <a:pt x="1374875" y="455228"/>
                  </a:lnTo>
                  <a:lnTo>
                    <a:pt x="1375571" y="451550"/>
                  </a:lnTo>
                  <a:lnTo>
                    <a:pt x="1376267" y="447872"/>
                  </a:lnTo>
                  <a:lnTo>
                    <a:pt x="1376963" y="444194"/>
                  </a:lnTo>
                  <a:lnTo>
                    <a:pt x="1377660" y="440516"/>
                  </a:lnTo>
                  <a:lnTo>
                    <a:pt x="1378356" y="436672"/>
                  </a:lnTo>
                  <a:lnTo>
                    <a:pt x="1379052" y="432234"/>
                  </a:lnTo>
                  <a:lnTo>
                    <a:pt x="1379748" y="427220"/>
                  </a:lnTo>
                  <a:lnTo>
                    <a:pt x="1380444" y="421886"/>
                  </a:lnTo>
                  <a:lnTo>
                    <a:pt x="1381140" y="418732"/>
                  </a:lnTo>
                  <a:lnTo>
                    <a:pt x="1381837" y="415576"/>
                  </a:lnTo>
                  <a:lnTo>
                    <a:pt x="1382533" y="413249"/>
                  </a:lnTo>
                  <a:lnTo>
                    <a:pt x="1383229" y="413800"/>
                  </a:lnTo>
                  <a:lnTo>
                    <a:pt x="1383925" y="415831"/>
                  </a:lnTo>
                  <a:lnTo>
                    <a:pt x="1384621" y="417862"/>
                  </a:lnTo>
                  <a:lnTo>
                    <a:pt x="1385317" y="419012"/>
                  </a:lnTo>
                  <a:lnTo>
                    <a:pt x="1386014" y="419468"/>
                  </a:lnTo>
                  <a:lnTo>
                    <a:pt x="1386710" y="420216"/>
                  </a:lnTo>
                  <a:lnTo>
                    <a:pt x="1387406" y="420856"/>
                  </a:lnTo>
                  <a:lnTo>
                    <a:pt x="1388102" y="419117"/>
                  </a:lnTo>
                  <a:lnTo>
                    <a:pt x="1388798" y="418159"/>
                  </a:lnTo>
                  <a:lnTo>
                    <a:pt x="1389495" y="418451"/>
                  </a:lnTo>
                  <a:lnTo>
                    <a:pt x="1390191" y="418878"/>
                  </a:lnTo>
                  <a:lnTo>
                    <a:pt x="1390887" y="418797"/>
                  </a:lnTo>
                  <a:lnTo>
                    <a:pt x="1391583" y="417706"/>
                  </a:lnTo>
                  <a:lnTo>
                    <a:pt x="1392279" y="417183"/>
                  </a:lnTo>
                  <a:lnTo>
                    <a:pt x="1392975" y="417516"/>
                  </a:lnTo>
                  <a:lnTo>
                    <a:pt x="1393672" y="416401"/>
                  </a:lnTo>
                  <a:lnTo>
                    <a:pt x="1394368" y="414129"/>
                  </a:lnTo>
                  <a:lnTo>
                    <a:pt x="1395064" y="409653"/>
                  </a:lnTo>
                  <a:lnTo>
                    <a:pt x="1395760" y="403503"/>
                  </a:lnTo>
                  <a:lnTo>
                    <a:pt x="1396456" y="396315"/>
                  </a:lnTo>
                  <a:lnTo>
                    <a:pt x="1397152" y="389989"/>
                  </a:lnTo>
                  <a:lnTo>
                    <a:pt x="1397849" y="385210"/>
                  </a:lnTo>
                  <a:lnTo>
                    <a:pt x="1398545" y="381690"/>
                  </a:lnTo>
                  <a:lnTo>
                    <a:pt x="1399241" y="378170"/>
                  </a:lnTo>
                  <a:lnTo>
                    <a:pt x="1399937" y="374650"/>
                  </a:lnTo>
                  <a:lnTo>
                    <a:pt x="1400633" y="370493"/>
                  </a:lnTo>
                  <a:lnTo>
                    <a:pt x="1401330" y="365828"/>
                  </a:lnTo>
                  <a:lnTo>
                    <a:pt x="1402026" y="359289"/>
                  </a:lnTo>
                  <a:lnTo>
                    <a:pt x="1402722" y="350725"/>
                  </a:lnTo>
                  <a:lnTo>
                    <a:pt x="1403418" y="341309"/>
                  </a:lnTo>
                  <a:lnTo>
                    <a:pt x="1404114" y="333418"/>
                  </a:lnTo>
                  <a:lnTo>
                    <a:pt x="1404810" y="326148"/>
                  </a:lnTo>
                  <a:lnTo>
                    <a:pt x="1405507" y="319297"/>
                  </a:lnTo>
                  <a:lnTo>
                    <a:pt x="1406203" y="313615"/>
                  </a:lnTo>
                  <a:lnTo>
                    <a:pt x="1406899" y="308446"/>
                  </a:lnTo>
                  <a:lnTo>
                    <a:pt x="1407595" y="302686"/>
                  </a:lnTo>
                  <a:lnTo>
                    <a:pt x="1408291" y="297456"/>
                  </a:lnTo>
                  <a:lnTo>
                    <a:pt x="1408987" y="292356"/>
                  </a:lnTo>
                  <a:lnTo>
                    <a:pt x="1409684" y="287257"/>
                  </a:lnTo>
                  <a:lnTo>
                    <a:pt x="1410380" y="281853"/>
                  </a:lnTo>
                  <a:lnTo>
                    <a:pt x="1411076" y="275748"/>
                  </a:lnTo>
                  <a:lnTo>
                    <a:pt x="1411772" y="270052"/>
                  </a:lnTo>
                  <a:lnTo>
                    <a:pt x="1412468" y="265730"/>
                  </a:lnTo>
                  <a:lnTo>
                    <a:pt x="1413165" y="263087"/>
                  </a:lnTo>
                  <a:lnTo>
                    <a:pt x="1413861" y="261185"/>
                  </a:lnTo>
                  <a:lnTo>
                    <a:pt x="1414557" y="259408"/>
                  </a:lnTo>
                  <a:lnTo>
                    <a:pt x="1415253" y="257632"/>
                  </a:lnTo>
                  <a:lnTo>
                    <a:pt x="1415949" y="257744"/>
                  </a:lnTo>
                  <a:lnTo>
                    <a:pt x="1416645" y="258688"/>
                  </a:lnTo>
                  <a:lnTo>
                    <a:pt x="1417342" y="259451"/>
                  </a:lnTo>
                  <a:lnTo>
                    <a:pt x="1418038" y="260290"/>
                  </a:lnTo>
                  <a:lnTo>
                    <a:pt x="1418734" y="259993"/>
                  </a:lnTo>
                  <a:lnTo>
                    <a:pt x="1419430" y="258671"/>
                  </a:lnTo>
                  <a:lnTo>
                    <a:pt x="1420126" y="257350"/>
                  </a:lnTo>
                  <a:lnTo>
                    <a:pt x="1420822" y="256029"/>
                  </a:lnTo>
                  <a:lnTo>
                    <a:pt x="1421519" y="256597"/>
                  </a:lnTo>
                  <a:lnTo>
                    <a:pt x="1422215" y="257346"/>
                  </a:lnTo>
                  <a:lnTo>
                    <a:pt x="1422911" y="258204"/>
                  </a:lnTo>
                  <a:lnTo>
                    <a:pt x="1423607" y="261440"/>
                  </a:lnTo>
                  <a:lnTo>
                    <a:pt x="1424303" y="263896"/>
                  </a:lnTo>
                  <a:lnTo>
                    <a:pt x="1424999" y="265101"/>
                  </a:lnTo>
                  <a:lnTo>
                    <a:pt x="1425696" y="267201"/>
                  </a:lnTo>
                  <a:lnTo>
                    <a:pt x="1426392" y="269185"/>
                  </a:lnTo>
                  <a:lnTo>
                    <a:pt x="1427088" y="270592"/>
                  </a:lnTo>
                  <a:lnTo>
                    <a:pt x="1427784" y="271431"/>
                  </a:lnTo>
                  <a:lnTo>
                    <a:pt x="1428480" y="271413"/>
                  </a:lnTo>
                  <a:lnTo>
                    <a:pt x="1429177" y="272845"/>
                  </a:lnTo>
                  <a:lnTo>
                    <a:pt x="1429873" y="275299"/>
                  </a:lnTo>
                  <a:lnTo>
                    <a:pt x="1430569" y="279956"/>
                  </a:lnTo>
                  <a:lnTo>
                    <a:pt x="1431265" y="286287"/>
                  </a:lnTo>
                  <a:lnTo>
                    <a:pt x="1431961" y="293763"/>
                  </a:lnTo>
                  <a:lnTo>
                    <a:pt x="1432657" y="300951"/>
                  </a:lnTo>
                  <a:lnTo>
                    <a:pt x="1433354" y="306397"/>
                  </a:lnTo>
                  <a:lnTo>
                    <a:pt x="1434050" y="309916"/>
                  </a:lnTo>
                  <a:lnTo>
                    <a:pt x="1434746" y="313436"/>
                  </a:lnTo>
                  <a:lnTo>
                    <a:pt x="1435442" y="316956"/>
                  </a:lnTo>
                  <a:lnTo>
                    <a:pt x="1436138" y="321113"/>
                  </a:lnTo>
                  <a:lnTo>
                    <a:pt x="1436834" y="325778"/>
                  </a:lnTo>
                  <a:lnTo>
                    <a:pt x="1437531" y="331889"/>
                  </a:lnTo>
                  <a:lnTo>
                    <a:pt x="1438227" y="336513"/>
                  </a:lnTo>
                  <a:lnTo>
                    <a:pt x="1438923" y="340680"/>
                  </a:lnTo>
                  <a:lnTo>
                    <a:pt x="1439619" y="342857"/>
                  </a:lnTo>
                  <a:lnTo>
                    <a:pt x="1440315" y="344520"/>
                  </a:lnTo>
                  <a:lnTo>
                    <a:pt x="1441012" y="345221"/>
                  </a:lnTo>
                  <a:lnTo>
                    <a:pt x="1441708" y="344753"/>
                  </a:lnTo>
                  <a:lnTo>
                    <a:pt x="1442404" y="343726"/>
                  </a:lnTo>
                  <a:lnTo>
                    <a:pt x="1443100" y="340455"/>
                  </a:lnTo>
                  <a:lnTo>
                    <a:pt x="1443796" y="339501"/>
                  </a:lnTo>
                  <a:lnTo>
                    <a:pt x="1444492" y="339757"/>
                  </a:lnTo>
                  <a:lnTo>
                    <a:pt x="1445189" y="340317"/>
                  </a:lnTo>
                  <a:lnTo>
                    <a:pt x="1445885" y="341624"/>
                  </a:lnTo>
                  <a:lnTo>
                    <a:pt x="1446581" y="343956"/>
                  </a:lnTo>
                  <a:lnTo>
                    <a:pt x="1447277" y="345470"/>
                  </a:lnTo>
                  <a:lnTo>
                    <a:pt x="1447973" y="344951"/>
                  </a:lnTo>
                  <a:lnTo>
                    <a:pt x="1448669" y="345120"/>
                  </a:lnTo>
                  <a:lnTo>
                    <a:pt x="1449366" y="346544"/>
                  </a:lnTo>
                  <a:lnTo>
                    <a:pt x="1450062" y="347410"/>
                  </a:lnTo>
                  <a:lnTo>
                    <a:pt x="1450758" y="347464"/>
                  </a:lnTo>
                  <a:lnTo>
                    <a:pt x="1451454" y="346808"/>
                  </a:lnTo>
                  <a:lnTo>
                    <a:pt x="1452150" y="346177"/>
                  </a:lnTo>
                  <a:lnTo>
                    <a:pt x="1452846" y="346005"/>
                  </a:lnTo>
                  <a:lnTo>
                    <a:pt x="1453543" y="348320"/>
                  </a:lnTo>
                  <a:lnTo>
                    <a:pt x="1454239" y="348891"/>
                  </a:lnTo>
                  <a:lnTo>
                    <a:pt x="1454935" y="349462"/>
                  </a:lnTo>
                  <a:lnTo>
                    <a:pt x="1455631" y="350034"/>
                  </a:lnTo>
                  <a:lnTo>
                    <a:pt x="1456327" y="350605"/>
                  </a:lnTo>
                  <a:lnTo>
                    <a:pt x="1457024" y="347974"/>
                  </a:lnTo>
                  <a:lnTo>
                    <a:pt x="1457720" y="346535"/>
                  </a:lnTo>
                  <a:lnTo>
                    <a:pt x="1458416" y="346371"/>
                  </a:lnTo>
                  <a:lnTo>
                    <a:pt x="1459112" y="345320"/>
                  </a:lnTo>
                  <a:lnTo>
                    <a:pt x="1459808" y="344707"/>
                  </a:lnTo>
                  <a:lnTo>
                    <a:pt x="1460504" y="343285"/>
                  </a:lnTo>
                  <a:lnTo>
                    <a:pt x="1461201" y="341473"/>
                  </a:lnTo>
                  <a:lnTo>
                    <a:pt x="1461897" y="339690"/>
                  </a:lnTo>
                  <a:lnTo>
                    <a:pt x="1462593" y="337133"/>
                  </a:lnTo>
                  <a:lnTo>
                    <a:pt x="1463289" y="334576"/>
                  </a:lnTo>
                  <a:lnTo>
                    <a:pt x="1463985" y="331200"/>
                  </a:lnTo>
                  <a:lnTo>
                    <a:pt x="1464681" y="327824"/>
                  </a:lnTo>
                  <a:lnTo>
                    <a:pt x="1465378" y="324266"/>
                  </a:lnTo>
                  <a:lnTo>
                    <a:pt x="1466074" y="322302"/>
                  </a:lnTo>
                  <a:lnTo>
                    <a:pt x="1466770" y="319596"/>
                  </a:lnTo>
                  <a:lnTo>
                    <a:pt x="1467466" y="316873"/>
                  </a:lnTo>
                  <a:lnTo>
                    <a:pt x="1468162" y="314096"/>
                  </a:lnTo>
                  <a:lnTo>
                    <a:pt x="1468859" y="312016"/>
                  </a:lnTo>
                  <a:lnTo>
                    <a:pt x="1469555" y="310878"/>
                  </a:lnTo>
                  <a:lnTo>
                    <a:pt x="1470251" y="310017"/>
                  </a:lnTo>
                  <a:lnTo>
                    <a:pt x="1470947" y="310565"/>
                  </a:lnTo>
                  <a:lnTo>
                    <a:pt x="1471643" y="313964"/>
                  </a:lnTo>
                  <a:lnTo>
                    <a:pt x="1472339" y="317738"/>
                  </a:lnTo>
                  <a:lnTo>
                    <a:pt x="1473036" y="323716"/>
                  </a:lnTo>
                  <a:lnTo>
                    <a:pt x="1473732" y="332655"/>
                  </a:lnTo>
                  <a:lnTo>
                    <a:pt x="1474428" y="341981"/>
                  </a:lnTo>
                  <a:lnTo>
                    <a:pt x="1475124" y="350076"/>
                  </a:lnTo>
                  <a:lnTo>
                    <a:pt x="1475820" y="357415"/>
                  </a:lnTo>
                  <a:lnTo>
                    <a:pt x="1476516" y="364754"/>
                  </a:lnTo>
                  <a:lnTo>
                    <a:pt x="1477213" y="371247"/>
                  </a:lnTo>
                  <a:lnTo>
                    <a:pt x="1477909" y="378221"/>
                  </a:lnTo>
                  <a:lnTo>
                    <a:pt x="1478605" y="388859"/>
                  </a:lnTo>
                  <a:lnTo>
                    <a:pt x="1479301" y="398847"/>
                  </a:lnTo>
                  <a:lnTo>
                    <a:pt x="1479997" y="407253"/>
                  </a:lnTo>
                  <a:lnTo>
                    <a:pt x="1480694" y="415356"/>
                  </a:lnTo>
                  <a:lnTo>
                    <a:pt x="1481390" y="422712"/>
                  </a:lnTo>
                  <a:lnTo>
                    <a:pt x="1482086" y="428084"/>
                  </a:lnTo>
                  <a:lnTo>
                    <a:pt x="1482782" y="434525"/>
                  </a:lnTo>
                  <a:lnTo>
                    <a:pt x="1483478" y="440268"/>
                  </a:lnTo>
                  <a:lnTo>
                    <a:pt x="1484174" y="443718"/>
                  </a:lnTo>
                  <a:lnTo>
                    <a:pt x="1484871" y="447555"/>
                  </a:lnTo>
                  <a:lnTo>
                    <a:pt x="1485567" y="452339"/>
                  </a:lnTo>
                  <a:lnTo>
                    <a:pt x="1486263" y="458854"/>
                  </a:lnTo>
                  <a:lnTo>
                    <a:pt x="1486959" y="461257"/>
                  </a:lnTo>
                  <a:lnTo>
                    <a:pt x="1487655" y="463487"/>
                  </a:lnTo>
                  <a:lnTo>
                    <a:pt x="1488351" y="462466"/>
                  </a:lnTo>
                  <a:lnTo>
                    <a:pt x="1489048" y="458090"/>
                  </a:lnTo>
                  <a:lnTo>
                    <a:pt x="1489744" y="453777"/>
                  </a:lnTo>
                  <a:lnTo>
                    <a:pt x="1490440" y="449402"/>
                  </a:lnTo>
                  <a:lnTo>
                    <a:pt x="1491136" y="445026"/>
                  </a:lnTo>
                  <a:lnTo>
                    <a:pt x="1491832" y="440650"/>
                  </a:lnTo>
                  <a:lnTo>
                    <a:pt x="1492528" y="437517"/>
                  </a:lnTo>
                  <a:lnTo>
                    <a:pt x="1493225" y="431768"/>
                  </a:lnTo>
                  <a:lnTo>
                    <a:pt x="1493921" y="426993"/>
                  </a:lnTo>
                  <a:lnTo>
                    <a:pt x="1494617" y="420856"/>
                  </a:lnTo>
                  <a:lnTo>
                    <a:pt x="1495313" y="413921"/>
                  </a:lnTo>
                  <a:lnTo>
                    <a:pt x="1496009" y="407817"/>
                  </a:lnTo>
                  <a:lnTo>
                    <a:pt x="1496706" y="401772"/>
                  </a:lnTo>
                  <a:lnTo>
                    <a:pt x="1497402" y="396209"/>
                  </a:lnTo>
                  <a:lnTo>
                    <a:pt x="1498098" y="391091"/>
                  </a:lnTo>
                  <a:lnTo>
                    <a:pt x="1498794" y="385764"/>
                  </a:lnTo>
                  <a:lnTo>
                    <a:pt x="1499490" y="381773"/>
                  </a:lnTo>
                  <a:lnTo>
                    <a:pt x="1500186" y="377900"/>
                  </a:lnTo>
                  <a:lnTo>
                    <a:pt x="1500883" y="375127"/>
                  </a:lnTo>
                  <a:lnTo>
                    <a:pt x="1501579" y="370760"/>
                  </a:lnTo>
                  <a:lnTo>
                    <a:pt x="1502275" y="366279"/>
                  </a:lnTo>
                  <a:lnTo>
                    <a:pt x="1502971" y="362256"/>
                  </a:lnTo>
                  <a:lnTo>
                    <a:pt x="1503667" y="358703"/>
                  </a:lnTo>
                  <a:lnTo>
                    <a:pt x="1504363" y="354592"/>
                  </a:lnTo>
                  <a:lnTo>
                    <a:pt x="1505060" y="352210"/>
                  </a:lnTo>
                  <a:lnTo>
                    <a:pt x="1505756" y="349090"/>
                  </a:lnTo>
                  <a:lnTo>
                    <a:pt x="1506452" y="343807"/>
                  </a:lnTo>
                  <a:lnTo>
                    <a:pt x="1507148" y="334801"/>
                  </a:lnTo>
                  <a:lnTo>
                    <a:pt x="1507844" y="325925"/>
                  </a:lnTo>
                  <a:lnTo>
                    <a:pt x="1508541" y="315804"/>
                  </a:lnTo>
                  <a:lnTo>
                    <a:pt x="1509237" y="305237"/>
                  </a:lnTo>
                  <a:lnTo>
                    <a:pt x="1509933" y="296175"/>
                  </a:lnTo>
                  <a:lnTo>
                    <a:pt x="1510629" y="288662"/>
                  </a:lnTo>
                  <a:lnTo>
                    <a:pt x="1511325" y="282943"/>
                  </a:lnTo>
                  <a:lnTo>
                    <a:pt x="1512021" y="275949"/>
                  </a:lnTo>
                  <a:lnTo>
                    <a:pt x="1512718" y="268733"/>
                  </a:lnTo>
                  <a:lnTo>
                    <a:pt x="1513414" y="261666"/>
                  </a:lnTo>
                  <a:lnTo>
                    <a:pt x="1514110" y="253241"/>
                  </a:lnTo>
                  <a:lnTo>
                    <a:pt x="1514806" y="244261"/>
                  </a:lnTo>
                  <a:lnTo>
                    <a:pt x="1515502" y="236140"/>
                  </a:lnTo>
                  <a:lnTo>
                    <a:pt x="1516198" y="227605"/>
                  </a:lnTo>
                  <a:lnTo>
                    <a:pt x="1516895" y="220792"/>
                  </a:lnTo>
                  <a:lnTo>
                    <a:pt x="1517591" y="216326"/>
                  </a:lnTo>
                  <a:lnTo>
                    <a:pt x="1518287" y="212898"/>
                  </a:lnTo>
                  <a:lnTo>
                    <a:pt x="1518983" y="209373"/>
                  </a:lnTo>
                  <a:lnTo>
                    <a:pt x="1519679" y="206008"/>
                  </a:lnTo>
                  <a:lnTo>
                    <a:pt x="1520375" y="201136"/>
                  </a:lnTo>
                  <a:lnTo>
                    <a:pt x="1521072" y="196166"/>
                  </a:lnTo>
                  <a:lnTo>
                    <a:pt x="1521768" y="189101"/>
                  </a:lnTo>
                  <a:lnTo>
                    <a:pt x="1522464" y="186111"/>
                  </a:lnTo>
                  <a:lnTo>
                    <a:pt x="1523160" y="184532"/>
                  </a:lnTo>
                  <a:lnTo>
                    <a:pt x="1523856" y="185618"/>
                  </a:lnTo>
                  <a:lnTo>
                    <a:pt x="1524553" y="187489"/>
                  </a:lnTo>
                  <a:lnTo>
                    <a:pt x="1525249" y="189751"/>
                  </a:lnTo>
                  <a:lnTo>
                    <a:pt x="1525945" y="192398"/>
                  </a:lnTo>
                  <a:lnTo>
                    <a:pt x="1526641" y="194372"/>
                  </a:lnTo>
                  <a:lnTo>
                    <a:pt x="1527337" y="196348"/>
                  </a:lnTo>
                  <a:lnTo>
                    <a:pt x="1528033" y="196977"/>
                  </a:lnTo>
                  <a:lnTo>
                    <a:pt x="1528730" y="199730"/>
                  </a:lnTo>
                  <a:lnTo>
                    <a:pt x="1529426" y="200386"/>
                  </a:lnTo>
                  <a:lnTo>
                    <a:pt x="1530122" y="201576"/>
                  </a:lnTo>
                  <a:lnTo>
                    <a:pt x="1530818" y="204727"/>
                  </a:lnTo>
                  <a:lnTo>
                    <a:pt x="1531514" y="208383"/>
                  </a:lnTo>
                  <a:lnTo>
                    <a:pt x="1532210" y="214532"/>
                  </a:lnTo>
                  <a:lnTo>
                    <a:pt x="1532907" y="217871"/>
                  </a:lnTo>
                  <a:lnTo>
                    <a:pt x="1533603" y="220720"/>
                  </a:lnTo>
                  <a:lnTo>
                    <a:pt x="1534299" y="224414"/>
                  </a:lnTo>
                  <a:lnTo>
                    <a:pt x="1534995" y="228405"/>
                  </a:lnTo>
                  <a:lnTo>
                    <a:pt x="1535691" y="231421"/>
                  </a:lnTo>
                  <a:lnTo>
                    <a:pt x="1536388" y="233629"/>
                  </a:lnTo>
                  <a:lnTo>
                    <a:pt x="1537084" y="238371"/>
                  </a:lnTo>
                  <a:lnTo>
                    <a:pt x="1537780" y="243970"/>
                  </a:lnTo>
                  <a:lnTo>
                    <a:pt x="1538476" y="248838"/>
                  </a:lnTo>
                  <a:lnTo>
                    <a:pt x="1539172" y="253099"/>
                  </a:lnTo>
                  <a:lnTo>
                    <a:pt x="1539868" y="261732"/>
                  </a:lnTo>
                  <a:lnTo>
                    <a:pt x="1540565" y="268444"/>
                  </a:lnTo>
                  <a:lnTo>
                    <a:pt x="1541261" y="275910"/>
                  </a:lnTo>
                  <a:lnTo>
                    <a:pt x="1541957" y="284585"/>
                  </a:lnTo>
                  <a:lnTo>
                    <a:pt x="1542653" y="294748"/>
                  </a:lnTo>
                  <a:lnTo>
                    <a:pt x="1543349" y="302635"/>
                  </a:lnTo>
                  <a:lnTo>
                    <a:pt x="1544045" y="309994"/>
                  </a:lnTo>
                  <a:lnTo>
                    <a:pt x="1544742" y="318060"/>
                  </a:lnTo>
                  <a:lnTo>
                    <a:pt x="1545438" y="325545"/>
                  </a:lnTo>
                  <a:lnTo>
                    <a:pt x="1546134" y="333175"/>
                  </a:lnTo>
                  <a:lnTo>
                    <a:pt x="1546830" y="339948"/>
                  </a:lnTo>
                  <a:lnTo>
                    <a:pt x="1547526" y="347996"/>
                  </a:lnTo>
                  <a:lnTo>
                    <a:pt x="1548223" y="357113"/>
                  </a:lnTo>
                  <a:lnTo>
                    <a:pt x="1548919" y="365522"/>
                  </a:lnTo>
                  <a:lnTo>
                    <a:pt x="1549615" y="373871"/>
                  </a:lnTo>
                  <a:lnTo>
                    <a:pt x="1550311" y="382046"/>
                  </a:lnTo>
                  <a:lnTo>
                    <a:pt x="1551007" y="387500"/>
                  </a:lnTo>
                  <a:lnTo>
                    <a:pt x="1551703" y="392746"/>
                  </a:lnTo>
                  <a:lnTo>
                    <a:pt x="1552400" y="396271"/>
                  </a:lnTo>
                  <a:lnTo>
                    <a:pt x="1553096" y="398817"/>
                  </a:lnTo>
                  <a:lnTo>
                    <a:pt x="1553792" y="400409"/>
                  </a:lnTo>
                  <a:lnTo>
                    <a:pt x="1554488" y="403456"/>
                  </a:lnTo>
                  <a:lnTo>
                    <a:pt x="1555184" y="406269"/>
                  </a:lnTo>
                  <a:lnTo>
                    <a:pt x="1555880" y="409805"/>
                  </a:lnTo>
                  <a:lnTo>
                    <a:pt x="1556577" y="412146"/>
                  </a:lnTo>
                  <a:lnTo>
                    <a:pt x="1557273" y="415433"/>
                  </a:lnTo>
                  <a:lnTo>
                    <a:pt x="1557969" y="416671"/>
                  </a:lnTo>
                  <a:lnTo>
                    <a:pt x="1558665" y="413334"/>
                  </a:lnTo>
                  <a:lnTo>
                    <a:pt x="1559361" y="410638"/>
                  </a:lnTo>
                  <a:lnTo>
                    <a:pt x="1560057" y="408368"/>
                  </a:lnTo>
                  <a:lnTo>
                    <a:pt x="1560754" y="403644"/>
                  </a:lnTo>
                  <a:lnTo>
                    <a:pt x="1561450" y="400138"/>
                  </a:lnTo>
                  <a:lnTo>
                    <a:pt x="1562146" y="396203"/>
                  </a:lnTo>
                  <a:lnTo>
                    <a:pt x="1562842" y="391508"/>
                  </a:lnTo>
                  <a:lnTo>
                    <a:pt x="1563538" y="386023"/>
                  </a:lnTo>
                  <a:lnTo>
                    <a:pt x="1564235" y="379648"/>
                  </a:lnTo>
                  <a:lnTo>
                    <a:pt x="1564931" y="372816"/>
                  </a:lnTo>
                  <a:lnTo>
                    <a:pt x="1565627" y="367401"/>
                  </a:lnTo>
                  <a:lnTo>
                    <a:pt x="1566323" y="359746"/>
                  </a:lnTo>
                  <a:lnTo>
                    <a:pt x="1567019" y="351455"/>
                  </a:lnTo>
                  <a:lnTo>
                    <a:pt x="1567715" y="340428"/>
                  </a:lnTo>
                  <a:lnTo>
                    <a:pt x="1568412" y="333793"/>
                  </a:lnTo>
                  <a:lnTo>
                    <a:pt x="1569108" y="330085"/>
                  </a:lnTo>
                  <a:lnTo>
                    <a:pt x="1569804" y="325575"/>
                  </a:lnTo>
                  <a:lnTo>
                    <a:pt x="1570500" y="318345"/>
                  </a:lnTo>
                  <a:lnTo>
                    <a:pt x="1571196" y="314530"/>
                  </a:lnTo>
                  <a:lnTo>
                    <a:pt x="1571892" y="311052"/>
                  </a:lnTo>
                  <a:lnTo>
                    <a:pt x="1572589" y="306805"/>
                  </a:lnTo>
                  <a:lnTo>
                    <a:pt x="1573285" y="301648"/>
                  </a:lnTo>
                  <a:lnTo>
                    <a:pt x="1573981" y="296207"/>
                  </a:lnTo>
                  <a:lnTo>
                    <a:pt x="1574677" y="291436"/>
                  </a:lnTo>
                  <a:lnTo>
                    <a:pt x="1575373" y="284674"/>
                  </a:lnTo>
                  <a:lnTo>
                    <a:pt x="1576070" y="277697"/>
                  </a:lnTo>
                  <a:lnTo>
                    <a:pt x="1576766" y="267811"/>
                  </a:lnTo>
                  <a:lnTo>
                    <a:pt x="1577462" y="257110"/>
                  </a:lnTo>
                  <a:lnTo>
                    <a:pt x="1578158" y="246592"/>
                  </a:lnTo>
                  <a:lnTo>
                    <a:pt x="1578854" y="237633"/>
                  </a:lnTo>
                  <a:lnTo>
                    <a:pt x="1579550" y="228669"/>
                  </a:lnTo>
                  <a:lnTo>
                    <a:pt x="1580247" y="218268"/>
                  </a:lnTo>
                  <a:lnTo>
                    <a:pt x="1580943" y="208927"/>
                  </a:lnTo>
                  <a:lnTo>
                    <a:pt x="1581639" y="199381"/>
                  </a:lnTo>
                  <a:lnTo>
                    <a:pt x="1582335" y="190025"/>
                  </a:lnTo>
                  <a:lnTo>
                    <a:pt x="1583031" y="182249"/>
                  </a:lnTo>
                  <a:lnTo>
                    <a:pt x="1583727" y="173658"/>
                  </a:lnTo>
                  <a:lnTo>
                    <a:pt x="1584424" y="166479"/>
                  </a:lnTo>
                  <a:lnTo>
                    <a:pt x="1585120" y="161157"/>
                  </a:lnTo>
                  <a:lnTo>
                    <a:pt x="1585816" y="154437"/>
                  </a:lnTo>
                  <a:lnTo>
                    <a:pt x="1586512" y="150391"/>
                  </a:lnTo>
                  <a:lnTo>
                    <a:pt x="1587208" y="148630"/>
                  </a:lnTo>
                  <a:lnTo>
                    <a:pt x="1587904" y="147207"/>
                  </a:lnTo>
                  <a:lnTo>
                    <a:pt x="1588601" y="144901"/>
                  </a:lnTo>
                  <a:lnTo>
                    <a:pt x="1589297" y="141426"/>
                  </a:lnTo>
                  <a:lnTo>
                    <a:pt x="1589993" y="137393"/>
                  </a:lnTo>
                  <a:lnTo>
                    <a:pt x="1590689" y="134563"/>
                  </a:lnTo>
                  <a:lnTo>
                    <a:pt x="1591385" y="129683"/>
                  </a:lnTo>
                  <a:lnTo>
                    <a:pt x="1592082" y="125523"/>
                  </a:lnTo>
                  <a:lnTo>
                    <a:pt x="1592778" y="121172"/>
                  </a:lnTo>
                  <a:lnTo>
                    <a:pt x="1593474" y="118783"/>
                  </a:lnTo>
                  <a:lnTo>
                    <a:pt x="1594170" y="119866"/>
                  </a:lnTo>
                  <a:lnTo>
                    <a:pt x="1594866" y="120603"/>
                  </a:lnTo>
                  <a:lnTo>
                    <a:pt x="1595562" y="121488"/>
                  </a:lnTo>
                  <a:lnTo>
                    <a:pt x="1596259" y="124462"/>
                  </a:lnTo>
                  <a:lnTo>
                    <a:pt x="1596955" y="126317"/>
                  </a:lnTo>
                  <a:lnTo>
                    <a:pt x="1597651" y="129534"/>
                  </a:lnTo>
                  <a:lnTo>
                    <a:pt x="1598347" y="134663"/>
                  </a:lnTo>
                  <a:lnTo>
                    <a:pt x="1599043" y="141533"/>
                  </a:lnTo>
                  <a:lnTo>
                    <a:pt x="1599739" y="147800"/>
                  </a:lnTo>
                  <a:lnTo>
                    <a:pt x="1600436" y="154622"/>
                  </a:lnTo>
                  <a:lnTo>
                    <a:pt x="1601132" y="161543"/>
                  </a:lnTo>
                  <a:lnTo>
                    <a:pt x="1601828" y="170096"/>
                  </a:lnTo>
                  <a:lnTo>
                    <a:pt x="1602524" y="178714"/>
                  </a:lnTo>
                  <a:lnTo>
                    <a:pt x="1603220" y="188716"/>
                  </a:lnTo>
                  <a:lnTo>
                    <a:pt x="1603917" y="197605"/>
                  </a:lnTo>
                  <a:lnTo>
                    <a:pt x="1604613" y="202914"/>
                  </a:lnTo>
                  <a:lnTo>
                    <a:pt x="1605309" y="208281"/>
                  </a:lnTo>
                  <a:lnTo>
                    <a:pt x="1606005" y="212952"/>
                  </a:lnTo>
                  <a:lnTo>
                    <a:pt x="1606701" y="214653"/>
                  </a:lnTo>
                  <a:lnTo>
                    <a:pt x="1607397" y="216298"/>
                  </a:lnTo>
                  <a:lnTo>
                    <a:pt x="1608094" y="215406"/>
                  </a:lnTo>
                  <a:lnTo>
                    <a:pt x="1608790" y="214904"/>
                  </a:lnTo>
                  <a:lnTo>
                    <a:pt x="1609486" y="216637"/>
                  </a:lnTo>
                  <a:lnTo>
                    <a:pt x="1610182" y="218610"/>
                  </a:lnTo>
                  <a:lnTo>
                    <a:pt x="1610878" y="221051"/>
                  </a:lnTo>
                  <a:lnTo>
                    <a:pt x="1611574" y="223623"/>
                  </a:lnTo>
                  <a:lnTo>
                    <a:pt x="1612271" y="228812"/>
                  </a:lnTo>
                  <a:lnTo>
                    <a:pt x="1612967" y="234360"/>
                  </a:lnTo>
                  <a:lnTo>
                    <a:pt x="1613663" y="239110"/>
                  </a:lnTo>
                  <a:lnTo>
                    <a:pt x="1614359" y="245588"/>
                  </a:lnTo>
                  <a:lnTo>
                    <a:pt x="1615055" y="252155"/>
                  </a:lnTo>
                  <a:lnTo>
                    <a:pt x="1615751" y="259472"/>
                  </a:lnTo>
                  <a:lnTo>
                    <a:pt x="1616448" y="267968"/>
                  </a:lnTo>
                  <a:lnTo>
                    <a:pt x="1617144" y="276938"/>
                  </a:lnTo>
                  <a:lnTo>
                    <a:pt x="1617840" y="285718"/>
                  </a:lnTo>
                  <a:lnTo>
                    <a:pt x="1618536" y="291846"/>
                  </a:lnTo>
                  <a:lnTo>
                    <a:pt x="1619232" y="300609"/>
                  </a:lnTo>
                  <a:lnTo>
                    <a:pt x="1619929" y="308572"/>
                  </a:lnTo>
                  <a:lnTo>
                    <a:pt x="1620625" y="314906"/>
                  </a:lnTo>
                  <a:lnTo>
                    <a:pt x="1621321" y="323666"/>
                  </a:lnTo>
                  <a:lnTo>
                    <a:pt x="1622017" y="332860"/>
                  </a:lnTo>
                  <a:lnTo>
                    <a:pt x="1622713" y="341533"/>
                  </a:lnTo>
                  <a:lnTo>
                    <a:pt x="1623409" y="350726"/>
                  </a:lnTo>
                  <a:lnTo>
                    <a:pt x="1624106" y="361621"/>
                  </a:lnTo>
                  <a:lnTo>
                    <a:pt x="1624802" y="372939"/>
                  </a:lnTo>
                  <a:lnTo>
                    <a:pt x="1625498" y="385590"/>
                  </a:lnTo>
                  <a:lnTo>
                    <a:pt x="1626194" y="397038"/>
                  </a:lnTo>
                  <a:lnTo>
                    <a:pt x="1626890" y="410657"/>
                  </a:lnTo>
                  <a:lnTo>
                    <a:pt x="1627586" y="426267"/>
                  </a:lnTo>
                  <a:lnTo>
                    <a:pt x="1628283" y="442297"/>
                  </a:lnTo>
                  <a:lnTo>
                    <a:pt x="1628979" y="458023"/>
                  </a:lnTo>
                  <a:lnTo>
                    <a:pt x="1629675" y="472753"/>
                  </a:lnTo>
                  <a:lnTo>
                    <a:pt x="1630371" y="487499"/>
                  </a:lnTo>
                  <a:lnTo>
                    <a:pt x="1631067" y="501465"/>
                  </a:lnTo>
                  <a:lnTo>
                    <a:pt x="1631764" y="514005"/>
                  </a:lnTo>
                  <a:lnTo>
                    <a:pt x="1632460" y="526125"/>
                  </a:lnTo>
                  <a:lnTo>
                    <a:pt x="1633156" y="537004"/>
                  </a:lnTo>
                  <a:lnTo>
                    <a:pt x="1633852" y="546732"/>
                  </a:lnTo>
                  <a:lnTo>
                    <a:pt x="1634548" y="555969"/>
                  </a:lnTo>
                  <a:lnTo>
                    <a:pt x="1635244" y="563200"/>
                  </a:lnTo>
                  <a:lnTo>
                    <a:pt x="1635941" y="570953"/>
                  </a:lnTo>
                  <a:lnTo>
                    <a:pt x="1636637" y="578907"/>
                  </a:lnTo>
                  <a:lnTo>
                    <a:pt x="1637333" y="585866"/>
                  </a:lnTo>
                  <a:lnTo>
                    <a:pt x="1638029" y="591278"/>
                  </a:lnTo>
                  <a:lnTo>
                    <a:pt x="1638725" y="595878"/>
                  </a:lnTo>
                  <a:lnTo>
                    <a:pt x="1639421" y="599681"/>
                  </a:lnTo>
                  <a:lnTo>
                    <a:pt x="1640118" y="604097"/>
                  </a:lnTo>
                  <a:lnTo>
                    <a:pt x="1640814" y="607879"/>
                  </a:lnTo>
                  <a:lnTo>
                    <a:pt x="1641457" y="61337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3888116" y="4942620"/>
              <a:ext cx="939831" cy="817782"/>
            </a:xfrm>
            <a:custGeom>
              <a:avLst/>
              <a:pathLst>
                <a:path w="939831" h="817782">
                  <a:moveTo>
                    <a:pt x="0" y="817782"/>
                  </a:moveTo>
                  <a:lnTo>
                    <a:pt x="117" y="816412"/>
                  </a:lnTo>
                  <a:lnTo>
                    <a:pt x="814" y="806780"/>
                  </a:lnTo>
                  <a:lnTo>
                    <a:pt x="1510" y="795794"/>
                  </a:lnTo>
                  <a:lnTo>
                    <a:pt x="2206" y="784290"/>
                  </a:lnTo>
                  <a:lnTo>
                    <a:pt x="2902" y="772273"/>
                  </a:lnTo>
                  <a:lnTo>
                    <a:pt x="3598" y="760364"/>
                  </a:lnTo>
                  <a:lnTo>
                    <a:pt x="4294" y="746497"/>
                  </a:lnTo>
                  <a:lnTo>
                    <a:pt x="4991" y="730970"/>
                  </a:lnTo>
                  <a:lnTo>
                    <a:pt x="5687" y="714991"/>
                  </a:lnTo>
                  <a:lnTo>
                    <a:pt x="6383" y="700140"/>
                  </a:lnTo>
                  <a:lnTo>
                    <a:pt x="7079" y="685465"/>
                  </a:lnTo>
                  <a:lnTo>
                    <a:pt x="7775" y="670613"/>
                  </a:lnTo>
                  <a:lnTo>
                    <a:pt x="8471" y="656892"/>
                  </a:lnTo>
                  <a:lnTo>
                    <a:pt x="9168" y="644447"/>
                  </a:lnTo>
                  <a:lnTo>
                    <a:pt x="9864" y="630364"/>
                  </a:lnTo>
                  <a:lnTo>
                    <a:pt x="10560" y="616427"/>
                  </a:lnTo>
                  <a:lnTo>
                    <a:pt x="11256" y="601614"/>
                  </a:lnTo>
                  <a:lnTo>
                    <a:pt x="11952" y="586659"/>
                  </a:lnTo>
                  <a:lnTo>
                    <a:pt x="12649" y="575530"/>
                  </a:lnTo>
                  <a:lnTo>
                    <a:pt x="13345" y="564431"/>
                  </a:lnTo>
                  <a:lnTo>
                    <a:pt x="14041" y="553250"/>
                  </a:lnTo>
                  <a:lnTo>
                    <a:pt x="14737" y="541208"/>
                  </a:lnTo>
                  <a:lnTo>
                    <a:pt x="15433" y="530830"/>
                  </a:lnTo>
                  <a:lnTo>
                    <a:pt x="16129" y="519906"/>
                  </a:lnTo>
                  <a:lnTo>
                    <a:pt x="16826" y="508982"/>
                  </a:lnTo>
                  <a:lnTo>
                    <a:pt x="17522" y="499696"/>
                  </a:lnTo>
                  <a:lnTo>
                    <a:pt x="18218" y="491293"/>
                  </a:lnTo>
                  <a:lnTo>
                    <a:pt x="18914" y="481692"/>
                  </a:lnTo>
                  <a:lnTo>
                    <a:pt x="19610" y="472505"/>
                  </a:lnTo>
                  <a:lnTo>
                    <a:pt x="20306" y="464137"/>
                  </a:lnTo>
                  <a:lnTo>
                    <a:pt x="21003" y="457147"/>
                  </a:lnTo>
                  <a:lnTo>
                    <a:pt x="21699" y="451244"/>
                  </a:lnTo>
                  <a:lnTo>
                    <a:pt x="22395" y="445083"/>
                  </a:lnTo>
                  <a:lnTo>
                    <a:pt x="23091" y="436354"/>
                  </a:lnTo>
                  <a:lnTo>
                    <a:pt x="23787" y="428813"/>
                  </a:lnTo>
                  <a:lnTo>
                    <a:pt x="24484" y="423750"/>
                  </a:lnTo>
                  <a:lnTo>
                    <a:pt x="25180" y="419050"/>
                  </a:lnTo>
                  <a:lnTo>
                    <a:pt x="25876" y="413419"/>
                  </a:lnTo>
                  <a:lnTo>
                    <a:pt x="26572" y="408787"/>
                  </a:lnTo>
                  <a:lnTo>
                    <a:pt x="27268" y="406384"/>
                  </a:lnTo>
                  <a:lnTo>
                    <a:pt x="27964" y="405140"/>
                  </a:lnTo>
                  <a:lnTo>
                    <a:pt x="28661" y="404878"/>
                  </a:lnTo>
                  <a:lnTo>
                    <a:pt x="29357" y="404156"/>
                  </a:lnTo>
                  <a:lnTo>
                    <a:pt x="30053" y="408038"/>
                  </a:lnTo>
                  <a:lnTo>
                    <a:pt x="30749" y="412583"/>
                  </a:lnTo>
                  <a:lnTo>
                    <a:pt x="31445" y="419627"/>
                  </a:lnTo>
                  <a:lnTo>
                    <a:pt x="32141" y="427018"/>
                  </a:lnTo>
                  <a:lnTo>
                    <a:pt x="32838" y="433255"/>
                  </a:lnTo>
                  <a:lnTo>
                    <a:pt x="33534" y="440397"/>
                  </a:lnTo>
                  <a:lnTo>
                    <a:pt x="34230" y="446841"/>
                  </a:lnTo>
                  <a:lnTo>
                    <a:pt x="34926" y="450591"/>
                  </a:lnTo>
                  <a:lnTo>
                    <a:pt x="35622" y="453609"/>
                  </a:lnTo>
                  <a:lnTo>
                    <a:pt x="36318" y="458051"/>
                  </a:lnTo>
                  <a:lnTo>
                    <a:pt x="37015" y="462548"/>
                  </a:lnTo>
                  <a:lnTo>
                    <a:pt x="37711" y="466659"/>
                  </a:lnTo>
                  <a:lnTo>
                    <a:pt x="38407" y="471086"/>
                  </a:lnTo>
                  <a:lnTo>
                    <a:pt x="39103" y="473641"/>
                  </a:lnTo>
                  <a:lnTo>
                    <a:pt x="39799" y="476215"/>
                  </a:lnTo>
                  <a:lnTo>
                    <a:pt x="40496" y="478053"/>
                  </a:lnTo>
                  <a:lnTo>
                    <a:pt x="41192" y="480215"/>
                  </a:lnTo>
                  <a:lnTo>
                    <a:pt x="41888" y="481479"/>
                  </a:lnTo>
                  <a:lnTo>
                    <a:pt x="42584" y="482853"/>
                  </a:lnTo>
                  <a:lnTo>
                    <a:pt x="43280" y="483888"/>
                  </a:lnTo>
                  <a:lnTo>
                    <a:pt x="43976" y="484707"/>
                  </a:lnTo>
                  <a:lnTo>
                    <a:pt x="44673" y="488014"/>
                  </a:lnTo>
                  <a:lnTo>
                    <a:pt x="45369" y="493900"/>
                  </a:lnTo>
                  <a:lnTo>
                    <a:pt x="46065" y="501097"/>
                  </a:lnTo>
                  <a:lnTo>
                    <a:pt x="46761" y="507811"/>
                  </a:lnTo>
                  <a:lnTo>
                    <a:pt x="47457" y="514056"/>
                  </a:lnTo>
                  <a:lnTo>
                    <a:pt x="48153" y="518060"/>
                  </a:lnTo>
                  <a:lnTo>
                    <a:pt x="48850" y="519630"/>
                  </a:lnTo>
                  <a:lnTo>
                    <a:pt x="49546" y="521516"/>
                  </a:lnTo>
                  <a:lnTo>
                    <a:pt x="50242" y="524428"/>
                  </a:lnTo>
                  <a:lnTo>
                    <a:pt x="50938" y="527411"/>
                  </a:lnTo>
                  <a:lnTo>
                    <a:pt x="51634" y="531609"/>
                  </a:lnTo>
                  <a:lnTo>
                    <a:pt x="52331" y="535249"/>
                  </a:lnTo>
                  <a:lnTo>
                    <a:pt x="53027" y="537972"/>
                  </a:lnTo>
                  <a:lnTo>
                    <a:pt x="53723" y="540218"/>
                  </a:lnTo>
                  <a:lnTo>
                    <a:pt x="54419" y="543149"/>
                  </a:lnTo>
                  <a:lnTo>
                    <a:pt x="55115" y="544312"/>
                  </a:lnTo>
                  <a:lnTo>
                    <a:pt x="55811" y="544993"/>
                  </a:lnTo>
                  <a:lnTo>
                    <a:pt x="56508" y="544275"/>
                  </a:lnTo>
                  <a:lnTo>
                    <a:pt x="57204" y="541751"/>
                  </a:lnTo>
                  <a:lnTo>
                    <a:pt x="57900" y="540359"/>
                  </a:lnTo>
                  <a:lnTo>
                    <a:pt x="58596" y="541165"/>
                  </a:lnTo>
                  <a:lnTo>
                    <a:pt x="59292" y="542622"/>
                  </a:lnTo>
                  <a:lnTo>
                    <a:pt x="59988" y="542024"/>
                  </a:lnTo>
                  <a:lnTo>
                    <a:pt x="60685" y="541712"/>
                  </a:lnTo>
                  <a:lnTo>
                    <a:pt x="61381" y="542014"/>
                  </a:lnTo>
                  <a:lnTo>
                    <a:pt x="62077" y="540715"/>
                  </a:lnTo>
                  <a:lnTo>
                    <a:pt x="62773" y="538361"/>
                  </a:lnTo>
                  <a:lnTo>
                    <a:pt x="63469" y="536105"/>
                  </a:lnTo>
                  <a:lnTo>
                    <a:pt x="64166" y="532210"/>
                  </a:lnTo>
                  <a:lnTo>
                    <a:pt x="64862" y="527831"/>
                  </a:lnTo>
                  <a:lnTo>
                    <a:pt x="65558" y="520979"/>
                  </a:lnTo>
                  <a:lnTo>
                    <a:pt x="66254" y="513138"/>
                  </a:lnTo>
                  <a:lnTo>
                    <a:pt x="66950" y="503286"/>
                  </a:lnTo>
                  <a:lnTo>
                    <a:pt x="67646" y="497142"/>
                  </a:lnTo>
                  <a:lnTo>
                    <a:pt x="68343" y="491317"/>
                  </a:lnTo>
                  <a:lnTo>
                    <a:pt x="69039" y="484568"/>
                  </a:lnTo>
                  <a:lnTo>
                    <a:pt x="69735" y="479932"/>
                  </a:lnTo>
                  <a:lnTo>
                    <a:pt x="70431" y="477415"/>
                  </a:lnTo>
                  <a:lnTo>
                    <a:pt x="71127" y="475306"/>
                  </a:lnTo>
                  <a:lnTo>
                    <a:pt x="71823" y="471290"/>
                  </a:lnTo>
                  <a:lnTo>
                    <a:pt x="72520" y="465907"/>
                  </a:lnTo>
                  <a:lnTo>
                    <a:pt x="73216" y="462150"/>
                  </a:lnTo>
                  <a:lnTo>
                    <a:pt x="73912" y="458198"/>
                  </a:lnTo>
                  <a:lnTo>
                    <a:pt x="74608" y="457295"/>
                  </a:lnTo>
                  <a:lnTo>
                    <a:pt x="75304" y="457277"/>
                  </a:lnTo>
                  <a:lnTo>
                    <a:pt x="76000" y="456526"/>
                  </a:lnTo>
                  <a:lnTo>
                    <a:pt x="76697" y="453844"/>
                  </a:lnTo>
                  <a:lnTo>
                    <a:pt x="77393" y="450251"/>
                  </a:lnTo>
                  <a:lnTo>
                    <a:pt x="78089" y="445239"/>
                  </a:lnTo>
                  <a:lnTo>
                    <a:pt x="78785" y="439520"/>
                  </a:lnTo>
                  <a:lnTo>
                    <a:pt x="79481" y="434072"/>
                  </a:lnTo>
                  <a:lnTo>
                    <a:pt x="80178" y="426774"/>
                  </a:lnTo>
                  <a:lnTo>
                    <a:pt x="80874" y="418820"/>
                  </a:lnTo>
                  <a:lnTo>
                    <a:pt x="81570" y="409829"/>
                  </a:lnTo>
                  <a:lnTo>
                    <a:pt x="82266" y="402239"/>
                  </a:lnTo>
                  <a:lnTo>
                    <a:pt x="82962" y="397040"/>
                  </a:lnTo>
                  <a:lnTo>
                    <a:pt x="83658" y="392365"/>
                  </a:lnTo>
                  <a:lnTo>
                    <a:pt x="84355" y="388442"/>
                  </a:lnTo>
                  <a:lnTo>
                    <a:pt x="85051" y="383756"/>
                  </a:lnTo>
                  <a:lnTo>
                    <a:pt x="85747" y="379500"/>
                  </a:lnTo>
                  <a:lnTo>
                    <a:pt x="86443" y="376658"/>
                  </a:lnTo>
                  <a:lnTo>
                    <a:pt x="87139" y="373384"/>
                  </a:lnTo>
                  <a:lnTo>
                    <a:pt x="87835" y="369927"/>
                  </a:lnTo>
                  <a:lnTo>
                    <a:pt x="88532" y="366177"/>
                  </a:lnTo>
                  <a:lnTo>
                    <a:pt x="89228" y="362563"/>
                  </a:lnTo>
                  <a:lnTo>
                    <a:pt x="89924" y="361540"/>
                  </a:lnTo>
                  <a:lnTo>
                    <a:pt x="90620" y="361050"/>
                  </a:lnTo>
                  <a:lnTo>
                    <a:pt x="91316" y="360611"/>
                  </a:lnTo>
                  <a:lnTo>
                    <a:pt x="92013" y="360076"/>
                  </a:lnTo>
                  <a:lnTo>
                    <a:pt x="92709" y="361103"/>
                  </a:lnTo>
                  <a:lnTo>
                    <a:pt x="93405" y="364428"/>
                  </a:lnTo>
                  <a:lnTo>
                    <a:pt x="94101" y="366927"/>
                  </a:lnTo>
                  <a:lnTo>
                    <a:pt x="94797" y="369679"/>
                  </a:lnTo>
                  <a:lnTo>
                    <a:pt x="95493" y="373668"/>
                  </a:lnTo>
                  <a:lnTo>
                    <a:pt x="96190" y="377720"/>
                  </a:lnTo>
                  <a:lnTo>
                    <a:pt x="96886" y="381017"/>
                  </a:lnTo>
                  <a:lnTo>
                    <a:pt x="97582" y="384481"/>
                  </a:lnTo>
                  <a:lnTo>
                    <a:pt x="98278" y="387031"/>
                  </a:lnTo>
                  <a:lnTo>
                    <a:pt x="98974" y="390930"/>
                  </a:lnTo>
                  <a:lnTo>
                    <a:pt x="99670" y="393110"/>
                  </a:lnTo>
                  <a:lnTo>
                    <a:pt x="100367" y="394242"/>
                  </a:lnTo>
                  <a:lnTo>
                    <a:pt x="101063" y="394467"/>
                  </a:lnTo>
                  <a:lnTo>
                    <a:pt x="101759" y="395017"/>
                  </a:lnTo>
                  <a:lnTo>
                    <a:pt x="102455" y="396681"/>
                  </a:lnTo>
                  <a:lnTo>
                    <a:pt x="103151" y="396307"/>
                  </a:lnTo>
                  <a:lnTo>
                    <a:pt x="103847" y="395343"/>
                  </a:lnTo>
                  <a:lnTo>
                    <a:pt x="104544" y="395383"/>
                  </a:lnTo>
                  <a:lnTo>
                    <a:pt x="105240" y="394922"/>
                  </a:lnTo>
                  <a:lnTo>
                    <a:pt x="105936" y="394786"/>
                  </a:lnTo>
                  <a:lnTo>
                    <a:pt x="106632" y="395058"/>
                  </a:lnTo>
                  <a:lnTo>
                    <a:pt x="107328" y="395043"/>
                  </a:lnTo>
                  <a:lnTo>
                    <a:pt x="108025" y="395477"/>
                  </a:lnTo>
                  <a:lnTo>
                    <a:pt x="108721" y="397181"/>
                  </a:lnTo>
                  <a:lnTo>
                    <a:pt x="109417" y="398241"/>
                  </a:lnTo>
                  <a:lnTo>
                    <a:pt x="110113" y="400819"/>
                  </a:lnTo>
                  <a:lnTo>
                    <a:pt x="110809" y="403758"/>
                  </a:lnTo>
                  <a:lnTo>
                    <a:pt x="111505" y="408487"/>
                  </a:lnTo>
                  <a:lnTo>
                    <a:pt x="112202" y="415274"/>
                  </a:lnTo>
                  <a:lnTo>
                    <a:pt x="112898" y="422166"/>
                  </a:lnTo>
                  <a:lnTo>
                    <a:pt x="113594" y="428656"/>
                  </a:lnTo>
                  <a:lnTo>
                    <a:pt x="114290" y="436113"/>
                  </a:lnTo>
                  <a:lnTo>
                    <a:pt x="114986" y="441770"/>
                  </a:lnTo>
                  <a:lnTo>
                    <a:pt x="115682" y="446847"/>
                  </a:lnTo>
                  <a:lnTo>
                    <a:pt x="116379" y="450894"/>
                  </a:lnTo>
                  <a:lnTo>
                    <a:pt x="117075" y="455500"/>
                  </a:lnTo>
                  <a:lnTo>
                    <a:pt x="117771" y="461295"/>
                  </a:lnTo>
                  <a:lnTo>
                    <a:pt x="118467" y="466893"/>
                  </a:lnTo>
                  <a:lnTo>
                    <a:pt x="119163" y="471918"/>
                  </a:lnTo>
                  <a:lnTo>
                    <a:pt x="119860" y="478380"/>
                  </a:lnTo>
                  <a:lnTo>
                    <a:pt x="120556" y="484922"/>
                  </a:lnTo>
                  <a:lnTo>
                    <a:pt x="121252" y="489820"/>
                  </a:lnTo>
                  <a:lnTo>
                    <a:pt x="121948" y="491945"/>
                  </a:lnTo>
                  <a:lnTo>
                    <a:pt x="122644" y="493446"/>
                  </a:lnTo>
                  <a:lnTo>
                    <a:pt x="123340" y="496146"/>
                  </a:lnTo>
                  <a:lnTo>
                    <a:pt x="124037" y="500624"/>
                  </a:lnTo>
                  <a:lnTo>
                    <a:pt x="124733" y="505555"/>
                  </a:lnTo>
                  <a:lnTo>
                    <a:pt x="125429" y="508839"/>
                  </a:lnTo>
                  <a:lnTo>
                    <a:pt x="126125" y="512943"/>
                  </a:lnTo>
                  <a:lnTo>
                    <a:pt x="126821" y="516327"/>
                  </a:lnTo>
                  <a:lnTo>
                    <a:pt x="127517" y="518558"/>
                  </a:lnTo>
                  <a:lnTo>
                    <a:pt x="128214" y="519947"/>
                  </a:lnTo>
                  <a:lnTo>
                    <a:pt x="128910" y="519258"/>
                  </a:lnTo>
                  <a:lnTo>
                    <a:pt x="129606" y="518645"/>
                  </a:lnTo>
                  <a:lnTo>
                    <a:pt x="130302" y="516790"/>
                  </a:lnTo>
                  <a:lnTo>
                    <a:pt x="130998" y="514280"/>
                  </a:lnTo>
                  <a:lnTo>
                    <a:pt x="131695" y="512916"/>
                  </a:lnTo>
                  <a:lnTo>
                    <a:pt x="132391" y="513342"/>
                  </a:lnTo>
                  <a:lnTo>
                    <a:pt x="133087" y="514737"/>
                  </a:lnTo>
                  <a:lnTo>
                    <a:pt x="133783" y="517330"/>
                  </a:lnTo>
                  <a:lnTo>
                    <a:pt x="134479" y="518937"/>
                  </a:lnTo>
                  <a:lnTo>
                    <a:pt x="135175" y="522485"/>
                  </a:lnTo>
                  <a:lnTo>
                    <a:pt x="135872" y="526840"/>
                  </a:lnTo>
                  <a:lnTo>
                    <a:pt x="136568" y="531194"/>
                  </a:lnTo>
                  <a:lnTo>
                    <a:pt x="137264" y="535990"/>
                  </a:lnTo>
                  <a:lnTo>
                    <a:pt x="137960" y="541415"/>
                  </a:lnTo>
                  <a:lnTo>
                    <a:pt x="138656" y="544222"/>
                  </a:lnTo>
                  <a:lnTo>
                    <a:pt x="139352" y="547000"/>
                  </a:lnTo>
                  <a:lnTo>
                    <a:pt x="140049" y="549204"/>
                  </a:lnTo>
                  <a:lnTo>
                    <a:pt x="140745" y="551406"/>
                  </a:lnTo>
                  <a:lnTo>
                    <a:pt x="141441" y="553041"/>
                  </a:lnTo>
                  <a:lnTo>
                    <a:pt x="142137" y="553818"/>
                  </a:lnTo>
                  <a:lnTo>
                    <a:pt x="142833" y="555589"/>
                  </a:lnTo>
                  <a:lnTo>
                    <a:pt x="143529" y="558761"/>
                  </a:lnTo>
                  <a:lnTo>
                    <a:pt x="144226" y="559647"/>
                  </a:lnTo>
                  <a:lnTo>
                    <a:pt x="144922" y="559391"/>
                  </a:lnTo>
                  <a:lnTo>
                    <a:pt x="145618" y="553963"/>
                  </a:lnTo>
                  <a:lnTo>
                    <a:pt x="146314" y="547472"/>
                  </a:lnTo>
                  <a:lnTo>
                    <a:pt x="147010" y="541368"/>
                  </a:lnTo>
                  <a:lnTo>
                    <a:pt x="147707" y="534009"/>
                  </a:lnTo>
                  <a:lnTo>
                    <a:pt x="148403" y="528358"/>
                  </a:lnTo>
                  <a:lnTo>
                    <a:pt x="149099" y="526124"/>
                  </a:lnTo>
                  <a:lnTo>
                    <a:pt x="149795" y="523906"/>
                  </a:lnTo>
                  <a:lnTo>
                    <a:pt x="150491" y="522918"/>
                  </a:lnTo>
                  <a:lnTo>
                    <a:pt x="151187" y="521931"/>
                  </a:lnTo>
                  <a:lnTo>
                    <a:pt x="151884" y="521692"/>
                  </a:lnTo>
                  <a:lnTo>
                    <a:pt x="152580" y="521452"/>
                  </a:lnTo>
                  <a:lnTo>
                    <a:pt x="153276" y="520557"/>
                  </a:lnTo>
                  <a:lnTo>
                    <a:pt x="153972" y="518578"/>
                  </a:lnTo>
                  <a:lnTo>
                    <a:pt x="154668" y="517683"/>
                  </a:lnTo>
                  <a:lnTo>
                    <a:pt x="155364" y="516347"/>
                  </a:lnTo>
                  <a:lnTo>
                    <a:pt x="156061" y="517725"/>
                  </a:lnTo>
                  <a:lnTo>
                    <a:pt x="156757" y="519542"/>
                  </a:lnTo>
                  <a:lnTo>
                    <a:pt x="157453" y="521915"/>
                  </a:lnTo>
                  <a:lnTo>
                    <a:pt x="158149" y="526956"/>
                  </a:lnTo>
                  <a:lnTo>
                    <a:pt x="158845" y="530497"/>
                  </a:lnTo>
                  <a:lnTo>
                    <a:pt x="159542" y="530801"/>
                  </a:lnTo>
                  <a:lnTo>
                    <a:pt x="160238" y="530958"/>
                  </a:lnTo>
                  <a:lnTo>
                    <a:pt x="160934" y="531115"/>
                  </a:lnTo>
                  <a:lnTo>
                    <a:pt x="161630" y="530703"/>
                  </a:lnTo>
                  <a:lnTo>
                    <a:pt x="162326" y="529246"/>
                  </a:lnTo>
                  <a:lnTo>
                    <a:pt x="163022" y="528988"/>
                  </a:lnTo>
                  <a:lnTo>
                    <a:pt x="163719" y="528729"/>
                  </a:lnTo>
                  <a:lnTo>
                    <a:pt x="164415" y="527850"/>
                  </a:lnTo>
                  <a:lnTo>
                    <a:pt x="165111" y="525571"/>
                  </a:lnTo>
                  <a:lnTo>
                    <a:pt x="165807" y="524889"/>
                  </a:lnTo>
                  <a:lnTo>
                    <a:pt x="166503" y="523957"/>
                  </a:lnTo>
                  <a:lnTo>
                    <a:pt x="167199" y="523777"/>
                  </a:lnTo>
                  <a:lnTo>
                    <a:pt x="167896" y="521958"/>
                  </a:lnTo>
                  <a:lnTo>
                    <a:pt x="168592" y="519606"/>
                  </a:lnTo>
                  <a:lnTo>
                    <a:pt x="169288" y="516781"/>
                  </a:lnTo>
                  <a:lnTo>
                    <a:pt x="169984" y="515836"/>
                  </a:lnTo>
                  <a:lnTo>
                    <a:pt x="170680" y="514876"/>
                  </a:lnTo>
                  <a:lnTo>
                    <a:pt x="171376" y="513301"/>
                  </a:lnTo>
                  <a:lnTo>
                    <a:pt x="172073" y="511726"/>
                  </a:lnTo>
                  <a:lnTo>
                    <a:pt x="172769" y="512247"/>
                  </a:lnTo>
                  <a:lnTo>
                    <a:pt x="173465" y="512248"/>
                  </a:lnTo>
                  <a:lnTo>
                    <a:pt x="174161" y="515443"/>
                  </a:lnTo>
                  <a:lnTo>
                    <a:pt x="174857" y="520091"/>
                  </a:lnTo>
                  <a:lnTo>
                    <a:pt x="175554" y="526222"/>
                  </a:lnTo>
                  <a:lnTo>
                    <a:pt x="176250" y="532357"/>
                  </a:lnTo>
                  <a:lnTo>
                    <a:pt x="176946" y="537924"/>
                  </a:lnTo>
                  <a:lnTo>
                    <a:pt x="177642" y="543491"/>
                  </a:lnTo>
                  <a:lnTo>
                    <a:pt x="178338" y="550082"/>
                  </a:lnTo>
                  <a:lnTo>
                    <a:pt x="179034" y="556674"/>
                  </a:lnTo>
                  <a:lnTo>
                    <a:pt x="179731" y="562736"/>
                  </a:lnTo>
                  <a:lnTo>
                    <a:pt x="180427" y="568807"/>
                  </a:lnTo>
                  <a:lnTo>
                    <a:pt x="181123" y="575745"/>
                  </a:lnTo>
                  <a:lnTo>
                    <a:pt x="181819" y="582245"/>
                  </a:lnTo>
                  <a:lnTo>
                    <a:pt x="182515" y="588578"/>
                  </a:lnTo>
                  <a:lnTo>
                    <a:pt x="183211" y="594916"/>
                  </a:lnTo>
                  <a:lnTo>
                    <a:pt x="183908" y="597967"/>
                  </a:lnTo>
                  <a:lnTo>
                    <a:pt x="184604" y="598899"/>
                  </a:lnTo>
                  <a:lnTo>
                    <a:pt x="185300" y="596627"/>
                  </a:lnTo>
                  <a:lnTo>
                    <a:pt x="185996" y="595294"/>
                  </a:lnTo>
                  <a:lnTo>
                    <a:pt x="186692" y="594702"/>
                  </a:lnTo>
                  <a:lnTo>
                    <a:pt x="187389" y="592905"/>
                  </a:lnTo>
                  <a:lnTo>
                    <a:pt x="188085" y="590945"/>
                  </a:lnTo>
                  <a:lnTo>
                    <a:pt x="188781" y="588579"/>
                  </a:lnTo>
                  <a:lnTo>
                    <a:pt x="189477" y="585775"/>
                  </a:lnTo>
                  <a:lnTo>
                    <a:pt x="190173" y="583214"/>
                  </a:lnTo>
                  <a:lnTo>
                    <a:pt x="190869" y="580846"/>
                  </a:lnTo>
                  <a:lnTo>
                    <a:pt x="191566" y="575858"/>
                  </a:lnTo>
                  <a:lnTo>
                    <a:pt x="192262" y="570008"/>
                  </a:lnTo>
                  <a:lnTo>
                    <a:pt x="192958" y="564553"/>
                  </a:lnTo>
                  <a:lnTo>
                    <a:pt x="193654" y="555863"/>
                  </a:lnTo>
                  <a:lnTo>
                    <a:pt x="194350" y="547895"/>
                  </a:lnTo>
                  <a:lnTo>
                    <a:pt x="195046" y="542264"/>
                  </a:lnTo>
                  <a:lnTo>
                    <a:pt x="195743" y="536578"/>
                  </a:lnTo>
                  <a:lnTo>
                    <a:pt x="196439" y="530020"/>
                  </a:lnTo>
                  <a:lnTo>
                    <a:pt x="197135" y="526190"/>
                  </a:lnTo>
                  <a:lnTo>
                    <a:pt x="197831" y="524115"/>
                  </a:lnTo>
                  <a:lnTo>
                    <a:pt x="198527" y="522400"/>
                  </a:lnTo>
                  <a:lnTo>
                    <a:pt x="199223" y="520077"/>
                  </a:lnTo>
                  <a:lnTo>
                    <a:pt x="199920" y="518002"/>
                  </a:lnTo>
                  <a:lnTo>
                    <a:pt x="200616" y="516217"/>
                  </a:lnTo>
                  <a:lnTo>
                    <a:pt x="201312" y="509672"/>
                  </a:lnTo>
                  <a:lnTo>
                    <a:pt x="202008" y="503115"/>
                  </a:lnTo>
                  <a:lnTo>
                    <a:pt x="202704" y="495138"/>
                  </a:lnTo>
                  <a:lnTo>
                    <a:pt x="203401" y="487665"/>
                  </a:lnTo>
                  <a:lnTo>
                    <a:pt x="204097" y="478774"/>
                  </a:lnTo>
                  <a:lnTo>
                    <a:pt x="204793" y="471312"/>
                  </a:lnTo>
                  <a:lnTo>
                    <a:pt x="205489" y="462015"/>
                  </a:lnTo>
                  <a:lnTo>
                    <a:pt x="206185" y="453362"/>
                  </a:lnTo>
                  <a:lnTo>
                    <a:pt x="206881" y="445906"/>
                  </a:lnTo>
                  <a:lnTo>
                    <a:pt x="207578" y="436939"/>
                  </a:lnTo>
                  <a:lnTo>
                    <a:pt x="208274" y="425157"/>
                  </a:lnTo>
                  <a:lnTo>
                    <a:pt x="208970" y="413657"/>
                  </a:lnTo>
                  <a:lnTo>
                    <a:pt x="209666" y="400941"/>
                  </a:lnTo>
                  <a:lnTo>
                    <a:pt x="210362" y="387172"/>
                  </a:lnTo>
                  <a:lnTo>
                    <a:pt x="211058" y="371547"/>
                  </a:lnTo>
                  <a:lnTo>
                    <a:pt x="211755" y="356747"/>
                  </a:lnTo>
                  <a:lnTo>
                    <a:pt x="212451" y="342307"/>
                  </a:lnTo>
                  <a:lnTo>
                    <a:pt x="213147" y="327735"/>
                  </a:lnTo>
                  <a:lnTo>
                    <a:pt x="213843" y="313055"/>
                  </a:lnTo>
                  <a:lnTo>
                    <a:pt x="214539" y="299954"/>
                  </a:lnTo>
                  <a:lnTo>
                    <a:pt x="215236" y="287565"/>
                  </a:lnTo>
                  <a:lnTo>
                    <a:pt x="215932" y="276147"/>
                  </a:lnTo>
                  <a:lnTo>
                    <a:pt x="216628" y="266052"/>
                  </a:lnTo>
                  <a:lnTo>
                    <a:pt x="217324" y="257500"/>
                  </a:lnTo>
                  <a:lnTo>
                    <a:pt x="218020" y="250393"/>
                  </a:lnTo>
                  <a:lnTo>
                    <a:pt x="218716" y="244628"/>
                  </a:lnTo>
                  <a:lnTo>
                    <a:pt x="219413" y="240884"/>
                  </a:lnTo>
                  <a:lnTo>
                    <a:pt x="220109" y="237696"/>
                  </a:lnTo>
                  <a:lnTo>
                    <a:pt x="220805" y="239324"/>
                  </a:lnTo>
                  <a:lnTo>
                    <a:pt x="221501" y="239462"/>
                  </a:lnTo>
                  <a:lnTo>
                    <a:pt x="222197" y="239476"/>
                  </a:lnTo>
                  <a:lnTo>
                    <a:pt x="222893" y="241006"/>
                  </a:lnTo>
                  <a:lnTo>
                    <a:pt x="223590" y="241745"/>
                  </a:lnTo>
                  <a:lnTo>
                    <a:pt x="224286" y="240600"/>
                  </a:lnTo>
                  <a:lnTo>
                    <a:pt x="224982" y="237069"/>
                  </a:lnTo>
                  <a:lnTo>
                    <a:pt x="225678" y="233503"/>
                  </a:lnTo>
                  <a:lnTo>
                    <a:pt x="226374" y="229550"/>
                  </a:lnTo>
                  <a:lnTo>
                    <a:pt x="227071" y="225954"/>
                  </a:lnTo>
                  <a:lnTo>
                    <a:pt x="227767" y="224448"/>
                  </a:lnTo>
                  <a:lnTo>
                    <a:pt x="228463" y="222284"/>
                  </a:lnTo>
                  <a:lnTo>
                    <a:pt x="229159" y="221659"/>
                  </a:lnTo>
                  <a:lnTo>
                    <a:pt x="229855" y="221229"/>
                  </a:lnTo>
                  <a:lnTo>
                    <a:pt x="230551" y="220475"/>
                  </a:lnTo>
                  <a:lnTo>
                    <a:pt x="231248" y="219503"/>
                  </a:lnTo>
                  <a:lnTo>
                    <a:pt x="231944" y="221241"/>
                  </a:lnTo>
                  <a:lnTo>
                    <a:pt x="232640" y="220953"/>
                  </a:lnTo>
                  <a:lnTo>
                    <a:pt x="233336" y="220810"/>
                  </a:lnTo>
                  <a:lnTo>
                    <a:pt x="234032" y="221659"/>
                  </a:lnTo>
                  <a:lnTo>
                    <a:pt x="234728" y="223608"/>
                  </a:lnTo>
                  <a:lnTo>
                    <a:pt x="235425" y="227314"/>
                  </a:lnTo>
                  <a:lnTo>
                    <a:pt x="236121" y="231293"/>
                  </a:lnTo>
                  <a:lnTo>
                    <a:pt x="236817" y="234918"/>
                  </a:lnTo>
                  <a:lnTo>
                    <a:pt x="237513" y="237304"/>
                  </a:lnTo>
                  <a:lnTo>
                    <a:pt x="238209" y="239934"/>
                  </a:lnTo>
                  <a:lnTo>
                    <a:pt x="238905" y="243201"/>
                  </a:lnTo>
                  <a:lnTo>
                    <a:pt x="239602" y="249930"/>
                  </a:lnTo>
                  <a:lnTo>
                    <a:pt x="240298" y="257306"/>
                  </a:lnTo>
                  <a:lnTo>
                    <a:pt x="240994" y="267786"/>
                  </a:lnTo>
                  <a:lnTo>
                    <a:pt x="241690" y="280865"/>
                  </a:lnTo>
                  <a:lnTo>
                    <a:pt x="242386" y="293037"/>
                  </a:lnTo>
                  <a:lnTo>
                    <a:pt x="243083" y="308236"/>
                  </a:lnTo>
                  <a:lnTo>
                    <a:pt x="243779" y="324159"/>
                  </a:lnTo>
                  <a:lnTo>
                    <a:pt x="244475" y="338132"/>
                  </a:lnTo>
                  <a:lnTo>
                    <a:pt x="245171" y="352413"/>
                  </a:lnTo>
                  <a:lnTo>
                    <a:pt x="245867" y="366212"/>
                  </a:lnTo>
                  <a:lnTo>
                    <a:pt x="246563" y="381131"/>
                  </a:lnTo>
                  <a:lnTo>
                    <a:pt x="247260" y="397380"/>
                  </a:lnTo>
                  <a:lnTo>
                    <a:pt x="247956" y="413042"/>
                  </a:lnTo>
                  <a:lnTo>
                    <a:pt x="248652" y="429596"/>
                  </a:lnTo>
                  <a:lnTo>
                    <a:pt x="249348" y="444988"/>
                  </a:lnTo>
                  <a:lnTo>
                    <a:pt x="250044" y="456990"/>
                  </a:lnTo>
                  <a:lnTo>
                    <a:pt x="250740" y="469130"/>
                  </a:lnTo>
                  <a:lnTo>
                    <a:pt x="251437" y="480158"/>
                  </a:lnTo>
                  <a:lnTo>
                    <a:pt x="252133" y="490692"/>
                  </a:lnTo>
                  <a:lnTo>
                    <a:pt x="252829" y="498777"/>
                  </a:lnTo>
                  <a:lnTo>
                    <a:pt x="253525" y="504074"/>
                  </a:lnTo>
                  <a:lnTo>
                    <a:pt x="254221" y="507640"/>
                  </a:lnTo>
                  <a:lnTo>
                    <a:pt x="254918" y="510611"/>
                  </a:lnTo>
                  <a:lnTo>
                    <a:pt x="255614" y="512462"/>
                  </a:lnTo>
                  <a:lnTo>
                    <a:pt x="256310" y="512582"/>
                  </a:lnTo>
                  <a:lnTo>
                    <a:pt x="257006" y="512504"/>
                  </a:lnTo>
                  <a:lnTo>
                    <a:pt x="257702" y="511756"/>
                  </a:lnTo>
                  <a:lnTo>
                    <a:pt x="258398" y="509258"/>
                  </a:lnTo>
                  <a:lnTo>
                    <a:pt x="259095" y="507211"/>
                  </a:lnTo>
                  <a:lnTo>
                    <a:pt x="259791" y="507571"/>
                  </a:lnTo>
                  <a:lnTo>
                    <a:pt x="260487" y="510125"/>
                  </a:lnTo>
                  <a:lnTo>
                    <a:pt x="261183" y="512440"/>
                  </a:lnTo>
                  <a:lnTo>
                    <a:pt x="261879" y="515382"/>
                  </a:lnTo>
                  <a:lnTo>
                    <a:pt x="262575" y="518454"/>
                  </a:lnTo>
                  <a:lnTo>
                    <a:pt x="263272" y="523021"/>
                  </a:lnTo>
                  <a:lnTo>
                    <a:pt x="263968" y="529765"/>
                  </a:lnTo>
                  <a:lnTo>
                    <a:pt x="264664" y="536192"/>
                  </a:lnTo>
                  <a:lnTo>
                    <a:pt x="265360" y="543894"/>
                  </a:lnTo>
                  <a:lnTo>
                    <a:pt x="266056" y="552376"/>
                  </a:lnTo>
                  <a:lnTo>
                    <a:pt x="266752" y="561381"/>
                  </a:lnTo>
                  <a:lnTo>
                    <a:pt x="267449" y="569227"/>
                  </a:lnTo>
                  <a:lnTo>
                    <a:pt x="268145" y="577395"/>
                  </a:lnTo>
                  <a:lnTo>
                    <a:pt x="268841" y="586831"/>
                  </a:lnTo>
                  <a:lnTo>
                    <a:pt x="269537" y="595046"/>
                  </a:lnTo>
                  <a:lnTo>
                    <a:pt x="270233" y="602869"/>
                  </a:lnTo>
                  <a:lnTo>
                    <a:pt x="270930" y="608443"/>
                  </a:lnTo>
                  <a:lnTo>
                    <a:pt x="271626" y="613347"/>
                  </a:lnTo>
                  <a:lnTo>
                    <a:pt x="272322" y="622608"/>
                  </a:lnTo>
                  <a:lnTo>
                    <a:pt x="273018" y="632076"/>
                  </a:lnTo>
                  <a:lnTo>
                    <a:pt x="273714" y="641339"/>
                  </a:lnTo>
                  <a:lnTo>
                    <a:pt x="274410" y="646063"/>
                  </a:lnTo>
                  <a:lnTo>
                    <a:pt x="275107" y="646829"/>
                  </a:lnTo>
                  <a:lnTo>
                    <a:pt x="275803" y="647430"/>
                  </a:lnTo>
                  <a:lnTo>
                    <a:pt x="276499" y="645154"/>
                  </a:lnTo>
                  <a:lnTo>
                    <a:pt x="277195" y="637817"/>
                  </a:lnTo>
                  <a:lnTo>
                    <a:pt x="277891" y="631546"/>
                  </a:lnTo>
                  <a:lnTo>
                    <a:pt x="278587" y="625087"/>
                  </a:lnTo>
                  <a:lnTo>
                    <a:pt x="279284" y="615383"/>
                  </a:lnTo>
                  <a:lnTo>
                    <a:pt x="279980" y="606297"/>
                  </a:lnTo>
                  <a:lnTo>
                    <a:pt x="280676" y="597040"/>
                  </a:lnTo>
                  <a:lnTo>
                    <a:pt x="281372" y="586985"/>
                  </a:lnTo>
                  <a:lnTo>
                    <a:pt x="282068" y="576549"/>
                  </a:lnTo>
                  <a:lnTo>
                    <a:pt x="282765" y="564599"/>
                  </a:lnTo>
                  <a:lnTo>
                    <a:pt x="283461" y="553956"/>
                  </a:lnTo>
                  <a:lnTo>
                    <a:pt x="284157" y="542553"/>
                  </a:lnTo>
                  <a:lnTo>
                    <a:pt x="284853" y="531852"/>
                  </a:lnTo>
                  <a:lnTo>
                    <a:pt x="285549" y="523326"/>
                  </a:lnTo>
                  <a:lnTo>
                    <a:pt x="286245" y="512991"/>
                  </a:lnTo>
                  <a:lnTo>
                    <a:pt x="286942" y="502205"/>
                  </a:lnTo>
                  <a:lnTo>
                    <a:pt x="287638" y="494143"/>
                  </a:lnTo>
                  <a:lnTo>
                    <a:pt x="288334" y="487819"/>
                  </a:lnTo>
                  <a:lnTo>
                    <a:pt x="289030" y="482409"/>
                  </a:lnTo>
                  <a:lnTo>
                    <a:pt x="289726" y="479291"/>
                  </a:lnTo>
                  <a:lnTo>
                    <a:pt x="290422" y="478527"/>
                  </a:lnTo>
                  <a:lnTo>
                    <a:pt x="291119" y="480201"/>
                  </a:lnTo>
                  <a:lnTo>
                    <a:pt x="291815" y="483009"/>
                  </a:lnTo>
                  <a:lnTo>
                    <a:pt x="292511" y="482438"/>
                  </a:lnTo>
                  <a:lnTo>
                    <a:pt x="293207" y="479375"/>
                  </a:lnTo>
                  <a:lnTo>
                    <a:pt x="293903" y="477009"/>
                  </a:lnTo>
                  <a:lnTo>
                    <a:pt x="294600" y="475088"/>
                  </a:lnTo>
                  <a:lnTo>
                    <a:pt x="295296" y="471494"/>
                  </a:lnTo>
                  <a:lnTo>
                    <a:pt x="295992" y="468611"/>
                  </a:lnTo>
                  <a:lnTo>
                    <a:pt x="296688" y="466501"/>
                  </a:lnTo>
                  <a:lnTo>
                    <a:pt x="297384" y="462982"/>
                  </a:lnTo>
                  <a:lnTo>
                    <a:pt x="298080" y="458198"/>
                  </a:lnTo>
                  <a:lnTo>
                    <a:pt x="298777" y="450321"/>
                  </a:lnTo>
                  <a:lnTo>
                    <a:pt x="299473" y="441637"/>
                  </a:lnTo>
                  <a:lnTo>
                    <a:pt x="300169" y="432053"/>
                  </a:lnTo>
                  <a:lnTo>
                    <a:pt x="300865" y="421083"/>
                  </a:lnTo>
                  <a:lnTo>
                    <a:pt x="301561" y="408417"/>
                  </a:lnTo>
                  <a:lnTo>
                    <a:pt x="302257" y="395428"/>
                  </a:lnTo>
                  <a:lnTo>
                    <a:pt x="302954" y="383785"/>
                  </a:lnTo>
                  <a:lnTo>
                    <a:pt x="303650" y="372338"/>
                  </a:lnTo>
                  <a:lnTo>
                    <a:pt x="304346" y="359595"/>
                  </a:lnTo>
                  <a:lnTo>
                    <a:pt x="305042" y="347868"/>
                  </a:lnTo>
                  <a:lnTo>
                    <a:pt x="305738" y="336043"/>
                  </a:lnTo>
                  <a:lnTo>
                    <a:pt x="306434" y="324004"/>
                  </a:lnTo>
                  <a:lnTo>
                    <a:pt x="307131" y="314337"/>
                  </a:lnTo>
                  <a:lnTo>
                    <a:pt x="307827" y="304374"/>
                  </a:lnTo>
                  <a:lnTo>
                    <a:pt x="308523" y="295683"/>
                  </a:lnTo>
                  <a:lnTo>
                    <a:pt x="309219" y="285595"/>
                  </a:lnTo>
                  <a:lnTo>
                    <a:pt x="309915" y="278398"/>
                  </a:lnTo>
                  <a:lnTo>
                    <a:pt x="310612" y="273783"/>
                  </a:lnTo>
                  <a:lnTo>
                    <a:pt x="311308" y="268996"/>
                  </a:lnTo>
                  <a:lnTo>
                    <a:pt x="312004" y="265157"/>
                  </a:lnTo>
                  <a:lnTo>
                    <a:pt x="312700" y="263007"/>
                  </a:lnTo>
                  <a:lnTo>
                    <a:pt x="313396" y="259861"/>
                  </a:lnTo>
                  <a:lnTo>
                    <a:pt x="314092" y="256572"/>
                  </a:lnTo>
                  <a:lnTo>
                    <a:pt x="314789" y="256210"/>
                  </a:lnTo>
                  <a:lnTo>
                    <a:pt x="315485" y="256791"/>
                  </a:lnTo>
                  <a:lnTo>
                    <a:pt x="316181" y="258163"/>
                  </a:lnTo>
                  <a:lnTo>
                    <a:pt x="316877" y="260696"/>
                  </a:lnTo>
                  <a:lnTo>
                    <a:pt x="317573" y="262862"/>
                  </a:lnTo>
                  <a:lnTo>
                    <a:pt x="318269" y="264385"/>
                  </a:lnTo>
                  <a:lnTo>
                    <a:pt x="318966" y="264573"/>
                  </a:lnTo>
                  <a:lnTo>
                    <a:pt x="319662" y="266090"/>
                  </a:lnTo>
                  <a:lnTo>
                    <a:pt x="320358" y="268832"/>
                  </a:lnTo>
                  <a:lnTo>
                    <a:pt x="321054" y="272757"/>
                  </a:lnTo>
                  <a:lnTo>
                    <a:pt x="321750" y="278460"/>
                  </a:lnTo>
                  <a:lnTo>
                    <a:pt x="322447" y="286154"/>
                  </a:lnTo>
                  <a:lnTo>
                    <a:pt x="323143" y="291794"/>
                  </a:lnTo>
                  <a:lnTo>
                    <a:pt x="323839" y="297820"/>
                  </a:lnTo>
                  <a:lnTo>
                    <a:pt x="324535" y="304056"/>
                  </a:lnTo>
                  <a:lnTo>
                    <a:pt x="325231" y="309639"/>
                  </a:lnTo>
                  <a:lnTo>
                    <a:pt x="325927" y="313597"/>
                  </a:lnTo>
                  <a:lnTo>
                    <a:pt x="326624" y="315736"/>
                  </a:lnTo>
                  <a:lnTo>
                    <a:pt x="327320" y="316784"/>
                  </a:lnTo>
                  <a:lnTo>
                    <a:pt x="328016" y="321347"/>
                  </a:lnTo>
                  <a:lnTo>
                    <a:pt x="328712" y="328450"/>
                  </a:lnTo>
                  <a:lnTo>
                    <a:pt x="329408" y="337195"/>
                  </a:lnTo>
                  <a:lnTo>
                    <a:pt x="330104" y="345101"/>
                  </a:lnTo>
                  <a:lnTo>
                    <a:pt x="330801" y="353987"/>
                  </a:lnTo>
                  <a:lnTo>
                    <a:pt x="331497" y="363108"/>
                  </a:lnTo>
                  <a:lnTo>
                    <a:pt x="332193" y="371487"/>
                  </a:lnTo>
                  <a:lnTo>
                    <a:pt x="332889" y="380724"/>
                  </a:lnTo>
                  <a:lnTo>
                    <a:pt x="333585" y="390271"/>
                  </a:lnTo>
                  <a:lnTo>
                    <a:pt x="334281" y="398830"/>
                  </a:lnTo>
                  <a:lnTo>
                    <a:pt x="334978" y="408303"/>
                  </a:lnTo>
                  <a:lnTo>
                    <a:pt x="335674" y="418407"/>
                  </a:lnTo>
                  <a:lnTo>
                    <a:pt x="336370" y="428745"/>
                  </a:lnTo>
                  <a:lnTo>
                    <a:pt x="337066" y="438852"/>
                  </a:lnTo>
                  <a:lnTo>
                    <a:pt x="337762" y="448925"/>
                  </a:lnTo>
                  <a:lnTo>
                    <a:pt x="338459" y="456973"/>
                  </a:lnTo>
                  <a:lnTo>
                    <a:pt x="339155" y="463413"/>
                  </a:lnTo>
                  <a:lnTo>
                    <a:pt x="339851" y="469421"/>
                  </a:lnTo>
                  <a:lnTo>
                    <a:pt x="340547" y="475224"/>
                  </a:lnTo>
                  <a:lnTo>
                    <a:pt x="341243" y="481026"/>
                  </a:lnTo>
                  <a:lnTo>
                    <a:pt x="341939" y="487285"/>
                  </a:lnTo>
                  <a:lnTo>
                    <a:pt x="342636" y="492297"/>
                  </a:lnTo>
                  <a:lnTo>
                    <a:pt x="343332" y="494730"/>
                  </a:lnTo>
                  <a:lnTo>
                    <a:pt x="344028" y="496637"/>
                  </a:lnTo>
                  <a:lnTo>
                    <a:pt x="344724" y="500564"/>
                  </a:lnTo>
                  <a:lnTo>
                    <a:pt x="345420" y="503667"/>
                  </a:lnTo>
                  <a:lnTo>
                    <a:pt x="346116" y="504459"/>
                  </a:lnTo>
                  <a:lnTo>
                    <a:pt x="346813" y="502919"/>
                  </a:lnTo>
                  <a:lnTo>
                    <a:pt x="347509" y="499415"/>
                  </a:lnTo>
                  <a:lnTo>
                    <a:pt x="348205" y="495260"/>
                  </a:lnTo>
                  <a:lnTo>
                    <a:pt x="348901" y="491838"/>
                  </a:lnTo>
                  <a:lnTo>
                    <a:pt x="349597" y="487789"/>
                  </a:lnTo>
                  <a:lnTo>
                    <a:pt x="350294" y="483094"/>
                  </a:lnTo>
                  <a:lnTo>
                    <a:pt x="350990" y="477061"/>
                  </a:lnTo>
                  <a:lnTo>
                    <a:pt x="351686" y="468844"/>
                  </a:lnTo>
                  <a:lnTo>
                    <a:pt x="352382" y="459736"/>
                  </a:lnTo>
                  <a:lnTo>
                    <a:pt x="353078" y="449671"/>
                  </a:lnTo>
                  <a:lnTo>
                    <a:pt x="353774" y="439814"/>
                  </a:lnTo>
                  <a:lnTo>
                    <a:pt x="354471" y="431417"/>
                  </a:lnTo>
                  <a:lnTo>
                    <a:pt x="355167" y="421692"/>
                  </a:lnTo>
                  <a:lnTo>
                    <a:pt x="355863" y="410706"/>
                  </a:lnTo>
                  <a:lnTo>
                    <a:pt x="356559" y="400272"/>
                  </a:lnTo>
                  <a:lnTo>
                    <a:pt x="357255" y="390035"/>
                  </a:lnTo>
                  <a:lnTo>
                    <a:pt x="357951" y="380491"/>
                  </a:lnTo>
                  <a:lnTo>
                    <a:pt x="358648" y="371973"/>
                  </a:lnTo>
                  <a:lnTo>
                    <a:pt x="359344" y="363162"/>
                  </a:lnTo>
                  <a:lnTo>
                    <a:pt x="360040" y="353779"/>
                  </a:lnTo>
                  <a:lnTo>
                    <a:pt x="360736" y="344657"/>
                  </a:lnTo>
                  <a:lnTo>
                    <a:pt x="361432" y="337513"/>
                  </a:lnTo>
                  <a:lnTo>
                    <a:pt x="362129" y="331706"/>
                  </a:lnTo>
                  <a:lnTo>
                    <a:pt x="362825" y="326416"/>
                  </a:lnTo>
                  <a:lnTo>
                    <a:pt x="363521" y="322505"/>
                  </a:lnTo>
                  <a:lnTo>
                    <a:pt x="364217" y="320610"/>
                  </a:lnTo>
                  <a:lnTo>
                    <a:pt x="364913" y="317819"/>
                  </a:lnTo>
                  <a:lnTo>
                    <a:pt x="365609" y="313964"/>
                  </a:lnTo>
                  <a:lnTo>
                    <a:pt x="366306" y="309295"/>
                  </a:lnTo>
                  <a:lnTo>
                    <a:pt x="367002" y="303690"/>
                  </a:lnTo>
                  <a:lnTo>
                    <a:pt x="367698" y="297721"/>
                  </a:lnTo>
                  <a:lnTo>
                    <a:pt x="368394" y="292391"/>
                  </a:lnTo>
                  <a:lnTo>
                    <a:pt x="369090" y="287731"/>
                  </a:lnTo>
                  <a:lnTo>
                    <a:pt x="369786" y="284485"/>
                  </a:lnTo>
                  <a:lnTo>
                    <a:pt x="370483" y="278716"/>
                  </a:lnTo>
                  <a:lnTo>
                    <a:pt x="371179" y="273717"/>
                  </a:lnTo>
                  <a:lnTo>
                    <a:pt x="371875" y="267405"/>
                  </a:lnTo>
                  <a:lnTo>
                    <a:pt x="372571" y="262789"/>
                  </a:lnTo>
                  <a:lnTo>
                    <a:pt x="373267" y="258866"/>
                  </a:lnTo>
                  <a:lnTo>
                    <a:pt x="373963" y="254201"/>
                  </a:lnTo>
                  <a:lnTo>
                    <a:pt x="374660" y="249666"/>
                  </a:lnTo>
                  <a:lnTo>
                    <a:pt x="375356" y="244557"/>
                  </a:lnTo>
                  <a:lnTo>
                    <a:pt x="376052" y="239219"/>
                  </a:lnTo>
                  <a:lnTo>
                    <a:pt x="376748" y="234924"/>
                  </a:lnTo>
                  <a:lnTo>
                    <a:pt x="377444" y="230488"/>
                  </a:lnTo>
                  <a:lnTo>
                    <a:pt x="378141" y="225426"/>
                  </a:lnTo>
                  <a:lnTo>
                    <a:pt x="378837" y="222439"/>
                  </a:lnTo>
                  <a:lnTo>
                    <a:pt x="379533" y="218301"/>
                  </a:lnTo>
                  <a:lnTo>
                    <a:pt x="380229" y="215006"/>
                  </a:lnTo>
                  <a:lnTo>
                    <a:pt x="380925" y="215038"/>
                  </a:lnTo>
                  <a:lnTo>
                    <a:pt x="381621" y="216170"/>
                  </a:lnTo>
                  <a:lnTo>
                    <a:pt x="382318" y="217525"/>
                  </a:lnTo>
                  <a:lnTo>
                    <a:pt x="383014" y="219107"/>
                  </a:lnTo>
                  <a:lnTo>
                    <a:pt x="383710" y="221564"/>
                  </a:lnTo>
                  <a:lnTo>
                    <a:pt x="384406" y="223293"/>
                  </a:lnTo>
                  <a:lnTo>
                    <a:pt x="385102" y="225886"/>
                  </a:lnTo>
                  <a:lnTo>
                    <a:pt x="385798" y="227353"/>
                  </a:lnTo>
                  <a:lnTo>
                    <a:pt x="386495" y="230970"/>
                  </a:lnTo>
                  <a:lnTo>
                    <a:pt x="387191" y="234869"/>
                  </a:lnTo>
                  <a:lnTo>
                    <a:pt x="387887" y="239309"/>
                  </a:lnTo>
                  <a:lnTo>
                    <a:pt x="388583" y="246521"/>
                  </a:lnTo>
                  <a:lnTo>
                    <a:pt x="389279" y="252774"/>
                  </a:lnTo>
                  <a:lnTo>
                    <a:pt x="389976" y="258481"/>
                  </a:lnTo>
                  <a:lnTo>
                    <a:pt x="390672" y="263533"/>
                  </a:lnTo>
                  <a:lnTo>
                    <a:pt x="391368" y="267369"/>
                  </a:lnTo>
                  <a:lnTo>
                    <a:pt x="392064" y="270737"/>
                  </a:lnTo>
                  <a:lnTo>
                    <a:pt x="392760" y="273312"/>
                  </a:lnTo>
                  <a:lnTo>
                    <a:pt x="393456" y="276255"/>
                  </a:lnTo>
                  <a:lnTo>
                    <a:pt x="394153" y="277107"/>
                  </a:lnTo>
                  <a:lnTo>
                    <a:pt x="394849" y="278868"/>
                  </a:lnTo>
                  <a:lnTo>
                    <a:pt x="395545" y="280749"/>
                  </a:lnTo>
                  <a:lnTo>
                    <a:pt x="396241" y="283316"/>
                  </a:lnTo>
                  <a:lnTo>
                    <a:pt x="396937" y="283377"/>
                  </a:lnTo>
                  <a:lnTo>
                    <a:pt x="397633" y="283377"/>
                  </a:lnTo>
                  <a:lnTo>
                    <a:pt x="398330" y="283835"/>
                  </a:lnTo>
                  <a:lnTo>
                    <a:pt x="399026" y="280410"/>
                  </a:lnTo>
                  <a:lnTo>
                    <a:pt x="399722" y="274672"/>
                  </a:lnTo>
                  <a:lnTo>
                    <a:pt x="400418" y="269419"/>
                  </a:lnTo>
                  <a:lnTo>
                    <a:pt x="401114" y="267436"/>
                  </a:lnTo>
                  <a:lnTo>
                    <a:pt x="401810" y="265494"/>
                  </a:lnTo>
                  <a:lnTo>
                    <a:pt x="402507" y="263749"/>
                  </a:lnTo>
                  <a:lnTo>
                    <a:pt x="403203" y="261162"/>
                  </a:lnTo>
                  <a:lnTo>
                    <a:pt x="403899" y="258796"/>
                  </a:lnTo>
                  <a:lnTo>
                    <a:pt x="404595" y="257080"/>
                  </a:lnTo>
                  <a:lnTo>
                    <a:pt x="405291" y="255620"/>
                  </a:lnTo>
                  <a:lnTo>
                    <a:pt x="405988" y="254638"/>
                  </a:lnTo>
                  <a:lnTo>
                    <a:pt x="406684" y="251609"/>
                  </a:lnTo>
                  <a:lnTo>
                    <a:pt x="407380" y="250176"/>
                  </a:lnTo>
                  <a:lnTo>
                    <a:pt x="408076" y="248212"/>
                  </a:lnTo>
                  <a:lnTo>
                    <a:pt x="408772" y="245765"/>
                  </a:lnTo>
                  <a:lnTo>
                    <a:pt x="409468" y="246323"/>
                  </a:lnTo>
                  <a:lnTo>
                    <a:pt x="410165" y="247826"/>
                  </a:lnTo>
                  <a:lnTo>
                    <a:pt x="410861" y="249724"/>
                  </a:lnTo>
                  <a:lnTo>
                    <a:pt x="411557" y="251096"/>
                  </a:lnTo>
                  <a:lnTo>
                    <a:pt x="412253" y="251506"/>
                  </a:lnTo>
                  <a:lnTo>
                    <a:pt x="412949" y="252616"/>
                  </a:lnTo>
                  <a:lnTo>
                    <a:pt x="413645" y="254857"/>
                  </a:lnTo>
                  <a:lnTo>
                    <a:pt x="414342" y="258045"/>
                  </a:lnTo>
                  <a:lnTo>
                    <a:pt x="415038" y="261842"/>
                  </a:lnTo>
                  <a:lnTo>
                    <a:pt x="415734" y="262529"/>
                  </a:lnTo>
                  <a:lnTo>
                    <a:pt x="416430" y="261550"/>
                  </a:lnTo>
                  <a:lnTo>
                    <a:pt x="417126" y="261459"/>
                  </a:lnTo>
                  <a:lnTo>
                    <a:pt x="417823" y="263020"/>
                  </a:lnTo>
                  <a:lnTo>
                    <a:pt x="418519" y="264797"/>
                  </a:lnTo>
                  <a:lnTo>
                    <a:pt x="419215" y="266495"/>
                  </a:lnTo>
                  <a:lnTo>
                    <a:pt x="419911" y="268445"/>
                  </a:lnTo>
                  <a:lnTo>
                    <a:pt x="420607" y="270878"/>
                  </a:lnTo>
                  <a:lnTo>
                    <a:pt x="421303" y="276440"/>
                  </a:lnTo>
                  <a:lnTo>
                    <a:pt x="422000" y="279486"/>
                  </a:lnTo>
                  <a:lnTo>
                    <a:pt x="422696" y="283804"/>
                  </a:lnTo>
                  <a:lnTo>
                    <a:pt x="423392" y="288215"/>
                  </a:lnTo>
                  <a:lnTo>
                    <a:pt x="424088" y="290812"/>
                  </a:lnTo>
                  <a:lnTo>
                    <a:pt x="424784" y="293514"/>
                  </a:lnTo>
                  <a:lnTo>
                    <a:pt x="425480" y="297330"/>
                  </a:lnTo>
                  <a:lnTo>
                    <a:pt x="426177" y="300661"/>
                  </a:lnTo>
                  <a:lnTo>
                    <a:pt x="426873" y="303624"/>
                  </a:lnTo>
                  <a:lnTo>
                    <a:pt x="427569" y="305411"/>
                  </a:lnTo>
                  <a:lnTo>
                    <a:pt x="428265" y="307794"/>
                  </a:lnTo>
                  <a:lnTo>
                    <a:pt x="428961" y="309115"/>
                  </a:lnTo>
                  <a:lnTo>
                    <a:pt x="429657" y="312117"/>
                  </a:lnTo>
                  <a:lnTo>
                    <a:pt x="430354" y="314093"/>
                  </a:lnTo>
                  <a:lnTo>
                    <a:pt x="431050" y="315607"/>
                  </a:lnTo>
                  <a:lnTo>
                    <a:pt x="431746" y="315371"/>
                  </a:lnTo>
                  <a:lnTo>
                    <a:pt x="432442" y="315534"/>
                  </a:lnTo>
                  <a:lnTo>
                    <a:pt x="433138" y="314335"/>
                  </a:lnTo>
                  <a:lnTo>
                    <a:pt x="433835" y="312643"/>
                  </a:lnTo>
                  <a:lnTo>
                    <a:pt x="434531" y="313096"/>
                  </a:lnTo>
                  <a:lnTo>
                    <a:pt x="435227" y="314416"/>
                  </a:lnTo>
                  <a:lnTo>
                    <a:pt x="435923" y="315785"/>
                  </a:lnTo>
                  <a:lnTo>
                    <a:pt x="436619" y="317272"/>
                  </a:lnTo>
                  <a:lnTo>
                    <a:pt x="437315" y="320395"/>
                  </a:lnTo>
                  <a:lnTo>
                    <a:pt x="438012" y="323442"/>
                  </a:lnTo>
                  <a:lnTo>
                    <a:pt x="438708" y="326974"/>
                  </a:lnTo>
                  <a:lnTo>
                    <a:pt x="439404" y="328852"/>
                  </a:lnTo>
                  <a:lnTo>
                    <a:pt x="440100" y="329875"/>
                  </a:lnTo>
                  <a:lnTo>
                    <a:pt x="440796" y="331302"/>
                  </a:lnTo>
                  <a:lnTo>
                    <a:pt x="441492" y="334153"/>
                  </a:lnTo>
                  <a:lnTo>
                    <a:pt x="442189" y="337626"/>
                  </a:lnTo>
                  <a:lnTo>
                    <a:pt x="442885" y="341323"/>
                  </a:lnTo>
                  <a:lnTo>
                    <a:pt x="443581" y="343943"/>
                  </a:lnTo>
                  <a:lnTo>
                    <a:pt x="444277" y="344713"/>
                  </a:lnTo>
                  <a:lnTo>
                    <a:pt x="444973" y="342527"/>
                  </a:lnTo>
                  <a:lnTo>
                    <a:pt x="445670" y="339368"/>
                  </a:lnTo>
                  <a:lnTo>
                    <a:pt x="446366" y="335751"/>
                  </a:lnTo>
                  <a:lnTo>
                    <a:pt x="447062" y="332401"/>
                  </a:lnTo>
                  <a:lnTo>
                    <a:pt x="447758" y="329567"/>
                  </a:lnTo>
                  <a:lnTo>
                    <a:pt x="448454" y="326584"/>
                  </a:lnTo>
                  <a:lnTo>
                    <a:pt x="449150" y="323592"/>
                  </a:lnTo>
                  <a:lnTo>
                    <a:pt x="449847" y="319898"/>
                  </a:lnTo>
                  <a:lnTo>
                    <a:pt x="450543" y="316142"/>
                  </a:lnTo>
                  <a:lnTo>
                    <a:pt x="451239" y="312502"/>
                  </a:lnTo>
                  <a:lnTo>
                    <a:pt x="451935" y="307042"/>
                  </a:lnTo>
                  <a:lnTo>
                    <a:pt x="452631" y="300444"/>
                  </a:lnTo>
                  <a:lnTo>
                    <a:pt x="453327" y="293073"/>
                  </a:lnTo>
                  <a:lnTo>
                    <a:pt x="454024" y="288214"/>
                  </a:lnTo>
                  <a:lnTo>
                    <a:pt x="454720" y="284477"/>
                  </a:lnTo>
                  <a:lnTo>
                    <a:pt x="455416" y="281191"/>
                  </a:lnTo>
                  <a:lnTo>
                    <a:pt x="456112" y="276346"/>
                  </a:lnTo>
                  <a:lnTo>
                    <a:pt x="456808" y="270628"/>
                  </a:lnTo>
                  <a:lnTo>
                    <a:pt x="457505" y="264746"/>
                  </a:lnTo>
                  <a:lnTo>
                    <a:pt x="458201" y="258233"/>
                  </a:lnTo>
                  <a:lnTo>
                    <a:pt x="458897" y="250789"/>
                  </a:lnTo>
                  <a:lnTo>
                    <a:pt x="459593" y="242603"/>
                  </a:lnTo>
                  <a:lnTo>
                    <a:pt x="460289" y="234141"/>
                  </a:lnTo>
                  <a:lnTo>
                    <a:pt x="460985" y="225215"/>
                  </a:lnTo>
                  <a:lnTo>
                    <a:pt x="461682" y="218494"/>
                  </a:lnTo>
                  <a:lnTo>
                    <a:pt x="462378" y="213442"/>
                  </a:lnTo>
                  <a:lnTo>
                    <a:pt x="463074" y="208324"/>
                  </a:lnTo>
                  <a:lnTo>
                    <a:pt x="463770" y="203505"/>
                  </a:lnTo>
                  <a:lnTo>
                    <a:pt x="464466" y="197384"/>
                  </a:lnTo>
                  <a:lnTo>
                    <a:pt x="465162" y="190282"/>
                  </a:lnTo>
                  <a:lnTo>
                    <a:pt x="465859" y="183233"/>
                  </a:lnTo>
                  <a:lnTo>
                    <a:pt x="466555" y="175660"/>
                  </a:lnTo>
                  <a:lnTo>
                    <a:pt x="467251" y="167103"/>
                  </a:lnTo>
                  <a:lnTo>
                    <a:pt x="467947" y="159286"/>
                  </a:lnTo>
                  <a:lnTo>
                    <a:pt x="468643" y="150324"/>
                  </a:lnTo>
                  <a:lnTo>
                    <a:pt x="469339" y="141774"/>
                  </a:lnTo>
                  <a:lnTo>
                    <a:pt x="470036" y="134331"/>
                  </a:lnTo>
                  <a:lnTo>
                    <a:pt x="470732" y="127385"/>
                  </a:lnTo>
                  <a:lnTo>
                    <a:pt x="471428" y="119904"/>
                  </a:lnTo>
                  <a:lnTo>
                    <a:pt x="472124" y="110379"/>
                  </a:lnTo>
                  <a:lnTo>
                    <a:pt x="472820" y="101189"/>
                  </a:lnTo>
                  <a:lnTo>
                    <a:pt x="473517" y="93308"/>
                  </a:lnTo>
                  <a:lnTo>
                    <a:pt x="474213" y="84177"/>
                  </a:lnTo>
                  <a:lnTo>
                    <a:pt x="474909" y="75920"/>
                  </a:lnTo>
                  <a:lnTo>
                    <a:pt x="475605" y="68057"/>
                  </a:lnTo>
                  <a:lnTo>
                    <a:pt x="476301" y="60919"/>
                  </a:lnTo>
                  <a:lnTo>
                    <a:pt x="476997" y="54002"/>
                  </a:lnTo>
                  <a:lnTo>
                    <a:pt x="477694" y="49001"/>
                  </a:lnTo>
                  <a:lnTo>
                    <a:pt x="478390" y="43219"/>
                  </a:lnTo>
                  <a:lnTo>
                    <a:pt x="479086" y="39274"/>
                  </a:lnTo>
                  <a:lnTo>
                    <a:pt x="479782" y="37514"/>
                  </a:lnTo>
                  <a:lnTo>
                    <a:pt x="480478" y="34389"/>
                  </a:lnTo>
                  <a:lnTo>
                    <a:pt x="481174" y="31528"/>
                  </a:lnTo>
                  <a:lnTo>
                    <a:pt x="481871" y="28939"/>
                  </a:lnTo>
                  <a:lnTo>
                    <a:pt x="482567" y="25964"/>
                  </a:lnTo>
                  <a:lnTo>
                    <a:pt x="483263" y="21895"/>
                  </a:lnTo>
                  <a:lnTo>
                    <a:pt x="483959" y="17103"/>
                  </a:lnTo>
                  <a:lnTo>
                    <a:pt x="484655" y="12910"/>
                  </a:lnTo>
                  <a:lnTo>
                    <a:pt x="485352" y="9205"/>
                  </a:lnTo>
                  <a:lnTo>
                    <a:pt x="486048" y="6718"/>
                  </a:lnTo>
                  <a:lnTo>
                    <a:pt x="486744" y="4156"/>
                  </a:lnTo>
                  <a:lnTo>
                    <a:pt x="487440" y="2595"/>
                  </a:lnTo>
                  <a:lnTo>
                    <a:pt x="488136" y="2313"/>
                  </a:lnTo>
                  <a:lnTo>
                    <a:pt x="488832" y="3215"/>
                  </a:lnTo>
                  <a:lnTo>
                    <a:pt x="489529" y="2450"/>
                  </a:lnTo>
                  <a:lnTo>
                    <a:pt x="490225" y="344"/>
                  </a:lnTo>
                  <a:lnTo>
                    <a:pt x="490921" y="0"/>
                  </a:lnTo>
                  <a:lnTo>
                    <a:pt x="491617" y="764"/>
                  </a:lnTo>
                  <a:lnTo>
                    <a:pt x="492313" y="913"/>
                  </a:lnTo>
                  <a:lnTo>
                    <a:pt x="493009" y="2931"/>
                  </a:lnTo>
                  <a:lnTo>
                    <a:pt x="493706" y="6558"/>
                  </a:lnTo>
                  <a:lnTo>
                    <a:pt x="494402" y="12790"/>
                  </a:lnTo>
                  <a:lnTo>
                    <a:pt x="495098" y="20027"/>
                  </a:lnTo>
                  <a:lnTo>
                    <a:pt x="495794" y="28186"/>
                  </a:lnTo>
                  <a:lnTo>
                    <a:pt x="496490" y="34662"/>
                  </a:lnTo>
                  <a:lnTo>
                    <a:pt x="497186" y="41095"/>
                  </a:lnTo>
                  <a:lnTo>
                    <a:pt x="497883" y="48060"/>
                  </a:lnTo>
                  <a:lnTo>
                    <a:pt x="498579" y="54635"/>
                  </a:lnTo>
                  <a:lnTo>
                    <a:pt x="499275" y="59537"/>
                  </a:lnTo>
                  <a:lnTo>
                    <a:pt x="499971" y="66781"/>
                  </a:lnTo>
                  <a:lnTo>
                    <a:pt x="500667" y="74725"/>
                  </a:lnTo>
                  <a:lnTo>
                    <a:pt x="501364" y="83026"/>
                  </a:lnTo>
                  <a:lnTo>
                    <a:pt x="502060" y="91237"/>
                  </a:lnTo>
                  <a:lnTo>
                    <a:pt x="502756" y="101160"/>
                  </a:lnTo>
                  <a:lnTo>
                    <a:pt x="503452" y="110759"/>
                  </a:lnTo>
                  <a:lnTo>
                    <a:pt x="504148" y="120814"/>
                  </a:lnTo>
                  <a:lnTo>
                    <a:pt x="504844" y="129797"/>
                  </a:lnTo>
                  <a:lnTo>
                    <a:pt x="505541" y="138308"/>
                  </a:lnTo>
                  <a:lnTo>
                    <a:pt x="506237" y="147158"/>
                  </a:lnTo>
                  <a:lnTo>
                    <a:pt x="506933" y="157381"/>
                  </a:lnTo>
                  <a:lnTo>
                    <a:pt x="507629" y="167257"/>
                  </a:lnTo>
                  <a:lnTo>
                    <a:pt x="508325" y="174406"/>
                  </a:lnTo>
                  <a:lnTo>
                    <a:pt x="509021" y="180743"/>
                  </a:lnTo>
                  <a:lnTo>
                    <a:pt x="509718" y="190274"/>
                  </a:lnTo>
                  <a:lnTo>
                    <a:pt x="510414" y="199955"/>
                  </a:lnTo>
                  <a:lnTo>
                    <a:pt x="511110" y="209596"/>
                  </a:lnTo>
                  <a:lnTo>
                    <a:pt x="511806" y="218106"/>
                  </a:lnTo>
                  <a:lnTo>
                    <a:pt x="512502" y="227172"/>
                  </a:lnTo>
                  <a:lnTo>
                    <a:pt x="513199" y="235061"/>
                  </a:lnTo>
                  <a:lnTo>
                    <a:pt x="513895" y="242812"/>
                  </a:lnTo>
                  <a:lnTo>
                    <a:pt x="514591" y="249498"/>
                  </a:lnTo>
                  <a:lnTo>
                    <a:pt x="515287" y="255156"/>
                  </a:lnTo>
                  <a:lnTo>
                    <a:pt x="515983" y="262331"/>
                  </a:lnTo>
                  <a:lnTo>
                    <a:pt x="516679" y="269842"/>
                  </a:lnTo>
                  <a:lnTo>
                    <a:pt x="517376" y="277657"/>
                  </a:lnTo>
                  <a:lnTo>
                    <a:pt x="518072" y="286371"/>
                  </a:lnTo>
                  <a:lnTo>
                    <a:pt x="518768" y="297610"/>
                  </a:lnTo>
                  <a:lnTo>
                    <a:pt x="519464" y="309159"/>
                  </a:lnTo>
                  <a:lnTo>
                    <a:pt x="520160" y="319474"/>
                  </a:lnTo>
                  <a:lnTo>
                    <a:pt x="520856" y="327940"/>
                  </a:lnTo>
                  <a:lnTo>
                    <a:pt x="521553" y="335529"/>
                  </a:lnTo>
                  <a:lnTo>
                    <a:pt x="522249" y="342883"/>
                  </a:lnTo>
                  <a:lnTo>
                    <a:pt x="522945" y="350033"/>
                  </a:lnTo>
                  <a:lnTo>
                    <a:pt x="523641" y="356699"/>
                  </a:lnTo>
                  <a:lnTo>
                    <a:pt x="524337" y="362208"/>
                  </a:lnTo>
                  <a:lnTo>
                    <a:pt x="525034" y="368394"/>
                  </a:lnTo>
                  <a:lnTo>
                    <a:pt x="525730" y="375939"/>
                  </a:lnTo>
                  <a:lnTo>
                    <a:pt x="526426" y="381923"/>
                  </a:lnTo>
                  <a:lnTo>
                    <a:pt x="527122" y="386451"/>
                  </a:lnTo>
                  <a:lnTo>
                    <a:pt x="527818" y="389967"/>
                  </a:lnTo>
                  <a:lnTo>
                    <a:pt x="528514" y="392704"/>
                  </a:lnTo>
                  <a:lnTo>
                    <a:pt x="529211" y="394805"/>
                  </a:lnTo>
                  <a:lnTo>
                    <a:pt x="529907" y="395231"/>
                  </a:lnTo>
                  <a:lnTo>
                    <a:pt x="530603" y="395395"/>
                  </a:lnTo>
                  <a:lnTo>
                    <a:pt x="531299" y="396883"/>
                  </a:lnTo>
                  <a:lnTo>
                    <a:pt x="531995" y="399779"/>
                  </a:lnTo>
                  <a:lnTo>
                    <a:pt x="532691" y="402943"/>
                  </a:lnTo>
                  <a:lnTo>
                    <a:pt x="533388" y="406268"/>
                  </a:lnTo>
                  <a:lnTo>
                    <a:pt x="534084" y="409593"/>
                  </a:lnTo>
                  <a:lnTo>
                    <a:pt x="534780" y="414290"/>
                  </a:lnTo>
                  <a:lnTo>
                    <a:pt x="535476" y="418266"/>
                  </a:lnTo>
                  <a:lnTo>
                    <a:pt x="536172" y="421906"/>
                  </a:lnTo>
                  <a:lnTo>
                    <a:pt x="536868" y="425729"/>
                  </a:lnTo>
                  <a:lnTo>
                    <a:pt x="537565" y="431078"/>
                  </a:lnTo>
                  <a:lnTo>
                    <a:pt x="538261" y="437748"/>
                  </a:lnTo>
                  <a:lnTo>
                    <a:pt x="538957" y="445231"/>
                  </a:lnTo>
                  <a:lnTo>
                    <a:pt x="539653" y="453671"/>
                  </a:lnTo>
                  <a:lnTo>
                    <a:pt x="540349" y="462604"/>
                  </a:lnTo>
                  <a:lnTo>
                    <a:pt x="541046" y="471260"/>
                  </a:lnTo>
                  <a:lnTo>
                    <a:pt x="541742" y="478512"/>
                  </a:lnTo>
                  <a:lnTo>
                    <a:pt x="542438" y="485239"/>
                  </a:lnTo>
                  <a:lnTo>
                    <a:pt x="543134" y="492927"/>
                  </a:lnTo>
                  <a:lnTo>
                    <a:pt x="543830" y="502895"/>
                  </a:lnTo>
                  <a:lnTo>
                    <a:pt x="544526" y="512028"/>
                  </a:lnTo>
                  <a:lnTo>
                    <a:pt x="545223" y="519619"/>
                  </a:lnTo>
                  <a:lnTo>
                    <a:pt x="545919" y="526984"/>
                  </a:lnTo>
                  <a:lnTo>
                    <a:pt x="546615" y="534595"/>
                  </a:lnTo>
                  <a:lnTo>
                    <a:pt x="547311" y="539949"/>
                  </a:lnTo>
                  <a:lnTo>
                    <a:pt x="548007" y="542845"/>
                  </a:lnTo>
                  <a:lnTo>
                    <a:pt x="548703" y="545657"/>
                  </a:lnTo>
                  <a:lnTo>
                    <a:pt x="549400" y="548550"/>
                  </a:lnTo>
                  <a:lnTo>
                    <a:pt x="550096" y="548890"/>
                  </a:lnTo>
                  <a:lnTo>
                    <a:pt x="550792" y="549710"/>
                  </a:lnTo>
                  <a:lnTo>
                    <a:pt x="551488" y="551072"/>
                  </a:lnTo>
                  <a:lnTo>
                    <a:pt x="552184" y="551750"/>
                  </a:lnTo>
                  <a:lnTo>
                    <a:pt x="552881" y="551546"/>
                  </a:lnTo>
                  <a:lnTo>
                    <a:pt x="553577" y="549724"/>
                  </a:lnTo>
                  <a:lnTo>
                    <a:pt x="554273" y="545190"/>
                  </a:lnTo>
                  <a:lnTo>
                    <a:pt x="554969" y="540312"/>
                  </a:lnTo>
                  <a:lnTo>
                    <a:pt x="555665" y="534932"/>
                  </a:lnTo>
                  <a:lnTo>
                    <a:pt x="556361" y="530751"/>
                  </a:lnTo>
                  <a:lnTo>
                    <a:pt x="557058" y="527162"/>
                  </a:lnTo>
                  <a:lnTo>
                    <a:pt x="557754" y="524968"/>
                  </a:lnTo>
                  <a:lnTo>
                    <a:pt x="558450" y="523946"/>
                  </a:lnTo>
                  <a:lnTo>
                    <a:pt x="559146" y="522923"/>
                  </a:lnTo>
                  <a:lnTo>
                    <a:pt x="559842" y="522636"/>
                  </a:lnTo>
                  <a:lnTo>
                    <a:pt x="560538" y="523436"/>
                  </a:lnTo>
                  <a:lnTo>
                    <a:pt x="561235" y="522527"/>
                  </a:lnTo>
                  <a:lnTo>
                    <a:pt x="561931" y="520967"/>
                  </a:lnTo>
                  <a:lnTo>
                    <a:pt x="562627" y="520407"/>
                  </a:lnTo>
                  <a:lnTo>
                    <a:pt x="563323" y="521353"/>
                  </a:lnTo>
                  <a:lnTo>
                    <a:pt x="564019" y="524062"/>
                  </a:lnTo>
                  <a:lnTo>
                    <a:pt x="564715" y="527818"/>
                  </a:lnTo>
                  <a:lnTo>
                    <a:pt x="565412" y="532318"/>
                  </a:lnTo>
                  <a:lnTo>
                    <a:pt x="566108" y="537911"/>
                  </a:lnTo>
                  <a:lnTo>
                    <a:pt x="566804" y="542047"/>
                  </a:lnTo>
                  <a:lnTo>
                    <a:pt x="567500" y="545715"/>
                  </a:lnTo>
                  <a:lnTo>
                    <a:pt x="568196" y="549405"/>
                  </a:lnTo>
                  <a:lnTo>
                    <a:pt x="568893" y="553094"/>
                  </a:lnTo>
                  <a:lnTo>
                    <a:pt x="569589" y="556784"/>
                  </a:lnTo>
                  <a:lnTo>
                    <a:pt x="570285" y="560170"/>
                  </a:lnTo>
                  <a:lnTo>
                    <a:pt x="570981" y="563240"/>
                  </a:lnTo>
                  <a:lnTo>
                    <a:pt x="571677" y="566310"/>
                  </a:lnTo>
                  <a:lnTo>
                    <a:pt x="572373" y="569198"/>
                  </a:lnTo>
                  <a:lnTo>
                    <a:pt x="573070" y="572086"/>
                  </a:lnTo>
                  <a:lnTo>
                    <a:pt x="573766" y="573730"/>
                  </a:lnTo>
                  <a:lnTo>
                    <a:pt x="574462" y="573412"/>
                  </a:lnTo>
                  <a:lnTo>
                    <a:pt x="575158" y="571611"/>
                  </a:lnTo>
                  <a:lnTo>
                    <a:pt x="575854" y="569810"/>
                  </a:lnTo>
                  <a:lnTo>
                    <a:pt x="576550" y="568312"/>
                  </a:lnTo>
                  <a:lnTo>
                    <a:pt x="577247" y="566815"/>
                  </a:lnTo>
                  <a:lnTo>
                    <a:pt x="577943" y="564166"/>
                  </a:lnTo>
                  <a:lnTo>
                    <a:pt x="578639" y="561822"/>
                  </a:lnTo>
                  <a:lnTo>
                    <a:pt x="579335" y="558425"/>
                  </a:lnTo>
                  <a:lnTo>
                    <a:pt x="580031" y="555121"/>
                  </a:lnTo>
                  <a:lnTo>
                    <a:pt x="580728" y="550847"/>
                  </a:lnTo>
                  <a:lnTo>
                    <a:pt x="581424" y="546573"/>
                  </a:lnTo>
                  <a:lnTo>
                    <a:pt x="582120" y="542053"/>
                  </a:lnTo>
                  <a:lnTo>
                    <a:pt x="582816" y="538353"/>
                  </a:lnTo>
                  <a:lnTo>
                    <a:pt x="583512" y="534243"/>
                  </a:lnTo>
                  <a:lnTo>
                    <a:pt x="584208" y="530424"/>
                  </a:lnTo>
                  <a:lnTo>
                    <a:pt x="584905" y="527483"/>
                  </a:lnTo>
                  <a:lnTo>
                    <a:pt x="585601" y="527180"/>
                  </a:lnTo>
                  <a:lnTo>
                    <a:pt x="586297" y="523642"/>
                  </a:lnTo>
                  <a:lnTo>
                    <a:pt x="586993" y="519810"/>
                  </a:lnTo>
                  <a:lnTo>
                    <a:pt x="587689" y="517290"/>
                  </a:lnTo>
                  <a:lnTo>
                    <a:pt x="588385" y="513903"/>
                  </a:lnTo>
                  <a:lnTo>
                    <a:pt x="589082" y="510853"/>
                  </a:lnTo>
                  <a:lnTo>
                    <a:pt x="589778" y="507603"/>
                  </a:lnTo>
                  <a:lnTo>
                    <a:pt x="590474" y="505160"/>
                  </a:lnTo>
                  <a:lnTo>
                    <a:pt x="591170" y="503270"/>
                  </a:lnTo>
                  <a:lnTo>
                    <a:pt x="591866" y="501239"/>
                  </a:lnTo>
                  <a:lnTo>
                    <a:pt x="592562" y="498211"/>
                  </a:lnTo>
                  <a:lnTo>
                    <a:pt x="593259" y="495827"/>
                  </a:lnTo>
                  <a:lnTo>
                    <a:pt x="593955" y="493428"/>
                  </a:lnTo>
                  <a:lnTo>
                    <a:pt x="594651" y="490270"/>
                  </a:lnTo>
                  <a:lnTo>
                    <a:pt x="595347" y="485999"/>
                  </a:lnTo>
                  <a:lnTo>
                    <a:pt x="596043" y="480325"/>
                  </a:lnTo>
                  <a:lnTo>
                    <a:pt x="596740" y="476387"/>
                  </a:lnTo>
                  <a:lnTo>
                    <a:pt x="597436" y="471191"/>
                  </a:lnTo>
                  <a:lnTo>
                    <a:pt x="598132" y="465266"/>
                  </a:lnTo>
                  <a:lnTo>
                    <a:pt x="598828" y="461098"/>
                  </a:lnTo>
                  <a:lnTo>
                    <a:pt x="599524" y="455482"/>
                  </a:lnTo>
                  <a:lnTo>
                    <a:pt x="600220" y="450533"/>
                  </a:lnTo>
                  <a:lnTo>
                    <a:pt x="600917" y="444519"/>
                  </a:lnTo>
                  <a:lnTo>
                    <a:pt x="601613" y="437843"/>
                  </a:lnTo>
                  <a:lnTo>
                    <a:pt x="602309" y="432319"/>
                  </a:lnTo>
                  <a:lnTo>
                    <a:pt x="603005" y="427886"/>
                  </a:lnTo>
                  <a:lnTo>
                    <a:pt x="603701" y="420232"/>
                  </a:lnTo>
                  <a:lnTo>
                    <a:pt x="604397" y="412803"/>
                  </a:lnTo>
                  <a:lnTo>
                    <a:pt x="605094" y="405625"/>
                  </a:lnTo>
                  <a:lnTo>
                    <a:pt x="605790" y="399332"/>
                  </a:lnTo>
                  <a:lnTo>
                    <a:pt x="606486" y="392380"/>
                  </a:lnTo>
                  <a:lnTo>
                    <a:pt x="607182" y="385754"/>
                  </a:lnTo>
                  <a:lnTo>
                    <a:pt x="607878" y="381254"/>
                  </a:lnTo>
                  <a:lnTo>
                    <a:pt x="608575" y="376138"/>
                  </a:lnTo>
                  <a:lnTo>
                    <a:pt x="609271" y="371022"/>
                  </a:lnTo>
                  <a:lnTo>
                    <a:pt x="609967" y="365397"/>
                  </a:lnTo>
                  <a:lnTo>
                    <a:pt x="610663" y="360275"/>
                  </a:lnTo>
                  <a:lnTo>
                    <a:pt x="611359" y="355862"/>
                  </a:lnTo>
                  <a:lnTo>
                    <a:pt x="612055" y="351480"/>
                  </a:lnTo>
                  <a:lnTo>
                    <a:pt x="612752" y="347353"/>
                  </a:lnTo>
                  <a:lnTo>
                    <a:pt x="613448" y="343531"/>
                  </a:lnTo>
                  <a:lnTo>
                    <a:pt x="614144" y="340940"/>
                  </a:lnTo>
                  <a:lnTo>
                    <a:pt x="614840" y="338653"/>
                  </a:lnTo>
                  <a:lnTo>
                    <a:pt x="615536" y="337363"/>
                  </a:lnTo>
                  <a:lnTo>
                    <a:pt x="616232" y="336456"/>
                  </a:lnTo>
                  <a:lnTo>
                    <a:pt x="616929" y="333910"/>
                  </a:lnTo>
                  <a:lnTo>
                    <a:pt x="617625" y="330365"/>
                  </a:lnTo>
                  <a:lnTo>
                    <a:pt x="618321" y="327564"/>
                  </a:lnTo>
                  <a:lnTo>
                    <a:pt x="619017" y="324918"/>
                  </a:lnTo>
                  <a:lnTo>
                    <a:pt x="619713" y="321998"/>
                  </a:lnTo>
                  <a:lnTo>
                    <a:pt x="620410" y="319467"/>
                  </a:lnTo>
                  <a:lnTo>
                    <a:pt x="621106" y="316256"/>
                  </a:lnTo>
                  <a:lnTo>
                    <a:pt x="621802" y="314976"/>
                  </a:lnTo>
                  <a:lnTo>
                    <a:pt x="622498" y="312473"/>
                  </a:lnTo>
                  <a:lnTo>
                    <a:pt x="623194" y="309295"/>
                  </a:lnTo>
                  <a:lnTo>
                    <a:pt x="623890" y="307433"/>
                  </a:lnTo>
                  <a:lnTo>
                    <a:pt x="624587" y="306473"/>
                  </a:lnTo>
                  <a:lnTo>
                    <a:pt x="625283" y="305226"/>
                  </a:lnTo>
                  <a:lnTo>
                    <a:pt x="625979" y="302552"/>
                  </a:lnTo>
                  <a:lnTo>
                    <a:pt x="626675" y="299795"/>
                  </a:lnTo>
                  <a:lnTo>
                    <a:pt x="627371" y="297817"/>
                  </a:lnTo>
                  <a:lnTo>
                    <a:pt x="628067" y="296833"/>
                  </a:lnTo>
                  <a:lnTo>
                    <a:pt x="628764" y="295102"/>
                  </a:lnTo>
                  <a:lnTo>
                    <a:pt x="629460" y="291921"/>
                  </a:lnTo>
                  <a:lnTo>
                    <a:pt x="630156" y="288244"/>
                  </a:lnTo>
                  <a:lnTo>
                    <a:pt x="630852" y="284783"/>
                  </a:lnTo>
                  <a:lnTo>
                    <a:pt x="631548" y="280635"/>
                  </a:lnTo>
                  <a:lnTo>
                    <a:pt x="632244" y="276438"/>
                  </a:lnTo>
                  <a:lnTo>
                    <a:pt x="632941" y="274520"/>
                  </a:lnTo>
                  <a:lnTo>
                    <a:pt x="633637" y="272558"/>
                  </a:lnTo>
                  <a:lnTo>
                    <a:pt x="634333" y="268792"/>
                  </a:lnTo>
                  <a:lnTo>
                    <a:pt x="635029" y="265489"/>
                  </a:lnTo>
                  <a:lnTo>
                    <a:pt x="635725" y="261261"/>
                  </a:lnTo>
                  <a:lnTo>
                    <a:pt x="636422" y="258701"/>
                  </a:lnTo>
                  <a:lnTo>
                    <a:pt x="637118" y="256676"/>
                  </a:lnTo>
                  <a:lnTo>
                    <a:pt x="637814" y="254432"/>
                  </a:lnTo>
                  <a:lnTo>
                    <a:pt x="638510" y="251178"/>
                  </a:lnTo>
                  <a:lnTo>
                    <a:pt x="639206" y="248856"/>
                  </a:lnTo>
                  <a:lnTo>
                    <a:pt x="639902" y="246748"/>
                  </a:lnTo>
                  <a:lnTo>
                    <a:pt x="640599" y="246073"/>
                  </a:lnTo>
                  <a:lnTo>
                    <a:pt x="641295" y="243537"/>
                  </a:lnTo>
                  <a:lnTo>
                    <a:pt x="641991" y="241572"/>
                  </a:lnTo>
                  <a:lnTo>
                    <a:pt x="642687" y="239282"/>
                  </a:lnTo>
                  <a:lnTo>
                    <a:pt x="643383" y="234563"/>
                  </a:lnTo>
                  <a:lnTo>
                    <a:pt x="644079" y="230203"/>
                  </a:lnTo>
                  <a:lnTo>
                    <a:pt x="644776" y="226099"/>
                  </a:lnTo>
                  <a:lnTo>
                    <a:pt x="645472" y="223671"/>
                  </a:lnTo>
                  <a:lnTo>
                    <a:pt x="646168" y="224192"/>
                  </a:lnTo>
                  <a:lnTo>
                    <a:pt x="646864" y="224232"/>
                  </a:lnTo>
                  <a:lnTo>
                    <a:pt x="647560" y="223937"/>
                  </a:lnTo>
                  <a:lnTo>
                    <a:pt x="648257" y="222428"/>
                  </a:lnTo>
                  <a:lnTo>
                    <a:pt x="648953" y="219763"/>
                  </a:lnTo>
                  <a:lnTo>
                    <a:pt x="649649" y="216475"/>
                  </a:lnTo>
                  <a:lnTo>
                    <a:pt x="650345" y="213794"/>
                  </a:lnTo>
                  <a:lnTo>
                    <a:pt x="651041" y="210653"/>
                  </a:lnTo>
                  <a:lnTo>
                    <a:pt x="651737" y="210280"/>
                  </a:lnTo>
                  <a:lnTo>
                    <a:pt x="652434" y="213078"/>
                  </a:lnTo>
                  <a:lnTo>
                    <a:pt x="653130" y="214389"/>
                  </a:lnTo>
                  <a:lnTo>
                    <a:pt x="653826" y="216092"/>
                  </a:lnTo>
                  <a:lnTo>
                    <a:pt x="654522" y="219228"/>
                  </a:lnTo>
                  <a:lnTo>
                    <a:pt x="655218" y="222703"/>
                  </a:lnTo>
                  <a:lnTo>
                    <a:pt x="655914" y="226366"/>
                  </a:lnTo>
                  <a:lnTo>
                    <a:pt x="656611" y="231668"/>
                  </a:lnTo>
                  <a:lnTo>
                    <a:pt x="657307" y="238873"/>
                  </a:lnTo>
                  <a:lnTo>
                    <a:pt x="658003" y="247020"/>
                  </a:lnTo>
                  <a:lnTo>
                    <a:pt x="658699" y="253929"/>
                  </a:lnTo>
                  <a:lnTo>
                    <a:pt x="659395" y="260720"/>
                  </a:lnTo>
                  <a:lnTo>
                    <a:pt x="660091" y="265031"/>
                  </a:lnTo>
                  <a:lnTo>
                    <a:pt x="660788" y="270207"/>
                  </a:lnTo>
                  <a:lnTo>
                    <a:pt x="661484" y="276088"/>
                  </a:lnTo>
                  <a:lnTo>
                    <a:pt x="662180" y="280167"/>
                  </a:lnTo>
                  <a:lnTo>
                    <a:pt x="662876" y="283381"/>
                  </a:lnTo>
                  <a:lnTo>
                    <a:pt x="663572" y="287300"/>
                  </a:lnTo>
                  <a:lnTo>
                    <a:pt x="664269" y="290420"/>
                  </a:lnTo>
                  <a:lnTo>
                    <a:pt x="664965" y="294045"/>
                  </a:lnTo>
                  <a:lnTo>
                    <a:pt x="665661" y="299867"/>
                  </a:lnTo>
                  <a:lnTo>
                    <a:pt x="666357" y="305090"/>
                  </a:lnTo>
                  <a:lnTo>
                    <a:pt x="667053" y="308780"/>
                  </a:lnTo>
                  <a:lnTo>
                    <a:pt x="667749" y="310510"/>
                  </a:lnTo>
                  <a:lnTo>
                    <a:pt x="668446" y="311735"/>
                  </a:lnTo>
                  <a:lnTo>
                    <a:pt x="669142" y="312829"/>
                  </a:lnTo>
                  <a:lnTo>
                    <a:pt x="669838" y="313174"/>
                  </a:lnTo>
                  <a:lnTo>
                    <a:pt x="670534" y="314035"/>
                  </a:lnTo>
                  <a:lnTo>
                    <a:pt x="671230" y="313703"/>
                  </a:lnTo>
                  <a:lnTo>
                    <a:pt x="671926" y="313024"/>
                  </a:lnTo>
                  <a:lnTo>
                    <a:pt x="672623" y="311912"/>
                  </a:lnTo>
                  <a:lnTo>
                    <a:pt x="673319" y="310017"/>
                  </a:lnTo>
                  <a:lnTo>
                    <a:pt x="674015" y="307646"/>
                  </a:lnTo>
                  <a:lnTo>
                    <a:pt x="674711" y="305464"/>
                  </a:lnTo>
                  <a:lnTo>
                    <a:pt x="675407" y="301235"/>
                  </a:lnTo>
                  <a:lnTo>
                    <a:pt x="676104" y="295663"/>
                  </a:lnTo>
                  <a:lnTo>
                    <a:pt x="676800" y="292557"/>
                  </a:lnTo>
                  <a:lnTo>
                    <a:pt x="677496" y="289636"/>
                  </a:lnTo>
                  <a:lnTo>
                    <a:pt x="678192" y="287185"/>
                  </a:lnTo>
                  <a:lnTo>
                    <a:pt x="678888" y="286163"/>
                  </a:lnTo>
                  <a:lnTo>
                    <a:pt x="679584" y="285730"/>
                  </a:lnTo>
                  <a:lnTo>
                    <a:pt x="680281" y="285353"/>
                  </a:lnTo>
                  <a:lnTo>
                    <a:pt x="680977" y="284447"/>
                  </a:lnTo>
                  <a:lnTo>
                    <a:pt x="681673" y="280730"/>
                  </a:lnTo>
                  <a:lnTo>
                    <a:pt x="682369" y="275807"/>
                  </a:lnTo>
                  <a:lnTo>
                    <a:pt x="683065" y="270462"/>
                  </a:lnTo>
                  <a:lnTo>
                    <a:pt x="683761" y="265838"/>
                  </a:lnTo>
                  <a:lnTo>
                    <a:pt x="684458" y="262341"/>
                  </a:lnTo>
                  <a:lnTo>
                    <a:pt x="685154" y="259864"/>
                  </a:lnTo>
                  <a:lnTo>
                    <a:pt x="685850" y="258033"/>
                  </a:lnTo>
                  <a:lnTo>
                    <a:pt x="686546" y="255055"/>
                  </a:lnTo>
                  <a:lnTo>
                    <a:pt x="687242" y="248945"/>
                  </a:lnTo>
                  <a:lnTo>
                    <a:pt x="687939" y="241444"/>
                  </a:lnTo>
                  <a:lnTo>
                    <a:pt x="688635" y="237158"/>
                  </a:lnTo>
                  <a:lnTo>
                    <a:pt x="689331" y="232052"/>
                  </a:lnTo>
                  <a:lnTo>
                    <a:pt x="690027" y="227104"/>
                  </a:lnTo>
                  <a:lnTo>
                    <a:pt x="690723" y="220221"/>
                  </a:lnTo>
                  <a:lnTo>
                    <a:pt x="691419" y="212635"/>
                  </a:lnTo>
                  <a:lnTo>
                    <a:pt x="692116" y="204214"/>
                  </a:lnTo>
                  <a:lnTo>
                    <a:pt x="692812" y="196232"/>
                  </a:lnTo>
                  <a:lnTo>
                    <a:pt x="693508" y="187272"/>
                  </a:lnTo>
                  <a:lnTo>
                    <a:pt x="694204" y="182960"/>
                  </a:lnTo>
                  <a:lnTo>
                    <a:pt x="694900" y="179080"/>
                  </a:lnTo>
                  <a:lnTo>
                    <a:pt x="695596" y="175204"/>
                  </a:lnTo>
                  <a:lnTo>
                    <a:pt x="696293" y="170794"/>
                  </a:lnTo>
                  <a:lnTo>
                    <a:pt x="696989" y="166970"/>
                  </a:lnTo>
                  <a:lnTo>
                    <a:pt x="697685" y="166353"/>
                  </a:lnTo>
                  <a:lnTo>
                    <a:pt x="698381" y="165678"/>
                  </a:lnTo>
                  <a:lnTo>
                    <a:pt x="699077" y="164776"/>
                  </a:lnTo>
                  <a:lnTo>
                    <a:pt x="699773" y="161754"/>
                  </a:lnTo>
                  <a:lnTo>
                    <a:pt x="700470" y="158831"/>
                  </a:lnTo>
                  <a:lnTo>
                    <a:pt x="701166" y="155431"/>
                  </a:lnTo>
                  <a:lnTo>
                    <a:pt x="701862" y="154021"/>
                  </a:lnTo>
                  <a:lnTo>
                    <a:pt x="702558" y="155031"/>
                  </a:lnTo>
                  <a:lnTo>
                    <a:pt x="703254" y="157651"/>
                  </a:lnTo>
                  <a:lnTo>
                    <a:pt x="703951" y="160921"/>
                  </a:lnTo>
                  <a:lnTo>
                    <a:pt x="704647" y="161997"/>
                  </a:lnTo>
                  <a:lnTo>
                    <a:pt x="705343" y="163631"/>
                  </a:lnTo>
                  <a:lnTo>
                    <a:pt x="706039" y="167239"/>
                  </a:lnTo>
                  <a:lnTo>
                    <a:pt x="706735" y="172107"/>
                  </a:lnTo>
                  <a:lnTo>
                    <a:pt x="707431" y="175963"/>
                  </a:lnTo>
                  <a:lnTo>
                    <a:pt x="708128" y="177652"/>
                  </a:lnTo>
                  <a:lnTo>
                    <a:pt x="708824" y="178970"/>
                  </a:lnTo>
                  <a:lnTo>
                    <a:pt x="709520" y="180684"/>
                  </a:lnTo>
                  <a:lnTo>
                    <a:pt x="710216" y="185657"/>
                  </a:lnTo>
                  <a:lnTo>
                    <a:pt x="710912" y="192401"/>
                  </a:lnTo>
                  <a:lnTo>
                    <a:pt x="711608" y="198805"/>
                  </a:lnTo>
                  <a:lnTo>
                    <a:pt x="712305" y="202852"/>
                  </a:lnTo>
                  <a:lnTo>
                    <a:pt x="713001" y="206067"/>
                  </a:lnTo>
                  <a:lnTo>
                    <a:pt x="713697" y="208811"/>
                  </a:lnTo>
                  <a:lnTo>
                    <a:pt x="714393" y="209426"/>
                  </a:lnTo>
                  <a:lnTo>
                    <a:pt x="715089" y="210418"/>
                  </a:lnTo>
                  <a:lnTo>
                    <a:pt x="715786" y="211099"/>
                  </a:lnTo>
                  <a:lnTo>
                    <a:pt x="716482" y="211446"/>
                  </a:lnTo>
                  <a:lnTo>
                    <a:pt x="717178" y="211159"/>
                  </a:lnTo>
                  <a:lnTo>
                    <a:pt x="717874" y="211982"/>
                  </a:lnTo>
                  <a:lnTo>
                    <a:pt x="718570" y="215282"/>
                  </a:lnTo>
                  <a:lnTo>
                    <a:pt x="719266" y="219269"/>
                  </a:lnTo>
                  <a:lnTo>
                    <a:pt x="719963" y="221713"/>
                  </a:lnTo>
                  <a:lnTo>
                    <a:pt x="720659" y="221311"/>
                  </a:lnTo>
                  <a:lnTo>
                    <a:pt x="721355" y="219911"/>
                  </a:lnTo>
                  <a:lnTo>
                    <a:pt x="722051" y="219363"/>
                  </a:lnTo>
                  <a:lnTo>
                    <a:pt x="722747" y="220639"/>
                  </a:lnTo>
                  <a:lnTo>
                    <a:pt x="723443" y="224027"/>
                  </a:lnTo>
                  <a:lnTo>
                    <a:pt x="724140" y="225433"/>
                  </a:lnTo>
                  <a:lnTo>
                    <a:pt x="724836" y="230433"/>
                  </a:lnTo>
                  <a:lnTo>
                    <a:pt x="725532" y="237626"/>
                  </a:lnTo>
                  <a:lnTo>
                    <a:pt x="726228" y="247169"/>
                  </a:lnTo>
                  <a:lnTo>
                    <a:pt x="726924" y="255577"/>
                  </a:lnTo>
                  <a:lnTo>
                    <a:pt x="727620" y="262774"/>
                  </a:lnTo>
                  <a:lnTo>
                    <a:pt x="728317" y="267876"/>
                  </a:lnTo>
                  <a:lnTo>
                    <a:pt x="729013" y="271644"/>
                  </a:lnTo>
                  <a:lnTo>
                    <a:pt x="729709" y="273392"/>
                  </a:lnTo>
                  <a:lnTo>
                    <a:pt x="730405" y="276193"/>
                  </a:lnTo>
                  <a:lnTo>
                    <a:pt x="731101" y="280271"/>
                  </a:lnTo>
                  <a:lnTo>
                    <a:pt x="731798" y="284229"/>
                  </a:lnTo>
                  <a:lnTo>
                    <a:pt x="732494" y="289580"/>
                  </a:lnTo>
                  <a:lnTo>
                    <a:pt x="733190" y="293809"/>
                  </a:lnTo>
                  <a:lnTo>
                    <a:pt x="733886" y="297506"/>
                  </a:lnTo>
                  <a:lnTo>
                    <a:pt x="734582" y="299835"/>
                  </a:lnTo>
                  <a:lnTo>
                    <a:pt x="735278" y="304532"/>
                  </a:lnTo>
                  <a:lnTo>
                    <a:pt x="735975" y="308195"/>
                  </a:lnTo>
                  <a:lnTo>
                    <a:pt x="736671" y="309830"/>
                  </a:lnTo>
                  <a:lnTo>
                    <a:pt x="737367" y="309273"/>
                  </a:lnTo>
                  <a:lnTo>
                    <a:pt x="738063" y="309470"/>
                  </a:lnTo>
                  <a:lnTo>
                    <a:pt x="738759" y="308158"/>
                  </a:lnTo>
                  <a:lnTo>
                    <a:pt x="739455" y="308653"/>
                  </a:lnTo>
                  <a:lnTo>
                    <a:pt x="740152" y="310690"/>
                  </a:lnTo>
                  <a:lnTo>
                    <a:pt x="740848" y="312519"/>
                  </a:lnTo>
                  <a:lnTo>
                    <a:pt x="741544" y="313467"/>
                  </a:lnTo>
                  <a:lnTo>
                    <a:pt x="742240" y="314286"/>
                  </a:lnTo>
                  <a:lnTo>
                    <a:pt x="742936" y="314302"/>
                  </a:lnTo>
                  <a:lnTo>
                    <a:pt x="743633" y="315948"/>
                  </a:lnTo>
                  <a:lnTo>
                    <a:pt x="744329" y="319749"/>
                  </a:lnTo>
                  <a:lnTo>
                    <a:pt x="745025" y="324520"/>
                  </a:lnTo>
                  <a:lnTo>
                    <a:pt x="745721" y="327027"/>
                  </a:lnTo>
                  <a:lnTo>
                    <a:pt x="746417" y="328629"/>
                  </a:lnTo>
                  <a:lnTo>
                    <a:pt x="747113" y="335417"/>
                  </a:lnTo>
                  <a:lnTo>
                    <a:pt x="747810" y="343902"/>
                  </a:lnTo>
                  <a:lnTo>
                    <a:pt x="748506" y="353119"/>
                  </a:lnTo>
                  <a:lnTo>
                    <a:pt x="749202" y="362046"/>
                  </a:lnTo>
                  <a:lnTo>
                    <a:pt x="749898" y="372269"/>
                  </a:lnTo>
                  <a:lnTo>
                    <a:pt x="750594" y="382237"/>
                  </a:lnTo>
                  <a:lnTo>
                    <a:pt x="751290" y="391958"/>
                  </a:lnTo>
                  <a:lnTo>
                    <a:pt x="751987" y="400140"/>
                  </a:lnTo>
                  <a:lnTo>
                    <a:pt x="752683" y="409796"/>
                  </a:lnTo>
                  <a:lnTo>
                    <a:pt x="753379" y="419321"/>
                  </a:lnTo>
                  <a:lnTo>
                    <a:pt x="754075" y="426335"/>
                  </a:lnTo>
                  <a:lnTo>
                    <a:pt x="754771" y="432900"/>
                  </a:lnTo>
                  <a:lnTo>
                    <a:pt x="755468" y="441036"/>
                  </a:lnTo>
                  <a:lnTo>
                    <a:pt x="756164" y="450086"/>
                  </a:lnTo>
                  <a:lnTo>
                    <a:pt x="756860" y="459336"/>
                  </a:lnTo>
                  <a:lnTo>
                    <a:pt x="757556" y="469086"/>
                  </a:lnTo>
                  <a:lnTo>
                    <a:pt x="758252" y="477033"/>
                  </a:lnTo>
                  <a:lnTo>
                    <a:pt x="758948" y="482561"/>
                  </a:lnTo>
                  <a:lnTo>
                    <a:pt x="759645" y="489344"/>
                  </a:lnTo>
                  <a:lnTo>
                    <a:pt x="760341" y="494529"/>
                  </a:lnTo>
                  <a:lnTo>
                    <a:pt x="761037" y="496553"/>
                  </a:lnTo>
                  <a:lnTo>
                    <a:pt x="761733" y="498482"/>
                  </a:lnTo>
                  <a:lnTo>
                    <a:pt x="762429" y="501867"/>
                  </a:lnTo>
                  <a:lnTo>
                    <a:pt x="763125" y="506417"/>
                  </a:lnTo>
                  <a:lnTo>
                    <a:pt x="763822" y="512026"/>
                  </a:lnTo>
                  <a:lnTo>
                    <a:pt x="764518" y="520521"/>
                  </a:lnTo>
                  <a:lnTo>
                    <a:pt x="765214" y="527929"/>
                  </a:lnTo>
                  <a:lnTo>
                    <a:pt x="765910" y="534404"/>
                  </a:lnTo>
                  <a:lnTo>
                    <a:pt x="766606" y="541555"/>
                  </a:lnTo>
                  <a:lnTo>
                    <a:pt x="767302" y="548370"/>
                  </a:lnTo>
                  <a:lnTo>
                    <a:pt x="767999" y="552278"/>
                  </a:lnTo>
                  <a:lnTo>
                    <a:pt x="768695" y="557121"/>
                  </a:lnTo>
                  <a:lnTo>
                    <a:pt x="769391" y="562045"/>
                  </a:lnTo>
                  <a:lnTo>
                    <a:pt x="770087" y="566817"/>
                  </a:lnTo>
                  <a:lnTo>
                    <a:pt x="770783" y="570533"/>
                  </a:lnTo>
                  <a:lnTo>
                    <a:pt x="771480" y="573105"/>
                  </a:lnTo>
                  <a:lnTo>
                    <a:pt x="772176" y="576905"/>
                  </a:lnTo>
                  <a:lnTo>
                    <a:pt x="772872" y="581599"/>
                  </a:lnTo>
                  <a:lnTo>
                    <a:pt x="773568" y="584439"/>
                  </a:lnTo>
                  <a:lnTo>
                    <a:pt x="774264" y="588197"/>
                  </a:lnTo>
                  <a:lnTo>
                    <a:pt x="774960" y="588983"/>
                  </a:lnTo>
                  <a:lnTo>
                    <a:pt x="775657" y="590326"/>
                  </a:lnTo>
                  <a:lnTo>
                    <a:pt x="776353" y="591622"/>
                  </a:lnTo>
                  <a:lnTo>
                    <a:pt x="777049" y="591084"/>
                  </a:lnTo>
                  <a:lnTo>
                    <a:pt x="777745" y="589157"/>
                  </a:lnTo>
                  <a:lnTo>
                    <a:pt x="778441" y="588935"/>
                  </a:lnTo>
                  <a:lnTo>
                    <a:pt x="779137" y="587264"/>
                  </a:lnTo>
                  <a:lnTo>
                    <a:pt x="779834" y="583605"/>
                  </a:lnTo>
                  <a:lnTo>
                    <a:pt x="780530" y="579383"/>
                  </a:lnTo>
                  <a:lnTo>
                    <a:pt x="781226" y="574280"/>
                  </a:lnTo>
                  <a:lnTo>
                    <a:pt x="781922" y="571778"/>
                  </a:lnTo>
                  <a:lnTo>
                    <a:pt x="782618" y="564534"/>
                  </a:lnTo>
                  <a:lnTo>
                    <a:pt x="783315" y="556764"/>
                  </a:lnTo>
                  <a:lnTo>
                    <a:pt x="784011" y="548471"/>
                  </a:lnTo>
                  <a:lnTo>
                    <a:pt x="784707" y="537928"/>
                  </a:lnTo>
                  <a:lnTo>
                    <a:pt x="785403" y="527092"/>
                  </a:lnTo>
                  <a:lnTo>
                    <a:pt x="786099" y="515801"/>
                  </a:lnTo>
                  <a:lnTo>
                    <a:pt x="786795" y="505504"/>
                  </a:lnTo>
                  <a:lnTo>
                    <a:pt x="787492" y="497497"/>
                  </a:lnTo>
                  <a:lnTo>
                    <a:pt x="788188" y="490623"/>
                  </a:lnTo>
                  <a:lnTo>
                    <a:pt x="788884" y="483748"/>
                  </a:lnTo>
                  <a:lnTo>
                    <a:pt x="789580" y="478036"/>
                  </a:lnTo>
                  <a:lnTo>
                    <a:pt x="790276" y="470419"/>
                  </a:lnTo>
                  <a:lnTo>
                    <a:pt x="790972" y="462284"/>
                  </a:lnTo>
                  <a:lnTo>
                    <a:pt x="791669" y="455117"/>
                  </a:lnTo>
                  <a:lnTo>
                    <a:pt x="792365" y="446934"/>
                  </a:lnTo>
                  <a:lnTo>
                    <a:pt x="793061" y="438463"/>
                  </a:lnTo>
                  <a:lnTo>
                    <a:pt x="793757" y="431243"/>
                  </a:lnTo>
                  <a:lnTo>
                    <a:pt x="794453" y="424681"/>
                  </a:lnTo>
                  <a:lnTo>
                    <a:pt x="795149" y="420679"/>
                  </a:lnTo>
                  <a:lnTo>
                    <a:pt x="795846" y="415120"/>
                  </a:lnTo>
                  <a:lnTo>
                    <a:pt x="796542" y="410059"/>
                  </a:lnTo>
                  <a:lnTo>
                    <a:pt x="797238" y="403774"/>
                  </a:lnTo>
                  <a:lnTo>
                    <a:pt x="797934" y="396753"/>
                  </a:lnTo>
                  <a:lnTo>
                    <a:pt x="798630" y="390020"/>
                  </a:lnTo>
                  <a:lnTo>
                    <a:pt x="799327" y="383287"/>
                  </a:lnTo>
                  <a:lnTo>
                    <a:pt x="800023" y="377334"/>
                  </a:lnTo>
                  <a:lnTo>
                    <a:pt x="800719" y="375131"/>
                  </a:lnTo>
                  <a:lnTo>
                    <a:pt x="801415" y="374080"/>
                  </a:lnTo>
                  <a:lnTo>
                    <a:pt x="802111" y="373028"/>
                  </a:lnTo>
                  <a:lnTo>
                    <a:pt x="802807" y="373277"/>
                  </a:lnTo>
                  <a:lnTo>
                    <a:pt x="803504" y="374712"/>
                  </a:lnTo>
                  <a:lnTo>
                    <a:pt x="804200" y="374961"/>
                  </a:lnTo>
                  <a:lnTo>
                    <a:pt x="804896" y="376416"/>
                  </a:lnTo>
                  <a:lnTo>
                    <a:pt x="805592" y="378750"/>
                  </a:lnTo>
                  <a:lnTo>
                    <a:pt x="806288" y="383824"/>
                  </a:lnTo>
                  <a:lnTo>
                    <a:pt x="806984" y="391984"/>
                  </a:lnTo>
                  <a:lnTo>
                    <a:pt x="807681" y="400479"/>
                  </a:lnTo>
                  <a:lnTo>
                    <a:pt x="808377" y="408974"/>
                  </a:lnTo>
                  <a:lnTo>
                    <a:pt x="809073" y="417214"/>
                  </a:lnTo>
                  <a:lnTo>
                    <a:pt x="809769" y="425272"/>
                  </a:lnTo>
                  <a:lnTo>
                    <a:pt x="810465" y="433330"/>
                  </a:lnTo>
                  <a:lnTo>
                    <a:pt x="811162" y="441100"/>
                  </a:lnTo>
                  <a:lnTo>
                    <a:pt x="811858" y="448870"/>
                  </a:lnTo>
                  <a:lnTo>
                    <a:pt x="812554" y="456867"/>
                  </a:lnTo>
                  <a:lnTo>
                    <a:pt x="813250" y="465811"/>
                  </a:lnTo>
                  <a:lnTo>
                    <a:pt x="813946" y="473868"/>
                  </a:lnTo>
                  <a:lnTo>
                    <a:pt x="814642" y="482513"/>
                  </a:lnTo>
                  <a:lnTo>
                    <a:pt x="815339" y="489577"/>
                  </a:lnTo>
                  <a:lnTo>
                    <a:pt x="816035" y="496233"/>
                  </a:lnTo>
                  <a:lnTo>
                    <a:pt x="816731" y="503562"/>
                  </a:lnTo>
                  <a:lnTo>
                    <a:pt x="817427" y="508110"/>
                  </a:lnTo>
                  <a:lnTo>
                    <a:pt x="818123" y="512214"/>
                  </a:lnTo>
                  <a:lnTo>
                    <a:pt x="818819" y="516500"/>
                  </a:lnTo>
                  <a:lnTo>
                    <a:pt x="819516" y="521309"/>
                  </a:lnTo>
                  <a:lnTo>
                    <a:pt x="820212" y="528660"/>
                  </a:lnTo>
                  <a:lnTo>
                    <a:pt x="820908" y="536011"/>
                  </a:lnTo>
                  <a:lnTo>
                    <a:pt x="821604" y="543362"/>
                  </a:lnTo>
                  <a:lnTo>
                    <a:pt x="822300" y="549966"/>
                  </a:lnTo>
                  <a:lnTo>
                    <a:pt x="822996" y="556378"/>
                  </a:lnTo>
                  <a:lnTo>
                    <a:pt x="823693" y="561657"/>
                  </a:lnTo>
                  <a:lnTo>
                    <a:pt x="824389" y="566614"/>
                  </a:lnTo>
                  <a:lnTo>
                    <a:pt x="825085" y="569836"/>
                  </a:lnTo>
                  <a:lnTo>
                    <a:pt x="825781" y="576313"/>
                  </a:lnTo>
                  <a:lnTo>
                    <a:pt x="826477" y="583309"/>
                  </a:lnTo>
                  <a:lnTo>
                    <a:pt x="827174" y="589336"/>
                  </a:lnTo>
                  <a:lnTo>
                    <a:pt x="827870" y="595924"/>
                  </a:lnTo>
                  <a:lnTo>
                    <a:pt x="828566" y="602799"/>
                  </a:lnTo>
                  <a:lnTo>
                    <a:pt x="829262" y="609492"/>
                  </a:lnTo>
                  <a:lnTo>
                    <a:pt x="829958" y="615694"/>
                  </a:lnTo>
                  <a:lnTo>
                    <a:pt x="830654" y="617689"/>
                  </a:lnTo>
                  <a:lnTo>
                    <a:pt x="831351" y="620281"/>
                  </a:lnTo>
                  <a:lnTo>
                    <a:pt x="832047" y="623131"/>
                  </a:lnTo>
                  <a:lnTo>
                    <a:pt x="832743" y="626813"/>
                  </a:lnTo>
                  <a:lnTo>
                    <a:pt x="833439" y="630495"/>
                  </a:lnTo>
                  <a:lnTo>
                    <a:pt x="834135" y="633601"/>
                  </a:lnTo>
                  <a:lnTo>
                    <a:pt x="834831" y="635432"/>
                  </a:lnTo>
                  <a:lnTo>
                    <a:pt x="835528" y="637758"/>
                  </a:lnTo>
                  <a:lnTo>
                    <a:pt x="836224" y="634542"/>
                  </a:lnTo>
                  <a:lnTo>
                    <a:pt x="836920" y="630176"/>
                  </a:lnTo>
                  <a:lnTo>
                    <a:pt x="837616" y="625809"/>
                  </a:lnTo>
                  <a:lnTo>
                    <a:pt x="838312" y="621443"/>
                  </a:lnTo>
                  <a:lnTo>
                    <a:pt x="839009" y="617077"/>
                  </a:lnTo>
                  <a:lnTo>
                    <a:pt x="839705" y="612710"/>
                  </a:lnTo>
                  <a:lnTo>
                    <a:pt x="840401" y="608040"/>
                  </a:lnTo>
                  <a:lnTo>
                    <a:pt x="841097" y="604786"/>
                  </a:lnTo>
                  <a:lnTo>
                    <a:pt x="841793" y="600832"/>
                  </a:lnTo>
                  <a:lnTo>
                    <a:pt x="842489" y="595913"/>
                  </a:lnTo>
                  <a:lnTo>
                    <a:pt x="843186" y="589980"/>
                  </a:lnTo>
                  <a:lnTo>
                    <a:pt x="843882" y="583087"/>
                  </a:lnTo>
                  <a:lnTo>
                    <a:pt x="844578" y="576450"/>
                  </a:lnTo>
                  <a:lnTo>
                    <a:pt x="845274" y="571322"/>
                  </a:lnTo>
                  <a:lnTo>
                    <a:pt x="845970" y="566478"/>
                  </a:lnTo>
                  <a:lnTo>
                    <a:pt x="846666" y="562403"/>
                  </a:lnTo>
                  <a:lnTo>
                    <a:pt x="847363" y="558027"/>
                  </a:lnTo>
                  <a:lnTo>
                    <a:pt x="848059" y="553652"/>
                  </a:lnTo>
                  <a:lnTo>
                    <a:pt x="848755" y="547888"/>
                  </a:lnTo>
                  <a:lnTo>
                    <a:pt x="849451" y="541433"/>
                  </a:lnTo>
                  <a:lnTo>
                    <a:pt x="850147" y="536383"/>
                  </a:lnTo>
                  <a:lnTo>
                    <a:pt x="850844" y="533105"/>
                  </a:lnTo>
                  <a:lnTo>
                    <a:pt x="851540" y="529826"/>
                  </a:lnTo>
                  <a:lnTo>
                    <a:pt x="852236" y="526291"/>
                  </a:lnTo>
                  <a:lnTo>
                    <a:pt x="852932" y="522938"/>
                  </a:lnTo>
                  <a:lnTo>
                    <a:pt x="853628" y="520365"/>
                  </a:lnTo>
                  <a:lnTo>
                    <a:pt x="854324" y="517610"/>
                  </a:lnTo>
                  <a:lnTo>
                    <a:pt x="855021" y="514075"/>
                  </a:lnTo>
                  <a:lnTo>
                    <a:pt x="855717" y="510540"/>
                  </a:lnTo>
                  <a:lnTo>
                    <a:pt x="856413" y="507565"/>
                  </a:lnTo>
                  <a:lnTo>
                    <a:pt x="857109" y="505912"/>
                  </a:lnTo>
                  <a:lnTo>
                    <a:pt x="857805" y="504425"/>
                  </a:lnTo>
                  <a:lnTo>
                    <a:pt x="858501" y="502937"/>
                  </a:lnTo>
                  <a:lnTo>
                    <a:pt x="859198" y="502533"/>
                  </a:lnTo>
                  <a:lnTo>
                    <a:pt x="859894" y="501368"/>
                  </a:lnTo>
                  <a:lnTo>
                    <a:pt x="860590" y="498897"/>
                  </a:lnTo>
                  <a:lnTo>
                    <a:pt x="861286" y="495074"/>
                  </a:lnTo>
                  <a:lnTo>
                    <a:pt x="861982" y="491252"/>
                  </a:lnTo>
                  <a:lnTo>
                    <a:pt x="862678" y="487429"/>
                  </a:lnTo>
                  <a:lnTo>
                    <a:pt x="863375" y="483607"/>
                  </a:lnTo>
                  <a:lnTo>
                    <a:pt x="864071" y="480071"/>
                  </a:lnTo>
                  <a:lnTo>
                    <a:pt x="864767" y="477677"/>
                  </a:lnTo>
                  <a:lnTo>
                    <a:pt x="865463" y="475647"/>
                  </a:lnTo>
                  <a:lnTo>
                    <a:pt x="866159" y="473688"/>
                  </a:lnTo>
                  <a:lnTo>
                    <a:pt x="866856" y="470294"/>
                  </a:lnTo>
                  <a:lnTo>
                    <a:pt x="867552" y="466719"/>
                  </a:lnTo>
                  <a:lnTo>
                    <a:pt x="868248" y="461614"/>
                  </a:lnTo>
                  <a:lnTo>
                    <a:pt x="868944" y="456301"/>
                  </a:lnTo>
                  <a:lnTo>
                    <a:pt x="869640" y="451345"/>
                  </a:lnTo>
                  <a:lnTo>
                    <a:pt x="870336" y="448375"/>
                  </a:lnTo>
                  <a:lnTo>
                    <a:pt x="871033" y="444800"/>
                  </a:lnTo>
                  <a:lnTo>
                    <a:pt x="871729" y="441886"/>
                  </a:lnTo>
                  <a:lnTo>
                    <a:pt x="872425" y="438834"/>
                  </a:lnTo>
                  <a:lnTo>
                    <a:pt x="873121" y="434779"/>
                  </a:lnTo>
                  <a:lnTo>
                    <a:pt x="873817" y="430403"/>
                  </a:lnTo>
                  <a:lnTo>
                    <a:pt x="874513" y="425846"/>
                  </a:lnTo>
                  <a:lnTo>
                    <a:pt x="875210" y="421289"/>
                  </a:lnTo>
                  <a:lnTo>
                    <a:pt x="875906" y="416731"/>
                  </a:lnTo>
                  <a:lnTo>
                    <a:pt x="876602" y="410569"/>
                  </a:lnTo>
                  <a:lnTo>
                    <a:pt x="877298" y="404114"/>
                  </a:lnTo>
                  <a:lnTo>
                    <a:pt x="877994" y="398234"/>
                  </a:lnTo>
                  <a:lnTo>
                    <a:pt x="878691" y="394486"/>
                  </a:lnTo>
                  <a:lnTo>
                    <a:pt x="879387" y="391902"/>
                  </a:lnTo>
                  <a:lnTo>
                    <a:pt x="880083" y="387996"/>
                  </a:lnTo>
                  <a:lnTo>
                    <a:pt x="880779" y="383162"/>
                  </a:lnTo>
                  <a:lnTo>
                    <a:pt x="881475" y="378787"/>
                  </a:lnTo>
                  <a:lnTo>
                    <a:pt x="882171" y="374565"/>
                  </a:lnTo>
                  <a:lnTo>
                    <a:pt x="882868" y="369391"/>
                  </a:lnTo>
                  <a:lnTo>
                    <a:pt x="883564" y="364749"/>
                  </a:lnTo>
                  <a:lnTo>
                    <a:pt x="884260" y="361549"/>
                  </a:lnTo>
                  <a:lnTo>
                    <a:pt x="884956" y="359344"/>
                  </a:lnTo>
                  <a:lnTo>
                    <a:pt x="885652" y="356887"/>
                  </a:lnTo>
                  <a:lnTo>
                    <a:pt x="886348" y="354781"/>
                  </a:lnTo>
                  <a:lnTo>
                    <a:pt x="887045" y="354238"/>
                  </a:lnTo>
                  <a:lnTo>
                    <a:pt x="887741" y="354797"/>
                  </a:lnTo>
                  <a:lnTo>
                    <a:pt x="888437" y="354777"/>
                  </a:lnTo>
                  <a:lnTo>
                    <a:pt x="889133" y="351796"/>
                  </a:lnTo>
                  <a:lnTo>
                    <a:pt x="889829" y="348815"/>
                  </a:lnTo>
                  <a:lnTo>
                    <a:pt x="890525" y="349135"/>
                  </a:lnTo>
                  <a:lnTo>
                    <a:pt x="891222" y="348006"/>
                  </a:lnTo>
                  <a:lnTo>
                    <a:pt x="891918" y="346317"/>
                  </a:lnTo>
                  <a:lnTo>
                    <a:pt x="892614" y="343374"/>
                  </a:lnTo>
                  <a:lnTo>
                    <a:pt x="893310" y="340508"/>
                  </a:lnTo>
                  <a:lnTo>
                    <a:pt x="894006" y="338165"/>
                  </a:lnTo>
                  <a:lnTo>
                    <a:pt x="894703" y="334739"/>
                  </a:lnTo>
                  <a:lnTo>
                    <a:pt x="895399" y="330878"/>
                  </a:lnTo>
                  <a:lnTo>
                    <a:pt x="896095" y="328098"/>
                  </a:lnTo>
                  <a:lnTo>
                    <a:pt x="896791" y="324395"/>
                  </a:lnTo>
                  <a:lnTo>
                    <a:pt x="897487" y="319457"/>
                  </a:lnTo>
                  <a:lnTo>
                    <a:pt x="898183" y="312964"/>
                  </a:lnTo>
                  <a:lnTo>
                    <a:pt x="898880" y="306518"/>
                  </a:lnTo>
                  <a:lnTo>
                    <a:pt x="899576" y="299977"/>
                  </a:lnTo>
                  <a:lnTo>
                    <a:pt x="900272" y="292189"/>
                  </a:lnTo>
                  <a:lnTo>
                    <a:pt x="900968" y="282544"/>
                  </a:lnTo>
                  <a:lnTo>
                    <a:pt x="901664" y="275966"/>
                  </a:lnTo>
                  <a:lnTo>
                    <a:pt x="902360" y="270834"/>
                  </a:lnTo>
                  <a:lnTo>
                    <a:pt x="903057" y="265517"/>
                  </a:lnTo>
                  <a:lnTo>
                    <a:pt x="903753" y="261258"/>
                  </a:lnTo>
                  <a:lnTo>
                    <a:pt x="904449" y="257605"/>
                  </a:lnTo>
                  <a:lnTo>
                    <a:pt x="905145" y="253312"/>
                  </a:lnTo>
                  <a:lnTo>
                    <a:pt x="905841" y="248620"/>
                  </a:lnTo>
                  <a:lnTo>
                    <a:pt x="906538" y="244085"/>
                  </a:lnTo>
                  <a:lnTo>
                    <a:pt x="907234" y="241366"/>
                  </a:lnTo>
                  <a:lnTo>
                    <a:pt x="907930" y="240415"/>
                  </a:lnTo>
                  <a:lnTo>
                    <a:pt x="908626" y="242174"/>
                  </a:lnTo>
                  <a:lnTo>
                    <a:pt x="909322" y="244607"/>
                  </a:lnTo>
                  <a:lnTo>
                    <a:pt x="910018" y="249057"/>
                  </a:lnTo>
                  <a:lnTo>
                    <a:pt x="910715" y="253917"/>
                  </a:lnTo>
                  <a:lnTo>
                    <a:pt x="911411" y="260151"/>
                  </a:lnTo>
                  <a:lnTo>
                    <a:pt x="912107" y="266082"/>
                  </a:lnTo>
                  <a:lnTo>
                    <a:pt x="912803" y="271687"/>
                  </a:lnTo>
                  <a:lnTo>
                    <a:pt x="913499" y="277985"/>
                  </a:lnTo>
                  <a:lnTo>
                    <a:pt x="914195" y="284583"/>
                  </a:lnTo>
                  <a:lnTo>
                    <a:pt x="914892" y="291350"/>
                  </a:lnTo>
                  <a:lnTo>
                    <a:pt x="915588" y="300113"/>
                  </a:lnTo>
                  <a:lnTo>
                    <a:pt x="916284" y="310927"/>
                  </a:lnTo>
                  <a:lnTo>
                    <a:pt x="916980" y="320706"/>
                  </a:lnTo>
                  <a:lnTo>
                    <a:pt x="917676" y="329546"/>
                  </a:lnTo>
                  <a:lnTo>
                    <a:pt x="918373" y="339383"/>
                  </a:lnTo>
                  <a:lnTo>
                    <a:pt x="919069" y="348401"/>
                  </a:lnTo>
                  <a:lnTo>
                    <a:pt x="919765" y="357078"/>
                  </a:lnTo>
                  <a:lnTo>
                    <a:pt x="920461" y="365268"/>
                  </a:lnTo>
                  <a:lnTo>
                    <a:pt x="921157" y="373636"/>
                  </a:lnTo>
                  <a:lnTo>
                    <a:pt x="921853" y="381654"/>
                  </a:lnTo>
                  <a:lnTo>
                    <a:pt x="922550" y="388109"/>
                  </a:lnTo>
                  <a:lnTo>
                    <a:pt x="923246" y="393973"/>
                  </a:lnTo>
                  <a:lnTo>
                    <a:pt x="923942" y="401469"/>
                  </a:lnTo>
                  <a:lnTo>
                    <a:pt x="924638" y="411144"/>
                  </a:lnTo>
                  <a:lnTo>
                    <a:pt x="925334" y="422579"/>
                  </a:lnTo>
                  <a:lnTo>
                    <a:pt x="926030" y="433170"/>
                  </a:lnTo>
                  <a:lnTo>
                    <a:pt x="926727" y="446851"/>
                  </a:lnTo>
                  <a:lnTo>
                    <a:pt x="927423" y="460998"/>
                  </a:lnTo>
                  <a:lnTo>
                    <a:pt x="928119" y="476491"/>
                  </a:lnTo>
                  <a:lnTo>
                    <a:pt x="928815" y="494799"/>
                  </a:lnTo>
                  <a:lnTo>
                    <a:pt x="929511" y="511722"/>
                  </a:lnTo>
                  <a:lnTo>
                    <a:pt x="930207" y="528523"/>
                  </a:lnTo>
                  <a:lnTo>
                    <a:pt x="930904" y="547826"/>
                  </a:lnTo>
                  <a:lnTo>
                    <a:pt x="931600" y="568383"/>
                  </a:lnTo>
                  <a:lnTo>
                    <a:pt x="932296" y="589345"/>
                  </a:lnTo>
                  <a:lnTo>
                    <a:pt x="932992" y="612095"/>
                  </a:lnTo>
                  <a:lnTo>
                    <a:pt x="933688" y="635400"/>
                  </a:lnTo>
                  <a:lnTo>
                    <a:pt x="934385" y="658247"/>
                  </a:lnTo>
                  <a:lnTo>
                    <a:pt x="935081" y="680776"/>
                  </a:lnTo>
                  <a:lnTo>
                    <a:pt x="935777" y="701689"/>
                  </a:lnTo>
                  <a:lnTo>
                    <a:pt x="936473" y="723654"/>
                  </a:lnTo>
                  <a:lnTo>
                    <a:pt x="937169" y="744018"/>
                  </a:lnTo>
                  <a:lnTo>
                    <a:pt x="937865" y="763816"/>
                  </a:lnTo>
                  <a:lnTo>
                    <a:pt x="938562" y="783010"/>
                  </a:lnTo>
                  <a:lnTo>
                    <a:pt x="939258" y="802036"/>
                  </a:lnTo>
                  <a:lnTo>
                    <a:pt x="939831" y="817782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4862455" y="5669538"/>
              <a:ext cx="41046" cy="90864"/>
            </a:xfrm>
            <a:custGeom>
              <a:avLst/>
              <a:pathLst>
                <a:path w="41046" h="90864">
                  <a:moveTo>
                    <a:pt x="0" y="90864"/>
                  </a:moveTo>
                  <a:lnTo>
                    <a:pt x="424" y="89079"/>
                  </a:lnTo>
                  <a:lnTo>
                    <a:pt x="1120" y="86829"/>
                  </a:lnTo>
                  <a:lnTo>
                    <a:pt x="1816" y="80913"/>
                  </a:lnTo>
                  <a:lnTo>
                    <a:pt x="2512" y="75102"/>
                  </a:lnTo>
                  <a:lnTo>
                    <a:pt x="3208" y="70156"/>
                  </a:lnTo>
                  <a:lnTo>
                    <a:pt x="3905" y="64328"/>
                  </a:lnTo>
                  <a:lnTo>
                    <a:pt x="4601" y="57336"/>
                  </a:lnTo>
                  <a:lnTo>
                    <a:pt x="5297" y="50934"/>
                  </a:lnTo>
                  <a:lnTo>
                    <a:pt x="5993" y="45629"/>
                  </a:lnTo>
                  <a:lnTo>
                    <a:pt x="6689" y="41254"/>
                  </a:lnTo>
                  <a:lnTo>
                    <a:pt x="7386" y="35966"/>
                  </a:lnTo>
                  <a:lnTo>
                    <a:pt x="8082" y="31799"/>
                  </a:lnTo>
                  <a:lnTo>
                    <a:pt x="8778" y="30209"/>
                  </a:lnTo>
                  <a:lnTo>
                    <a:pt x="9474" y="24974"/>
                  </a:lnTo>
                  <a:lnTo>
                    <a:pt x="10170" y="20709"/>
                  </a:lnTo>
                  <a:lnTo>
                    <a:pt x="10866" y="16319"/>
                  </a:lnTo>
                  <a:lnTo>
                    <a:pt x="11563" y="10416"/>
                  </a:lnTo>
                  <a:lnTo>
                    <a:pt x="12259" y="6177"/>
                  </a:lnTo>
                  <a:lnTo>
                    <a:pt x="12955" y="3633"/>
                  </a:lnTo>
                  <a:lnTo>
                    <a:pt x="13651" y="953"/>
                  </a:lnTo>
                  <a:lnTo>
                    <a:pt x="14347" y="0"/>
                  </a:lnTo>
                  <a:lnTo>
                    <a:pt x="15043" y="1455"/>
                  </a:lnTo>
                  <a:lnTo>
                    <a:pt x="15740" y="3485"/>
                  </a:lnTo>
                  <a:lnTo>
                    <a:pt x="16436" y="4659"/>
                  </a:lnTo>
                  <a:lnTo>
                    <a:pt x="17132" y="7548"/>
                  </a:lnTo>
                  <a:lnTo>
                    <a:pt x="17828" y="9579"/>
                  </a:lnTo>
                  <a:lnTo>
                    <a:pt x="18524" y="11225"/>
                  </a:lnTo>
                  <a:lnTo>
                    <a:pt x="19221" y="10070"/>
                  </a:lnTo>
                  <a:lnTo>
                    <a:pt x="19917" y="8620"/>
                  </a:lnTo>
                  <a:lnTo>
                    <a:pt x="20613" y="9765"/>
                  </a:lnTo>
                  <a:lnTo>
                    <a:pt x="21309" y="11525"/>
                  </a:lnTo>
                  <a:lnTo>
                    <a:pt x="22005" y="13284"/>
                  </a:lnTo>
                  <a:lnTo>
                    <a:pt x="22701" y="15044"/>
                  </a:lnTo>
                  <a:lnTo>
                    <a:pt x="23398" y="16189"/>
                  </a:lnTo>
                  <a:lnTo>
                    <a:pt x="24094" y="18806"/>
                  </a:lnTo>
                  <a:lnTo>
                    <a:pt x="24790" y="21423"/>
                  </a:lnTo>
                  <a:lnTo>
                    <a:pt x="25486" y="24495"/>
                  </a:lnTo>
                  <a:lnTo>
                    <a:pt x="26182" y="26711"/>
                  </a:lnTo>
                  <a:lnTo>
                    <a:pt x="26878" y="29778"/>
                  </a:lnTo>
                  <a:lnTo>
                    <a:pt x="27575" y="32846"/>
                  </a:lnTo>
                  <a:lnTo>
                    <a:pt x="28271" y="36770"/>
                  </a:lnTo>
                  <a:lnTo>
                    <a:pt x="28967" y="40439"/>
                  </a:lnTo>
                  <a:lnTo>
                    <a:pt x="29663" y="43057"/>
                  </a:lnTo>
                  <a:lnTo>
                    <a:pt x="30359" y="45674"/>
                  </a:lnTo>
                  <a:lnTo>
                    <a:pt x="31056" y="48291"/>
                  </a:lnTo>
                  <a:lnTo>
                    <a:pt x="31752" y="50293"/>
                  </a:lnTo>
                  <a:lnTo>
                    <a:pt x="32448" y="52295"/>
                  </a:lnTo>
                  <a:lnTo>
                    <a:pt x="33144" y="53721"/>
                  </a:lnTo>
                  <a:lnTo>
                    <a:pt x="33840" y="54578"/>
                  </a:lnTo>
                  <a:lnTo>
                    <a:pt x="34536" y="54578"/>
                  </a:lnTo>
                  <a:lnTo>
                    <a:pt x="35233" y="54180"/>
                  </a:lnTo>
                  <a:lnTo>
                    <a:pt x="35929" y="56565"/>
                  </a:lnTo>
                  <a:lnTo>
                    <a:pt x="36625" y="57768"/>
                  </a:lnTo>
                  <a:lnTo>
                    <a:pt x="37321" y="60921"/>
                  </a:lnTo>
                  <a:lnTo>
                    <a:pt x="38017" y="65475"/>
                  </a:lnTo>
                  <a:lnTo>
                    <a:pt x="38713" y="70794"/>
                  </a:lnTo>
                  <a:lnTo>
                    <a:pt x="39410" y="76125"/>
                  </a:lnTo>
                  <a:lnTo>
                    <a:pt x="40106" y="82236"/>
                  </a:lnTo>
                  <a:lnTo>
                    <a:pt x="40802" y="88953"/>
                  </a:lnTo>
                  <a:lnTo>
                    <a:pt x="41046" y="90864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4923893" y="5310117"/>
              <a:ext cx="1642578" cy="450285"/>
            </a:xfrm>
            <a:custGeom>
              <a:avLst/>
              <a:pathLst>
                <a:path w="1642578" h="450285">
                  <a:moveTo>
                    <a:pt x="0" y="450285"/>
                  </a:moveTo>
                  <a:lnTo>
                    <a:pt x="249" y="446067"/>
                  </a:lnTo>
                  <a:lnTo>
                    <a:pt x="945" y="434721"/>
                  </a:lnTo>
                  <a:lnTo>
                    <a:pt x="1642" y="424178"/>
                  </a:lnTo>
                  <a:lnTo>
                    <a:pt x="2338" y="413635"/>
                  </a:lnTo>
                  <a:lnTo>
                    <a:pt x="3034" y="403092"/>
                  </a:lnTo>
                  <a:lnTo>
                    <a:pt x="3730" y="391867"/>
                  </a:lnTo>
                  <a:lnTo>
                    <a:pt x="4426" y="378845"/>
                  </a:lnTo>
                  <a:lnTo>
                    <a:pt x="5122" y="363161"/>
                  </a:lnTo>
                  <a:lnTo>
                    <a:pt x="5819" y="348271"/>
                  </a:lnTo>
                  <a:lnTo>
                    <a:pt x="6515" y="332485"/>
                  </a:lnTo>
                  <a:lnTo>
                    <a:pt x="7211" y="315930"/>
                  </a:lnTo>
                  <a:lnTo>
                    <a:pt x="7907" y="301095"/>
                  </a:lnTo>
                  <a:lnTo>
                    <a:pt x="8603" y="286572"/>
                  </a:lnTo>
                  <a:lnTo>
                    <a:pt x="9299" y="274608"/>
                  </a:lnTo>
                  <a:lnTo>
                    <a:pt x="9996" y="264638"/>
                  </a:lnTo>
                  <a:lnTo>
                    <a:pt x="10692" y="255192"/>
                  </a:lnTo>
                  <a:lnTo>
                    <a:pt x="11388" y="245996"/>
                  </a:lnTo>
                  <a:lnTo>
                    <a:pt x="12084" y="236801"/>
                  </a:lnTo>
                  <a:lnTo>
                    <a:pt x="12780" y="227029"/>
                  </a:lnTo>
                  <a:lnTo>
                    <a:pt x="13477" y="218114"/>
                  </a:lnTo>
                  <a:lnTo>
                    <a:pt x="14173" y="208750"/>
                  </a:lnTo>
                  <a:lnTo>
                    <a:pt x="14869" y="200347"/>
                  </a:lnTo>
                  <a:lnTo>
                    <a:pt x="15565" y="195789"/>
                  </a:lnTo>
                  <a:lnTo>
                    <a:pt x="16261" y="191513"/>
                  </a:lnTo>
                  <a:lnTo>
                    <a:pt x="16957" y="188946"/>
                  </a:lnTo>
                  <a:lnTo>
                    <a:pt x="17654" y="187270"/>
                  </a:lnTo>
                  <a:lnTo>
                    <a:pt x="18350" y="183658"/>
                  </a:lnTo>
                  <a:lnTo>
                    <a:pt x="19046" y="178409"/>
                  </a:lnTo>
                  <a:lnTo>
                    <a:pt x="19742" y="172584"/>
                  </a:lnTo>
                  <a:lnTo>
                    <a:pt x="20438" y="167336"/>
                  </a:lnTo>
                  <a:lnTo>
                    <a:pt x="21134" y="162656"/>
                  </a:lnTo>
                  <a:lnTo>
                    <a:pt x="21831" y="159883"/>
                  </a:lnTo>
                  <a:lnTo>
                    <a:pt x="22527" y="158091"/>
                  </a:lnTo>
                  <a:lnTo>
                    <a:pt x="23223" y="156300"/>
                  </a:lnTo>
                  <a:lnTo>
                    <a:pt x="23919" y="154174"/>
                  </a:lnTo>
                  <a:lnTo>
                    <a:pt x="24615" y="152131"/>
                  </a:lnTo>
                  <a:lnTo>
                    <a:pt x="25312" y="150148"/>
                  </a:lnTo>
                  <a:lnTo>
                    <a:pt x="26008" y="147068"/>
                  </a:lnTo>
                  <a:lnTo>
                    <a:pt x="26704" y="146134"/>
                  </a:lnTo>
                  <a:lnTo>
                    <a:pt x="27400" y="145199"/>
                  </a:lnTo>
                  <a:lnTo>
                    <a:pt x="28096" y="144834"/>
                  </a:lnTo>
                  <a:lnTo>
                    <a:pt x="28792" y="145596"/>
                  </a:lnTo>
                  <a:lnTo>
                    <a:pt x="29489" y="148446"/>
                  </a:lnTo>
                  <a:lnTo>
                    <a:pt x="30185" y="151485"/>
                  </a:lnTo>
                  <a:lnTo>
                    <a:pt x="30881" y="154489"/>
                  </a:lnTo>
                  <a:lnTo>
                    <a:pt x="31577" y="158312"/>
                  </a:lnTo>
                  <a:lnTo>
                    <a:pt x="32273" y="160446"/>
                  </a:lnTo>
                  <a:lnTo>
                    <a:pt x="32969" y="164353"/>
                  </a:lnTo>
                  <a:lnTo>
                    <a:pt x="33666" y="169854"/>
                  </a:lnTo>
                  <a:lnTo>
                    <a:pt x="34362" y="179120"/>
                  </a:lnTo>
                  <a:lnTo>
                    <a:pt x="35058" y="191323"/>
                  </a:lnTo>
                  <a:lnTo>
                    <a:pt x="35754" y="204760"/>
                  </a:lnTo>
                  <a:lnTo>
                    <a:pt x="36450" y="217782"/>
                  </a:lnTo>
                  <a:lnTo>
                    <a:pt x="37146" y="230002"/>
                  </a:lnTo>
                  <a:lnTo>
                    <a:pt x="37843" y="240545"/>
                  </a:lnTo>
                  <a:lnTo>
                    <a:pt x="38539" y="251907"/>
                  </a:lnTo>
                  <a:lnTo>
                    <a:pt x="39235" y="263131"/>
                  </a:lnTo>
                  <a:lnTo>
                    <a:pt x="39931" y="276154"/>
                  </a:lnTo>
                  <a:lnTo>
                    <a:pt x="40627" y="291838"/>
                  </a:lnTo>
                  <a:lnTo>
                    <a:pt x="41324" y="306727"/>
                  </a:lnTo>
                  <a:lnTo>
                    <a:pt x="42020" y="322514"/>
                  </a:lnTo>
                  <a:lnTo>
                    <a:pt x="42716" y="339068"/>
                  </a:lnTo>
                  <a:lnTo>
                    <a:pt x="43412" y="352478"/>
                  </a:lnTo>
                  <a:lnTo>
                    <a:pt x="44108" y="364756"/>
                  </a:lnTo>
                  <a:lnTo>
                    <a:pt x="44804" y="373284"/>
                  </a:lnTo>
                  <a:lnTo>
                    <a:pt x="45501" y="379817"/>
                  </a:lnTo>
                  <a:lnTo>
                    <a:pt x="46197" y="385372"/>
                  </a:lnTo>
                  <a:lnTo>
                    <a:pt x="46893" y="391202"/>
                  </a:lnTo>
                  <a:lnTo>
                    <a:pt x="47589" y="397033"/>
                  </a:lnTo>
                  <a:lnTo>
                    <a:pt x="48285" y="403439"/>
                  </a:lnTo>
                  <a:lnTo>
                    <a:pt x="48981" y="409287"/>
                  </a:lnTo>
                  <a:lnTo>
                    <a:pt x="49678" y="415584"/>
                  </a:lnTo>
                  <a:lnTo>
                    <a:pt x="50374" y="420313"/>
                  </a:lnTo>
                  <a:lnTo>
                    <a:pt x="51070" y="422184"/>
                  </a:lnTo>
                  <a:lnTo>
                    <a:pt x="51766" y="423774"/>
                  </a:lnTo>
                  <a:lnTo>
                    <a:pt x="52462" y="423654"/>
                  </a:lnTo>
                  <a:lnTo>
                    <a:pt x="53159" y="422146"/>
                  </a:lnTo>
                  <a:lnTo>
                    <a:pt x="53855" y="422574"/>
                  </a:lnTo>
                  <a:lnTo>
                    <a:pt x="54551" y="425458"/>
                  </a:lnTo>
                  <a:lnTo>
                    <a:pt x="55247" y="429233"/>
                  </a:lnTo>
                  <a:lnTo>
                    <a:pt x="55943" y="432432"/>
                  </a:lnTo>
                  <a:lnTo>
                    <a:pt x="56639" y="435245"/>
                  </a:lnTo>
                  <a:lnTo>
                    <a:pt x="57336" y="437199"/>
                  </a:lnTo>
                  <a:lnTo>
                    <a:pt x="58032" y="439154"/>
                  </a:lnTo>
                  <a:lnTo>
                    <a:pt x="58728" y="441109"/>
                  </a:lnTo>
                  <a:lnTo>
                    <a:pt x="59424" y="443398"/>
                  </a:lnTo>
                  <a:lnTo>
                    <a:pt x="60120" y="443478"/>
                  </a:lnTo>
                  <a:lnTo>
                    <a:pt x="60816" y="443089"/>
                  </a:lnTo>
                  <a:lnTo>
                    <a:pt x="61513" y="441549"/>
                  </a:lnTo>
                  <a:lnTo>
                    <a:pt x="62209" y="439128"/>
                  </a:lnTo>
                  <a:lnTo>
                    <a:pt x="62905" y="436707"/>
                  </a:lnTo>
                  <a:lnTo>
                    <a:pt x="63601" y="434286"/>
                  </a:lnTo>
                  <a:lnTo>
                    <a:pt x="64297" y="430168"/>
                  </a:lnTo>
                  <a:lnTo>
                    <a:pt x="64994" y="423105"/>
                  </a:lnTo>
                  <a:lnTo>
                    <a:pt x="65690" y="415861"/>
                  </a:lnTo>
                  <a:lnTo>
                    <a:pt x="66386" y="409436"/>
                  </a:lnTo>
                  <a:lnTo>
                    <a:pt x="67082" y="402695"/>
                  </a:lnTo>
                  <a:lnTo>
                    <a:pt x="67778" y="395954"/>
                  </a:lnTo>
                  <a:lnTo>
                    <a:pt x="68474" y="389214"/>
                  </a:lnTo>
                  <a:lnTo>
                    <a:pt x="69171" y="382473"/>
                  </a:lnTo>
                  <a:lnTo>
                    <a:pt x="69867" y="374472"/>
                  </a:lnTo>
                  <a:lnTo>
                    <a:pt x="70563" y="367201"/>
                  </a:lnTo>
                  <a:lnTo>
                    <a:pt x="71259" y="359825"/>
                  </a:lnTo>
                  <a:lnTo>
                    <a:pt x="71955" y="353694"/>
                  </a:lnTo>
                  <a:lnTo>
                    <a:pt x="72651" y="348663"/>
                  </a:lnTo>
                  <a:lnTo>
                    <a:pt x="73348" y="344738"/>
                  </a:lnTo>
                  <a:lnTo>
                    <a:pt x="74044" y="339995"/>
                  </a:lnTo>
                  <a:lnTo>
                    <a:pt x="74740" y="336070"/>
                  </a:lnTo>
                  <a:lnTo>
                    <a:pt x="75436" y="332145"/>
                  </a:lnTo>
                  <a:lnTo>
                    <a:pt x="76132" y="328477"/>
                  </a:lnTo>
                  <a:lnTo>
                    <a:pt x="76828" y="325112"/>
                  </a:lnTo>
                  <a:lnTo>
                    <a:pt x="77525" y="321747"/>
                  </a:lnTo>
                  <a:lnTo>
                    <a:pt x="78221" y="318381"/>
                  </a:lnTo>
                  <a:lnTo>
                    <a:pt x="78917" y="316442"/>
                  </a:lnTo>
                  <a:lnTo>
                    <a:pt x="79613" y="314503"/>
                  </a:lnTo>
                  <a:lnTo>
                    <a:pt x="80309" y="313754"/>
                  </a:lnTo>
                  <a:lnTo>
                    <a:pt x="81006" y="313006"/>
                  </a:lnTo>
                  <a:lnTo>
                    <a:pt x="81702" y="312155"/>
                  </a:lnTo>
                  <a:lnTo>
                    <a:pt x="82398" y="311595"/>
                  </a:lnTo>
                  <a:lnTo>
                    <a:pt x="83094" y="311036"/>
                  </a:lnTo>
                  <a:lnTo>
                    <a:pt x="83790" y="310189"/>
                  </a:lnTo>
                  <a:lnTo>
                    <a:pt x="84486" y="310189"/>
                  </a:lnTo>
                  <a:lnTo>
                    <a:pt x="85183" y="310188"/>
                  </a:lnTo>
                  <a:lnTo>
                    <a:pt x="85879" y="310445"/>
                  </a:lnTo>
                  <a:lnTo>
                    <a:pt x="86575" y="310732"/>
                  </a:lnTo>
                  <a:lnTo>
                    <a:pt x="87271" y="311020"/>
                  </a:lnTo>
                  <a:lnTo>
                    <a:pt x="87967" y="310445"/>
                  </a:lnTo>
                  <a:lnTo>
                    <a:pt x="88663" y="308885"/>
                  </a:lnTo>
                  <a:lnTo>
                    <a:pt x="89360" y="307326"/>
                  </a:lnTo>
                  <a:lnTo>
                    <a:pt x="90056" y="305766"/>
                  </a:lnTo>
                  <a:lnTo>
                    <a:pt x="90752" y="303891"/>
                  </a:lnTo>
                  <a:lnTo>
                    <a:pt x="91448" y="302015"/>
                  </a:lnTo>
                  <a:lnTo>
                    <a:pt x="92144" y="299529"/>
                  </a:lnTo>
                  <a:lnTo>
                    <a:pt x="92841" y="295441"/>
                  </a:lnTo>
                  <a:lnTo>
                    <a:pt x="93537" y="291353"/>
                  </a:lnTo>
                  <a:lnTo>
                    <a:pt x="94233" y="285900"/>
                  </a:lnTo>
                  <a:lnTo>
                    <a:pt x="94929" y="280019"/>
                  </a:lnTo>
                  <a:lnTo>
                    <a:pt x="95625" y="276522"/>
                  </a:lnTo>
                  <a:lnTo>
                    <a:pt x="96321" y="273546"/>
                  </a:lnTo>
                  <a:lnTo>
                    <a:pt x="97018" y="271721"/>
                  </a:lnTo>
                  <a:lnTo>
                    <a:pt x="97714" y="270777"/>
                  </a:lnTo>
                  <a:lnTo>
                    <a:pt x="98410" y="268930"/>
                  </a:lnTo>
                  <a:lnTo>
                    <a:pt x="99106" y="267986"/>
                  </a:lnTo>
                  <a:lnTo>
                    <a:pt x="99802" y="267041"/>
                  </a:lnTo>
                  <a:lnTo>
                    <a:pt x="100498" y="266097"/>
                  </a:lnTo>
                  <a:lnTo>
                    <a:pt x="101195" y="265334"/>
                  </a:lnTo>
                  <a:lnTo>
                    <a:pt x="101891" y="265319"/>
                  </a:lnTo>
                  <a:lnTo>
                    <a:pt x="102587" y="265962"/>
                  </a:lnTo>
                  <a:lnTo>
                    <a:pt x="103283" y="268055"/>
                  </a:lnTo>
                  <a:lnTo>
                    <a:pt x="103979" y="270148"/>
                  </a:lnTo>
                  <a:lnTo>
                    <a:pt x="104675" y="274056"/>
                  </a:lnTo>
                  <a:lnTo>
                    <a:pt x="105372" y="278179"/>
                  </a:lnTo>
                  <a:lnTo>
                    <a:pt x="106068" y="280032"/>
                  </a:lnTo>
                  <a:lnTo>
                    <a:pt x="106764" y="280576"/>
                  </a:lnTo>
                  <a:lnTo>
                    <a:pt x="107460" y="279875"/>
                  </a:lnTo>
                  <a:lnTo>
                    <a:pt x="108156" y="277818"/>
                  </a:lnTo>
                  <a:lnTo>
                    <a:pt x="108853" y="277566"/>
                  </a:lnTo>
                  <a:lnTo>
                    <a:pt x="109549" y="277566"/>
                  </a:lnTo>
                  <a:lnTo>
                    <a:pt x="110245" y="277822"/>
                  </a:lnTo>
                  <a:lnTo>
                    <a:pt x="110941" y="278079"/>
                  </a:lnTo>
                  <a:lnTo>
                    <a:pt x="111637" y="278079"/>
                  </a:lnTo>
                  <a:lnTo>
                    <a:pt x="112333" y="277231"/>
                  </a:lnTo>
                  <a:lnTo>
                    <a:pt x="113030" y="276384"/>
                  </a:lnTo>
                  <a:lnTo>
                    <a:pt x="113726" y="275355"/>
                  </a:lnTo>
                  <a:lnTo>
                    <a:pt x="114422" y="274326"/>
                  </a:lnTo>
                  <a:lnTo>
                    <a:pt x="115118" y="273298"/>
                  </a:lnTo>
                  <a:lnTo>
                    <a:pt x="115814" y="272269"/>
                  </a:lnTo>
                  <a:lnTo>
                    <a:pt x="116510" y="271241"/>
                  </a:lnTo>
                  <a:lnTo>
                    <a:pt x="117207" y="270771"/>
                  </a:lnTo>
                  <a:lnTo>
                    <a:pt x="117903" y="270302"/>
                  </a:lnTo>
                  <a:lnTo>
                    <a:pt x="118599" y="269833"/>
                  </a:lnTo>
                  <a:lnTo>
                    <a:pt x="119295" y="269652"/>
                  </a:lnTo>
                  <a:lnTo>
                    <a:pt x="119991" y="269182"/>
                  </a:lnTo>
                  <a:lnTo>
                    <a:pt x="120688" y="268397"/>
                  </a:lnTo>
                  <a:lnTo>
                    <a:pt x="121384" y="267672"/>
                  </a:lnTo>
                  <a:lnTo>
                    <a:pt x="122080" y="267203"/>
                  </a:lnTo>
                  <a:lnTo>
                    <a:pt x="122776" y="266734"/>
                  </a:lnTo>
                  <a:lnTo>
                    <a:pt x="123472" y="267127"/>
                  </a:lnTo>
                  <a:lnTo>
                    <a:pt x="124168" y="269003"/>
                  </a:lnTo>
                  <a:lnTo>
                    <a:pt x="124865" y="270878"/>
                  </a:lnTo>
                  <a:lnTo>
                    <a:pt x="125561" y="272754"/>
                  </a:lnTo>
                  <a:lnTo>
                    <a:pt x="126257" y="274629"/>
                  </a:lnTo>
                  <a:lnTo>
                    <a:pt x="126953" y="276504"/>
                  </a:lnTo>
                  <a:lnTo>
                    <a:pt x="127649" y="278808"/>
                  </a:lnTo>
                  <a:lnTo>
                    <a:pt x="128345" y="282715"/>
                  </a:lnTo>
                  <a:lnTo>
                    <a:pt x="129042" y="286622"/>
                  </a:lnTo>
                  <a:lnTo>
                    <a:pt x="129738" y="291894"/>
                  </a:lnTo>
                  <a:lnTo>
                    <a:pt x="130434" y="297592"/>
                  </a:lnTo>
                  <a:lnTo>
                    <a:pt x="131130" y="303034"/>
                  </a:lnTo>
                  <a:lnTo>
                    <a:pt x="131826" y="307857"/>
                  </a:lnTo>
                  <a:lnTo>
                    <a:pt x="132522" y="312680"/>
                  </a:lnTo>
                  <a:lnTo>
                    <a:pt x="133219" y="317502"/>
                  </a:lnTo>
                  <a:lnTo>
                    <a:pt x="133915" y="323544"/>
                  </a:lnTo>
                  <a:lnTo>
                    <a:pt x="134611" y="328682"/>
                  </a:lnTo>
                  <a:lnTo>
                    <a:pt x="135307" y="333821"/>
                  </a:lnTo>
                  <a:lnTo>
                    <a:pt x="136003" y="338960"/>
                  </a:lnTo>
                  <a:lnTo>
                    <a:pt x="136700" y="344098"/>
                  </a:lnTo>
                  <a:lnTo>
                    <a:pt x="137396" y="348489"/>
                  </a:lnTo>
                  <a:lnTo>
                    <a:pt x="138092" y="352537"/>
                  </a:lnTo>
                  <a:lnTo>
                    <a:pt x="138788" y="355318"/>
                  </a:lnTo>
                  <a:lnTo>
                    <a:pt x="139484" y="356648"/>
                  </a:lnTo>
                  <a:lnTo>
                    <a:pt x="140180" y="355269"/>
                  </a:lnTo>
                  <a:lnTo>
                    <a:pt x="140877" y="353961"/>
                  </a:lnTo>
                  <a:lnTo>
                    <a:pt x="141573" y="353365"/>
                  </a:lnTo>
                  <a:lnTo>
                    <a:pt x="142269" y="353365"/>
                  </a:lnTo>
                  <a:lnTo>
                    <a:pt x="142965" y="353365"/>
                  </a:lnTo>
                  <a:lnTo>
                    <a:pt x="143661" y="353621"/>
                  </a:lnTo>
                  <a:lnTo>
                    <a:pt x="144357" y="350478"/>
                  </a:lnTo>
                  <a:lnTo>
                    <a:pt x="145054" y="346103"/>
                  </a:lnTo>
                  <a:lnTo>
                    <a:pt x="145750" y="341471"/>
                  </a:lnTo>
                  <a:lnTo>
                    <a:pt x="146446" y="336839"/>
                  </a:lnTo>
                  <a:lnTo>
                    <a:pt x="147142" y="332208"/>
                  </a:lnTo>
                  <a:lnTo>
                    <a:pt x="147838" y="328119"/>
                  </a:lnTo>
                  <a:lnTo>
                    <a:pt x="148535" y="324031"/>
                  </a:lnTo>
                  <a:lnTo>
                    <a:pt x="149231" y="319837"/>
                  </a:lnTo>
                  <a:lnTo>
                    <a:pt x="149927" y="314900"/>
                  </a:lnTo>
                  <a:lnTo>
                    <a:pt x="150623" y="310611"/>
                  </a:lnTo>
                  <a:lnTo>
                    <a:pt x="151319" y="304625"/>
                  </a:lnTo>
                  <a:lnTo>
                    <a:pt x="152015" y="298374"/>
                  </a:lnTo>
                  <a:lnTo>
                    <a:pt x="152712" y="289948"/>
                  </a:lnTo>
                  <a:lnTo>
                    <a:pt x="153408" y="280844"/>
                  </a:lnTo>
                  <a:lnTo>
                    <a:pt x="154104" y="271026"/>
                  </a:lnTo>
                  <a:lnTo>
                    <a:pt x="154800" y="261855"/>
                  </a:lnTo>
                  <a:lnTo>
                    <a:pt x="155496" y="253361"/>
                  </a:lnTo>
                  <a:lnTo>
                    <a:pt x="156192" y="245182"/>
                  </a:lnTo>
                  <a:lnTo>
                    <a:pt x="156889" y="236649"/>
                  </a:lnTo>
                  <a:lnTo>
                    <a:pt x="157585" y="227135"/>
                  </a:lnTo>
                  <a:lnTo>
                    <a:pt x="158281" y="217621"/>
                  </a:lnTo>
                  <a:lnTo>
                    <a:pt x="158977" y="208106"/>
                  </a:lnTo>
                  <a:lnTo>
                    <a:pt x="159673" y="198592"/>
                  </a:lnTo>
                  <a:lnTo>
                    <a:pt x="160370" y="190401"/>
                  </a:lnTo>
                  <a:lnTo>
                    <a:pt x="161066" y="182279"/>
                  </a:lnTo>
                  <a:lnTo>
                    <a:pt x="161762" y="175831"/>
                  </a:lnTo>
                  <a:lnTo>
                    <a:pt x="162458" y="169458"/>
                  </a:lnTo>
                  <a:lnTo>
                    <a:pt x="163154" y="165456"/>
                  </a:lnTo>
                  <a:lnTo>
                    <a:pt x="163850" y="162430"/>
                  </a:lnTo>
                  <a:lnTo>
                    <a:pt x="164547" y="160555"/>
                  </a:lnTo>
                  <a:lnTo>
                    <a:pt x="165243" y="158936"/>
                  </a:lnTo>
                  <a:lnTo>
                    <a:pt x="165939" y="157316"/>
                  </a:lnTo>
                  <a:lnTo>
                    <a:pt x="166635" y="155696"/>
                  </a:lnTo>
                  <a:lnTo>
                    <a:pt x="167331" y="154690"/>
                  </a:lnTo>
                  <a:lnTo>
                    <a:pt x="168027" y="155475"/>
                  </a:lnTo>
                  <a:lnTo>
                    <a:pt x="168724" y="156261"/>
                  </a:lnTo>
                  <a:lnTo>
                    <a:pt x="169420" y="156986"/>
                  </a:lnTo>
                  <a:lnTo>
                    <a:pt x="170116" y="158014"/>
                  </a:lnTo>
                  <a:lnTo>
                    <a:pt x="170812" y="159336"/>
                  </a:lnTo>
                  <a:lnTo>
                    <a:pt x="171508" y="160614"/>
                  </a:lnTo>
                  <a:lnTo>
                    <a:pt x="172204" y="159297"/>
                  </a:lnTo>
                  <a:lnTo>
                    <a:pt x="172901" y="158274"/>
                  </a:lnTo>
                  <a:lnTo>
                    <a:pt x="173597" y="157250"/>
                  </a:lnTo>
                  <a:lnTo>
                    <a:pt x="174293" y="155150"/>
                  </a:lnTo>
                  <a:lnTo>
                    <a:pt x="174989" y="153820"/>
                  </a:lnTo>
                  <a:lnTo>
                    <a:pt x="175685" y="153999"/>
                  </a:lnTo>
                  <a:lnTo>
                    <a:pt x="176382" y="154467"/>
                  </a:lnTo>
                  <a:lnTo>
                    <a:pt x="177078" y="155247"/>
                  </a:lnTo>
                  <a:lnTo>
                    <a:pt x="177774" y="156884"/>
                  </a:lnTo>
                  <a:lnTo>
                    <a:pt x="178470" y="158054"/>
                  </a:lnTo>
                  <a:lnTo>
                    <a:pt x="179166" y="158719"/>
                  </a:lnTo>
                  <a:lnTo>
                    <a:pt x="179862" y="159871"/>
                  </a:lnTo>
                  <a:lnTo>
                    <a:pt x="180559" y="162004"/>
                  </a:lnTo>
                  <a:lnTo>
                    <a:pt x="181255" y="164137"/>
                  </a:lnTo>
                  <a:lnTo>
                    <a:pt x="181951" y="165609"/>
                  </a:lnTo>
                  <a:lnTo>
                    <a:pt x="182647" y="167742"/>
                  </a:lnTo>
                  <a:lnTo>
                    <a:pt x="183343" y="169875"/>
                  </a:lnTo>
                  <a:lnTo>
                    <a:pt x="184039" y="172009"/>
                  </a:lnTo>
                  <a:lnTo>
                    <a:pt x="184736" y="175570"/>
                  </a:lnTo>
                  <a:lnTo>
                    <a:pt x="185432" y="179075"/>
                  </a:lnTo>
                  <a:lnTo>
                    <a:pt x="186128" y="181590"/>
                  </a:lnTo>
                  <a:lnTo>
                    <a:pt x="186824" y="183728"/>
                  </a:lnTo>
                  <a:lnTo>
                    <a:pt x="187520" y="184296"/>
                  </a:lnTo>
                  <a:lnTo>
                    <a:pt x="188217" y="185021"/>
                  </a:lnTo>
                  <a:lnTo>
                    <a:pt x="188913" y="186294"/>
                  </a:lnTo>
                  <a:lnTo>
                    <a:pt x="189609" y="189284"/>
                  </a:lnTo>
                  <a:lnTo>
                    <a:pt x="190305" y="191627"/>
                  </a:lnTo>
                  <a:lnTo>
                    <a:pt x="191001" y="193294"/>
                  </a:lnTo>
                  <a:lnTo>
                    <a:pt x="191697" y="194960"/>
                  </a:lnTo>
                  <a:lnTo>
                    <a:pt x="192394" y="198095"/>
                  </a:lnTo>
                  <a:lnTo>
                    <a:pt x="193090" y="202808"/>
                  </a:lnTo>
                  <a:lnTo>
                    <a:pt x="193786" y="206945"/>
                  </a:lnTo>
                  <a:lnTo>
                    <a:pt x="194482" y="211081"/>
                  </a:lnTo>
                  <a:lnTo>
                    <a:pt x="195178" y="215217"/>
                  </a:lnTo>
                  <a:lnTo>
                    <a:pt x="195874" y="218684"/>
                  </a:lnTo>
                  <a:lnTo>
                    <a:pt x="196571" y="221960"/>
                  </a:lnTo>
                  <a:lnTo>
                    <a:pt x="197267" y="224886"/>
                  </a:lnTo>
                  <a:lnTo>
                    <a:pt x="197963" y="230234"/>
                  </a:lnTo>
                  <a:lnTo>
                    <a:pt x="198659" y="234694"/>
                  </a:lnTo>
                  <a:lnTo>
                    <a:pt x="199355" y="238749"/>
                  </a:lnTo>
                  <a:lnTo>
                    <a:pt x="200051" y="241350"/>
                  </a:lnTo>
                  <a:lnTo>
                    <a:pt x="200748" y="243694"/>
                  </a:lnTo>
                  <a:lnTo>
                    <a:pt x="201444" y="246039"/>
                  </a:lnTo>
                  <a:lnTo>
                    <a:pt x="202140" y="248384"/>
                  </a:lnTo>
                  <a:lnTo>
                    <a:pt x="202836" y="250176"/>
                  </a:lnTo>
                  <a:lnTo>
                    <a:pt x="203532" y="250176"/>
                  </a:lnTo>
                  <a:lnTo>
                    <a:pt x="204229" y="250176"/>
                  </a:lnTo>
                  <a:lnTo>
                    <a:pt x="204925" y="249920"/>
                  </a:lnTo>
                  <a:lnTo>
                    <a:pt x="205621" y="249360"/>
                  </a:lnTo>
                  <a:lnTo>
                    <a:pt x="206317" y="248509"/>
                  </a:lnTo>
                  <a:lnTo>
                    <a:pt x="207013" y="247700"/>
                  </a:lnTo>
                  <a:lnTo>
                    <a:pt x="207709" y="249485"/>
                  </a:lnTo>
                  <a:lnTo>
                    <a:pt x="208406" y="250978"/>
                  </a:lnTo>
                  <a:lnTo>
                    <a:pt x="209102" y="252470"/>
                  </a:lnTo>
                  <a:lnTo>
                    <a:pt x="209798" y="254858"/>
                  </a:lnTo>
                  <a:lnTo>
                    <a:pt x="210494" y="257926"/>
                  </a:lnTo>
                  <a:lnTo>
                    <a:pt x="211190" y="260379"/>
                  </a:lnTo>
                  <a:lnTo>
                    <a:pt x="211886" y="262256"/>
                  </a:lnTo>
                  <a:lnTo>
                    <a:pt x="212583" y="263565"/>
                  </a:lnTo>
                  <a:lnTo>
                    <a:pt x="213279" y="264016"/>
                  </a:lnTo>
                  <a:lnTo>
                    <a:pt x="213975" y="263485"/>
                  </a:lnTo>
                  <a:lnTo>
                    <a:pt x="214671" y="262820"/>
                  </a:lnTo>
                  <a:lnTo>
                    <a:pt x="215367" y="262974"/>
                  </a:lnTo>
                  <a:lnTo>
                    <a:pt x="216064" y="263128"/>
                  </a:lnTo>
                  <a:lnTo>
                    <a:pt x="216760" y="263282"/>
                  </a:lnTo>
                  <a:lnTo>
                    <a:pt x="217456" y="264097"/>
                  </a:lnTo>
                  <a:lnTo>
                    <a:pt x="218152" y="264035"/>
                  </a:lnTo>
                  <a:lnTo>
                    <a:pt x="218848" y="260622"/>
                  </a:lnTo>
                  <a:lnTo>
                    <a:pt x="219544" y="257257"/>
                  </a:lnTo>
                  <a:lnTo>
                    <a:pt x="220241" y="252752"/>
                  </a:lnTo>
                  <a:lnTo>
                    <a:pt x="220937" y="249044"/>
                  </a:lnTo>
                  <a:lnTo>
                    <a:pt x="221633" y="245679"/>
                  </a:lnTo>
                  <a:lnTo>
                    <a:pt x="222329" y="244388"/>
                  </a:lnTo>
                  <a:lnTo>
                    <a:pt x="223025" y="244629"/>
                  </a:lnTo>
                  <a:lnTo>
                    <a:pt x="223721" y="246888"/>
                  </a:lnTo>
                  <a:lnTo>
                    <a:pt x="224418" y="248942"/>
                  </a:lnTo>
                  <a:lnTo>
                    <a:pt x="225114" y="248469"/>
                  </a:lnTo>
                  <a:lnTo>
                    <a:pt x="225810" y="247996"/>
                  </a:lnTo>
                  <a:lnTo>
                    <a:pt x="226506" y="247522"/>
                  </a:lnTo>
                  <a:lnTo>
                    <a:pt x="227202" y="247050"/>
                  </a:lnTo>
                  <a:lnTo>
                    <a:pt x="227899" y="245147"/>
                  </a:lnTo>
                  <a:lnTo>
                    <a:pt x="228595" y="242801"/>
                  </a:lnTo>
                  <a:lnTo>
                    <a:pt x="229291" y="243990"/>
                  </a:lnTo>
                  <a:lnTo>
                    <a:pt x="229987" y="245173"/>
                  </a:lnTo>
                  <a:lnTo>
                    <a:pt x="230683" y="246357"/>
                  </a:lnTo>
                  <a:lnTo>
                    <a:pt x="231379" y="246887"/>
                  </a:lnTo>
                  <a:lnTo>
                    <a:pt x="232076" y="247358"/>
                  </a:lnTo>
                  <a:lnTo>
                    <a:pt x="232772" y="246505"/>
                  </a:lnTo>
                  <a:lnTo>
                    <a:pt x="233468" y="243152"/>
                  </a:lnTo>
                  <a:lnTo>
                    <a:pt x="234164" y="238318"/>
                  </a:lnTo>
                  <a:lnTo>
                    <a:pt x="234860" y="234697"/>
                  </a:lnTo>
                  <a:lnTo>
                    <a:pt x="235556" y="234154"/>
                  </a:lnTo>
                  <a:lnTo>
                    <a:pt x="236253" y="233610"/>
                  </a:lnTo>
                  <a:lnTo>
                    <a:pt x="236949" y="232885"/>
                  </a:lnTo>
                  <a:lnTo>
                    <a:pt x="237645" y="232160"/>
                  </a:lnTo>
                  <a:lnTo>
                    <a:pt x="238341" y="231691"/>
                  </a:lnTo>
                  <a:lnTo>
                    <a:pt x="239037" y="231221"/>
                  </a:lnTo>
                  <a:lnTo>
                    <a:pt x="239733" y="230752"/>
                  </a:lnTo>
                  <a:lnTo>
                    <a:pt x="240430" y="230283"/>
                  </a:lnTo>
                  <a:lnTo>
                    <a:pt x="241126" y="229814"/>
                  </a:lnTo>
                  <a:lnTo>
                    <a:pt x="241822" y="229344"/>
                  </a:lnTo>
                  <a:lnTo>
                    <a:pt x="242518" y="229057"/>
                  </a:lnTo>
                  <a:lnTo>
                    <a:pt x="243214" y="228769"/>
                  </a:lnTo>
                  <a:lnTo>
                    <a:pt x="243911" y="228769"/>
                  </a:lnTo>
                  <a:lnTo>
                    <a:pt x="244607" y="228768"/>
                  </a:lnTo>
                  <a:lnTo>
                    <a:pt x="245303" y="228769"/>
                  </a:lnTo>
                  <a:lnTo>
                    <a:pt x="245999" y="228769"/>
                  </a:lnTo>
                  <a:lnTo>
                    <a:pt x="246695" y="229025"/>
                  </a:lnTo>
                  <a:lnTo>
                    <a:pt x="247391" y="229281"/>
                  </a:lnTo>
                  <a:lnTo>
                    <a:pt x="248088" y="229536"/>
                  </a:lnTo>
                  <a:lnTo>
                    <a:pt x="248784" y="229793"/>
                  </a:lnTo>
                  <a:lnTo>
                    <a:pt x="249480" y="231499"/>
                  </a:lnTo>
                  <a:lnTo>
                    <a:pt x="250176" y="233843"/>
                  </a:lnTo>
                  <a:lnTo>
                    <a:pt x="250872" y="236492"/>
                  </a:lnTo>
                  <a:lnTo>
                    <a:pt x="251568" y="239140"/>
                  </a:lnTo>
                  <a:lnTo>
                    <a:pt x="252265" y="241789"/>
                  </a:lnTo>
                  <a:lnTo>
                    <a:pt x="252961" y="244133"/>
                  </a:lnTo>
                  <a:lnTo>
                    <a:pt x="253657" y="246694"/>
                  </a:lnTo>
                  <a:lnTo>
                    <a:pt x="254353" y="252350"/>
                  </a:lnTo>
                  <a:lnTo>
                    <a:pt x="255049" y="257958"/>
                  </a:lnTo>
                  <a:lnTo>
                    <a:pt x="255746" y="263278"/>
                  </a:lnTo>
                  <a:lnTo>
                    <a:pt x="256442" y="268598"/>
                  </a:lnTo>
                  <a:lnTo>
                    <a:pt x="257138" y="273737"/>
                  </a:lnTo>
                  <a:lnTo>
                    <a:pt x="257834" y="278875"/>
                  </a:lnTo>
                  <a:lnTo>
                    <a:pt x="258530" y="284318"/>
                  </a:lnTo>
                  <a:lnTo>
                    <a:pt x="259226" y="289760"/>
                  </a:lnTo>
                  <a:lnTo>
                    <a:pt x="259923" y="295536"/>
                  </a:lnTo>
                  <a:lnTo>
                    <a:pt x="260619" y="302837"/>
                  </a:lnTo>
                  <a:lnTo>
                    <a:pt x="261315" y="309822"/>
                  </a:lnTo>
                  <a:lnTo>
                    <a:pt x="262011" y="316807"/>
                  </a:lnTo>
                  <a:lnTo>
                    <a:pt x="262707" y="323792"/>
                  </a:lnTo>
                  <a:lnTo>
                    <a:pt x="263403" y="330777"/>
                  </a:lnTo>
                  <a:lnTo>
                    <a:pt x="264100" y="337609"/>
                  </a:lnTo>
                  <a:lnTo>
                    <a:pt x="264796" y="341482"/>
                  </a:lnTo>
                  <a:lnTo>
                    <a:pt x="265492" y="345361"/>
                  </a:lnTo>
                  <a:lnTo>
                    <a:pt x="266188" y="349239"/>
                  </a:lnTo>
                  <a:lnTo>
                    <a:pt x="266884" y="353118"/>
                  </a:lnTo>
                  <a:lnTo>
                    <a:pt x="267580" y="357178"/>
                  </a:lnTo>
                  <a:lnTo>
                    <a:pt x="268277" y="361238"/>
                  </a:lnTo>
                  <a:lnTo>
                    <a:pt x="268973" y="365298"/>
                  </a:lnTo>
                  <a:lnTo>
                    <a:pt x="269669" y="369357"/>
                  </a:lnTo>
                  <a:lnTo>
                    <a:pt x="270365" y="371633"/>
                  </a:lnTo>
                  <a:lnTo>
                    <a:pt x="271061" y="371136"/>
                  </a:lnTo>
                  <a:lnTo>
                    <a:pt x="271758" y="370639"/>
                  </a:lnTo>
                  <a:lnTo>
                    <a:pt x="272454" y="370323"/>
                  </a:lnTo>
                  <a:lnTo>
                    <a:pt x="273150" y="370007"/>
                  </a:lnTo>
                  <a:lnTo>
                    <a:pt x="273846" y="369691"/>
                  </a:lnTo>
                  <a:lnTo>
                    <a:pt x="274542" y="369376"/>
                  </a:lnTo>
                  <a:lnTo>
                    <a:pt x="275238" y="369060"/>
                  </a:lnTo>
                  <a:lnTo>
                    <a:pt x="275935" y="368744"/>
                  </a:lnTo>
                  <a:lnTo>
                    <a:pt x="276631" y="368428"/>
                  </a:lnTo>
                  <a:lnTo>
                    <a:pt x="277327" y="368112"/>
                  </a:lnTo>
                  <a:lnTo>
                    <a:pt x="278023" y="367615"/>
                  </a:lnTo>
                  <a:lnTo>
                    <a:pt x="278719" y="367117"/>
                  </a:lnTo>
                  <a:lnTo>
                    <a:pt x="279415" y="366332"/>
                  </a:lnTo>
                  <a:lnTo>
                    <a:pt x="280112" y="365547"/>
                  </a:lnTo>
                  <a:lnTo>
                    <a:pt x="280808" y="364762"/>
                  </a:lnTo>
                  <a:lnTo>
                    <a:pt x="281504" y="363977"/>
                  </a:lnTo>
                  <a:lnTo>
                    <a:pt x="282200" y="362936"/>
                  </a:lnTo>
                  <a:lnTo>
                    <a:pt x="282896" y="361895"/>
                  </a:lnTo>
                  <a:lnTo>
                    <a:pt x="283593" y="360854"/>
                  </a:lnTo>
                  <a:lnTo>
                    <a:pt x="284289" y="359813"/>
                  </a:lnTo>
                  <a:lnTo>
                    <a:pt x="284985" y="358772"/>
                  </a:lnTo>
                  <a:lnTo>
                    <a:pt x="285681" y="357731"/>
                  </a:lnTo>
                  <a:lnTo>
                    <a:pt x="286377" y="356386"/>
                  </a:lnTo>
                  <a:lnTo>
                    <a:pt x="287073" y="355042"/>
                  </a:lnTo>
                  <a:lnTo>
                    <a:pt x="287770" y="353697"/>
                  </a:lnTo>
                  <a:lnTo>
                    <a:pt x="288466" y="352656"/>
                  </a:lnTo>
                  <a:lnTo>
                    <a:pt x="289162" y="351615"/>
                  </a:lnTo>
                  <a:lnTo>
                    <a:pt x="289858" y="350830"/>
                  </a:lnTo>
                  <a:lnTo>
                    <a:pt x="290554" y="350045"/>
                  </a:lnTo>
                  <a:lnTo>
                    <a:pt x="291250" y="349547"/>
                  </a:lnTo>
                  <a:lnTo>
                    <a:pt x="291947" y="349049"/>
                  </a:lnTo>
                  <a:lnTo>
                    <a:pt x="292643" y="348734"/>
                  </a:lnTo>
                  <a:lnTo>
                    <a:pt x="293339" y="348418"/>
                  </a:lnTo>
                  <a:lnTo>
                    <a:pt x="294035" y="348102"/>
                  </a:lnTo>
                  <a:lnTo>
                    <a:pt x="294731" y="347786"/>
                  </a:lnTo>
                  <a:lnTo>
                    <a:pt x="295428" y="347470"/>
                  </a:lnTo>
                  <a:lnTo>
                    <a:pt x="296124" y="347154"/>
                  </a:lnTo>
                  <a:lnTo>
                    <a:pt x="296820" y="347154"/>
                  </a:lnTo>
                  <a:lnTo>
                    <a:pt x="297516" y="347154"/>
                  </a:lnTo>
                  <a:lnTo>
                    <a:pt x="298212" y="347154"/>
                  </a:lnTo>
                  <a:lnTo>
                    <a:pt x="298908" y="347154"/>
                  </a:lnTo>
                  <a:lnTo>
                    <a:pt x="299605" y="347154"/>
                  </a:lnTo>
                  <a:lnTo>
                    <a:pt x="300301" y="347154"/>
                  </a:lnTo>
                  <a:lnTo>
                    <a:pt x="300997" y="347154"/>
                  </a:lnTo>
                  <a:lnTo>
                    <a:pt x="301693" y="347154"/>
                  </a:lnTo>
                  <a:lnTo>
                    <a:pt x="302389" y="347154"/>
                  </a:lnTo>
                  <a:lnTo>
                    <a:pt x="303085" y="347154"/>
                  </a:lnTo>
                  <a:lnTo>
                    <a:pt x="303782" y="347154"/>
                  </a:lnTo>
                  <a:lnTo>
                    <a:pt x="304478" y="347154"/>
                  </a:lnTo>
                  <a:lnTo>
                    <a:pt x="305174" y="347154"/>
                  </a:lnTo>
                  <a:lnTo>
                    <a:pt x="305870" y="347154"/>
                  </a:lnTo>
                  <a:lnTo>
                    <a:pt x="306566" y="347154"/>
                  </a:lnTo>
                  <a:lnTo>
                    <a:pt x="307262" y="347154"/>
                  </a:lnTo>
                  <a:lnTo>
                    <a:pt x="307959" y="347154"/>
                  </a:lnTo>
                  <a:lnTo>
                    <a:pt x="308655" y="347154"/>
                  </a:lnTo>
                  <a:lnTo>
                    <a:pt x="309351" y="347154"/>
                  </a:lnTo>
                  <a:lnTo>
                    <a:pt x="310047" y="347154"/>
                  </a:lnTo>
                  <a:lnTo>
                    <a:pt x="310743" y="347154"/>
                  </a:lnTo>
                  <a:lnTo>
                    <a:pt x="311440" y="347154"/>
                  </a:lnTo>
                  <a:lnTo>
                    <a:pt x="312136" y="347154"/>
                  </a:lnTo>
                  <a:lnTo>
                    <a:pt x="312832" y="347154"/>
                  </a:lnTo>
                  <a:lnTo>
                    <a:pt x="313528" y="347154"/>
                  </a:lnTo>
                  <a:lnTo>
                    <a:pt x="314224" y="347154"/>
                  </a:lnTo>
                  <a:lnTo>
                    <a:pt x="314920" y="347154"/>
                  </a:lnTo>
                  <a:lnTo>
                    <a:pt x="315617" y="347154"/>
                  </a:lnTo>
                  <a:lnTo>
                    <a:pt x="316313" y="347154"/>
                  </a:lnTo>
                  <a:lnTo>
                    <a:pt x="317009" y="347470"/>
                  </a:lnTo>
                  <a:lnTo>
                    <a:pt x="317705" y="347967"/>
                  </a:lnTo>
                  <a:lnTo>
                    <a:pt x="318401" y="348465"/>
                  </a:lnTo>
                  <a:lnTo>
                    <a:pt x="319097" y="348962"/>
                  </a:lnTo>
                  <a:lnTo>
                    <a:pt x="319794" y="349459"/>
                  </a:lnTo>
                  <a:lnTo>
                    <a:pt x="320490" y="349956"/>
                  </a:lnTo>
                  <a:lnTo>
                    <a:pt x="321186" y="350454"/>
                  </a:lnTo>
                  <a:lnTo>
                    <a:pt x="321882" y="350951"/>
                  </a:lnTo>
                  <a:lnTo>
                    <a:pt x="322578" y="351736"/>
                  </a:lnTo>
                  <a:lnTo>
                    <a:pt x="323275" y="352777"/>
                  </a:lnTo>
                  <a:lnTo>
                    <a:pt x="323971" y="353818"/>
                  </a:lnTo>
                  <a:lnTo>
                    <a:pt x="324667" y="354859"/>
                  </a:lnTo>
                  <a:lnTo>
                    <a:pt x="325363" y="356204"/>
                  </a:lnTo>
                  <a:lnTo>
                    <a:pt x="326059" y="357548"/>
                  </a:lnTo>
                  <a:lnTo>
                    <a:pt x="326755" y="358893"/>
                  </a:lnTo>
                  <a:lnTo>
                    <a:pt x="327452" y="359934"/>
                  </a:lnTo>
                  <a:lnTo>
                    <a:pt x="328148" y="360719"/>
                  </a:lnTo>
                  <a:lnTo>
                    <a:pt x="328844" y="361760"/>
                  </a:lnTo>
                  <a:lnTo>
                    <a:pt x="329540" y="362801"/>
                  </a:lnTo>
                  <a:lnTo>
                    <a:pt x="330236" y="363842"/>
                  </a:lnTo>
                  <a:lnTo>
                    <a:pt x="330932" y="364883"/>
                  </a:lnTo>
                  <a:lnTo>
                    <a:pt x="331629" y="365924"/>
                  </a:lnTo>
                  <a:lnTo>
                    <a:pt x="332325" y="367269"/>
                  </a:lnTo>
                  <a:lnTo>
                    <a:pt x="333021" y="368310"/>
                  </a:lnTo>
                  <a:lnTo>
                    <a:pt x="333717" y="369095"/>
                  </a:lnTo>
                  <a:lnTo>
                    <a:pt x="334413" y="369880"/>
                  </a:lnTo>
                  <a:lnTo>
                    <a:pt x="335109" y="370665"/>
                  </a:lnTo>
                  <a:lnTo>
                    <a:pt x="335806" y="371163"/>
                  </a:lnTo>
                  <a:lnTo>
                    <a:pt x="336502" y="371660"/>
                  </a:lnTo>
                  <a:lnTo>
                    <a:pt x="337198" y="372158"/>
                  </a:lnTo>
                  <a:lnTo>
                    <a:pt x="337894" y="372655"/>
                  </a:lnTo>
                  <a:lnTo>
                    <a:pt x="338590" y="373152"/>
                  </a:lnTo>
                  <a:lnTo>
                    <a:pt x="339287" y="373468"/>
                  </a:lnTo>
                  <a:lnTo>
                    <a:pt x="339983" y="373784"/>
                  </a:lnTo>
                  <a:lnTo>
                    <a:pt x="340679" y="374100"/>
                  </a:lnTo>
                  <a:lnTo>
                    <a:pt x="341375" y="374416"/>
                  </a:lnTo>
                  <a:lnTo>
                    <a:pt x="342071" y="374913"/>
                  </a:lnTo>
                  <a:lnTo>
                    <a:pt x="342767" y="375411"/>
                  </a:lnTo>
                  <a:lnTo>
                    <a:pt x="343464" y="375908"/>
                  </a:lnTo>
                  <a:lnTo>
                    <a:pt x="344160" y="376405"/>
                  </a:lnTo>
                  <a:lnTo>
                    <a:pt x="344856" y="377190"/>
                  </a:lnTo>
                  <a:lnTo>
                    <a:pt x="345552" y="378231"/>
                  </a:lnTo>
                  <a:lnTo>
                    <a:pt x="346248" y="378651"/>
                  </a:lnTo>
                  <a:lnTo>
                    <a:pt x="346944" y="377348"/>
                  </a:lnTo>
                  <a:lnTo>
                    <a:pt x="347641" y="376044"/>
                  </a:lnTo>
                  <a:lnTo>
                    <a:pt x="348337" y="373489"/>
                  </a:lnTo>
                  <a:lnTo>
                    <a:pt x="349033" y="370155"/>
                  </a:lnTo>
                  <a:lnTo>
                    <a:pt x="349729" y="367416"/>
                  </a:lnTo>
                  <a:lnTo>
                    <a:pt x="350425" y="365133"/>
                  </a:lnTo>
                  <a:lnTo>
                    <a:pt x="351122" y="362850"/>
                  </a:lnTo>
                  <a:lnTo>
                    <a:pt x="351818" y="361182"/>
                  </a:lnTo>
                  <a:lnTo>
                    <a:pt x="352514" y="358583"/>
                  </a:lnTo>
                  <a:lnTo>
                    <a:pt x="353210" y="355802"/>
                  </a:lnTo>
                  <a:lnTo>
                    <a:pt x="353906" y="353022"/>
                  </a:lnTo>
                  <a:lnTo>
                    <a:pt x="354602" y="350241"/>
                  </a:lnTo>
                  <a:lnTo>
                    <a:pt x="355299" y="347461"/>
                  </a:lnTo>
                  <a:lnTo>
                    <a:pt x="355995" y="344680"/>
                  </a:lnTo>
                  <a:lnTo>
                    <a:pt x="356691" y="342383"/>
                  </a:lnTo>
                  <a:lnTo>
                    <a:pt x="357387" y="342249"/>
                  </a:lnTo>
                  <a:lnTo>
                    <a:pt x="358083" y="341827"/>
                  </a:lnTo>
                  <a:lnTo>
                    <a:pt x="358779" y="342512"/>
                  </a:lnTo>
                  <a:lnTo>
                    <a:pt x="359476" y="344179"/>
                  </a:lnTo>
                  <a:lnTo>
                    <a:pt x="360172" y="345846"/>
                  </a:lnTo>
                  <a:lnTo>
                    <a:pt x="360868" y="346594"/>
                  </a:lnTo>
                  <a:lnTo>
                    <a:pt x="361564" y="347342"/>
                  </a:lnTo>
                  <a:lnTo>
                    <a:pt x="362260" y="347634"/>
                  </a:lnTo>
                  <a:lnTo>
                    <a:pt x="362956" y="348231"/>
                  </a:lnTo>
                  <a:lnTo>
                    <a:pt x="363653" y="348790"/>
                  </a:lnTo>
                  <a:lnTo>
                    <a:pt x="364349" y="349094"/>
                  </a:lnTo>
                  <a:lnTo>
                    <a:pt x="365045" y="349689"/>
                  </a:lnTo>
                  <a:lnTo>
                    <a:pt x="365741" y="350286"/>
                  </a:lnTo>
                  <a:lnTo>
                    <a:pt x="366437" y="350286"/>
                  </a:lnTo>
                  <a:lnTo>
                    <a:pt x="367134" y="350589"/>
                  </a:lnTo>
                  <a:lnTo>
                    <a:pt x="367830" y="350881"/>
                  </a:lnTo>
                  <a:lnTo>
                    <a:pt x="368526" y="351933"/>
                  </a:lnTo>
                  <a:lnTo>
                    <a:pt x="369222" y="353241"/>
                  </a:lnTo>
                  <a:lnTo>
                    <a:pt x="369918" y="354549"/>
                  </a:lnTo>
                  <a:lnTo>
                    <a:pt x="370614" y="355856"/>
                  </a:lnTo>
                  <a:lnTo>
                    <a:pt x="371311" y="357452"/>
                  </a:lnTo>
                  <a:lnTo>
                    <a:pt x="372007" y="359662"/>
                  </a:lnTo>
                  <a:lnTo>
                    <a:pt x="372703" y="361873"/>
                  </a:lnTo>
                  <a:lnTo>
                    <a:pt x="373399" y="364084"/>
                  </a:lnTo>
                  <a:lnTo>
                    <a:pt x="374095" y="366294"/>
                  </a:lnTo>
                  <a:lnTo>
                    <a:pt x="374791" y="368686"/>
                  </a:lnTo>
                  <a:lnTo>
                    <a:pt x="375488" y="371078"/>
                  </a:lnTo>
                  <a:lnTo>
                    <a:pt x="376184" y="373470"/>
                  </a:lnTo>
                  <a:lnTo>
                    <a:pt x="376880" y="375862"/>
                  </a:lnTo>
                  <a:lnTo>
                    <a:pt x="377576" y="377458"/>
                  </a:lnTo>
                  <a:lnTo>
                    <a:pt x="378272" y="378597"/>
                  </a:lnTo>
                  <a:lnTo>
                    <a:pt x="378969" y="379444"/>
                  </a:lnTo>
                  <a:lnTo>
                    <a:pt x="379665" y="380292"/>
                  </a:lnTo>
                  <a:lnTo>
                    <a:pt x="380361" y="380548"/>
                  </a:lnTo>
                  <a:lnTo>
                    <a:pt x="381057" y="380292"/>
                  </a:lnTo>
                  <a:lnTo>
                    <a:pt x="381753" y="380657"/>
                  </a:lnTo>
                  <a:lnTo>
                    <a:pt x="382449" y="382276"/>
                  </a:lnTo>
                  <a:lnTo>
                    <a:pt x="383146" y="383896"/>
                  </a:lnTo>
                  <a:lnTo>
                    <a:pt x="383842" y="386450"/>
                  </a:lnTo>
                  <a:lnTo>
                    <a:pt x="384538" y="389785"/>
                  </a:lnTo>
                  <a:lnTo>
                    <a:pt x="385234" y="392524"/>
                  </a:lnTo>
                  <a:lnTo>
                    <a:pt x="385930" y="395123"/>
                  </a:lnTo>
                  <a:lnTo>
                    <a:pt x="386626" y="397722"/>
                  </a:lnTo>
                  <a:lnTo>
                    <a:pt x="387323" y="399706"/>
                  </a:lnTo>
                  <a:lnTo>
                    <a:pt x="388019" y="402305"/>
                  </a:lnTo>
                  <a:lnTo>
                    <a:pt x="388715" y="405373"/>
                  </a:lnTo>
                  <a:lnTo>
                    <a:pt x="389411" y="408441"/>
                  </a:lnTo>
                  <a:lnTo>
                    <a:pt x="390107" y="411765"/>
                  </a:lnTo>
                  <a:lnTo>
                    <a:pt x="390804" y="415089"/>
                  </a:lnTo>
                  <a:lnTo>
                    <a:pt x="391500" y="418717"/>
                  </a:lnTo>
                  <a:lnTo>
                    <a:pt x="392196" y="421862"/>
                  </a:lnTo>
                  <a:lnTo>
                    <a:pt x="392892" y="423135"/>
                  </a:lnTo>
                  <a:lnTo>
                    <a:pt x="393588" y="424865"/>
                  </a:lnTo>
                  <a:lnTo>
                    <a:pt x="394284" y="425231"/>
                  </a:lnTo>
                  <a:lnTo>
                    <a:pt x="394981" y="425231"/>
                  </a:lnTo>
                  <a:lnTo>
                    <a:pt x="395677" y="425231"/>
                  </a:lnTo>
                  <a:lnTo>
                    <a:pt x="396373" y="425847"/>
                  </a:lnTo>
                  <a:lnTo>
                    <a:pt x="397069" y="426462"/>
                  </a:lnTo>
                  <a:lnTo>
                    <a:pt x="397765" y="427533"/>
                  </a:lnTo>
                  <a:lnTo>
                    <a:pt x="398461" y="428603"/>
                  </a:lnTo>
                  <a:lnTo>
                    <a:pt x="399158" y="429352"/>
                  </a:lnTo>
                  <a:lnTo>
                    <a:pt x="399854" y="430100"/>
                  </a:lnTo>
                  <a:lnTo>
                    <a:pt x="400550" y="431171"/>
                  </a:lnTo>
                  <a:lnTo>
                    <a:pt x="401246" y="432817"/>
                  </a:lnTo>
                  <a:lnTo>
                    <a:pt x="401942" y="435629"/>
                  </a:lnTo>
                  <a:lnTo>
                    <a:pt x="402638" y="435901"/>
                  </a:lnTo>
                  <a:lnTo>
                    <a:pt x="403335" y="435204"/>
                  </a:lnTo>
                  <a:lnTo>
                    <a:pt x="404031" y="431538"/>
                  </a:lnTo>
                  <a:lnTo>
                    <a:pt x="404727" y="428354"/>
                  </a:lnTo>
                  <a:lnTo>
                    <a:pt x="405423" y="424593"/>
                  </a:lnTo>
                  <a:lnTo>
                    <a:pt x="406119" y="420832"/>
                  </a:lnTo>
                  <a:lnTo>
                    <a:pt x="406816" y="417647"/>
                  </a:lnTo>
                  <a:lnTo>
                    <a:pt x="407512" y="413848"/>
                  </a:lnTo>
                  <a:lnTo>
                    <a:pt x="408208" y="410048"/>
                  </a:lnTo>
                  <a:lnTo>
                    <a:pt x="408904" y="406249"/>
                  </a:lnTo>
                  <a:lnTo>
                    <a:pt x="409600" y="402449"/>
                  </a:lnTo>
                  <a:lnTo>
                    <a:pt x="410296" y="399607"/>
                  </a:lnTo>
                  <a:lnTo>
                    <a:pt x="410993" y="394016"/>
                  </a:lnTo>
                  <a:lnTo>
                    <a:pt x="411689" y="388993"/>
                  </a:lnTo>
                  <a:lnTo>
                    <a:pt x="412385" y="382825"/>
                  </a:lnTo>
                  <a:lnTo>
                    <a:pt x="413081" y="378970"/>
                  </a:lnTo>
                  <a:lnTo>
                    <a:pt x="413777" y="375665"/>
                  </a:lnTo>
                  <a:lnTo>
                    <a:pt x="414473" y="374575"/>
                  </a:lnTo>
                  <a:lnTo>
                    <a:pt x="415170" y="373594"/>
                  </a:lnTo>
                  <a:lnTo>
                    <a:pt x="415866" y="372916"/>
                  </a:lnTo>
                  <a:lnTo>
                    <a:pt x="416562" y="370558"/>
                  </a:lnTo>
                  <a:lnTo>
                    <a:pt x="417258" y="367490"/>
                  </a:lnTo>
                  <a:lnTo>
                    <a:pt x="417954" y="364891"/>
                  </a:lnTo>
                  <a:lnTo>
                    <a:pt x="418651" y="362292"/>
                  </a:lnTo>
                  <a:lnTo>
                    <a:pt x="419347" y="360624"/>
                  </a:lnTo>
                  <a:lnTo>
                    <a:pt x="420043" y="358956"/>
                  </a:lnTo>
                  <a:lnTo>
                    <a:pt x="420739" y="356700"/>
                  </a:lnTo>
                  <a:lnTo>
                    <a:pt x="421435" y="355677"/>
                  </a:lnTo>
                  <a:lnTo>
                    <a:pt x="422131" y="354360"/>
                  </a:lnTo>
                  <a:lnTo>
                    <a:pt x="422828" y="353044"/>
                  </a:lnTo>
                  <a:lnTo>
                    <a:pt x="423524" y="351729"/>
                  </a:lnTo>
                  <a:lnTo>
                    <a:pt x="424220" y="349944"/>
                  </a:lnTo>
                  <a:lnTo>
                    <a:pt x="424916" y="348158"/>
                  </a:lnTo>
                  <a:lnTo>
                    <a:pt x="425612" y="346117"/>
                  </a:lnTo>
                  <a:lnTo>
                    <a:pt x="426308" y="344076"/>
                  </a:lnTo>
                  <a:lnTo>
                    <a:pt x="427005" y="343950"/>
                  </a:lnTo>
                  <a:lnTo>
                    <a:pt x="427701" y="343646"/>
                  </a:lnTo>
                  <a:lnTo>
                    <a:pt x="428397" y="343354"/>
                  </a:lnTo>
                  <a:lnTo>
                    <a:pt x="429093" y="342606"/>
                  </a:lnTo>
                  <a:lnTo>
                    <a:pt x="429789" y="341298"/>
                  </a:lnTo>
                  <a:lnTo>
                    <a:pt x="430485" y="339631"/>
                  </a:lnTo>
                  <a:lnTo>
                    <a:pt x="431182" y="337965"/>
                  </a:lnTo>
                  <a:lnTo>
                    <a:pt x="431878" y="336298"/>
                  </a:lnTo>
                  <a:lnTo>
                    <a:pt x="432574" y="334375"/>
                  </a:lnTo>
                  <a:lnTo>
                    <a:pt x="433270" y="332452"/>
                  </a:lnTo>
                  <a:lnTo>
                    <a:pt x="433966" y="330529"/>
                  </a:lnTo>
                  <a:lnTo>
                    <a:pt x="434663" y="329222"/>
                  </a:lnTo>
                  <a:lnTo>
                    <a:pt x="435359" y="327914"/>
                  </a:lnTo>
                  <a:lnTo>
                    <a:pt x="436055" y="325992"/>
                  </a:lnTo>
                  <a:lnTo>
                    <a:pt x="436751" y="323749"/>
                  </a:lnTo>
                  <a:lnTo>
                    <a:pt x="437447" y="320937"/>
                  </a:lnTo>
                  <a:lnTo>
                    <a:pt x="438143" y="320665"/>
                  </a:lnTo>
                  <a:lnTo>
                    <a:pt x="438840" y="320767"/>
                  </a:lnTo>
                  <a:lnTo>
                    <a:pt x="439536" y="323684"/>
                  </a:lnTo>
                  <a:lnTo>
                    <a:pt x="440232" y="326121"/>
                  </a:lnTo>
                  <a:lnTo>
                    <a:pt x="440928" y="328830"/>
                  </a:lnTo>
                  <a:lnTo>
                    <a:pt x="441624" y="331539"/>
                  </a:lnTo>
                  <a:lnTo>
                    <a:pt x="442320" y="333672"/>
                  </a:lnTo>
                  <a:lnTo>
                    <a:pt x="443017" y="335805"/>
                  </a:lnTo>
                  <a:lnTo>
                    <a:pt x="443713" y="337937"/>
                  </a:lnTo>
                  <a:lnTo>
                    <a:pt x="444409" y="340070"/>
                  </a:lnTo>
                  <a:lnTo>
                    <a:pt x="445105" y="342203"/>
                  </a:lnTo>
                  <a:lnTo>
                    <a:pt x="445801" y="343378"/>
                  </a:lnTo>
                  <a:lnTo>
                    <a:pt x="446498" y="347302"/>
                  </a:lnTo>
                  <a:lnTo>
                    <a:pt x="447194" y="350402"/>
                  </a:lnTo>
                  <a:lnTo>
                    <a:pt x="447890" y="354359"/>
                  </a:lnTo>
                  <a:lnTo>
                    <a:pt x="448586" y="356438"/>
                  </a:lnTo>
                  <a:lnTo>
                    <a:pt x="449282" y="358422"/>
                  </a:lnTo>
                  <a:lnTo>
                    <a:pt x="449978" y="358167"/>
                  </a:lnTo>
                  <a:lnTo>
                    <a:pt x="450675" y="357803"/>
                  </a:lnTo>
                  <a:lnTo>
                    <a:pt x="451371" y="357440"/>
                  </a:lnTo>
                  <a:lnTo>
                    <a:pt x="452067" y="359328"/>
                  </a:lnTo>
                  <a:lnTo>
                    <a:pt x="452763" y="361927"/>
                  </a:lnTo>
                  <a:lnTo>
                    <a:pt x="453459" y="364526"/>
                  </a:lnTo>
                  <a:lnTo>
                    <a:pt x="454155" y="367125"/>
                  </a:lnTo>
                  <a:lnTo>
                    <a:pt x="454852" y="369109"/>
                  </a:lnTo>
                  <a:lnTo>
                    <a:pt x="455548" y="370594"/>
                  </a:lnTo>
                  <a:lnTo>
                    <a:pt x="456244" y="371002"/>
                  </a:lnTo>
                  <a:lnTo>
                    <a:pt x="456940" y="369256"/>
                  </a:lnTo>
                  <a:lnTo>
                    <a:pt x="457636" y="366921"/>
                  </a:lnTo>
                  <a:lnTo>
                    <a:pt x="458333" y="364890"/>
                  </a:lnTo>
                  <a:lnTo>
                    <a:pt x="459029" y="362859"/>
                  </a:lnTo>
                  <a:lnTo>
                    <a:pt x="459725" y="360828"/>
                  </a:lnTo>
                  <a:lnTo>
                    <a:pt x="460421" y="358797"/>
                  </a:lnTo>
                  <a:lnTo>
                    <a:pt x="461117" y="356766"/>
                  </a:lnTo>
                  <a:lnTo>
                    <a:pt x="461813" y="355027"/>
                  </a:lnTo>
                  <a:lnTo>
                    <a:pt x="462510" y="350778"/>
                  </a:lnTo>
                  <a:lnTo>
                    <a:pt x="463206" y="346706"/>
                  </a:lnTo>
                  <a:lnTo>
                    <a:pt x="463902" y="342330"/>
                  </a:lnTo>
                  <a:lnTo>
                    <a:pt x="464598" y="337954"/>
                  </a:lnTo>
                  <a:lnTo>
                    <a:pt x="465294" y="334430"/>
                  </a:lnTo>
                  <a:lnTo>
                    <a:pt x="465990" y="331036"/>
                  </a:lnTo>
                  <a:lnTo>
                    <a:pt x="466687" y="328994"/>
                  </a:lnTo>
                  <a:lnTo>
                    <a:pt x="467383" y="327638"/>
                  </a:lnTo>
                  <a:lnTo>
                    <a:pt x="468079" y="327638"/>
                  </a:lnTo>
                  <a:lnTo>
                    <a:pt x="468775" y="327638"/>
                  </a:lnTo>
                  <a:lnTo>
                    <a:pt x="469471" y="325735"/>
                  </a:lnTo>
                  <a:lnTo>
                    <a:pt x="470167" y="323390"/>
                  </a:lnTo>
                  <a:lnTo>
                    <a:pt x="470864" y="321045"/>
                  </a:lnTo>
                  <a:lnTo>
                    <a:pt x="471560" y="318700"/>
                  </a:lnTo>
                  <a:lnTo>
                    <a:pt x="472256" y="315811"/>
                  </a:lnTo>
                  <a:lnTo>
                    <a:pt x="472952" y="312923"/>
                  </a:lnTo>
                  <a:lnTo>
                    <a:pt x="473648" y="310019"/>
                  </a:lnTo>
                  <a:lnTo>
                    <a:pt x="474345" y="306727"/>
                  </a:lnTo>
                  <a:lnTo>
                    <a:pt x="475041" y="302047"/>
                  </a:lnTo>
                  <a:lnTo>
                    <a:pt x="475737" y="297112"/>
                  </a:lnTo>
                  <a:lnTo>
                    <a:pt x="476433" y="292480"/>
                  </a:lnTo>
                  <a:lnTo>
                    <a:pt x="477129" y="287848"/>
                  </a:lnTo>
                  <a:lnTo>
                    <a:pt x="477825" y="283216"/>
                  </a:lnTo>
                  <a:lnTo>
                    <a:pt x="478522" y="278585"/>
                  </a:lnTo>
                  <a:lnTo>
                    <a:pt x="479218" y="273953"/>
                  </a:lnTo>
                  <a:lnTo>
                    <a:pt x="479914" y="270923"/>
                  </a:lnTo>
                  <a:lnTo>
                    <a:pt x="480610" y="268323"/>
                  </a:lnTo>
                  <a:lnTo>
                    <a:pt x="481306" y="265722"/>
                  </a:lnTo>
                  <a:lnTo>
                    <a:pt x="482002" y="263121"/>
                  </a:lnTo>
                  <a:lnTo>
                    <a:pt x="482699" y="261032"/>
                  </a:lnTo>
                  <a:lnTo>
                    <a:pt x="483395" y="259535"/>
                  </a:lnTo>
                  <a:lnTo>
                    <a:pt x="484091" y="258219"/>
                  </a:lnTo>
                  <a:lnTo>
                    <a:pt x="484787" y="257610"/>
                  </a:lnTo>
                  <a:lnTo>
                    <a:pt x="485483" y="258955"/>
                  </a:lnTo>
                  <a:lnTo>
                    <a:pt x="486180" y="260299"/>
                  </a:lnTo>
                  <a:lnTo>
                    <a:pt x="486876" y="261643"/>
                  </a:lnTo>
                  <a:lnTo>
                    <a:pt x="487572" y="262673"/>
                  </a:lnTo>
                  <a:lnTo>
                    <a:pt x="488268" y="263701"/>
                  </a:lnTo>
                  <a:lnTo>
                    <a:pt x="488964" y="263867"/>
                  </a:lnTo>
                  <a:lnTo>
                    <a:pt x="489660" y="261714"/>
                  </a:lnTo>
                  <a:lnTo>
                    <a:pt x="490357" y="258660"/>
                  </a:lnTo>
                  <a:lnTo>
                    <a:pt x="491053" y="256560"/>
                  </a:lnTo>
                  <a:lnTo>
                    <a:pt x="491749" y="256123"/>
                  </a:lnTo>
                  <a:lnTo>
                    <a:pt x="492445" y="256295"/>
                  </a:lnTo>
                  <a:lnTo>
                    <a:pt x="493141" y="257346"/>
                  </a:lnTo>
                  <a:lnTo>
                    <a:pt x="493837" y="257639"/>
                  </a:lnTo>
                  <a:lnTo>
                    <a:pt x="494534" y="257639"/>
                  </a:lnTo>
                  <a:lnTo>
                    <a:pt x="495230" y="257639"/>
                  </a:lnTo>
                  <a:lnTo>
                    <a:pt x="495926" y="257336"/>
                  </a:lnTo>
                  <a:lnTo>
                    <a:pt x="496622" y="257336"/>
                  </a:lnTo>
                  <a:lnTo>
                    <a:pt x="497318" y="257791"/>
                  </a:lnTo>
                  <a:lnTo>
                    <a:pt x="498014" y="259155"/>
                  </a:lnTo>
                  <a:lnTo>
                    <a:pt x="498711" y="260518"/>
                  </a:lnTo>
                  <a:lnTo>
                    <a:pt x="499407" y="263138"/>
                  </a:lnTo>
                  <a:lnTo>
                    <a:pt x="500103" y="267662"/>
                  </a:lnTo>
                  <a:lnTo>
                    <a:pt x="500799" y="273109"/>
                  </a:lnTo>
                  <a:lnTo>
                    <a:pt x="501495" y="277555"/>
                  </a:lnTo>
                  <a:lnTo>
                    <a:pt x="502192" y="280648"/>
                  </a:lnTo>
                  <a:lnTo>
                    <a:pt x="502888" y="283056"/>
                  </a:lnTo>
                  <a:lnTo>
                    <a:pt x="503584" y="284978"/>
                  </a:lnTo>
                  <a:lnTo>
                    <a:pt x="504280" y="286901"/>
                  </a:lnTo>
                  <a:lnTo>
                    <a:pt x="504976" y="290728"/>
                  </a:lnTo>
                  <a:lnTo>
                    <a:pt x="505672" y="294995"/>
                  </a:lnTo>
                  <a:lnTo>
                    <a:pt x="506369" y="299262"/>
                  </a:lnTo>
                  <a:lnTo>
                    <a:pt x="507065" y="303530"/>
                  </a:lnTo>
                  <a:lnTo>
                    <a:pt x="507761" y="307470"/>
                  </a:lnTo>
                  <a:lnTo>
                    <a:pt x="508457" y="310955"/>
                  </a:lnTo>
                  <a:lnTo>
                    <a:pt x="509153" y="314607"/>
                  </a:lnTo>
                  <a:lnTo>
                    <a:pt x="509849" y="318203"/>
                  </a:lnTo>
                  <a:lnTo>
                    <a:pt x="510546" y="322882"/>
                  </a:lnTo>
                  <a:lnTo>
                    <a:pt x="511242" y="327514"/>
                  </a:lnTo>
                  <a:lnTo>
                    <a:pt x="511938" y="332450"/>
                  </a:lnTo>
                  <a:lnTo>
                    <a:pt x="512634" y="337385"/>
                  </a:lnTo>
                  <a:lnTo>
                    <a:pt x="513330" y="342320"/>
                  </a:lnTo>
                  <a:lnTo>
                    <a:pt x="514027" y="346952"/>
                  </a:lnTo>
                  <a:lnTo>
                    <a:pt x="514723" y="351584"/>
                  </a:lnTo>
                  <a:lnTo>
                    <a:pt x="515419" y="354613"/>
                  </a:lnTo>
                  <a:lnTo>
                    <a:pt x="516115" y="357214"/>
                  </a:lnTo>
                  <a:lnTo>
                    <a:pt x="516811" y="359815"/>
                  </a:lnTo>
                  <a:lnTo>
                    <a:pt x="517507" y="361871"/>
                  </a:lnTo>
                  <a:lnTo>
                    <a:pt x="518204" y="363673"/>
                  </a:lnTo>
                  <a:lnTo>
                    <a:pt x="518900" y="365170"/>
                  </a:lnTo>
                  <a:lnTo>
                    <a:pt x="519596" y="366486"/>
                  </a:lnTo>
                  <a:lnTo>
                    <a:pt x="520292" y="367095"/>
                  </a:lnTo>
                  <a:lnTo>
                    <a:pt x="520988" y="366535"/>
                  </a:lnTo>
                  <a:lnTo>
                    <a:pt x="521684" y="366232"/>
                  </a:lnTo>
                  <a:lnTo>
                    <a:pt x="522381" y="364782"/>
                  </a:lnTo>
                  <a:lnTo>
                    <a:pt x="523077" y="362329"/>
                  </a:lnTo>
                  <a:lnTo>
                    <a:pt x="523773" y="357953"/>
                  </a:lnTo>
                  <a:lnTo>
                    <a:pt x="524469" y="354732"/>
                  </a:lnTo>
                  <a:lnTo>
                    <a:pt x="525165" y="353831"/>
                  </a:lnTo>
                  <a:lnTo>
                    <a:pt x="525862" y="353831"/>
                  </a:lnTo>
                  <a:lnTo>
                    <a:pt x="526558" y="353375"/>
                  </a:lnTo>
                  <a:lnTo>
                    <a:pt x="527254" y="353375"/>
                  </a:lnTo>
                  <a:lnTo>
                    <a:pt x="527950" y="353375"/>
                  </a:lnTo>
                  <a:lnTo>
                    <a:pt x="528646" y="353375"/>
                  </a:lnTo>
                  <a:lnTo>
                    <a:pt x="529342" y="354446"/>
                  </a:lnTo>
                  <a:lnTo>
                    <a:pt x="530039" y="355809"/>
                  </a:lnTo>
                  <a:lnTo>
                    <a:pt x="530735" y="357172"/>
                  </a:lnTo>
                  <a:lnTo>
                    <a:pt x="531431" y="358224"/>
                  </a:lnTo>
                  <a:lnTo>
                    <a:pt x="532127" y="358972"/>
                  </a:lnTo>
                  <a:lnTo>
                    <a:pt x="532823" y="359410"/>
                  </a:lnTo>
                  <a:lnTo>
                    <a:pt x="533519" y="360187"/>
                  </a:lnTo>
                  <a:lnTo>
                    <a:pt x="534216" y="363200"/>
                  </a:lnTo>
                  <a:lnTo>
                    <a:pt x="534912" y="364652"/>
                  </a:lnTo>
                  <a:lnTo>
                    <a:pt x="535608" y="364504"/>
                  </a:lnTo>
                  <a:lnTo>
                    <a:pt x="536304" y="363141"/>
                  </a:lnTo>
                  <a:lnTo>
                    <a:pt x="537000" y="362393"/>
                  </a:lnTo>
                  <a:lnTo>
                    <a:pt x="537696" y="361341"/>
                  </a:lnTo>
                  <a:lnTo>
                    <a:pt x="538393" y="360034"/>
                  </a:lnTo>
                  <a:lnTo>
                    <a:pt x="539089" y="358241"/>
                  </a:lnTo>
                  <a:lnTo>
                    <a:pt x="539785" y="353973"/>
                  </a:lnTo>
                  <a:lnTo>
                    <a:pt x="540481" y="349961"/>
                  </a:lnTo>
                  <a:lnTo>
                    <a:pt x="541177" y="346253"/>
                  </a:lnTo>
                  <a:lnTo>
                    <a:pt x="541874" y="342241"/>
                  </a:lnTo>
                  <a:lnTo>
                    <a:pt x="542570" y="338230"/>
                  </a:lnTo>
                  <a:lnTo>
                    <a:pt x="543266" y="334833"/>
                  </a:lnTo>
                  <a:lnTo>
                    <a:pt x="543962" y="331892"/>
                  </a:lnTo>
                  <a:lnTo>
                    <a:pt x="544658" y="328496"/>
                  </a:lnTo>
                  <a:lnTo>
                    <a:pt x="545354" y="325848"/>
                  </a:lnTo>
                  <a:lnTo>
                    <a:pt x="546051" y="321200"/>
                  </a:lnTo>
                  <a:lnTo>
                    <a:pt x="546747" y="316568"/>
                  </a:lnTo>
                  <a:lnTo>
                    <a:pt x="547443" y="311633"/>
                  </a:lnTo>
                  <a:lnTo>
                    <a:pt x="548139" y="306698"/>
                  </a:lnTo>
                  <a:lnTo>
                    <a:pt x="548835" y="301763"/>
                  </a:lnTo>
                  <a:lnTo>
                    <a:pt x="549531" y="296939"/>
                  </a:lnTo>
                  <a:lnTo>
                    <a:pt x="550228" y="294050"/>
                  </a:lnTo>
                  <a:lnTo>
                    <a:pt x="550924" y="290980"/>
                  </a:lnTo>
                  <a:lnTo>
                    <a:pt x="551620" y="287595"/>
                  </a:lnTo>
                  <a:lnTo>
                    <a:pt x="552316" y="284208"/>
                  </a:lnTo>
                  <a:lnTo>
                    <a:pt x="553012" y="281366"/>
                  </a:lnTo>
                  <a:lnTo>
                    <a:pt x="553709" y="278840"/>
                  </a:lnTo>
                  <a:lnTo>
                    <a:pt x="554405" y="276314"/>
                  </a:lnTo>
                  <a:lnTo>
                    <a:pt x="555101" y="274151"/>
                  </a:lnTo>
                  <a:lnTo>
                    <a:pt x="555797" y="271987"/>
                  </a:lnTo>
                  <a:lnTo>
                    <a:pt x="556493" y="271612"/>
                  </a:lnTo>
                  <a:lnTo>
                    <a:pt x="557189" y="271356"/>
                  </a:lnTo>
                  <a:lnTo>
                    <a:pt x="557886" y="272246"/>
                  </a:lnTo>
                  <a:lnTo>
                    <a:pt x="558582" y="274139"/>
                  </a:lnTo>
                  <a:lnTo>
                    <a:pt x="559278" y="277956"/>
                  </a:lnTo>
                  <a:lnTo>
                    <a:pt x="559974" y="281480"/>
                  </a:lnTo>
                  <a:lnTo>
                    <a:pt x="560670" y="285563"/>
                  </a:lnTo>
                  <a:lnTo>
                    <a:pt x="561366" y="289646"/>
                  </a:lnTo>
                  <a:lnTo>
                    <a:pt x="562063" y="293730"/>
                  </a:lnTo>
                  <a:lnTo>
                    <a:pt x="562759" y="297358"/>
                  </a:lnTo>
                  <a:lnTo>
                    <a:pt x="563455" y="300985"/>
                  </a:lnTo>
                  <a:lnTo>
                    <a:pt x="564151" y="304310"/>
                  </a:lnTo>
                  <a:lnTo>
                    <a:pt x="564847" y="307019"/>
                  </a:lnTo>
                  <a:lnTo>
                    <a:pt x="565543" y="308022"/>
                  </a:lnTo>
                  <a:lnTo>
                    <a:pt x="566240" y="308130"/>
                  </a:lnTo>
                  <a:lnTo>
                    <a:pt x="566936" y="308566"/>
                  </a:lnTo>
                  <a:lnTo>
                    <a:pt x="567632" y="309002"/>
                  </a:lnTo>
                  <a:lnTo>
                    <a:pt x="568328" y="309000"/>
                  </a:lnTo>
                  <a:lnTo>
                    <a:pt x="569024" y="308044"/>
                  </a:lnTo>
                  <a:lnTo>
                    <a:pt x="569721" y="305139"/>
                  </a:lnTo>
                  <a:lnTo>
                    <a:pt x="570417" y="302539"/>
                  </a:lnTo>
                  <a:lnTo>
                    <a:pt x="571113" y="299165"/>
                  </a:lnTo>
                  <a:lnTo>
                    <a:pt x="571809" y="295792"/>
                  </a:lnTo>
                  <a:lnTo>
                    <a:pt x="572505" y="291369"/>
                  </a:lnTo>
                  <a:lnTo>
                    <a:pt x="573201" y="286268"/>
                  </a:lnTo>
                  <a:lnTo>
                    <a:pt x="573898" y="281423"/>
                  </a:lnTo>
                  <a:lnTo>
                    <a:pt x="574594" y="276448"/>
                  </a:lnTo>
                  <a:lnTo>
                    <a:pt x="575290" y="273948"/>
                  </a:lnTo>
                  <a:lnTo>
                    <a:pt x="575986" y="272377"/>
                  </a:lnTo>
                  <a:lnTo>
                    <a:pt x="576682" y="271348"/>
                  </a:lnTo>
                  <a:lnTo>
                    <a:pt x="577378" y="270623"/>
                  </a:lnTo>
                  <a:lnTo>
                    <a:pt x="578075" y="269897"/>
                  </a:lnTo>
                  <a:lnTo>
                    <a:pt x="578771" y="269172"/>
                  </a:lnTo>
                  <a:lnTo>
                    <a:pt x="579467" y="268628"/>
                  </a:lnTo>
                  <a:lnTo>
                    <a:pt x="580163" y="267903"/>
                  </a:lnTo>
                  <a:lnTo>
                    <a:pt x="580859" y="265629"/>
                  </a:lnTo>
                  <a:lnTo>
                    <a:pt x="581556" y="264872"/>
                  </a:lnTo>
                  <a:lnTo>
                    <a:pt x="582252" y="264403"/>
                  </a:lnTo>
                  <a:lnTo>
                    <a:pt x="582948" y="264916"/>
                  </a:lnTo>
                  <a:lnTo>
                    <a:pt x="583644" y="266478"/>
                  </a:lnTo>
                  <a:lnTo>
                    <a:pt x="584340" y="268039"/>
                  </a:lnTo>
                  <a:lnTo>
                    <a:pt x="585036" y="269794"/>
                  </a:lnTo>
                  <a:lnTo>
                    <a:pt x="585733" y="269612"/>
                  </a:lnTo>
                  <a:lnTo>
                    <a:pt x="586429" y="268973"/>
                  </a:lnTo>
                  <a:lnTo>
                    <a:pt x="587125" y="267440"/>
                  </a:lnTo>
                  <a:lnTo>
                    <a:pt x="587821" y="265906"/>
                  </a:lnTo>
                  <a:lnTo>
                    <a:pt x="588517" y="264916"/>
                  </a:lnTo>
                  <a:lnTo>
                    <a:pt x="589213" y="261818"/>
                  </a:lnTo>
                  <a:lnTo>
                    <a:pt x="589910" y="258465"/>
                  </a:lnTo>
                  <a:lnTo>
                    <a:pt x="590606" y="255186"/>
                  </a:lnTo>
                  <a:lnTo>
                    <a:pt x="591302" y="251907"/>
                  </a:lnTo>
                  <a:lnTo>
                    <a:pt x="591998" y="246341"/>
                  </a:lnTo>
                  <a:lnTo>
                    <a:pt x="592694" y="239131"/>
                  </a:lnTo>
                  <a:lnTo>
                    <a:pt x="593390" y="232668"/>
                  </a:lnTo>
                  <a:lnTo>
                    <a:pt x="594087" y="226821"/>
                  </a:lnTo>
                  <a:lnTo>
                    <a:pt x="594783" y="220974"/>
                  </a:lnTo>
                  <a:lnTo>
                    <a:pt x="595479" y="215703"/>
                  </a:lnTo>
                  <a:lnTo>
                    <a:pt x="596175" y="209873"/>
                  </a:lnTo>
                  <a:lnTo>
                    <a:pt x="596871" y="204505"/>
                  </a:lnTo>
                  <a:lnTo>
                    <a:pt x="597568" y="200277"/>
                  </a:lnTo>
                  <a:lnTo>
                    <a:pt x="598264" y="196049"/>
                  </a:lnTo>
                  <a:lnTo>
                    <a:pt x="598960" y="191821"/>
                  </a:lnTo>
                  <a:lnTo>
                    <a:pt x="599656" y="189689"/>
                  </a:lnTo>
                  <a:lnTo>
                    <a:pt x="600352" y="188124"/>
                  </a:lnTo>
                  <a:lnTo>
                    <a:pt x="601048" y="187697"/>
                  </a:lnTo>
                  <a:lnTo>
                    <a:pt x="601745" y="190231"/>
                  </a:lnTo>
                  <a:lnTo>
                    <a:pt x="602441" y="193459"/>
                  </a:lnTo>
                  <a:lnTo>
                    <a:pt x="603137" y="199158"/>
                  </a:lnTo>
                  <a:lnTo>
                    <a:pt x="603833" y="203714"/>
                  </a:lnTo>
                  <a:lnTo>
                    <a:pt x="604529" y="208269"/>
                  </a:lnTo>
                  <a:lnTo>
                    <a:pt x="605225" y="211922"/>
                  </a:lnTo>
                  <a:lnTo>
                    <a:pt x="605922" y="215574"/>
                  </a:lnTo>
                  <a:lnTo>
                    <a:pt x="606618" y="219696"/>
                  </a:lnTo>
                  <a:lnTo>
                    <a:pt x="607314" y="223362"/>
                  </a:lnTo>
                  <a:lnTo>
                    <a:pt x="608010" y="227784"/>
                  </a:lnTo>
                  <a:lnTo>
                    <a:pt x="608706" y="233482"/>
                  </a:lnTo>
                  <a:lnTo>
                    <a:pt x="609403" y="238886"/>
                  </a:lnTo>
                  <a:lnTo>
                    <a:pt x="610099" y="244583"/>
                  </a:lnTo>
                  <a:lnTo>
                    <a:pt x="610795" y="249987"/>
                  </a:lnTo>
                  <a:lnTo>
                    <a:pt x="611491" y="254206"/>
                  </a:lnTo>
                  <a:lnTo>
                    <a:pt x="612187" y="257580"/>
                  </a:lnTo>
                  <a:lnTo>
                    <a:pt x="612883" y="260953"/>
                  </a:lnTo>
                  <a:lnTo>
                    <a:pt x="613580" y="264023"/>
                  </a:lnTo>
                  <a:lnTo>
                    <a:pt x="614276" y="267093"/>
                  </a:lnTo>
                  <a:lnTo>
                    <a:pt x="614972" y="270285"/>
                  </a:lnTo>
                  <a:lnTo>
                    <a:pt x="615668" y="273658"/>
                  </a:lnTo>
                  <a:lnTo>
                    <a:pt x="616364" y="278580"/>
                  </a:lnTo>
                  <a:lnTo>
                    <a:pt x="617060" y="283985"/>
                  </a:lnTo>
                  <a:lnTo>
                    <a:pt x="617757" y="289389"/>
                  </a:lnTo>
                  <a:lnTo>
                    <a:pt x="618453" y="293813"/>
                  </a:lnTo>
                  <a:lnTo>
                    <a:pt x="619149" y="297186"/>
                  </a:lnTo>
                  <a:lnTo>
                    <a:pt x="619845" y="300559"/>
                  </a:lnTo>
                  <a:lnTo>
                    <a:pt x="620541" y="303933"/>
                  </a:lnTo>
                  <a:lnTo>
                    <a:pt x="621238" y="307003"/>
                  </a:lnTo>
                  <a:lnTo>
                    <a:pt x="621934" y="310711"/>
                  </a:lnTo>
                  <a:lnTo>
                    <a:pt x="622630" y="315375"/>
                  </a:lnTo>
                  <a:lnTo>
                    <a:pt x="623326" y="320038"/>
                  </a:lnTo>
                  <a:lnTo>
                    <a:pt x="624022" y="324717"/>
                  </a:lnTo>
                  <a:lnTo>
                    <a:pt x="624718" y="331188"/>
                  </a:lnTo>
                  <a:lnTo>
                    <a:pt x="625415" y="337612"/>
                  </a:lnTo>
                  <a:lnTo>
                    <a:pt x="626111" y="344083"/>
                  </a:lnTo>
                  <a:lnTo>
                    <a:pt x="626807" y="350554"/>
                  </a:lnTo>
                  <a:lnTo>
                    <a:pt x="627503" y="357056"/>
                  </a:lnTo>
                  <a:lnTo>
                    <a:pt x="628199" y="364826"/>
                  </a:lnTo>
                  <a:lnTo>
                    <a:pt x="628895" y="371848"/>
                  </a:lnTo>
                  <a:lnTo>
                    <a:pt x="629592" y="377951"/>
                  </a:lnTo>
                  <a:lnTo>
                    <a:pt x="630288" y="384357"/>
                  </a:lnTo>
                  <a:lnTo>
                    <a:pt x="630984" y="389884"/>
                  </a:lnTo>
                  <a:lnTo>
                    <a:pt x="631680" y="395411"/>
                  </a:lnTo>
                  <a:lnTo>
                    <a:pt x="632376" y="400475"/>
                  </a:lnTo>
                  <a:lnTo>
                    <a:pt x="633072" y="402384"/>
                  </a:lnTo>
                  <a:lnTo>
                    <a:pt x="633769" y="404267"/>
                  </a:lnTo>
                  <a:lnTo>
                    <a:pt x="634465" y="405591"/>
                  </a:lnTo>
                  <a:lnTo>
                    <a:pt x="635161" y="405123"/>
                  </a:lnTo>
                  <a:lnTo>
                    <a:pt x="635857" y="404343"/>
                  </a:lnTo>
                  <a:lnTo>
                    <a:pt x="636553" y="403875"/>
                  </a:lnTo>
                  <a:lnTo>
                    <a:pt x="637250" y="401341"/>
                  </a:lnTo>
                  <a:lnTo>
                    <a:pt x="637946" y="398401"/>
                  </a:lnTo>
                  <a:lnTo>
                    <a:pt x="638642" y="393245"/>
                  </a:lnTo>
                  <a:lnTo>
                    <a:pt x="639338" y="387202"/>
                  </a:lnTo>
                  <a:lnTo>
                    <a:pt x="640034" y="381159"/>
                  </a:lnTo>
                  <a:lnTo>
                    <a:pt x="640730" y="375476"/>
                  </a:lnTo>
                  <a:lnTo>
                    <a:pt x="641427" y="369792"/>
                  </a:lnTo>
                  <a:lnTo>
                    <a:pt x="642123" y="364365"/>
                  </a:lnTo>
                  <a:lnTo>
                    <a:pt x="642819" y="359696"/>
                  </a:lnTo>
                  <a:lnTo>
                    <a:pt x="643515" y="357029"/>
                  </a:lnTo>
                  <a:lnTo>
                    <a:pt x="644211" y="354684"/>
                  </a:lnTo>
                  <a:lnTo>
                    <a:pt x="644907" y="352632"/>
                  </a:lnTo>
                  <a:lnTo>
                    <a:pt x="645604" y="350287"/>
                  </a:lnTo>
                  <a:lnTo>
                    <a:pt x="646300" y="347942"/>
                  </a:lnTo>
                  <a:lnTo>
                    <a:pt x="646996" y="345598"/>
                  </a:lnTo>
                  <a:lnTo>
                    <a:pt x="647692" y="343253"/>
                  </a:lnTo>
                  <a:lnTo>
                    <a:pt x="648388" y="341657"/>
                  </a:lnTo>
                  <a:lnTo>
                    <a:pt x="649085" y="339908"/>
                  </a:lnTo>
                  <a:lnTo>
                    <a:pt x="649781" y="340504"/>
                  </a:lnTo>
                  <a:lnTo>
                    <a:pt x="650477" y="340796"/>
                  </a:lnTo>
                  <a:lnTo>
                    <a:pt x="651173" y="341088"/>
                  </a:lnTo>
                  <a:lnTo>
                    <a:pt x="651869" y="341837"/>
                  </a:lnTo>
                  <a:lnTo>
                    <a:pt x="652565" y="342129"/>
                  </a:lnTo>
                  <a:lnTo>
                    <a:pt x="653262" y="342129"/>
                  </a:lnTo>
                  <a:lnTo>
                    <a:pt x="653958" y="342129"/>
                  </a:lnTo>
                  <a:lnTo>
                    <a:pt x="654654" y="341570"/>
                  </a:lnTo>
                  <a:lnTo>
                    <a:pt x="655350" y="341010"/>
                  </a:lnTo>
                  <a:lnTo>
                    <a:pt x="656046" y="341010"/>
                  </a:lnTo>
                  <a:lnTo>
                    <a:pt x="656742" y="341314"/>
                  </a:lnTo>
                  <a:lnTo>
                    <a:pt x="657439" y="342365"/>
                  </a:lnTo>
                  <a:lnTo>
                    <a:pt x="658135" y="343673"/>
                  </a:lnTo>
                  <a:lnTo>
                    <a:pt x="658831" y="344233"/>
                  </a:lnTo>
                  <a:lnTo>
                    <a:pt x="659527" y="344233"/>
                  </a:lnTo>
                  <a:lnTo>
                    <a:pt x="660223" y="344233"/>
                  </a:lnTo>
                  <a:lnTo>
                    <a:pt x="660919" y="344536"/>
                  </a:lnTo>
                  <a:lnTo>
                    <a:pt x="661616" y="344536"/>
                  </a:lnTo>
                  <a:lnTo>
                    <a:pt x="662312" y="344536"/>
                  </a:lnTo>
                  <a:lnTo>
                    <a:pt x="663008" y="344536"/>
                  </a:lnTo>
                  <a:lnTo>
                    <a:pt x="663704" y="344536"/>
                  </a:lnTo>
                  <a:lnTo>
                    <a:pt x="664400" y="344537"/>
                  </a:lnTo>
                  <a:lnTo>
                    <a:pt x="665097" y="344840"/>
                  </a:lnTo>
                  <a:lnTo>
                    <a:pt x="665793" y="344840"/>
                  </a:lnTo>
                  <a:lnTo>
                    <a:pt x="666489" y="344584"/>
                  </a:lnTo>
                  <a:lnTo>
                    <a:pt x="667185" y="344328"/>
                  </a:lnTo>
                  <a:lnTo>
                    <a:pt x="667881" y="343603"/>
                  </a:lnTo>
                  <a:lnTo>
                    <a:pt x="668577" y="345075"/>
                  </a:lnTo>
                  <a:lnTo>
                    <a:pt x="669274" y="346572"/>
                  </a:lnTo>
                  <a:lnTo>
                    <a:pt x="669970" y="348629"/>
                  </a:lnTo>
                  <a:lnTo>
                    <a:pt x="670666" y="350686"/>
                  </a:lnTo>
                  <a:lnTo>
                    <a:pt x="671362" y="352487"/>
                  </a:lnTo>
                  <a:lnTo>
                    <a:pt x="672058" y="354832"/>
                  </a:lnTo>
                  <a:lnTo>
                    <a:pt x="672754" y="355439"/>
                  </a:lnTo>
                  <a:lnTo>
                    <a:pt x="673451" y="355151"/>
                  </a:lnTo>
                  <a:lnTo>
                    <a:pt x="674147" y="354895"/>
                  </a:lnTo>
                  <a:lnTo>
                    <a:pt x="674843" y="356927"/>
                  </a:lnTo>
                  <a:lnTo>
                    <a:pt x="675539" y="358957"/>
                  </a:lnTo>
                  <a:lnTo>
                    <a:pt x="676235" y="361244"/>
                  </a:lnTo>
                  <a:lnTo>
                    <a:pt x="676932" y="363532"/>
                  </a:lnTo>
                  <a:lnTo>
                    <a:pt x="677628" y="365562"/>
                  </a:lnTo>
                  <a:lnTo>
                    <a:pt x="678324" y="367593"/>
                  </a:lnTo>
                  <a:lnTo>
                    <a:pt x="679020" y="367612"/>
                  </a:lnTo>
                  <a:lnTo>
                    <a:pt x="679716" y="367320"/>
                  </a:lnTo>
                  <a:lnTo>
                    <a:pt x="680412" y="367320"/>
                  </a:lnTo>
                  <a:lnTo>
                    <a:pt x="681109" y="365002"/>
                  </a:lnTo>
                  <a:lnTo>
                    <a:pt x="681805" y="361928"/>
                  </a:lnTo>
                  <a:lnTo>
                    <a:pt x="682501" y="358397"/>
                  </a:lnTo>
                  <a:lnTo>
                    <a:pt x="683197" y="355917"/>
                  </a:lnTo>
                  <a:lnTo>
                    <a:pt x="683893" y="353430"/>
                  </a:lnTo>
                  <a:lnTo>
                    <a:pt x="684589" y="351399"/>
                  </a:lnTo>
                  <a:lnTo>
                    <a:pt x="685286" y="346731"/>
                  </a:lnTo>
                  <a:lnTo>
                    <a:pt x="685982" y="341230"/>
                  </a:lnTo>
                  <a:lnTo>
                    <a:pt x="686678" y="334686"/>
                  </a:lnTo>
                  <a:lnTo>
                    <a:pt x="687374" y="324467"/>
                  </a:lnTo>
                  <a:lnTo>
                    <a:pt x="688070" y="313861"/>
                  </a:lnTo>
                  <a:lnTo>
                    <a:pt x="688767" y="302393"/>
                  </a:lnTo>
                  <a:lnTo>
                    <a:pt x="689463" y="290925"/>
                  </a:lnTo>
                  <a:lnTo>
                    <a:pt x="690159" y="279723"/>
                  </a:lnTo>
                  <a:lnTo>
                    <a:pt x="690855" y="268218"/>
                  </a:lnTo>
                  <a:lnTo>
                    <a:pt x="691551" y="257436"/>
                  </a:lnTo>
                  <a:lnTo>
                    <a:pt x="692247" y="246333"/>
                  </a:lnTo>
                  <a:lnTo>
                    <a:pt x="692944" y="234118"/>
                  </a:lnTo>
                  <a:lnTo>
                    <a:pt x="693640" y="220232"/>
                  </a:lnTo>
                  <a:lnTo>
                    <a:pt x="694336" y="207041"/>
                  </a:lnTo>
                  <a:lnTo>
                    <a:pt x="695032" y="193593"/>
                  </a:lnTo>
                  <a:lnTo>
                    <a:pt x="695728" y="180146"/>
                  </a:lnTo>
                  <a:lnTo>
                    <a:pt x="696424" y="167451"/>
                  </a:lnTo>
                  <a:lnTo>
                    <a:pt x="697121" y="155446"/>
                  </a:lnTo>
                  <a:lnTo>
                    <a:pt x="697817" y="146230"/>
                  </a:lnTo>
                  <a:lnTo>
                    <a:pt x="698513" y="137057"/>
                  </a:lnTo>
                  <a:lnTo>
                    <a:pt x="699209" y="128983"/>
                  </a:lnTo>
                  <a:lnTo>
                    <a:pt x="699905" y="121213"/>
                  </a:lnTo>
                  <a:lnTo>
                    <a:pt x="700601" y="113736"/>
                  </a:lnTo>
                  <a:lnTo>
                    <a:pt x="701298" y="106258"/>
                  </a:lnTo>
                  <a:lnTo>
                    <a:pt x="701994" y="99570"/>
                  </a:lnTo>
                  <a:lnTo>
                    <a:pt x="702690" y="94710"/>
                  </a:lnTo>
                  <a:lnTo>
                    <a:pt x="703386" y="91188"/>
                  </a:lnTo>
                  <a:lnTo>
                    <a:pt x="704082" y="90330"/>
                  </a:lnTo>
                  <a:lnTo>
                    <a:pt x="704779" y="89582"/>
                  </a:lnTo>
                  <a:lnTo>
                    <a:pt x="705475" y="88833"/>
                  </a:lnTo>
                  <a:lnTo>
                    <a:pt x="706171" y="88083"/>
                  </a:lnTo>
                  <a:lnTo>
                    <a:pt x="706867" y="87334"/>
                  </a:lnTo>
                  <a:lnTo>
                    <a:pt x="707563" y="86297"/>
                  </a:lnTo>
                  <a:lnTo>
                    <a:pt x="708259" y="86998"/>
                  </a:lnTo>
                  <a:lnTo>
                    <a:pt x="708956" y="90439"/>
                  </a:lnTo>
                  <a:lnTo>
                    <a:pt x="709652" y="93636"/>
                  </a:lnTo>
                  <a:lnTo>
                    <a:pt x="710348" y="96577"/>
                  </a:lnTo>
                  <a:lnTo>
                    <a:pt x="711044" y="99225"/>
                  </a:lnTo>
                  <a:lnTo>
                    <a:pt x="711740" y="102166"/>
                  </a:lnTo>
                  <a:lnTo>
                    <a:pt x="712436" y="105106"/>
                  </a:lnTo>
                  <a:lnTo>
                    <a:pt x="713133" y="107754"/>
                  </a:lnTo>
                  <a:lnTo>
                    <a:pt x="713829" y="110099"/>
                  </a:lnTo>
                  <a:lnTo>
                    <a:pt x="714525" y="112748"/>
                  </a:lnTo>
                  <a:lnTo>
                    <a:pt x="715221" y="115385"/>
                  </a:lnTo>
                  <a:lnTo>
                    <a:pt x="715917" y="118185"/>
                  </a:lnTo>
                  <a:lnTo>
                    <a:pt x="716614" y="122847"/>
                  </a:lnTo>
                  <a:lnTo>
                    <a:pt x="717310" y="129015"/>
                  </a:lnTo>
                  <a:lnTo>
                    <a:pt x="718006" y="134776"/>
                  </a:lnTo>
                  <a:lnTo>
                    <a:pt x="718702" y="138004"/>
                  </a:lnTo>
                  <a:lnTo>
                    <a:pt x="719398" y="141106"/>
                  </a:lnTo>
                  <a:lnTo>
                    <a:pt x="720094" y="144208"/>
                  </a:lnTo>
                  <a:lnTo>
                    <a:pt x="720791" y="147603"/>
                  </a:lnTo>
                  <a:lnTo>
                    <a:pt x="721487" y="151830"/>
                  </a:lnTo>
                  <a:lnTo>
                    <a:pt x="722183" y="157676"/>
                  </a:lnTo>
                  <a:lnTo>
                    <a:pt x="722879" y="167309"/>
                  </a:lnTo>
                  <a:lnTo>
                    <a:pt x="723575" y="177786"/>
                  </a:lnTo>
                  <a:lnTo>
                    <a:pt x="724271" y="189418"/>
                  </a:lnTo>
                  <a:lnTo>
                    <a:pt x="724968" y="201049"/>
                  </a:lnTo>
                  <a:lnTo>
                    <a:pt x="725664" y="212973"/>
                  </a:lnTo>
                  <a:lnTo>
                    <a:pt x="726360" y="223684"/>
                  </a:lnTo>
                  <a:lnTo>
                    <a:pt x="727056" y="232030"/>
                  </a:lnTo>
                  <a:lnTo>
                    <a:pt x="727752" y="240697"/>
                  </a:lnTo>
                  <a:lnTo>
                    <a:pt x="728448" y="250408"/>
                  </a:lnTo>
                  <a:lnTo>
                    <a:pt x="729145" y="263140"/>
                  </a:lnTo>
                  <a:lnTo>
                    <a:pt x="729841" y="275927"/>
                  </a:lnTo>
                  <a:lnTo>
                    <a:pt x="730537" y="288021"/>
                  </a:lnTo>
                  <a:lnTo>
                    <a:pt x="731233" y="298949"/>
                  </a:lnTo>
                  <a:lnTo>
                    <a:pt x="731929" y="308841"/>
                  </a:lnTo>
                  <a:lnTo>
                    <a:pt x="732626" y="318045"/>
                  </a:lnTo>
                  <a:lnTo>
                    <a:pt x="733322" y="324459"/>
                  </a:lnTo>
                  <a:lnTo>
                    <a:pt x="734018" y="330830"/>
                  </a:lnTo>
                  <a:lnTo>
                    <a:pt x="734714" y="335244"/>
                  </a:lnTo>
                  <a:lnTo>
                    <a:pt x="735410" y="340212"/>
                  </a:lnTo>
                  <a:lnTo>
                    <a:pt x="736106" y="344719"/>
                  </a:lnTo>
                  <a:lnTo>
                    <a:pt x="736803" y="348493"/>
                  </a:lnTo>
                  <a:lnTo>
                    <a:pt x="737499" y="352938"/>
                  </a:lnTo>
                  <a:lnTo>
                    <a:pt x="738195" y="355555"/>
                  </a:lnTo>
                  <a:lnTo>
                    <a:pt x="738891" y="357303"/>
                  </a:lnTo>
                  <a:lnTo>
                    <a:pt x="739587" y="356206"/>
                  </a:lnTo>
                  <a:lnTo>
                    <a:pt x="740283" y="354143"/>
                  </a:lnTo>
                  <a:lnTo>
                    <a:pt x="740980" y="352250"/>
                  </a:lnTo>
                  <a:lnTo>
                    <a:pt x="741676" y="349646"/>
                  </a:lnTo>
                  <a:lnTo>
                    <a:pt x="742372" y="347614"/>
                  </a:lnTo>
                  <a:lnTo>
                    <a:pt x="743068" y="345583"/>
                  </a:lnTo>
                  <a:lnTo>
                    <a:pt x="743764" y="343552"/>
                  </a:lnTo>
                  <a:lnTo>
                    <a:pt x="744461" y="339675"/>
                  </a:lnTo>
                  <a:lnTo>
                    <a:pt x="745157" y="335755"/>
                  </a:lnTo>
                  <a:lnTo>
                    <a:pt x="745853" y="331835"/>
                  </a:lnTo>
                  <a:lnTo>
                    <a:pt x="746549" y="327285"/>
                  </a:lnTo>
                  <a:lnTo>
                    <a:pt x="747245" y="323365"/>
                  </a:lnTo>
                  <a:lnTo>
                    <a:pt x="747941" y="319445"/>
                  </a:lnTo>
                  <a:lnTo>
                    <a:pt x="748638" y="315817"/>
                  </a:lnTo>
                  <a:lnTo>
                    <a:pt x="749334" y="312189"/>
                  </a:lnTo>
                  <a:lnTo>
                    <a:pt x="750030" y="306314"/>
                  </a:lnTo>
                  <a:lnTo>
                    <a:pt x="750726" y="300602"/>
                  </a:lnTo>
                  <a:lnTo>
                    <a:pt x="751422" y="295038"/>
                  </a:lnTo>
                  <a:lnTo>
                    <a:pt x="752118" y="291265"/>
                  </a:lnTo>
                  <a:lnTo>
                    <a:pt x="752815" y="285713"/>
                  </a:lnTo>
                  <a:lnTo>
                    <a:pt x="753511" y="280408"/>
                  </a:lnTo>
                  <a:lnTo>
                    <a:pt x="754207" y="276701"/>
                  </a:lnTo>
                  <a:lnTo>
                    <a:pt x="754903" y="271276"/>
                  </a:lnTo>
                  <a:lnTo>
                    <a:pt x="755599" y="265850"/>
                  </a:lnTo>
                  <a:lnTo>
                    <a:pt x="756295" y="260425"/>
                  </a:lnTo>
                  <a:lnTo>
                    <a:pt x="756992" y="255941"/>
                  </a:lnTo>
                  <a:lnTo>
                    <a:pt x="757688" y="250800"/>
                  </a:lnTo>
                  <a:lnTo>
                    <a:pt x="758384" y="244807"/>
                  </a:lnTo>
                  <a:lnTo>
                    <a:pt x="759080" y="237998"/>
                  </a:lnTo>
                  <a:lnTo>
                    <a:pt x="759776" y="230555"/>
                  </a:lnTo>
                  <a:lnTo>
                    <a:pt x="760473" y="224562"/>
                  </a:lnTo>
                  <a:lnTo>
                    <a:pt x="761169" y="217895"/>
                  </a:lnTo>
                  <a:lnTo>
                    <a:pt x="761865" y="212537"/>
                  </a:lnTo>
                  <a:lnTo>
                    <a:pt x="762561" y="208042"/>
                  </a:lnTo>
                  <a:lnTo>
                    <a:pt x="763257" y="204648"/>
                  </a:lnTo>
                  <a:lnTo>
                    <a:pt x="763953" y="200124"/>
                  </a:lnTo>
                  <a:lnTo>
                    <a:pt x="764650" y="193249"/>
                  </a:lnTo>
                  <a:lnTo>
                    <a:pt x="765346" y="184552"/>
                  </a:lnTo>
                  <a:lnTo>
                    <a:pt x="766042" y="175010"/>
                  </a:lnTo>
                  <a:lnTo>
                    <a:pt x="766738" y="166581"/>
                  </a:lnTo>
                  <a:lnTo>
                    <a:pt x="767434" y="158381"/>
                  </a:lnTo>
                  <a:lnTo>
                    <a:pt x="768130" y="150217"/>
                  </a:lnTo>
                  <a:lnTo>
                    <a:pt x="768827" y="142639"/>
                  </a:lnTo>
                  <a:lnTo>
                    <a:pt x="769523" y="135103"/>
                  </a:lnTo>
                  <a:lnTo>
                    <a:pt x="770219" y="128941"/>
                  </a:lnTo>
                  <a:lnTo>
                    <a:pt x="770915" y="122490"/>
                  </a:lnTo>
                  <a:lnTo>
                    <a:pt x="771611" y="116668"/>
                  </a:lnTo>
                  <a:lnTo>
                    <a:pt x="772308" y="111579"/>
                  </a:lnTo>
                  <a:lnTo>
                    <a:pt x="773004" y="104560"/>
                  </a:lnTo>
                  <a:lnTo>
                    <a:pt x="773700" y="97541"/>
                  </a:lnTo>
                  <a:lnTo>
                    <a:pt x="774396" y="90877"/>
                  </a:lnTo>
                  <a:lnTo>
                    <a:pt x="775092" y="84885"/>
                  </a:lnTo>
                  <a:lnTo>
                    <a:pt x="775788" y="82758"/>
                  </a:lnTo>
                  <a:lnTo>
                    <a:pt x="776485" y="83140"/>
                  </a:lnTo>
                  <a:lnTo>
                    <a:pt x="777181" y="83140"/>
                  </a:lnTo>
                  <a:lnTo>
                    <a:pt x="777877" y="81433"/>
                  </a:lnTo>
                  <a:lnTo>
                    <a:pt x="778573" y="80978"/>
                  </a:lnTo>
                  <a:lnTo>
                    <a:pt x="779269" y="80229"/>
                  </a:lnTo>
                  <a:lnTo>
                    <a:pt x="779965" y="79481"/>
                  </a:lnTo>
                  <a:lnTo>
                    <a:pt x="780662" y="78430"/>
                  </a:lnTo>
                  <a:lnTo>
                    <a:pt x="781358" y="76456"/>
                  </a:lnTo>
                  <a:lnTo>
                    <a:pt x="782054" y="74279"/>
                  </a:lnTo>
                  <a:lnTo>
                    <a:pt x="782750" y="71435"/>
                  </a:lnTo>
                  <a:lnTo>
                    <a:pt x="783446" y="70127"/>
                  </a:lnTo>
                  <a:lnTo>
                    <a:pt x="784143" y="68820"/>
                  </a:lnTo>
                  <a:lnTo>
                    <a:pt x="784839" y="67230"/>
                  </a:lnTo>
                  <a:lnTo>
                    <a:pt x="785535" y="66634"/>
                  </a:lnTo>
                  <a:lnTo>
                    <a:pt x="786231" y="65582"/>
                  </a:lnTo>
                  <a:lnTo>
                    <a:pt x="786927" y="64231"/>
                  </a:lnTo>
                  <a:lnTo>
                    <a:pt x="787623" y="61972"/>
                  </a:lnTo>
                  <a:lnTo>
                    <a:pt x="788320" y="60609"/>
                  </a:lnTo>
                  <a:lnTo>
                    <a:pt x="789016" y="59861"/>
                  </a:lnTo>
                  <a:lnTo>
                    <a:pt x="789712" y="58387"/>
                  </a:lnTo>
                  <a:lnTo>
                    <a:pt x="790408" y="57317"/>
                  </a:lnTo>
                  <a:lnTo>
                    <a:pt x="791104" y="56246"/>
                  </a:lnTo>
                  <a:lnTo>
                    <a:pt x="791800" y="56410"/>
                  </a:lnTo>
                  <a:lnTo>
                    <a:pt x="792497" y="54854"/>
                  </a:lnTo>
                  <a:lnTo>
                    <a:pt x="793193" y="53378"/>
                  </a:lnTo>
                  <a:lnTo>
                    <a:pt x="793889" y="52802"/>
                  </a:lnTo>
                  <a:lnTo>
                    <a:pt x="794585" y="53617"/>
                  </a:lnTo>
                  <a:lnTo>
                    <a:pt x="795281" y="53821"/>
                  </a:lnTo>
                  <a:lnTo>
                    <a:pt x="795977" y="53244"/>
                  </a:lnTo>
                  <a:lnTo>
                    <a:pt x="796674" y="53341"/>
                  </a:lnTo>
                  <a:lnTo>
                    <a:pt x="797370" y="53030"/>
                  </a:lnTo>
                  <a:lnTo>
                    <a:pt x="798066" y="53560"/>
                  </a:lnTo>
                  <a:lnTo>
                    <a:pt x="798762" y="53971"/>
                  </a:lnTo>
                  <a:lnTo>
                    <a:pt x="799458" y="54832"/>
                  </a:lnTo>
                  <a:lnTo>
                    <a:pt x="800155" y="57652"/>
                  </a:lnTo>
                  <a:lnTo>
                    <a:pt x="800851" y="63742"/>
                  </a:lnTo>
                  <a:lnTo>
                    <a:pt x="801547" y="69909"/>
                  </a:lnTo>
                  <a:lnTo>
                    <a:pt x="802243" y="74451"/>
                  </a:lnTo>
                  <a:lnTo>
                    <a:pt x="802939" y="81226"/>
                  </a:lnTo>
                  <a:lnTo>
                    <a:pt x="803635" y="87964"/>
                  </a:lnTo>
                  <a:lnTo>
                    <a:pt x="804332" y="93540"/>
                  </a:lnTo>
                  <a:lnTo>
                    <a:pt x="805028" y="97879"/>
                  </a:lnTo>
                  <a:lnTo>
                    <a:pt x="805724" y="99092"/>
                  </a:lnTo>
                  <a:lnTo>
                    <a:pt x="806420" y="100488"/>
                  </a:lnTo>
                  <a:lnTo>
                    <a:pt x="807116" y="101424"/>
                  </a:lnTo>
                  <a:lnTo>
                    <a:pt x="807812" y="101746"/>
                  </a:lnTo>
                  <a:lnTo>
                    <a:pt x="808509" y="103095"/>
                  </a:lnTo>
                  <a:lnTo>
                    <a:pt x="809205" y="104446"/>
                  </a:lnTo>
                  <a:lnTo>
                    <a:pt x="809901" y="106632"/>
                  </a:lnTo>
                  <a:lnTo>
                    <a:pt x="810597" y="108714"/>
                  </a:lnTo>
                  <a:lnTo>
                    <a:pt x="811293" y="106478"/>
                  </a:lnTo>
                  <a:lnTo>
                    <a:pt x="811990" y="99723"/>
                  </a:lnTo>
                  <a:lnTo>
                    <a:pt x="812686" y="95320"/>
                  </a:lnTo>
                  <a:lnTo>
                    <a:pt x="813382" y="92051"/>
                  </a:lnTo>
                  <a:lnTo>
                    <a:pt x="814078" y="88099"/>
                  </a:lnTo>
                  <a:lnTo>
                    <a:pt x="814774" y="85297"/>
                  </a:lnTo>
                  <a:lnTo>
                    <a:pt x="815470" y="81874"/>
                  </a:lnTo>
                  <a:lnTo>
                    <a:pt x="816167" y="81699"/>
                  </a:lnTo>
                  <a:lnTo>
                    <a:pt x="816863" y="82896"/>
                  </a:lnTo>
                  <a:lnTo>
                    <a:pt x="817559" y="84549"/>
                  </a:lnTo>
                  <a:lnTo>
                    <a:pt x="818255" y="83969"/>
                  </a:lnTo>
                  <a:lnTo>
                    <a:pt x="818951" y="81727"/>
                  </a:lnTo>
                  <a:lnTo>
                    <a:pt x="819647" y="79484"/>
                  </a:lnTo>
                  <a:lnTo>
                    <a:pt x="820344" y="76098"/>
                  </a:lnTo>
                  <a:lnTo>
                    <a:pt x="821040" y="73965"/>
                  </a:lnTo>
                  <a:lnTo>
                    <a:pt x="821736" y="72546"/>
                  </a:lnTo>
                  <a:lnTo>
                    <a:pt x="822432" y="74234"/>
                  </a:lnTo>
                  <a:lnTo>
                    <a:pt x="823128" y="75169"/>
                  </a:lnTo>
                  <a:lnTo>
                    <a:pt x="823824" y="74856"/>
                  </a:lnTo>
                  <a:lnTo>
                    <a:pt x="824521" y="74002"/>
                  </a:lnTo>
                  <a:lnTo>
                    <a:pt x="825217" y="73757"/>
                  </a:lnTo>
                  <a:lnTo>
                    <a:pt x="825913" y="74816"/>
                  </a:lnTo>
                  <a:lnTo>
                    <a:pt x="826609" y="76126"/>
                  </a:lnTo>
                  <a:lnTo>
                    <a:pt x="827305" y="74598"/>
                  </a:lnTo>
                  <a:lnTo>
                    <a:pt x="828002" y="73692"/>
                  </a:lnTo>
                  <a:lnTo>
                    <a:pt x="828698" y="73857"/>
                  </a:lnTo>
                  <a:lnTo>
                    <a:pt x="829394" y="72002"/>
                  </a:lnTo>
                  <a:lnTo>
                    <a:pt x="830090" y="69976"/>
                  </a:lnTo>
                  <a:lnTo>
                    <a:pt x="830786" y="69196"/>
                  </a:lnTo>
                  <a:lnTo>
                    <a:pt x="831482" y="67746"/>
                  </a:lnTo>
                  <a:lnTo>
                    <a:pt x="832179" y="66296"/>
                  </a:lnTo>
                  <a:lnTo>
                    <a:pt x="832875" y="65461"/>
                  </a:lnTo>
                  <a:lnTo>
                    <a:pt x="833571" y="63391"/>
                  </a:lnTo>
                  <a:lnTo>
                    <a:pt x="834267" y="61265"/>
                  </a:lnTo>
                  <a:lnTo>
                    <a:pt x="834963" y="59361"/>
                  </a:lnTo>
                  <a:lnTo>
                    <a:pt x="835659" y="55350"/>
                  </a:lnTo>
                  <a:lnTo>
                    <a:pt x="836356" y="49891"/>
                  </a:lnTo>
                  <a:lnTo>
                    <a:pt x="837052" y="46761"/>
                  </a:lnTo>
                  <a:lnTo>
                    <a:pt x="837748" y="45803"/>
                  </a:lnTo>
                  <a:lnTo>
                    <a:pt x="838444" y="43249"/>
                  </a:lnTo>
                  <a:lnTo>
                    <a:pt x="839140" y="42995"/>
                  </a:lnTo>
                  <a:lnTo>
                    <a:pt x="839837" y="45648"/>
                  </a:lnTo>
                  <a:lnTo>
                    <a:pt x="840533" y="49212"/>
                  </a:lnTo>
                  <a:lnTo>
                    <a:pt x="841229" y="55385"/>
                  </a:lnTo>
                  <a:lnTo>
                    <a:pt x="841925" y="61373"/>
                  </a:lnTo>
                  <a:lnTo>
                    <a:pt x="842621" y="67361"/>
                  </a:lnTo>
                  <a:lnTo>
                    <a:pt x="843317" y="73396"/>
                  </a:lnTo>
                  <a:lnTo>
                    <a:pt x="844014" y="80000"/>
                  </a:lnTo>
                  <a:lnTo>
                    <a:pt x="844710" y="86604"/>
                  </a:lnTo>
                  <a:lnTo>
                    <a:pt x="845406" y="92401"/>
                  </a:lnTo>
                  <a:lnTo>
                    <a:pt x="846102" y="98707"/>
                  </a:lnTo>
                  <a:lnTo>
                    <a:pt x="846798" y="106002"/>
                  </a:lnTo>
                  <a:lnTo>
                    <a:pt x="847494" y="113428"/>
                  </a:lnTo>
                  <a:lnTo>
                    <a:pt x="848191" y="120884"/>
                  </a:lnTo>
                  <a:lnTo>
                    <a:pt x="848887" y="128507"/>
                  </a:lnTo>
                  <a:lnTo>
                    <a:pt x="849583" y="134945"/>
                  </a:lnTo>
                  <a:lnTo>
                    <a:pt x="850279" y="140071"/>
                  </a:lnTo>
                  <a:lnTo>
                    <a:pt x="850975" y="145525"/>
                  </a:lnTo>
                  <a:lnTo>
                    <a:pt x="851672" y="148326"/>
                  </a:lnTo>
                  <a:lnTo>
                    <a:pt x="852368" y="150083"/>
                  </a:lnTo>
                  <a:lnTo>
                    <a:pt x="853064" y="152509"/>
                  </a:lnTo>
                  <a:lnTo>
                    <a:pt x="853760" y="156911"/>
                  </a:lnTo>
                  <a:lnTo>
                    <a:pt x="854456" y="160898"/>
                  </a:lnTo>
                  <a:lnTo>
                    <a:pt x="855152" y="164883"/>
                  </a:lnTo>
                  <a:lnTo>
                    <a:pt x="855849" y="170295"/>
                  </a:lnTo>
                  <a:lnTo>
                    <a:pt x="856545" y="175995"/>
                  </a:lnTo>
                  <a:lnTo>
                    <a:pt x="857241" y="181311"/>
                  </a:lnTo>
                  <a:lnTo>
                    <a:pt x="857937" y="184943"/>
                  </a:lnTo>
                  <a:lnTo>
                    <a:pt x="858633" y="188900"/>
                  </a:lnTo>
                  <a:lnTo>
                    <a:pt x="859329" y="194820"/>
                  </a:lnTo>
                  <a:lnTo>
                    <a:pt x="860026" y="201282"/>
                  </a:lnTo>
                  <a:lnTo>
                    <a:pt x="860722" y="207745"/>
                  </a:lnTo>
                  <a:lnTo>
                    <a:pt x="861418" y="213105"/>
                  </a:lnTo>
                  <a:lnTo>
                    <a:pt x="862114" y="216368"/>
                  </a:lnTo>
                  <a:lnTo>
                    <a:pt x="862810" y="221234"/>
                  </a:lnTo>
                  <a:lnTo>
                    <a:pt x="863506" y="224769"/>
                  </a:lnTo>
                  <a:lnTo>
                    <a:pt x="864203" y="227998"/>
                  </a:lnTo>
                  <a:lnTo>
                    <a:pt x="864899" y="231457"/>
                  </a:lnTo>
                  <a:lnTo>
                    <a:pt x="865595" y="235085"/>
                  </a:lnTo>
                  <a:lnTo>
                    <a:pt x="866291" y="239283"/>
                  </a:lnTo>
                  <a:lnTo>
                    <a:pt x="866987" y="242285"/>
                  </a:lnTo>
                  <a:lnTo>
                    <a:pt x="867684" y="244037"/>
                  </a:lnTo>
                  <a:lnTo>
                    <a:pt x="868380" y="246246"/>
                  </a:lnTo>
                  <a:lnTo>
                    <a:pt x="869076" y="248041"/>
                  </a:lnTo>
                  <a:lnTo>
                    <a:pt x="869772" y="249973"/>
                  </a:lnTo>
                  <a:lnTo>
                    <a:pt x="870468" y="250634"/>
                  </a:lnTo>
                  <a:lnTo>
                    <a:pt x="871164" y="253451"/>
                  </a:lnTo>
                  <a:lnTo>
                    <a:pt x="871861" y="255078"/>
                  </a:lnTo>
                  <a:lnTo>
                    <a:pt x="872557" y="257507"/>
                  </a:lnTo>
                  <a:lnTo>
                    <a:pt x="873253" y="258597"/>
                  </a:lnTo>
                  <a:lnTo>
                    <a:pt x="873949" y="259367"/>
                  </a:lnTo>
                  <a:lnTo>
                    <a:pt x="874645" y="257190"/>
                  </a:lnTo>
                  <a:lnTo>
                    <a:pt x="875341" y="251858"/>
                  </a:lnTo>
                  <a:lnTo>
                    <a:pt x="876038" y="245436"/>
                  </a:lnTo>
                  <a:lnTo>
                    <a:pt x="876734" y="238439"/>
                  </a:lnTo>
                  <a:lnTo>
                    <a:pt x="877430" y="231522"/>
                  </a:lnTo>
                  <a:lnTo>
                    <a:pt x="878126" y="225748"/>
                  </a:lnTo>
                  <a:lnTo>
                    <a:pt x="878822" y="219327"/>
                  </a:lnTo>
                  <a:lnTo>
                    <a:pt x="879519" y="213767"/>
                  </a:lnTo>
                  <a:lnTo>
                    <a:pt x="880215" y="207068"/>
                  </a:lnTo>
                  <a:lnTo>
                    <a:pt x="880911" y="199569"/>
                  </a:lnTo>
                  <a:lnTo>
                    <a:pt x="881607" y="190350"/>
                  </a:lnTo>
                  <a:lnTo>
                    <a:pt x="882303" y="182933"/>
                  </a:lnTo>
                  <a:lnTo>
                    <a:pt x="882999" y="175265"/>
                  </a:lnTo>
                  <a:lnTo>
                    <a:pt x="883696" y="164623"/>
                  </a:lnTo>
                  <a:lnTo>
                    <a:pt x="884392" y="153218"/>
                  </a:lnTo>
                  <a:lnTo>
                    <a:pt x="885088" y="143261"/>
                  </a:lnTo>
                  <a:lnTo>
                    <a:pt x="885784" y="133789"/>
                  </a:lnTo>
                  <a:lnTo>
                    <a:pt x="886480" y="126702"/>
                  </a:lnTo>
                  <a:lnTo>
                    <a:pt x="887176" y="118688"/>
                  </a:lnTo>
                  <a:lnTo>
                    <a:pt x="887873" y="111813"/>
                  </a:lnTo>
                  <a:lnTo>
                    <a:pt x="888569" y="105241"/>
                  </a:lnTo>
                  <a:lnTo>
                    <a:pt x="889265" y="99418"/>
                  </a:lnTo>
                  <a:lnTo>
                    <a:pt x="889961" y="94138"/>
                  </a:lnTo>
                  <a:lnTo>
                    <a:pt x="890657" y="88790"/>
                  </a:lnTo>
                  <a:lnTo>
                    <a:pt x="891353" y="82802"/>
                  </a:lnTo>
                  <a:lnTo>
                    <a:pt x="892050" y="76527"/>
                  </a:lnTo>
                  <a:lnTo>
                    <a:pt x="892746" y="69921"/>
                  </a:lnTo>
                  <a:lnTo>
                    <a:pt x="893442" y="64862"/>
                  </a:lnTo>
                  <a:lnTo>
                    <a:pt x="894138" y="63466"/>
                  </a:lnTo>
                  <a:lnTo>
                    <a:pt x="894834" y="64189"/>
                  </a:lnTo>
                  <a:lnTo>
                    <a:pt x="895531" y="64123"/>
                  </a:lnTo>
                  <a:lnTo>
                    <a:pt x="896227" y="61880"/>
                  </a:lnTo>
                  <a:lnTo>
                    <a:pt x="896923" y="60136"/>
                  </a:lnTo>
                  <a:lnTo>
                    <a:pt x="897619" y="60239"/>
                  </a:lnTo>
                  <a:lnTo>
                    <a:pt x="898315" y="58985"/>
                  </a:lnTo>
                  <a:lnTo>
                    <a:pt x="899011" y="57372"/>
                  </a:lnTo>
                  <a:lnTo>
                    <a:pt x="899708" y="52336"/>
                  </a:lnTo>
                  <a:lnTo>
                    <a:pt x="900404" y="48536"/>
                  </a:lnTo>
                  <a:lnTo>
                    <a:pt x="901100" y="43806"/>
                  </a:lnTo>
                  <a:lnTo>
                    <a:pt x="901796" y="37644"/>
                  </a:lnTo>
                  <a:lnTo>
                    <a:pt x="902492" y="32678"/>
                  </a:lnTo>
                  <a:lnTo>
                    <a:pt x="903188" y="29528"/>
                  </a:lnTo>
                  <a:lnTo>
                    <a:pt x="903885" y="25293"/>
                  </a:lnTo>
                  <a:lnTo>
                    <a:pt x="904581" y="20445"/>
                  </a:lnTo>
                  <a:lnTo>
                    <a:pt x="905277" y="14533"/>
                  </a:lnTo>
                  <a:lnTo>
                    <a:pt x="905973" y="9671"/>
                  </a:lnTo>
                  <a:lnTo>
                    <a:pt x="906669" y="5504"/>
                  </a:lnTo>
                  <a:lnTo>
                    <a:pt x="907366" y="3095"/>
                  </a:lnTo>
                  <a:lnTo>
                    <a:pt x="908062" y="946"/>
                  </a:lnTo>
                  <a:lnTo>
                    <a:pt x="908758" y="0"/>
                  </a:lnTo>
                  <a:lnTo>
                    <a:pt x="909454" y="1074"/>
                  </a:lnTo>
                  <a:lnTo>
                    <a:pt x="910150" y="3403"/>
                  </a:lnTo>
                  <a:lnTo>
                    <a:pt x="910846" y="4679"/>
                  </a:lnTo>
                  <a:lnTo>
                    <a:pt x="911543" y="6912"/>
                  </a:lnTo>
                  <a:lnTo>
                    <a:pt x="912239" y="9542"/>
                  </a:lnTo>
                  <a:lnTo>
                    <a:pt x="912935" y="10452"/>
                  </a:lnTo>
                  <a:lnTo>
                    <a:pt x="913631" y="11143"/>
                  </a:lnTo>
                  <a:lnTo>
                    <a:pt x="914327" y="13660"/>
                  </a:lnTo>
                  <a:lnTo>
                    <a:pt x="915023" y="16602"/>
                  </a:lnTo>
                  <a:lnTo>
                    <a:pt x="915720" y="20683"/>
                  </a:lnTo>
                  <a:lnTo>
                    <a:pt x="916416" y="27504"/>
                  </a:lnTo>
                  <a:lnTo>
                    <a:pt x="917112" y="34660"/>
                  </a:lnTo>
                  <a:lnTo>
                    <a:pt x="917808" y="39680"/>
                  </a:lnTo>
                  <a:lnTo>
                    <a:pt x="918504" y="45297"/>
                  </a:lnTo>
                  <a:lnTo>
                    <a:pt x="919201" y="52092"/>
                  </a:lnTo>
                  <a:lnTo>
                    <a:pt x="919897" y="59176"/>
                  </a:lnTo>
                  <a:lnTo>
                    <a:pt x="920593" y="67518"/>
                  </a:lnTo>
                  <a:lnTo>
                    <a:pt x="921289" y="78655"/>
                  </a:lnTo>
                  <a:lnTo>
                    <a:pt x="921985" y="87983"/>
                  </a:lnTo>
                  <a:lnTo>
                    <a:pt x="922681" y="98654"/>
                  </a:lnTo>
                  <a:lnTo>
                    <a:pt x="923378" y="109465"/>
                  </a:lnTo>
                  <a:lnTo>
                    <a:pt x="924074" y="120031"/>
                  </a:lnTo>
                  <a:lnTo>
                    <a:pt x="924770" y="129791"/>
                  </a:lnTo>
                  <a:lnTo>
                    <a:pt x="925466" y="138481"/>
                  </a:lnTo>
                  <a:lnTo>
                    <a:pt x="926162" y="147241"/>
                  </a:lnTo>
                  <a:lnTo>
                    <a:pt x="926858" y="156586"/>
                  </a:lnTo>
                  <a:lnTo>
                    <a:pt x="927555" y="164145"/>
                  </a:lnTo>
                  <a:lnTo>
                    <a:pt x="928251" y="173521"/>
                  </a:lnTo>
                  <a:lnTo>
                    <a:pt x="928947" y="178566"/>
                  </a:lnTo>
                  <a:lnTo>
                    <a:pt x="929643" y="178509"/>
                  </a:lnTo>
                  <a:lnTo>
                    <a:pt x="930339" y="175746"/>
                  </a:lnTo>
                  <a:lnTo>
                    <a:pt x="931035" y="173242"/>
                  </a:lnTo>
                  <a:lnTo>
                    <a:pt x="931732" y="171623"/>
                  </a:lnTo>
                  <a:lnTo>
                    <a:pt x="932428" y="170389"/>
                  </a:lnTo>
                  <a:lnTo>
                    <a:pt x="933124" y="168353"/>
                  </a:lnTo>
                  <a:lnTo>
                    <a:pt x="933820" y="168022"/>
                  </a:lnTo>
                  <a:lnTo>
                    <a:pt x="934516" y="170042"/>
                  </a:lnTo>
                  <a:lnTo>
                    <a:pt x="935213" y="174723"/>
                  </a:lnTo>
                  <a:lnTo>
                    <a:pt x="935909" y="180073"/>
                  </a:lnTo>
                  <a:lnTo>
                    <a:pt x="936605" y="185096"/>
                  </a:lnTo>
                  <a:lnTo>
                    <a:pt x="937301" y="190435"/>
                  </a:lnTo>
                  <a:lnTo>
                    <a:pt x="937997" y="196560"/>
                  </a:lnTo>
                  <a:lnTo>
                    <a:pt x="938693" y="202469"/>
                  </a:lnTo>
                  <a:lnTo>
                    <a:pt x="939390" y="209619"/>
                  </a:lnTo>
                  <a:lnTo>
                    <a:pt x="940086" y="220416"/>
                  </a:lnTo>
                  <a:lnTo>
                    <a:pt x="940782" y="232683"/>
                  </a:lnTo>
                  <a:lnTo>
                    <a:pt x="941478" y="245439"/>
                  </a:lnTo>
                  <a:lnTo>
                    <a:pt x="942174" y="258613"/>
                  </a:lnTo>
                  <a:lnTo>
                    <a:pt x="942870" y="272693"/>
                  </a:lnTo>
                  <a:lnTo>
                    <a:pt x="943567" y="286970"/>
                  </a:lnTo>
                  <a:lnTo>
                    <a:pt x="944263" y="301331"/>
                  </a:lnTo>
                  <a:lnTo>
                    <a:pt x="944959" y="313600"/>
                  </a:lnTo>
                  <a:lnTo>
                    <a:pt x="945655" y="321948"/>
                  </a:lnTo>
                  <a:lnTo>
                    <a:pt x="946351" y="331547"/>
                  </a:lnTo>
                  <a:lnTo>
                    <a:pt x="947048" y="341075"/>
                  </a:lnTo>
                  <a:lnTo>
                    <a:pt x="947744" y="348650"/>
                  </a:lnTo>
                  <a:lnTo>
                    <a:pt x="948440" y="356551"/>
                  </a:lnTo>
                  <a:lnTo>
                    <a:pt x="949136" y="363524"/>
                  </a:lnTo>
                  <a:lnTo>
                    <a:pt x="949832" y="368656"/>
                  </a:lnTo>
                  <a:lnTo>
                    <a:pt x="950528" y="370340"/>
                  </a:lnTo>
                  <a:lnTo>
                    <a:pt x="951225" y="372024"/>
                  </a:lnTo>
                  <a:lnTo>
                    <a:pt x="951921" y="371381"/>
                  </a:lnTo>
                  <a:lnTo>
                    <a:pt x="952617" y="369622"/>
                  </a:lnTo>
                  <a:lnTo>
                    <a:pt x="953313" y="368520"/>
                  </a:lnTo>
                  <a:lnTo>
                    <a:pt x="954009" y="367560"/>
                  </a:lnTo>
                  <a:lnTo>
                    <a:pt x="954705" y="365982"/>
                  </a:lnTo>
                  <a:lnTo>
                    <a:pt x="955402" y="364005"/>
                  </a:lnTo>
                  <a:lnTo>
                    <a:pt x="956098" y="359937"/>
                  </a:lnTo>
                  <a:lnTo>
                    <a:pt x="956794" y="352468"/>
                  </a:lnTo>
                  <a:lnTo>
                    <a:pt x="957490" y="346817"/>
                  </a:lnTo>
                  <a:lnTo>
                    <a:pt x="958186" y="341409"/>
                  </a:lnTo>
                  <a:lnTo>
                    <a:pt x="958882" y="335892"/>
                  </a:lnTo>
                  <a:lnTo>
                    <a:pt x="959579" y="330258"/>
                  </a:lnTo>
                  <a:lnTo>
                    <a:pt x="960275" y="325957"/>
                  </a:lnTo>
                  <a:lnTo>
                    <a:pt x="960971" y="322726"/>
                  </a:lnTo>
                  <a:lnTo>
                    <a:pt x="961667" y="318879"/>
                  </a:lnTo>
                  <a:lnTo>
                    <a:pt x="962363" y="315086"/>
                  </a:lnTo>
                  <a:lnTo>
                    <a:pt x="963060" y="310953"/>
                  </a:lnTo>
                  <a:lnTo>
                    <a:pt x="963756" y="304351"/>
                  </a:lnTo>
                  <a:lnTo>
                    <a:pt x="964452" y="299991"/>
                  </a:lnTo>
                  <a:lnTo>
                    <a:pt x="965148" y="298475"/>
                  </a:lnTo>
                  <a:lnTo>
                    <a:pt x="965844" y="297051"/>
                  </a:lnTo>
                  <a:lnTo>
                    <a:pt x="966540" y="295377"/>
                  </a:lnTo>
                  <a:lnTo>
                    <a:pt x="967237" y="294993"/>
                  </a:lnTo>
                  <a:lnTo>
                    <a:pt x="967933" y="293154"/>
                  </a:lnTo>
                  <a:lnTo>
                    <a:pt x="968629" y="291825"/>
                  </a:lnTo>
                  <a:lnTo>
                    <a:pt x="969325" y="289263"/>
                  </a:lnTo>
                  <a:lnTo>
                    <a:pt x="970021" y="285477"/>
                  </a:lnTo>
                  <a:lnTo>
                    <a:pt x="970717" y="282439"/>
                  </a:lnTo>
                  <a:lnTo>
                    <a:pt x="971414" y="279286"/>
                  </a:lnTo>
                  <a:lnTo>
                    <a:pt x="972110" y="276144"/>
                  </a:lnTo>
                  <a:lnTo>
                    <a:pt x="972806" y="272214"/>
                  </a:lnTo>
                  <a:lnTo>
                    <a:pt x="973502" y="269478"/>
                  </a:lnTo>
                  <a:lnTo>
                    <a:pt x="974198" y="266991"/>
                  </a:lnTo>
                  <a:lnTo>
                    <a:pt x="974895" y="263894"/>
                  </a:lnTo>
                  <a:lnTo>
                    <a:pt x="975591" y="258790"/>
                  </a:lnTo>
                  <a:lnTo>
                    <a:pt x="976287" y="252026"/>
                  </a:lnTo>
                  <a:lnTo>
                    <a:pt x="976983" y="244388"/>
                  </a:lnTo>
                  <a:lnTo>
                    <a:pt x="977679" y="235773"/>
                  </a:lnTo>
                  <a:lnTo>
                    <a:pt x="978375" y="225684"/>
                  </a:lnTo>
                  <a:lnTo>
                    <a:pt x="979072" y="214579"/>
                  </a:lnTo>
                  <a:lnTo>
                    <a:pt x="979768" y="204084"/>
                  </a:lnTo>
                  <a:lnTo>
                    <a:pt x="980464" y="193940"/>
                  </a:lnTo>
                  <a:lnTo>
                    <a:pt x="981160" y="189428"/>
                  </a:lnTo>
                  <a:lnTo>
                    <a:pt x="981856" y="184020"/>
                  </a:lnTo>
                  <a:lnTo>
                    <a:pt x="982552" y="178528"/>
                  </a:lnTo>
                  <a:lnTo>
                    <a:pt x="983249" y="176964"/>
                  </a:lnTo>
                  <a:lnTo>
                    <a:pt x="983945" y="176354"/>
                  </a:lnTo>
                  <a:lnTo>
                    <a:pt x="984641" y="177163"/>
                  </a:lnTo>
                  <a:lnTo>
                    <a:pt x="985337" y="179204"/>
                  </a:lnTo>
                  <a:lnTo>
                    <a:pt x="986033" y="184101"/>
                  </a:lnTo>
                  <a:lnTo>
                    <a:pt x="986729" y="189277"/>
                  </a:lnTo>
                  <a:lnTo>
                    <a:pt x="987426" y="194174"/>
                  </a:lnTo>
                  <a:lnTo>
                    <a:pt x="988122" y="199233"/>
                  </a:lnTo>
                  <a:lnTo>
                    <a:pt x="988818" y="204293"/>
                  </a:lnTo>
                  <a:lnTo>
                    <a:pt x="989514" y="210432"/>
                  </a:lnTo>
                  <a:lnTo>
                    <a:pt x="990210" y="216768"/>
                  </a:lnTo>
                  <a:lnTo>
                    <a:pt x="990907" y="223464"/>
                  </a:lnTo>
                  <a:lnTo>
                    <a:pt x="991603" y="228799"/>
                  </a:lnTo>
                  <a:lnTo>
                    <a:pt x="992299" y="233794"/>
                  </a:lnTo>
                  <a:lnTo>
                    <a:pt x="992995" y="236984"/>
                  </a:lnTo>
                  <a:lnTo>
                    <a:pt x="993691" y="238203"/>
                  </a:lnTo>
                  <a:lnTo>
                    <a:pt x="994387" y="238845"/>
                  </a:lnTo>
                  <a:lnTo>
                    <a:pt x="995084" y="238729"/>
                  </a:lnTo>
                  <a:lnTo>
                    <a:pt x="995780" y="236479"/>
                  </a:lnTo>
                  <a:lnTo>
                    <a:pt x="996476" y="233661"/>
                  </a:lnTo>
                  <a:lnTo>
                    <a:pt x="997172" y="231035"/>
                  </a:lnTo>
                  <a:lnTo>
                    <a:pt x="997868" y="229858"/>
                  </a:lnTo>
                  <a:lnTo>
                    <a:pt x="998564" y="230808"/>
                  </a:lnTo>
                  <a:lnTo>
                    <a:pt x="999261" y="232410"/>
                  </a:lnTo>
                  <a:lnTo>
                    <a:pt x="999957" y="232247"/>
                  </a:lnTo>
                  <a:lnTo>
                    <a:pt x="1000653" y="231259"/>
                  </a:lnTo>
                  <a:lnTo>
                    <a:pt x="1001349" y="230479"/>
                  </a:lnTo>
                  <a:lnTo>
                    <a:pt x="1002045" y="230479"/>
                  </a:lnTo>
                  <a:lnTo>
                    <a:pt x="1002742" y="231188"/>
                  </a:lnTo>
                  <a:lnTo>
                    <a:pt x="1003438" y="233660"/>
                  </a:lnTo>
                  <a:lnTo>
                    <a:pt x="1004134" y="237482"/>
                  </a:lnTo>
                  <a:lnTo>
                    <a:pt x="1004830" y="241885"/>
                  </a:lnTo>
                  <a:lnTo>
                    <a:pt x="1005526" y="246751"/>
                  </a:lnTo>
                  <a:lnTo>
                    <a:pt x="1006222" y="250581"/>
                  </a:lnTo>
                  <a:lnTo>
                    <a:pt x="1006919" y="254083"/>
                  </a:lnTo>
                  <a:lnTo>
                    <a:pt x="1007615" y="258255"/>
                  </a:lnTo>
                  <a:lnTo>
                    <a:pt x="1008311" y="263764"/>
                  </a:lnTo>
                  <a:lnTo>
                    <a:pt x="1009007" y="267292"/>
                  </a:lnTo>
                  <a:lnTo>
                    <a:pt x="1009703" y="269930"/>
                  </a:lnTo>
                  <a:lnTo>
                    <a:pt x="1010399" y="273580"/>
                  </a:lnTo>
                  <a:lnTo>
                    <a:pt x="1011096" y="278563"/>
                  </a:lnTo>
                  <a:lnTo>
                    <a:pt x="1011792" y="283556"/>
                  </a:lnTo>
                  <a:lnTo>
                    <a:pt x="1012488" y="288934"/>
                  </a:lnTo>
                  <a:lnTo>
                    <a:pt x="1013184" y="293167"/>
                  </a:lnTo>
                  <a:lnTo>
                    <a:pt x="1013880" y="297401"/>
                  </a:lnTo>
                  <a:lnTo>
                    <a:pt x="1014577" y="300777"/>
                  </a:lnTo>
                  <a:lnTo>
                    <a:pt x="1015273" y="303104"/>
                  </a:lnTo>
                  <a:lnTo>
                    <a:pt x="1015969" y="304887"/>
                  </a:lnTo>
                  <a:lnTo>
                    <a:pt x="1016665" y="304353"/>
                  </a:lnTo>
                  <a:lnTo>
                    <a:pt x="1017361" y="305023"/>
                  </a:lnTo>
                  <a:lnTo>
                    <a:pt x="1018057" y="306268"/>
                  </a:lnTo>
                  <a:lnTo>
                    <a:pt x="1018754" y="305714"/>
                  </a:lnTo>
                  <a:lnTo>
                    <a:pt x="1019450" y="304955"/>
                  </a:lnTo>
                  <a:lnTo>
                    <a:pt x="1020146" y="302779"/>
                  </a:lnTo>
                  <a:lnTo>
                    <a:pt x="1020842" y="300603"/>
                  </a:lnTo>
                  <a:lnTo>
                    <a:pt x="1021538" y="297163"/>
                  </a:lnTo>
                  <a:lnTo>
                    <a:pt x="1022234" y="293444"/>
                  </a:lnTo>
                  <a:lnTo>
                    <a:pt x="1022931" y="290005"/>
                  </a:lnTo>
                  <a:lnTo>
                    <a:pt x="1023627" y="287829"/>
                  </a:lnTo>
                  <a:lnTo>
                    <a:pt x="1024323" y="285653"/>
                  </a:lnTo>
                  <a:lnTo>
                    <a:pt x="1025019" y="283615"/>
                  </a:lnTo>
                  <a:lnTo>
                    <a:pt x="1025715" y="282507"/>
                  </a:lnTo>
                  <a:lnTo>
                    <a:pt x="1026411" y="281747"/>
                  </a:lnTo>
                  <a:lnTo>
                    <a:pt x="1027108" y="282663"/>
                  </a:lnTo>
                  <a:lnTo>
                    <a:pt x="1027804" y="284496"/>
                  </a:lnTo>
                  <a:lnTo>
                    <a:pt x="1028500" y="286212"/>
                  </a:lnTo>
                  <a:lnTo>
                    <a:pt x="1029196" y="288951"/>
                  </a:lnTo>
                  <a:lnTo>
                    <a:pt x="1029892" y="291690"/>
                  </a:lnTo>
                  <a:lnTo>
                    <a:pt x="1030589" y="295247"/>
                  </a:lnTo>
                  <a:lnTo>
                    <a:pt x="1031285" y="300206"/>
                  </a:lnTo>
                  <a:lnTo>
                    <a:pt x="1031981" y="305733"/>
                  </a:lnTo>
                  <a:lnTo>
                    <a:pt x="1032677" y="311683"/>
                  </a:lnTo>
                  <a:lnTo>
                    <a:pt x="1033373" y="316184"/>
                  </a:lnTo>
                  <a:lnTo>
                    <a:pt x="1034069" y="320988"/>
                  </a:lnTo>
                  <a:lnTo>
                    <a:pt x="1034766" y="325792"/>
                  </a:lnTo>
                  <a:lnTo>
                    <a:pt x="1035462" y="331176"/>
                  </a:lnTo>
                  <a:lnTo>
                    <a:pt x="1036158" y="335980"/>
                  </a:lnTo>
                  <a:lnTo>
                    <a:pt x="1036854" y="339743"/>
                  </a:lnTo>
                  <a:lnTo>
                    <a:pt x="1037550" y="340556"/>
                  </a:lnTo>
                  <a:lnTo>
                    <a:pt x="1038246" y="340276"/>
                  </a:lnTo>
                  <a:lnTo>
                    <a:pt x="1038943" y="338999"/>
                  </a:lnTo>
                  <a:lnTo>
                    <a:pt x="1039639" y="334873"/>
                  </a:lnTo>
                  <a:lnTo>
                    <a:pt x="1040335" y="331051"/>
                  </a:lnTo>
                  <a:lnTo>
                    <a:pt x="1041031" y="327484"/>
                  </a:lnTo>
                  <a:lnTo>
                    <a:pt x="1041727" y="323661"/>
                  </a:lnTo>
                  <a:lnTo>
                    <a:pt x="1042424" y="319838"/>
                  </a:lnTo>
                  <a:lnTo>
                    <a:pt x="1043120" y="316016"/>
                  </a:lnTo>
                  <a:lnTo>
                    <a:pt x="1043816" y="312449"/>
                  </a:lnTo>
                  <a:lnTo>
                    <a:pt x="1044512" y="308627"/>
                  </a:lnTo>
                  <a:lnTo>
                    <a:pt x="1045208" y="304512"/>
                  </a:lnTo>
                  <a:lnTo>
                    <a:pt x="1045904" y="298363"/>
                  </a:lnTo>
                  <a:lnTo>
                    <a:pt x="1046601" y="290881"/>
                  </a:lnTo>
                  <a:lnTo>
                    <a:pt x="1047297" y="284153"/>
                  </a:lnTo>
                  <a:lnTo>
                    <a:pt x="1047993" y="279583"/>
                  </a:lnTo>
                  <a:lnTo>
                    <a:pt x="1048689" y="275389"/>
                  </a:lnTo>
                  <a:lnTo>
                    <a:pt x="1049385" y="271738"/>
                  </a:lnTo>
                  <a:lnTo>
                    <a:pt x="1050081" y="270119"/>
                  </a:lnTo>
                  <a:lnTo>
                    <a:pt x="1050778" y="268499"/>
                  </a:lnTo>
                  <a:lnTo>
                    <a:pt x="1051474" y="267183"/>
                  </a:lnTo>
                  <a:lnTo>
                    <a:pt x="1052170" y="264417"/>
                  </a:lnTo>
                  <a:lnTo>
                    <a:pt x="1052866" y="261082"/>
                  </a:lnTo>
                  <a:lnTo>
                    <a:pt x="1053562" y="257747"/>
                  </a:lnTo>
                  <a:lnTo>
                    <a:pt x="1054258" y="254157"/>
                  </a:lnTo>
                  <a:lnTo>
                    <a:pt x="1054955" y="250566"/>
                  </a:lnTo>
                  <a:lnTo>
                    <a:pt x="1055651" y="247656"/>
                  </a:lnTo>
                  <a:lnTo>
                    <a:pt x="1056347" y="246096"/>
                  </a:lnTo>
                  <a:lnTo>
                    <a:pt x="1057043" y="244536"/>
                  </a:lnTo>
                  <a:lnTo>
                    <a:pt x="1057739" y="241626"/>
                  </a:lnTo>
                  <a:lnTo>
                    <a:pt x="1058436" y="238291"/>
                  </a:lnTo>
                  <a:lnTo>
                    <a:pt x="1059132" y="234956"/>
                  </a:lnTo>
                  <a:lnTo>
                    <a:pt x="1059828" y="231078"/>
                  </a:lnTo>
                  <a:lnTo>
                    <a:pt x="1060524" y="227200"/>
                  </a:lnTo>
                  <a:lnTo>
                    <a:pt x="1061220" y="223321"/>
                  </a:lnTo>
                  <a:lnTo>
                    <a:pt x="1061916" y="219261"/>
                  </a:lnTo>
                  <a:lnTo>
                    <a:pt x="1062613" y="216278"/>
                  </a:lnTo>
                  <a:lnTo>
                    <a:pt x="1063309" y="213933"/>
                  </a:lnTo>
                  <a:lnTo>
                    <a:pt x="1064005" y="211407"/>
                  </a:lnTo>
                  <a:lnTo>
                    <a:pt x="1064701" y="208880"/>
                  </a:lnTo>
                  <a:lnTo>
                    <a:pt x="1065397" y="206354"/>
                  </a:lnTo>
                  <a:lnTo>
                    <a:pt x="1066093" y="203828"/>
                  </a:lnTo>
                  <a:lnTo>
                    <a:pt x="1066790" y="200758"/>
                  </a:lnTo>
                  <a:lnTo>
                    <a:pt x="1067486" y="197688"/>
                  </a:lnTo>
                  <a:lnTo>
                    <a:pt x="1068182" y="196100"/>
                  </a:lnTo>
                  <a:lnTo>
                    <a:pt x="1068878" y="195376"/>
                  </a:lnTo>
                  <a:lnTo>
                    <a:pt x="1069574" y="194347"/>
                  </a:lnTo>
                  <a:lnTo>
                    <a:pt x="1070271" y="193318"/>
                  </a:lnTo>
                  <a:lnTo>
                    <a:pt x="1070967" y="192471"/>
                  </a:lnTo>
                  <a:lnTo>
                    <a:pt x="1071663" y="191912"/>
                  </a:lnTo>
                  <a:lnTo>
                    <a:pt x="1072359" y="192649"/>
                  </a:lnTo>
                  <a:lnTo>
                    <a:pt x="1073055" y="196336"/>
                  </a:lnTo>
                  <a:lnTo>
                    <a:pt x="1073751" y="200408"/>
                  </a:lnTo>
                  <a:lnTo>
                    <a:pt x="1074448" y="205088"/>
                  </a:lnTo>
                  <a:lnTo>
                    <a:pt x="1075144" y="212307"/>
                  </a:lnTo>
                  <a:lnTo>
                    <a:pt x="1075840" y="219526"/>
                  </a:lnTo>
                  <a:lnTo>
                    <a:pt x="1076536" y="226746"/>
                  </a:lnTo>
                  <a:lnTo>
                    <a:pt x="1077232" y="234508"/>
                  </a:lnTo>
                  <a:lnTo>
                    <a:pt x="1077928" y="242599"/>
                  </a:lnTo>
                  <a:lnTo>
                    <a:pt x="1078625" y="250689"/>
                  </a:lnTo>
                  <a:lnTo>
                    <a:pt x="1079321" y="257908"/>
                  </a:lnTo>
                  <a:lnTo>
                    <a:pt x="1080017" y="265998"/>
                  </a:lnTo>
                  <a:lnTo>
                    <a:pt x="1080713" y="274668"/>
                  </a:lnTo>
                  <a:lnTo>
                    <a:pt x="1081409" y="284361"/>
                  </a:lnTo>
                  <a:lnTo>
                    <a:pt x="1082106" y="293439"/>
                  </a:lnTo>
                  <a:lnTo>
                    <a:pt x="1082802" y="301944"/>
                  </a:lnTo>
                  <a:lnTo>
                    <a:pt x="1083498" y="308291"/>
                  </a:lnTo>
                  <a:lnTo>
                    <a:pt x="1084194" y="314263"/>
                  </a:lnTo>
                  <a:lnTo>
                    <a:pt x="1084890" y="319234"/>
                  </a:lnTo>
                  <a:lnTo>
                    <a:pt x="1085586" y="321579"/>
                  </a:lnTo>
                  <a:lnTo>
                    <a:pt x="1086283" y="323924"/>
                  </a:lnTo>
                  <a:lnTo>
                    <a:pt x="1086979" y="325965"/>
                  </a:lnTo>
                  <a:lnTo>
                    <a:pt x="1087675" y="329456"/>
                  </a:lnTo>
                  <a:lnTo>
                    <a:pt x="1088371" y="333576"/>
                  </a:lnTo>
                  <a:lnTo>
                    <a:pt x="1089067" y="337952"/>
                  </a:lnTo>
                  <a:lnTo>
                    <a:pt x="1089763" y="342583"/>
                  </a:lnTo>
                  <a:lnTo>
                    <a:pt x="1090460" y="346959"/>
                  </a:lnTo>
                  <a:lnTo>
                    <a:pt x="1091156" y="351088"/>
                  </a:lnTo>
                  <a:lnTo>
                    <a:pt x="1091852" y="351344"/>
                  </a:lnTo>
                  <a:lnTo>
                    <a:pt x="1092548" y="351600"/>
                  </a:lnTo>
                  <a:lnTo>
                    <a:pt x="1093244" y="353510"/>
                  </a:lnTo>
                  <a:lnTo>
                    <a:pt x="1093940" y="355845"/>
                  </a:lnTo>
                  <a:lnTo>
                    <a:pt x="1094637" y="358179"/>
                  </a:lnTo>
                  <a:lnTo>
                    <a:pt x="1095333" y="361057"/>
                  </a:lnTo>
                  <a:lnTo>
                    <a:pt x="1096029" y="363936"/>
                  </a:lnTo>
                  <a:lnTo>
                    <a:pt x="1096725" y="367106"/>
                  </a:lnTo>
                  <a:lnTo>
                    <a:pt x="1097421" y="368618"/>
                  </a:lnTo>
                  <a:lnTo>
                    <a:pt x="1098118" y="368546"/>
                  </a:lnTo>
                  <a:lnTo>
                    <a:pt x="1098814" y="367836"/>
                  </a:lnTo>
                  <a:lnTo>
                    <a:pt x="1099510" y="366834"/>
                  </a:lnTo>
                  <a:lnTo>
                    <a:pt x="1100206" y="365832"/>
                  </a:lnTo>
                  <a:lnTo>
                    <a:pt x="1100902" y="365122"/>
                  </a:lnTo>
                  <a:lnTo>
                    <a:pt x="1101598" y="363911"/>
                  </a:lnTo>
                  <a:lnTo>
                    <a:pt x="1102295" y="364637"/>
                  </a:lnTo>
                  <a:lnTo>
                    <a:pt x="1102991" y="365362"/>
                  </a:lnTo>
                  <a:lnTo>
                    <a:pt x="1103687" y="364349"/>
                  </a:lnTo>
                  <a:lnTo>
                    <a:pt x="1104383" y="362473"/>
                  </a:lnTo>
                  <a:lnTo>
                    <a:pt x="1105079" y="360598"/>
                  </a:lnTo>
                  <a:lnTo>
                    <a:pt x="1105775" y="358722"/>
                  </a:lnTo>
                  <a:lnTo>
                    <a:pt x="1106472" y="356921"/>
                  </a:lnTo>
                  <a:lnTo>
                    <a:pt x="1107168" y="354577"/>
                  </a:lnTo>
                  <a:lnTo>
                    <a:pt x="1107864" y="351760"/>
                  </a:lnTo>
                  <a:lnTo>
                    <a:pt x="1108560" y="348872"/>
                  </a:lnTo>
                  <a:lnTo>
                    <a:pt x="1109256" y="345983"/>
                  </a:lnTo>
                  <a:lnTo>
                    <a:pt x="1109953" y="341844"/>
                  </a:lnTo>
                  <a:lnTo>
                    <a:pt x="1110649" y="335872"/>
                  </a:lnTo>
                  <a:lnTo>
                    <a:pt x="1111345" y="329341"/>
                  </a:lnTo>
                  <a:lnTo>
                    <a:pt x="1112041" y="321866"/>
                  </a:lnTo>
                  <a:lnTo>
                    <a:pt x="1112737" y="313811"/>
                  </a:lnTo>
                  <a:lnTo>
                    <a:pt x="1113433" y="304374"/>
                  </a:lnTo>
                  <a:lnTo>
                    <a:pt x="1114130" y="295989"/>
                  </a:lnTo>
                  <a:lnTo>
                    <a:pt x="1114826" y="288219"/>
                  </a:lnTo>
                  <a:lnTo>
                    <a:pt x="1115522" y="280448"/>
                  </a:lnTo>
                  <a:lnTo>
                    <a:pt x="1116218" y="272679"/>
                  </a:lnTo>
                  <a:lnTo>
                    <a:pt x="1116914" y="264294"/>
                  </a:lnTo>
                  <a:lnTo>
                    <a:pt x="1117610" y="256038"/>
                  </a:lnTo>
                  <a:lnTo>
                    <a:pt x="1118307" y="247854"/>
                  </a:lnTo>
                  <a:lnTo>
                    <a:pt x="1119003" y="237737"/>
                  </a:lnTo>
                  <a:lnTo>
                    <a:pt x="1119699" y="227168"/>
                  </a:lnTo>
                  <a:lnTo>
                    <a:pt x="1120395" y="218158"/>
                  </a:lnTo>
                  <a:lnTo>
                    <a:pt x="1121091" y="211284"/>
                  </a:lnTo>
                  <a:lnTo>
                    <a:pt x="1121787" y="203937"/>
                  </a:lnTo>
                  <a:lnTo>
                    <a:pt x="1122484" y="197529"/>
                  </a:lnTo>
                  <a:lnTo>
                    <a:pt x="1123180" y="190444"/>
                  </a:lnTo>
                  <a:lnTo>
                    <a:pt x="1123876" y="184292"/>
                  </a:lnTo>
                  <a:lnTo>
                    <a:pt x="1124572" y="176739"/>
                  </a:lnTo>
                  <a:lnTo>
                    <a:pt x="1125268" y="169186"/>
                  </a:lnTo>
                  <a:lnTo>
                    <a:pt x="1125965" y="161274"/>
                  </a:lnTo>
                  <a:lnTo>
                    <a:pt x="1126661" y="152929"/>
                  </a:lnTo>
                  <a:lnTo>
                    <a:pt x="1127357" y="147106"/>
                  </a:lnTo>
                  <a:lnTo>
                    <a:pt x="1128053" y="142357"/>
                  </a:lnTo>
                  <a:lnTo>
                    <a:pt x="1128749" y="138084"/>
                  </a:lnTo>
                  <a:lnTo>
                    <a:pt x="1129445" y="137089"/>
                  </a:lnTo>
                  <a:lnTo>
                    <a:pt x="1130142" y="137089"/>
                  </a:lnTo>
                  <a:lnTo>
                    <a:pt x="1130838" y="136785"/>
                  </a:lnTo>
                  <a:lnTo>
                    <a:pt x="1131534" y="135938"/>
                  </a:lnTo>
                  <a:lnTo>
                    <a:pt x="1132230" y="134798"/>
                  </a:lnTo>
                  <a:lnTo>
                    <a:pt x="1132926" y="135500"/>
                  </a:lnTo>
                  <a:lnTo>
                    <a:pt x="1133622" y="138179"/>
                  </a:lnTo>
                  <a:lnTo>
                    <a:pt x="1134319" y="141415"/>
                  </a:lnTo>
                  <a:lnTo>
                    <a:pt x="1135015" y="144944"/>
                  </a:lnTo>
                  <a:lnTo>
                    <a:pt x="1135711" y="148473"/>
                  </a:lnTo>
                  <a:lnTo>
                    <a:pt x="1136407" y="151709"/>
                  </a:lnTo>
                  <a:lnTo>
                    <a:pt x="1137103" y="155446"/>
                  </a:lnTo>
                  <a:lnTo>
                    <a:pt x="1137800" y="157247"/>
                  </a:lnTo>
                  <a:lnTo>
                    <a:pt x="1138496" y="159048"/>
                  </a:lnTo>
                  <a:lnTo>
                    <a:pt x="1139192" y="161105"/>
                  </a:lnTo>
                  <a:lnTo>
                    <a:pt x="1139888" y="162980"/>
                  </a:lnTo>
                  <a:lnTo>
                    <a:pt x="1140584" y="162841"/>
                  </a:lnTo>
                  <a:lnTo>
                    <a:pt x="1141280" y="162371"/>
                  </a:lnTo>
                  <a:lnTo>
                    <a:pt x="1141977" y="161646"/>
                  </a:lnTo>
                  <a:lnTo>
                    <a:pt x="1142673" y="161177"/>
                  </a:lnTo>
                  <a:lnTo>
                    <a:pt x="1143369" y="161104"/>
                  </a:lnTo>
                  <a:lnTo>
                    <a:pt x="1144065" y="161070"/>
                  </a:lnTo>
                  <a:lnTo>
                    <a:pt x="1144761" y="159326"/>
                  </a:lnTo>
                  <a:lnTo>
                    <a:pt x="1145457" y="158531"/>
                  </a:lnTo>
                  <a:lnTo>
                    <a:pt x="1146154" y="158818"/>
                  </a:lnTo>
                  <a:lnTo>
                    <a:pt x="1146850" y="159666"/>
                  </a:lnTo>
                  <a:lnTo>
                    <a:pt x="1147546" y="161458"/>
                  </a:lnTo>
                  <a:lnTo>
                    <a:pt x="1148242" y="163830"/>
                  </a:lnTo>
                  <a:lnTo>
                    <a:pt x="1148938" y="167223"/>
                  </a:lnTo>
                  <a:lnTo>
                    <a:pt x="1149634" y="169870"/>
                  </a:lnTo>
                  <a:lnTo>
                    <a:pt x="1150331" y="172516"/>
                  </a:lnTo>
                  <a:lnTo>
                    <a:pt x="1151027" y="176548"/>
                  </a:lnTo>
                  <a:lnTo>
                    <a:pt x="1151723" y="180902"/>
                  </a:lnTo>
                  <a:lnTo>
                    <a:pt x="1152419" y="185871"/>
                  </a:lnTo>
                  <a:lnTo>
                    <a:pt x="1153115" y="191326"/>
                  </a:lnTo>
                  <a:lnTo>
                    <a:pt x="1153812" y="196417"/>
                  </a:lnTo>
                  <a:lnTo>
                    <a:pt x="1154508" y="203467"/>
                  </a:lnTo>
                  <a:lnTo>
                    <a:pt x="1155204" y="212729"/>
                  </a:lnTo>
                  <a:lnTo>
                    <a:pt x="1155900" y="221142"/>
                  </a:lnTo>
                  <a:lnTo>
                    <a:pt x="1156596" y="228017"/>
                  </a:lnTo>
                  <a:lnTo>
                    <a:pt x="1157292" y="235364"/>
                  </a:lnTo>
                  <a:lnTo>
                    <a:pt x="1157989" y="241772"/>
                  </a:lnTo>
                  <a:lnTo>
                    <a:pt x="1158685" y="248857"/>
                  </a:lnTo>
                  <a:lnTo>
                    <a:pt x="1159381" y="255265"/>
                  </a:lnTo>
                  <a:lnTo>
                    <a:pt x="1160077" y="262818"/>
                  </a:lnTo>
                  <a:lnTo>
                    <a:pt x="1160773" y="270371"/>
                  </a:lnTo>
                  <a:lnTo>
                    <a:pt x="1161469" y="278539"/>
                  </a:lnTo>
                  <a:lnTo>
                    <a:pt x="1162166" y="286707"/>
                  </a:lnTo>
                  <a:lnTo>
                    <a:pt x="1162862" y="294875"/>
                  </a:lnTo>
                  <a:lnTo>
                    <a:pt x="1163558" y="301969"/>
                  </a:lnTo>
                  <a:lnTo>
                    <a:pt x="1164254" y="308283"/>
                  </a:lnTo>
                  <a:lnTo>
                    <a:pt x="1164950" y="311319"/>
                  </a:lnTo>
                  <a:lnTo>
                    <a:pt x="1165647" y="313360"/>
                  </a:lnTo>
                  <a:lnTo>
                    <a:pt x="1166343" y="315449"/>
                  </a:lnTo>
                  <a:lnTo>
                    <a:pt x="1167039" y="318081"/>
                  </a:lnTo>
                  <a:lnTo>
                    <a:pt x="1167735" y="320713"/>
                  </a:lnTo>
                  <a:lnTo>
                    <a:pt x="1168431" y="323346"/>
                  </a:lnTo>
                  <a:lnTo>
                    <a:pt x="1169127" y="324191"/>
                  </a:lnTo>
                  <a:lnTo>
                    <a:pt x="1169824" y="324191"/>
                  </a:lnTo>
                  <a:lnTo>
                    <a:pt x="1170520" y="324009"/>
                  </a:lnTo>
                  <a:lnTo>
                    <a:pt x="1171216" y="323828"/>
                  </a:lnTo>
                  <a:lnTo>
                    <a:pt x="1171912" y="323330"/>
                  </a:lnTo>
                  <a:lnTo>
                    <a:pt x="1172608" y="322833"/>
                  </a:lnTo>
                  <a:lnTo>
                    <a:pt x="1173304" y="322335"/>
                  </a:lnTo>
                  <a:lnTo>
                    <a:pt x="1174001" y="322154"/>
                  </a:lnTo>
                  <a:lnTo>
                    <a:pt x="1174697" y="321972"/>
                  </a:lnTo>
                  <a:lnTo>
                    <a:pt x="1175393" y="321972"/>
                  </a:lnTo>
                  <a:lnTo>
                    <a:pt x="1176089" y="322084"/>
                  </a:lnTo>
                  <a:lnTo>
                    <a:pt x="1176785" y="322084"/>
                  </a:lnTo>
                  <a:lnTo>
                    <a:pt x="1177482" y="322084"/>
                  </a:lnTo>
                  <a:lnTo>
                    <a:pt x="1178178" y="322084"/>
                  </a:lnTo>
                  <a:lnTo>
                    <a:pt x="1178874" y="321902"/>
                  </a:lnTo>
                  <a:lnTo>
                    <a:pt x="1179570" y="321755"/>
                  </a:lnTo>
                  <a:lnTo>
                    <a:pt x="1180266" y="323571"/>
                  </a:lnTo>
                  <a:lnTo>
                    <a:pt x="1180962" y="323827"/>
                  </a:lnTo>
                  <a:lnTo>
                    <a:pt x="1181659" y="324679"/>
                  </a:lnTo>
                  <a:lnTo>
                    <a:pt x="1182355" y="325986"/>
                  </a:lnTo>
                  <a:lnTo>
                    <a:pt x="1183051" y="327294"/>
                  </a:lnTo>
                  <a:lnTo>
                    <a:pt x="1183747" y="328602"/>
                  </a:lnTo>
                  <a:lnTo>
                    <a:pt x="1184443" y="329653"/>
                  </a:lnTo>
                  <a:lnTo>
                    <a:pt x="1185139" y="330401"/>
                  </a:lnTo>
                  <a:lnTo>
                    <a:pt x="1185836" y="331149"/>
                  </a:lnTo>
                  <a:lnTo>
                    <a:pt x="1186532" y="332114"/>
                  </a:lnTo>
                  <a:lnTo>
                    <a:pt x="1187228" y="333185"/>
                  </a:lnTo>
                  <a:lnTo>
                    <a:pt x="1187924" y="335400"/>
                  </a:lnTo>
                  <a:lnTo>
                    <a:pt x="1188620" y="337615"/>
                  </a:lnTo>
                  <a:lnTo>
                    <a:pt x="1189316" y="340980"/>
                  </a:lnTo>
                  <a:lnTo>
                    <a:pt x="1190013" y="344320"/>
                  </a:lnTo>
                  <a:lnTo>
                    <a:pt x="1190709" y="345261"/>
                  </a:lnTo>
                  <a:lnTo>
                    <a:pt x="1191405" y="348073"/>
                  </a:lnTo>
                  <a:lnTo>
                    <a:pt x="1192101" y="350316"/>
                  </a:lnTo>
                  <a:lnTo>
                    <a:pt x="1192797" y="352559"/>
                  </a:lnTo>
                  <a:lnTo>
                    <a:pt x="1193494" y="354802"/>
                  </a:lnTo>
                  <a:lnTo>
                    <a:pt x="1194190" y="357045"/>
                  </a:lnTo>
                  <a:lnTo>
                    <a:pt x="1194886" y="359288"/>
                  </a:lnTo>
                  <a:lnTo>
                    <a:pt x="1195582" y="361531"/>
                  </a:lnTo>
                  <a:lnTo>
                    <a:pt x="1196278" y="363774"/>
                  </a:lnTo>
                  <a:lnTo>
                    <a:pt x="1196974" y="364826"/>
                  </a:lnTo>
                  <a:lnTo>
                    <a:pt x="1197671" y="366493"/>
                  </a:lnTo>
                  <a:lnTo>
                    <a:pt x="1198367" y="367545"/>
                  </a:lnTo>
                  <a:lnTo>
                    <a:pt x="1199063" y="368596"/>
                  </a:lnTo>
                  <a:lnTo>
                    <a:pt x="1199759" y="369192"/>
                  </a:lnTo>
                  <a:lnTo>
                    <a:pt x="1200455" y="369788"/>
                  </a:lnTo>
                  <a:lnTo>
                    <a:pt x="1201151" y="370384"/>
                  </a:lnTo>
                  <a:lnTo>
                    <a:pt x="1201848" y="371236"/>
                  </a:lnTo>
                  <a:lnTo>
                    <a:pt x="1202544" y="372088"/>
                  </a:lnTo>
                  <a:lnTo>
                    <a:pt x="1203240" y="372940"/>
                  </a:lnTo>
                  <a:lnTo>
                    <a:pt x="1203936" y="373499"/>
                  </a:lnTo>
                  <a:lnTo>
                    <a:pt x="1204632" y="374059"/>
                  </a:lnTo>
                  <a:lnTo>
                    <a:pt x="1205329" y="374907"/>
                  </a:lnTo>
                  <a:lnTo>
                    <a:pt x="1206025" y="375935"/>
                  </a:lnTo>
                  <a:lnTo>
                    <a:pt x="1206721" y="376964"/>
                  </a:lnTo>
                  <a:lnTo>
                    <a:pt x="1207417" y="378309"/>
                  </a:lnTo>
                  <a:lnTo>
                    <a:pt x="1208113" y="379094"/>
                  </a:lnTo>
                  <a:lnTo>
                    <a:pt x="1208809" y="379879"/>
                  </a:lnTo>
                  <a:lnTo>
                    <a:pt x="1209506" y="380060"/>
                  </a:lnTo>
                  <a:lnTo>
                    <a:pt x="1210202" y="380242"/>
                  </a:lnTo>
                  <a:lnTo>
                    <a:pt x="1210898" y="380423"/>
                  </a:lnTo>
                  <a:lnTo>
                    <a:pt x="1211594" y="382327"/>
                  </a:lnTo>
                  <a:lnTo>
                    <a:pt x="1212290" y="384671"/>
                  </a:lnTo>
                  <a:lnTo>
                    <a:pt x="1212986" y="386700"/>
                  </a:lnTo>
                  <a:lnTo>
                    <a:pt x="1213683" y="388729"/>
                  </a:lnTo>
                  <a:lnTo>
                    <a:pt x="1214379" y="391074"/>
                  </a:lnTo>
                  <a:lnTo>
                    <a:pt x="1215075" y="393418"/>
                  </a:lnTo>
                  <a:lnTo>
                    <a:pt x="1215771" y="395510"/>
                  </a:lnTo>
                  <a:lnTo>
                    <a:pt x="1216467" y="399160"/>
                  </a:lnTo>
                  <a:lnTo>
                    <a:pt x="1217163" y="402215"/>
                  </a:lnTo>
                  <a:lnTo>
                    <a:pt x="1217860" y="404814"/>
                  </a:lnTo>
                  <a:lnTo>
                    <a:pt x="1218556" y="407413"/>
                  </a:lnTo>
                  <a:lnTo>
                    <a:pt x="1219252" y="410194"/>
                  </a:lnTo>
                  <a:lnTo>
                    <a:pt x="1219948" y="412974"/>
                  </a:lnTo>
                  <a:lnTo>
                    <a:pt x="1220644" y="415755"/>
                  </a:lnTo>
                  <a:lnTo>
                    <a:pt x="1221341" y="418535"/>
                  </a:lnTo>
                  <a:lnTo>
                    <a:pt x="1222037" y="419097"/>
                  </a:lnTo>
                  <a:lnTo>
                    <a:pt x="1222733" y="419232"/>
                  </a:lnTo>
                  <a:lnTo>
                    <a:pt x="1223429" y="418221"/>
                  </a:lnTo>
                  <a:lnTo>
                    <a:pt x="1224125" y="417211"/>
                  </a:lnTo>
                  <a:lnTo>
                    <a:pt x="1224821" y="415161"/>
                  </a:lnTo>
                  <a:lnTo>
                    <a:pt x="1225518" y="413112"/>
                  </a:lnTo>
                  <a:lnTo>
                    <a:pt x="1226214" y="411883"/>
                  </a:lnTo>
                  <a:lnTo>
                    <a:pt x="1226910" y="409071"/>
                  </a:lnTo>
                  <a:lnTo>
                    <a:pt x="1227606" y="407132"/>
                  </a:lnTo>
                  <a:lnTo>
                    <a:pt x="1228302" y="405485"/>
                  </a:lnTo>
                  <a:lnTo>
                    <a:pt x="1228998" y="403838"/>
                  </a:lnTo>
                  <a:lnTo>
                    <a:pt x="1229695" y="401899"/>
                  </a:lnTo>
                  <a:lnTo>
                    <a:pt x="1230391" y="399959"/>
                  </a:lnTo>
                  <a:lnTo>
                    <a:pt x="1231087" y="395675"/>
                  </a:lnTo>
                  <a:lnTo>
                    <a:pt x="1231783" y="391683"/>
                  </a:lnTo>
                  <a:lnTo>
                    <a:pt x="1232479" y="385944"/>
                  </a:lnTo>
                  <a:lnTo>
                    <a:pt x="1233176" y="379162"/>
                  </a:lnTo>
                  <a:lnTo>
                    <a:pt x="1233872" y="372995"/>
                  </a:lnTo>
                  <a:lnTo>
                    <a:pt x="1234568" y="366827"/>
                  </a:lnTo>
                  <a:lnTo>
                    <a:pt x="1235264" y="361116"/>
                  </a:lnTo>
                  <a:lnTo>
                    <a:pt x="1235960" y="355404"/>
                  </a:lnTo>
                  <a:lnTo>
                    <a:pt x="1236656" y="349237"/>
                  </a:lnTo>
                  <a:lnTo>
                    <a:pt x="1237353" y="341893"/>
                  </a:lnTo>
                  <a:lnTo>
                    <a:pt x="1238049" y="333271"/>
                  </a:lnTo>
                  <a:lnTo>
                    <a:pt x="1238745" y="324362"/>
                  </a:lnTo>
                  <a:lnTo>
                    <a:pt x="1239441" y="316032"/>
                  </a:lnTo>
                  <a:lnTo>
                    <a:pt x="1240137" y="307703"/>
                  </a:lnTo>
                  <a:lnTo>
                    <a:pt x="1240833" y="298249"/>
                  </a:lnTo>
                  <a:lnTo>
                    <a:pt x="1241530" y="288452"/>
                  </a:lnTo>
                  <a:lnTo>
                    <a:pt x="1242226" y="276728"/>
                  </a:lnTo>
                  <a:lnTo>
                    <a:pt x="1242922" y="266320"/>
                  </a:lnTo>
                  <a:lnTo>
                    <a:pt x="1243618" y="256812"/>
                  </a:lnTo>
                  <a:lnTo>
                    <a:pt x="1244314" y="247305"/>
                  </a:lnTo>
                  <a:lnTo>
                    <a:pt x="1245011" y="238085"/>
                  </a:lnTo>
                  <a:lnTo>
                    <a:pt x="1245707" y="228865"/>
                  </a:lnTo>
                  <a:lnTo>
                    <a:pt x="1246403" y="219645"/>
                  </a:lnTo>
                  <a:lnTo>
                    <a:pt x="1247099" y="211151"/>
                  </a:lnTo>
                  <a:lnTo>
                    <a:pt x="1247795" y="203451"/>
                  </a:lnTo>
                  <a:lnTo>
                    <a:pt x="1248491" y="197026"/>
                  </a:lnTo>
                  <a:lnTo>
                    <a:pt x="1249188" y="190893"/>
                  </a:lnTo>
                  <a:lnTo>
                    <a:pt x="1249884" y="184152"/>
                  </a:lnTo>
                  <a:lnTo>
                    <a:pt x="1250580" y="177703"/>
                  </a:lnTo>
                  <a:lnTo>
                    <a:pt x="1251276" y="172480"/>
                  </a:lnTo>
                  <a:lnTo>
                    <a:pt x="1251972" y="169518"/>
                  </a:lnTo>
                  <a:lnTo>
                    <a:pt x="1252668" y="169329"/>
                  </a:lnTo>
                  <a:lnTo>
                    <a:pt x="1253365" y="170358"/>
                  </a:lnTo>
                  <a:lnTo>
                    <a:pt x="1254061" y="171387"/>
                  </a:lnTo>
                  <a:lnTo>
                    <a:pt x="1254757" y="172234"/>
                  </a:lnTo>
                  <a:lnTo>
                    <a:pt x="1255453" y="173830"/>
                  </a:lnTo>
                  <a:lnTo>
                    <a:pt x="1256149" y="175425"/>
                  </a:lnTo>
                  <a:lnTo>
                    <a:pt x="1256845" y="177020"/>
                  </a:lnTo>
                  <a:lnTo>
                    <a:pt x="1257542" y="179231"/>
                  </a:lnTo>
                  <a:lnTo>
                    <a:pt x="1258238" y="180826"/>
                  </a:lnTo>
                  <a:lnTo>
                    <a:pt x="1258934" y="183037"/>
                  </a:lnTo>
                  <a:lnTo>
                    <a:pt x="1259630" y="185247"/>
                  </a:lnTo>
                  <a:lnTo>
                    <a:pt x="1260326" y="188215"/>
                  </a:lnTo>
                  <a:lnTo>
                    <a:pt x="1261023" y="191184"/>
                  </a:lnTo>
                  <a:lnTo>
                    <a:pt x="1261719" y="195396"/>
                  </a:lnTo>
                  <a:lnTo>
                    <a:pt x="1262415" y="199065"/>
                  </a:lnTo>
                  <a:lnTo>
                    <a:pt x="1263111" y="202430"/>
                  </a:lnTo>
                  <a:lnTo>
                    <a:pt x="1263807" y="206322"/>
                  </a:lnTo>
                  <a:lnTo>
                    <a:pt x="1264503" y="210988"/>
                  </a:lnTo>
                  <a:lnTo>
                    <a:pt x="1265200" y="215946"/>
                  </a:lnTo>
                  <a:lnTo>
                    <a:pt x="1265896" y="220163"/>
                  </a:lnTo>
                  <a:lnTo>
                    <a:pt x="1266592" y="226100"/>
                  </a:lnTo>
                  <a:lnTo>
                    <a:pt x="1267288" y="230696"/>
                  </a:lnTo>
                  <a:lnTo>
                    <a:pt x="1267984" y="236269"/>
                  </a:lnTo>
                  <a:lnTo>
                    <a:pt x="1268680" y="242270"/>
                  </a:lnTo>
                  <a:lnTo>
                    <a:pt x="1269377" y="248272"/>
                  </a:lnTo>
                  <a:lnTo>
                    <a:pt x="1270073" y="253500"/>
                  </a:lnTo>
                  <a:lnTo>
                    <a:pt x="1270769" y="258727"/>
                  </a:lnTo>
                  <a:lnTo>
                    <a:pt x="1271465" y="262357"/>
                  </a:lnTo>
                  <a:lnTo>
                    <a:pt x="1272161" y="266399"/>
                  </a:lnTo>
                  <a:lnTo>
                    <a:pt x="1272858" y="271618"/>
                  </a:lnTo>
                  <a:lnTo>
                    <a:pt x="1273554" y="277739"/>
                  </a:lnTo>
                  <a:lnTo>
                    <a:pt x="1274250" y="280772"/>
                  </a:lnTo>
                  <a:lnTo>
                    <a:pt x="1274946" y="283517"/>
                  </a:lnTo>
                  <a:lnTo>
                    <a:pt x="1275642" y="286261"/>
                  </a:lnTo>
                  <a:lnTo>
                    <a:pt x="1276338" y="291494"/>
                  </a:lnTo>
                  <a:lnTo>
                    <a:pt x="1277035" y="298009"/>
                  </a:lnTo>
                  <a:lnTo>
                    <a:pt x="1277731" y="307159"/>
                  </a:lnTo>
                  <a:lnTo>
                    <a:pt x="1278427" y="315735"/>
                  </a:lnTo>
                  <a:lnTo>
                    <a:pt x="1279123" y="323969"/>
                  </a:lnTo>
                  <a:lnTo>
                    <a:pt x="1279819" y="332204"/>
                  </a:lnTo>
                  <a:lnTo>
                    <a:pt x="1280515" y="340438"/>
                  </a:lnTo>
                  <a:lnTo>
                    <a:pt x="1281212" y="348672"/>
                  </a:lnTo>
                  <a:lnTo>
                    <a:pt x="1281908" y="357359"/>
                  </a:lnTo>
                  <a:lnTo>
                    <a:pt x="1282604" y="366691"/>
                  </a:lnTo>
                  <a:lnTo>
                    <a:pt x="1283300" y="375227"/>
                  </a:lnTo>
                  <a:lnTo>
                    <a:pt x="1283996" y="383289"/>
                  </a:lnTo>
                  <a:lnTo>
                    <a:pt x="1284692" y="395725"/>
                  </a:lnTo>
                  <a:lnTo>
                    <a:pt x="1285389" y="407471"/>
                  </a:lnTo>
                  <a:lnTo>
                    <a:pt x="1286085" y="417562"/>
                  </a:lnTo>
                  <a:lnTo>
                    <a:pt x="1286781" y="424207"/>
                  </a:lnTo>
                  <a:lnTo>
                    <a:pt x="1287477" y="426215"/>
                  </a:lnTo>
                  <a:lnTo>
                    <a:pt x="1288173" y="425449"/>
                  </a:lnTo>
                  <a:lnTo>
                    <a:pt x="1288870" y="424240"/>
                  </a:lnTo>
                  <a:lnTo>
                    <a:pt x="1289566" y="423031"/>
                  </a:lnTo>
                  <a:lnTo>
                    <a:pt x="1290262" y="421080"/>
                  </a:lnTo>
                  <a:lnTo>
                    <a:pt x="1290958" y="418499"/>
                  </a:lnTo>
                  <a:lnTo>
                    <a:pt x="1291654" y="415919"/>
                  </a:lnTo>
                  <a:lnTo>
                    <a:pt x="1292350" y="414676"/>
                  </a:lnTo>
                  <a:lnTo>
                    <a:pt x="1293047" y="411480"/>
                  </a:lnTo>
                  <a:lnTo>
                    <a:pt x="1293743" y="408823"/>
                  </a:lnTo>
                  <a:lnTo>
                    <a:pt x="1294439" y="404177"/>
                  </a:lnTo>
                  <a:lnTo>
                    <a:pt x="1295135" y="399532"/>
                  </a:lnTo>
                  <a:lnTo>
                    <a:pt x="1295831" y="393895"/>
                  </a:lnTo>
                  <a:lnTo>
                    <a:pt x="1296527" y="389144"/>
                  </a:lnTo>
                  <a:lnTo>
                    <a:pt x="1297224" y="383378"/>
                  </a:lnTo>
                  <a:lnTo>
                    <a:pt x="1297920" y="378804"/>
                  </a:lnTo>
                  <a:lnTo>
                    <a:pt x="1298616" y="374230"/>
                  </a:lnTo>
                  <a:lnTo>
                    <a:pt x="1299312" y="368837"/>
                  </a:lnTo>
                  <a:lnTo>
                    <a:pt x="1300008" y="362669"/>
                  </a:lnTo>
                  <a:lnTo>
                    <a:pt x="1300705" y="357282"/>
                  </a:lnTo>
                  <a:lnTo>
                    <a:pt x="1301401" y="352055"/>
                  </a:lnTo>
                  <a:lnTo>
                    <a:pt x="1302097" y="347452"/>
                  </a:lnTo>
                  <a:lnTo>
                    <a:pt x="1302793" y="343898"/>
                  </a:lnTo>
                  <a:lnTo>
                    <a:pt x="1303489" y="342305"/>
                  </a:lnTo>
                  <a:lnTo>
                    <a:pt x="1304185" y="339950"/>
                  </a:lnTo>
                  <a:lnTo>
                    <a:pt x="1304882" y="338962"/>
                  </a:lnTo>
                  <a:lnTo>
                    <a:pt x="1305578" y="338172"/>
                  </a:lnTo>
                  <a:lnTo>
                    <a:pt x="1306274" y="337959"/>
                  </a:lnTo>
                  <a:lnTo>
                    <a:pt x="1306970" y="339343"/>
                  </a:lnTo>
                  <a:lnTo>
                    <a:pt x="1307666" y="341550"/>
                  </a:lnTo>
                  <a:lnTo>
                    <a:pt x="1308362" y="344746"/>
                  </a:lnTo>
                  <a:lnTo>
                    <a:pt x="1309059" y="347702"/>
                  </a:lnTo>
                  <a:lnTo>
                    <a:pt x="1309755" y="352480"/>
                  </a:lnTo>
                  <a:lnTo>
                    <a:pt x="1310451" y="355720"/>
                  </a:lnTo>
                  <a:lnTo>
                    <a:pt x="1311147" y="359708"/>
                  </a:lnTo>
                  <a:lnTo>
                    <a:pt x="1311843" y="362947"/>
                  </a:lnTo>
                  <a:lnTo>
                    <a:pt x="1312540" y="363217"/>
                  </a:lnTo>
                  <a:lnTo>
                    <a:pt x="1313236" y="362779"/>
                  </a:lnTo>
                  <a:lnTo>
                    <a:pt x="1313932" y="361599"/>
                  </a:lnTo>
                  <a:lnTo>
                    <a:pt x="1314628" y="360995"/>
                  </a:lnTo>
                  <a:lnTo>
                    <a:pt x="1315324" y="360391"/>
                  </a:lnTo>
                  <a:lnTo>
                    <a:pt x="1316020" y="359787"/>
                  </a:lnTo>
                  <a:lnTo>
                    <a:pt x="1316717" y="359183"/>
                  </a:lnTo>
                  <a:lnTo>
                    <a:pt x="1317413" y="358127"/>
                  </a:lnTo>
                  <a:lnTo>
                    <a:pt x="1318109" y="355882"/>
                  </a:lnTo>
                  <a:lnTo>
                    <a:pt x="1318805" y="354206"/>
                  </a:lnTo>
                  <a:lnTo>
                    <a:pt x="1319501" y="352904"/>
                  </a:lnTo>
                  <a:lnTo>
                    <a:pt x="1320197" y="347816"/>
                  </a:lnTo>
                  <a:lnTo>
                    <a:pt x="1320894" y="344860"/>
                  </a:lnTo>
                  <a:lnTo>
                    <a:pt x="1321590" y="342409"/>
                  </a:lnTo>
                  <a:lnTo>
                    <a:pt x="1322286" y="342179"/>
                  </a:lnTo>
                  <a:lnTo>
                    <a:pt x="1322982" y="346670"/>
                  </a:lnTo>
                  <a:lnTo>
                    <a:pt x="1323678" y="351161"/>
                  </a:lnTo>
                  <a:lnTo>
                    <a:pt x="1324374" y="354879"/>
                  </a:lnTo>
                  <a:lnTo>
                    <a:pt x="1325071" y="358027"/>
                  </a:lnTo>
                  <a:lnTo>
                    <a:pt x="1325767" y="361918"/>
                  </a:lnTo>
                  <a:lnTo>
                    <a:pt x="1326463" y="365689"/>
                  </a:lnTo>
                  <a:lnTo>
                    <a:pt x="1327159" y="368885"/>
                  </a:lnTo>
                  <a:lnTo>
                    <a:pt x="1327855" y="370128"/>
                  </a:lnTo>
                  <a:lnTo>
                    <a:pt x="1328552" y="372458"/>
                  </a:lnTo>
                  <a:lnTo>
                    <a:pt x="1329248" y="372769"/>
                  </a:lnTo>
                  <a:lnTo>
                    <a:pt x="1329944" y="373706"/>
                  </a:lnTo>
                  <a:lnTo>
                    <a:pt x="1330640" y="374084"/>
                  </a:lnTo>
                  <a:lnTo>
                    <a:pt x="1331336" y="374878"/>
                  </a:lnTo>
                  <a:lnTo>
                    <a:pt x="1332032" y="374786"/>
                  </a:lnTo>
                  <a:lnTo>
                    <a:pt x="1332729" y="373812"/>
                  </a:lnTo>
                  <a:lnTo>
                    <a:pt x="1333425" y="371648"/>
                  </a:lnTo>
                  <a:lnTo>
                    <a:pt x="1334121" y="367521"/>
                  </a:lnTo>
                  <a:lnTo>
                    <a:pt x="1334817" y="363010"/>
                  </a:lnTo>
                  <a:lnTo>
                    <a:pt x="1335513" y="358498"/>
                  </a:lnTo>
                  <a:lnTo>
                    <a:pt x="1336209" y="353207"/>
                  </a:lnTo>
                  <a:lnTo>
                    <a:pt x="1336906" y="348497"/>
                  </a:lnTo>
                  <a:lnTo>
                    <a:pt x="1337602" y="343787"/>
                  </a:lnTo>
                  <a:lnTo>
                    <a:pt x="1338298" y="339077"/>
                  </a:lnTo>
                  <a:lnTo>
                    <a:pt x="1338994" y="334559"/>
                  </a:lnTo>
                  <a:lnTo>
                    <a:pt x="1339690" y="332642"/>
                  </a:lnTo>
                  <a:lnTo>
                    <a:pt x="1340387" y="329674"/>
                  </a:lnTo>
                  <a:lnTo>
                    <a:pt x="1341083" y="327282"/>
                  </a:lnTo>
                  <a:lnTo>
                    <a:pt x="1341779" y="324313"/>
                  </a:lnTo>
                  <a:lnTo>
                    <a:pt x="1342475" y="321345"/>
                  </a:lnTo>
                  <a:lnTo>
                    <a:pt x="1343171" y="317778"/>
                  </a:lnTo>
                  <a:lnTo>
                    <a:pt x="1343867" y="313223"/>
                  </a:lnTo>
                  <a:lnTo>
                    <a:pt x="1344564" y="311129"/>
                  </a:lnTo>
                  <a:lnTo>
                    <a:pt x="1345260" y="311089"/>
                  </a:lnTo>
                  <a:lnTo>
                    <a:pt x="1345956" y="311540"/>
                  </a:lnTo>
                  <a:lnTo>
                    <a:pt x="1346652" y="310233"/>
                  </a:lnTo>
                  <a:lnTo>
                    <a:pt x="1347348" y="308310"/>
                  </a:lnTo>
                  <a:lnTo>
                    <a:pt x="1348044" y="308978"/>
                  </a:lnTo>
                  <a:lnTo>
                    <a:pt x="1348741" y="309646"/>
                  </a:lnTo>
                  <a:lnTo>
                    <a:pt x="1349437" y="310606"/>
                  </a:lnTo>
                  <a:lnTo>
                    <a:pt x="1350133" y="311446"/>
                  </a:lnTo>
                  <a:lnTo>
                    <a:pt x="1350829" y="311857"/>
                  </a:lnTo>
                  <a:lnTo>
                    <a:pt x="1351525" y="310666"/>
                  </a:lnTo>
                  <a:lnTo>
                    <a:pt x="1352221" y="309474"/>
                  </a:lnTo>
                  <a:lnTo>
                    <a:pt x="1352918" y="308283"/>
                  </a:lnTo>
                  <a:lnTo>
                    <a:pt x="1353614" y="305300"/>
                  </a:lnTo>
                  <a:lnTo>
                    <a:pt x="1354310" y="301749"/>
                  </a:lnTo>
                  <a:lnTo>
                    <a:pt x="1355006" y="297956"/>
                  </a:lnTo>
                  <a:lnTo>
                    <a:pt x="1355702" y="293857"/>
                  </a:lnTo>
                  <a:lnTo>
                    <a:pt x="1356399" y="288992"/>
                  </a:lnTo>
                  <a:lnTo>
                    <a:pt x="1357095" y="285816"/>
                  </a:lnTo>
                  <a:lnTo>
                    <a:pt x="1357791" y="283217"/>
                  </a:lnTo>
                  <a:lnTo>
                    <a:pt x="1358487" y="277696"/>
                  </a:lnTo>
                  <a:lnTo>
                    <a:pt x="1359183" y="271987"/>
                  </a:lnTo>
                  <a:lnTo>
                    <a:pt x="1359879" y="264177"/>
                  </a:lnTo>
                  <a:lnTo>
                    <a:pt x="1360576" y="255215"/>
                  </a:lnTo>
                  <a:lnTo>
                    <a:pt x="1361272" y="246561"/>
                  </a:lnTo>
                  <a:lnTo>
                    <a:pt x="1361968" y="239203"/>
                  </a:lnTo>
                  <a:lnTo>
                    <a:pt x="1362664" y="233035"/>
                  </a:lnTo>
                  <a:lnTo>
                    <a:pt x="1363360" y="227483"/>
                  </a:lnTo>
                  <a:lnTo>
                    <a:pt x="1364056" y="224550"/>
                  </a:lnTo>
                  <a:lnTo>
                    <a:pt x="1364753" y="223711"/>
                  </a:lnTo>
                  <a:lnTo>
                    <a:pt x="1365449" y="223043"/>
                  </a:lnTo>
                  <a:lnTo>
                    <a:pt x="1366145" y="222934"/>
                  </a:lnTo>
                  <a:lnTo>
                    <a:pt x="1366841" y="223402"/>
                  </a:lnTo>
                  <a:lnTo>
                    <a:pt x="1367537" y="223870"/>
                  </a:lnTo>
                  <a:lnTo>
                    <a:pt x="1368234" y="222868"/>
                  </a:lnTo>
                  <a:lnTo>
                    <a:pt x="1368930" y="222013"/>
                  </a:lnTo>
                  <a:lnTo>
                    <a:pt x="1369626" y="222714"/>
                  </a:lnTo>
                  <a:lnTo>
                    <a:pt x="1370322" y="226004"/>
                  </a:lnTo>
                  <a:lnTo>
                    <a:pt x="1371018" y="230743"/>
                  </a:lnTo>
                  <a:lnTo>
                    <a:pt x="1371714" y="235524"/>
                  </a:lnTo>
                  <a:lnTo>
                    <a:pt x="1372411" y="238189"/>
                  </a:lnTo>
                  <a:lnTo>
                    <a:pt x="1373107" y="240249"/>
                  </a:lnTo>
                  <a:lnTo>
                    <a:pt x="1373803" y="242999"/>
                  </a:lnTo>
                  <a:lnTo>
                    <a:pt x="1374499" y="243310"/>
                  </a:lnTo>
                  <a:lnTo>
                    <a:pt x="1375195" y="241144"/>
                  </a:lnTo>
                  <a:lnTo>
                    <a:pt x="1375891" y="238663"/>
                  </a:lnTo>
                  <a:lnTo>
                    <a:pt x="1376588" y="236182"/>
                  </a:lnTo>
                  <a:lnTo>
                    <a:pt x="1377284" y="233701"/>
                  </a:lnTo>
                  <a:lnTo>
                    <a:pt x="1377980" y="232039"/>
                  </a:lnTo>
                  <a:lnTo>
                    <a:pt x="1378676" y="231269"/>
                  </a:lnTo>
                  <a:lnTo>
                    <a:pt x="1379372" y="230353"/>
                  </a:lnTo>
                  <a:lnTo>
                    <a:pt x="1380068" y="226663"/>
                  </a:lnTo>
                  <a:lnTo>
                    <a:pt x="1380765" y="222065"/>
                  </a:lnTo>
                  <a:lnTo>
                    <a:pt x="1381461" y="217599"/>
                  </a:lnTo>
                  <a:lnTo>
                    <a:pt x="1382157" y="214465"/>
                  </a:lnTo>
                  <a:lnTo>
                    <a:pt x="1382853" y="213260"/>
                  </a:lnTo>
                  <a:lnTo>
                    <a:pt x="1383549" y="211200"/>
                  </a:lnTo>
                  <a:lnTo>
                    <a:pt x="1384246" y="209293"/>
                  </a:lnTo>
                  <a:lnTo>
                    <a:pt x="1384942" y="209502"/>
                  </a:lnTo>
                  <a:lnTo>
                    <a:pt x="1385638" y="210088"/>
                  </a:lnTo>
                  <a:lnTo>
                    <a:pt x="1386334" y="211102"/>
                  </a:lnTo>
                  <a:lnTo>
                    <a:pt x="1387030" y="213720"/>
                  </a:lnTo>
                  <a:lnTo>
                    <a:pt x="1387726" y="215479"/>
                  </a:lnTo>
                  <a:lnTo>
                    <a:pt x="1388423" y="216671"/>
                  </a:lnTo>
                  <a:lnTo>
                    <a:pt x="1389119" y="220222"/>
                  </a:lnTo>
                  <a:lnTo>
                    <a:pt x="1389815" y="224453"/>
                  </a:lnTo>
                  <a:lnTo>
                    <a:pt x="1390511" y="229421"/>
                  </a:lnTo>
                  <a:lnTo>
                    <a:pt x="1391207" y="232967"/>
                  </a:lnTo>
                  <a:lnTo>
                    <a:pt x="1391903" y="236441"/>
                  </a:lnTo>
                  <a:lnTo>
                    <a:pt x="1392600" y="237017"/>
                  </a:lnTo>
                  <a:lnTo>
                    <a:pt x="1393296" y="237017"/>
                  </a:lnTo>
                  <a:lnTo>
                    <a:pt x="1393992" y="237594"/>
                  </a:lnTo>
                  <a:lnTo>
                    <a:pt x="1394688" y="238359"/>
                  </a:lnTo>
                  <a:lnTo>
                    <a:pt x="1395384" y="240649"/>
                  </a:lnTo>
                  <a:lnTo>
                    <a:pt x="1396081" y="244658"/>
                  </a:lnTo>
                  <a:lnTo>
                    <a:pt x="1396777" y="247745"/>
                  </a:lnTo>
                  <a:lnTo>
                    <a:pt x="1397473" y="249069"/>
                  </a:lnTo>
                  <a:lnTo>
                    <a:pt x="1398169" y="248454"/>
                  </a:lnTo>
                  <a:lnTo>
                    <a:pt x="1398865" y="247838"/>
                  </a:lnTo>
                  <a:lnTo>
                    <a:pt x="1399561" y="244855"/>
                  </a:lnTo>
                  <a:lnTo>
                    <a:pt x="1400258" y="241872"/>
                  </a:lnTo>
                  <a:lnTo>
                    <a:pt x="1400954" y="239011"/>
                  </a:lnTo>
                  <a:lnTo>
                    <a:pt x="1401650" y="237379"/>
                  </a:lnTo>
                  <a:lnTo>
                    <a:pt x="1402346" y="235923"/>
                  </a:lnTo>
                  <a:lnTo>
                    <a:pt x="1403042" y="236014"/>
                  </a:lnTo>
                  <a:lnTo>
                    <a:pt x="1403738" y="237742"/>
                  </a:lnTo>
                  <a:lnTo>
                    <a:pt x="1404435" y="239322"/>
                  </a:lnTo>
                  <a:lnTo>
                    <a:pt x="1405131" y="241307"/>
                  </a:lnTo>
                  <a:lnTo>
                    <a:pt x="1405827" y="241090"/>
                  </a:lnTo>
                  <a:lnTo>
                    <a:pt x="1406523" y="239423"/>
                  </a:lnTo>
                  <a:lnTo>
                    <a:pt x="1407219" y="237714"/>
                  </a:lnTo>
                  <a:lnTo>
                    <a:pt x="1407916" y="238080"/>
                  </a:lnTo>
                  <a:lnTo>
                    <a:pt x="1408612" y="240143"/>
                  </a:lnTo>
                  <a:lnTo>
                    <a:pt x="1409308" y="242131"/>
                  </a:lnTo>
                  <a:lnTo>
                    <a:pt x="1410004" y="246203"/>
                  </a:lnTo>
                  <a:lnTo>
                    <a:pt x="1410700" y="251047"/>
                  </a:lnTo>
                  <a:lnTo>
                    <a:pt x="1411396" y="255033"/>
                  </a:lnTo>
                  <a:lnTo>
                    <a:pt x="1412093" y="258514"/>
                  </a:lnTo>
                  <a:lnTo>
                    <a:pt x="1412789" y="261566"/>
                  </a:lnTo>
                  <a:lnTo>
                    <a:pt x="1413485" y="264619"/>
                  </a:lnTo>
                  <a:lnTo>
                    <a:pt x="1414181" y="267371"/>
                  </a:lnTo>
                  <a:lnTo>
                    <a:pt x="1414877" y="269724"/>
                  </a:lnTo>
                  <a:lnTo>
                    <a:pt x="1415573" y="272954"/>
                  </a:lnTo>
                  <a:lnTo>
                    <a:pt x="1416270" y="275130"/>
                  </a:lnTo>
                  <a:lnTo>
                    <a:pt x="1416966" y="278221"/>
                  </a:lnTo>
                  <a:lnTo>
                    <a:pt x="1417662" y="280991"/>
                  </a:lnTo>
                  <a:lnTo>
                    <a:pt x="1418358" y="282545"/>
                  </a:lnTo>
                  <a:lnTo>
                    <a:pt x="1419054" y="285005"/>
                  </a:lnTo>
                  <a:lnTo>
                    <a:pt x="1419750" y="287312"/>
                  </a:lnTo>
                  <a:lnTo>
                    <a:pt x="1420447" y="287702"/>
                  </a:lnTo>
                  <a:lnTo>
                    <a:pt x="1421143" y="288142"/>
                  </a:lnTo>
                  <a:lnTo>
                    <a:pt x="1421839" y="287208"/>
                  </a:lnTo>
                  <a:lnTo>
                    <a:pt x="1422535" y="285931"/>
                  </a:lnTo>
                  <a:lnTo>
                    <a:pt x="1423231" y="286604"/>
                  </a:lnTo>
                  <a:lnTo>
                    <a:pt x="1423928" y="287133"/>
                  </a:lnTo>
                  <a:lnTo>
                    <a:pt x="1424624" y="285294"/>
                  </a:lnTo>
                  <a:lnTo>
                    <a:pt x="1425320" y="284510"/>
                  </a:lnTo>
                  <a:lnTo>
                    <a:pt x="1426016" y="283625"/>
                  </a:lnTo>
                  <a:lnTo>
                    <a:pt x="1426712" y="284285"/>
                  </a:lnTo>
                  <a:lnTo>
                    <a:pt x="1427408" y="284071"/>
                  </a:lnTo>
                  <a:lnTo>
                    <a:pt x="1428105" y="285922"/>
                  </a:lnTo>
                  <a:lnTo>
                    <a:pt x="1428801" y="287774"/>
                  </a:lnTo>
                  <a:lnTo>
                    <a:pt x="1429497" y="289016"/>
                  </a:lnTo>
                  <a:lnTo>
                    <a:pt x="1430193" y="290960"/>
                  </a:lnTo>
                  <a:lnTo>
                    <a:pt x="1430889" y="292064"/>
                  </a:lnTo>
                  <a:lnTo>
                    <a:pt x="1431585" y="293232"/>
                  </a:lnTo>
                  <a:lnTo>
                    <a:pt x="1432282" y="296275"/>
                  </a:lnTo>
                  <a:lnTo>
                    <a:pt x="1432978" y="301235"/>
                  </a:lnTo>
                  <a:lnTo>
                    <a:pt x="1433674" y="306859"/>
                  </a:lnTo>
                  <a:lnTo>
                    <a:pt x="1434370" y="313386"/>
                  </a:lnTo>
                  <a:lnTo>
                    <a:pt x="1435066" y="320516"/>
                  </a:lnTo>
                  <a:lnTo>
                    <a:pt x="1435763" y="328834"/>
                  </a:lnTo>
                  <a:lnTo>
                    <a:pt x="1436459" y="334995"/>
                  </a:lnTo>
                  <a:lnTo>
                    <a:pt x="1437155" y="339478"/>
                  </a:lnTo>
                  <a:lnTo>
                    <a:pt x="1437851" y="343954"/>
                  </a:lnTo>
                  <a:lnTo>
                    <a:pt x="1438547" y="346107"/>
                  </a:lnTo>
                  <a:lnTo>
                    <a:pt x="1439243" y="348563"/>
                  </a:lnTo>
                  <a:lnTo>
                    <a:pt x="1439940" y="351901"/>
                  </a:lnTo>
                  <a:lnTo>
                    <a:pt x="1440636" y="355569"/>
                  </a:lnTo>
                  <a:lnTo>
                    <a:pt x="1441332" y="360057"/>
                  </a:lnTo>
                  <a:lnTo>
                    <a:pt x="1442028" y="363726"/>
                  </a:lnTo>
                  <a:lnTo>
                    <a:pt x="1442724" y="367394"/>
                  </a:lnTo>
                  <a:lnTo>
                    <a:pt x="1443420" y="370364"/>
                  </a:lnTo>
                  <a:lnTo>
                    <a:pt x="1444117" y="370950"/>
                  </a:lnTo>
                  <a:lnTo>
                    <a:pt x="1444813" y="370063"/>
                  </a:lnTo>
                  <a:lnTo>
                    <a:pt x="1445509" y="368774"/>
                  </a:lnTo>
                  <a:lnTo>
                    <a:pt x="1446205" y="367348"/>
                  </a:lnTo>
                  <a:lnTo>
                    <a:pt x="1446901" y="368173"/>
                  </a:lnTo>
                  <a:lnTo>
                    <a:pt x="1447597" y="370710"/>
                  </a:lnTo>
                  <a:lnTo>
                    <a:pt x="1448294" y="373675"/>
                  </a:lnTo>
                  <a:lnTo>
                    <a:pt x="1448990" y="375822"/>
                  </a:lnTo>
                  <a:lnTo>
                    <a:pt x="1449686" y="374501"/>
                  </a:lnTo>
                  <a:lnTo>
                    <a:pt x="1450382" y="373245"/>
                  </a:lnTo>
                  <a:lnTo>
                    <a:pt x="1451078" y="372038"/>
                  </a:lnTo>
                  <a:lnTo>
                    <a:pt x="1451775" y="371679"/>
                  </a:lnTo>
                  <a:lnTo>
                    <a:pt x="1452471" y="371320"/>
                  </a:lnTo>
                  <a:lnTo>
                    <a:pt x="1453167" y="370961"/>
                  </a:lnTo>
                  <a:lnTo>
                    <a:pt x="1453863" y="370568"/>
                  </a:lnTo>
                  <a:lnTo>
                    <a:pt x="1454559" y="370917"/>
                  </a:lnTo>
                  <a:lnTo>
                    <a:pt x="1455255" y="370809"/>
                  </a:lnTo>
                  <a:lnTo>
                    <a:pt x="1455952" y="370210"/>
                  </a:lnTo>
                  <a:lnTo>
                    <a:pt x="1456648" y="367903"/>
                  </a:lnTo>
                  <a:lnTo>
                    <a:pt x="1457344" y="365169"/>
                  </a:lnTo>
                  <a:lnTo>
                    <a:pt x="1458040" y="362520"/>
                  </a:lnTo>
                  <a:lnTo>
                    <a:pt x="1458736" y="359036"/>
                  </a:lnTo>
                  <a:lnTo>
                    <a:pt x="1459432" y="356264"/>
                  </a:lnTo>
                  <a:lnTo>
                    <a:pt x="1460129" y="357091"/>
                  </a:lnTo>
                  <a:lnTo>
                    <a:pt x="1460825" y="356718"/>
                  </a:lnTo>
                  <a:lnTo>
                    <a:pt x="1461521" y="355096"/>
                  </a:lnTo>
                  <a:lnTo>
                    <a:pt x="1462217" y="352773"/>
                  </a:lnTo>
                  <a:lnTo>
                    <a:pt x="1462913" y="351013"/>
                  </a:lnTo>
                  <a:lnTo>
                    <a:pt x="1463610" y="349253"/>
                  </a:lnTo>
                  <a:lnTo>
                    <a:pt x="1464306" y="347493"/>
                  </a:lnTo>
                  <a:lnTo>
                    <a:pt x="1465002" y="346040"/>
                  </a:lnTo>
                  <a:lnTo>
                    <a:pt x="1465698" y="344187"/>
                  </a:lnTo>
                  <a:lnTo>
                    <a:pt x="1466394" y="344043"/>
                  </a:lnTo>
                  <a:lnTo>
                    <a:pt x="1467090" y="344389"/>
                  </a:lnTo>
                  <a:lnTo>
                    <a:pt x="1467787" y="344645"/>
                  </a:lnTo>
                  <a:lnTo>
                    <a:pt x="1468483" y="341436"/>
                  </a:lnTo>
                  <a:lnTo>
                    <a:pt x="1469179" y="338327"/>
                  </a:lnTo>
                  <a:lnTo>
                    <a:pt x="1469875" y="334315"/>
                  </a:lnTo>
                  <a:lnTo>
                    <a:pt x="1470571" y="329413"/>
                  </a:lnTo>
                  <a:lnTo>
                    <a:pt x="1471267" y="323610"/>
                  </a:lnTo>
                  <a:lnTo>
                    <a:pt x="1471964" y="318970"/>
                  </a:lnTo>
                  <a:lnTo>
                    <a:pt x="1472660" y="314194"/>
                  </a:lnTo>
                  <a:lnTo>
                    <a:pt x="1473356" y="308676"/>
                  </a:lnTo>
                  <a:lnTo>
                    <a:pt x="1474052" y="303932"/>
                  </a:lnTo>
                  <a:lnTo>
                    <a:pt x="1474748" y="299189"/>
                  </a:lnTo>
                  <a:lnTo>
                    <a:pt x="1475445" y="291773"/>
                  </a:lnTo>
                  <a:lnTo>
                    <a:pt x="1476141" y="283738"/>
                  </a:lnTo>
                  <a:lnTo>
                    <a:pt x="1476837" y="274703"/>
                  </a:lnTo>
                  <a:lnTo>
                    <a:pt x="1477533" y="266486"/>
                  </a:lnTo>
                  <a:lnTo>
                    <a:pt x="1478229" y="258879"/>
                  </a:lnTo>
                  <a:lnTo>
                    <a:pt x="1478925" y="253378"/>
                  </a:lnTo>
                  <a:lnTo>
                    <a:pt x="1479622" y="249453"/>
                  </a:lnTo>
                  <a:lnTo>
                    <a:pt x="1480318" y="245023"/>
                  </a:lnTo>
                  <a:lnTo>
                    <a:pt x="1481014" y="240732"/>
                  </a:lnTo>
                  <a:lnTo>
                    <a:pt x="1481710" y="236154"/>
                  </a:lnTo>
                  <a:lnTo>
                    <a:pt x="1482406" y="231415"/>
                  </a:lnTo>
                  <a:lnTo>
                    <a:pt x="1483102" y="226028"/>
                  </a:lnTo>
                  <a:lnTo>
                    <a:pt x="1483799" y="220642"/>
                  </a:lnTo>
                  <a:lnTo>
                    <a:pt x="1484495" y="215256"/>
                  </a:lnTo>
                  <a:lnTo>
                    <a:pt x="1485191" y="212562"/>
                  </a:lnTo>
                  <a:lnTo>
                    <a:pt x="1485887" y="212382"/>
                  </a:lnTo>
                  <a:lnTo>
                    <a:pt x="1486583" y="212203"/>
                  </a:lnTo>
                  <a:lnTo>
                    <a:pt x="1487279" y="212639"/>
                  </a:lnTo>
                  <a:lnTo>
                    <a:pt x="1487976" y="213075"/>
                  </a:lnTo>
                  <a:lnTo>
                    <a:pt x="1488672" y="213329"/>
                  </a:lnTo>
                  <a:lnTo>
                    <a:pt x="1489368" y="212902"/>
                  </a:lnTo>
                  <a:lnTo>
                    <a:pt x="1490064" y="210809"/>
                  </a:lnTo>
                  <a:lnTo>
                    <a:pt x="1490760" y="210896"/>
                  </a:lnTo>
                  <a:lnTo>
                    <a:pt x="1491457" y="209259"/>
                  </a:lnTo>
                  <a:lnTo>
                    <a:pt x="1492153" y="208448"/>
                  </a:lnTo>
                  <a:lnTo>
                    <a:pt x="1492849" y="209010"/>
                  </a:lnTo>
                  <a:lnTo>
                    <a:pt x="1493545" y="208225"/>
                  </a:lnTo>
                  <a:lnTo>
                    <a:pt x="1494241" y="207184"/>
                  </a:lnTo>
                  <a:lnTo>
                    <a:pt x="1494937" y="206143"/>
                  </a:lnTo>
                  <a:lnTo>
                    <a:pt x="1495634" y="203301"/>
                  </a:lnTo>
                  <a:lnTo>
                    <a:pt x="1496330" y="199925"/>
                  </a:lnTo>
                  <a:lnTo>
                    <a:pt x="1497026" y="196865"/>
                  </a:lnTo>
                  <a:lnTo>
                    <a:pt x="1497722" y="193806"/>
                  </a:lnTo>
                  <a:lnTo>
                    <a:pt x="1498418" y="190746"/>
                  </a:lnTo>
                  <a:lnTo>
                    <a:pt x="1499114" y="187686"/>
                  </a:lnTo>
                  <a:lnTo>
                    <a:pt x="1499811" y="184626"/>
                  </a:lnTo>
                  <a:lnTo>
                    <a:pt x="1500507" y="180334"/>
                  </a:lnTo>
                  <a:lnTo>
                    <a:pt x="1501203" y="175483"/>
                  </a:lnTo>
                  <a:lnTo>
                    <a:pt x="1501899" y="172131"/>
                  </a:lnTo>
                  <a:lnTo>
                    <a:pt x="1502595" y="168406"/>
                  </a:lnTo>
                  <a:lnTo>
                    <a:pt x="1503292" y="163897"/>
                  </a:lnTo>
                  <a:lnTo>
                    <a:pt x="1503988" y="162942"/>
                  </a:lnTo>
                  <a:lnTo>
                    <a:pt x="1504684" y="160623"/>
                  </a:lnTo>
                  <a:lnTo>
                    <a:pt x="1505380" y="158304"/>
                  </a:lnTo>
                  <a:lnTo>
                    <a:pt x="1506076" y="156273"/>
                  </a:lnTo>
                  <a:lnTo>
                    <a:pt x="1506772" y="153954"/>
                  </a:lnTo>
                  <a:lnTo>
                    <a:pt x="1507469" y="152903"/>
                  </a:lnTo>
                  <a:lnTo>
                    <a:pt x="1508165" y="152434"/>
                  </a:lnTo>
                  <a:lnTo>
                    <a:pt x="1508861" y="151965"/>
                  </a:lnTo>
                  <a:lnTo>
                    <a:pt x="1509557" y="151496"/>
                  </a:lnTo>
                  <a:lnTo>
                    <a:pt x="1510253" y="151026"/>
                  </a:lnTo>
                  <a:lnTo>
                    <a:pt x="1510949" y="154057"/>
                  </a:lnTo>
                  <a:lnTo>
                    <a:pt x="1511646" y="157698"/>
                  </a:lnTo>
                  <a:lnTo>
                    <a:pt x="1512342" y="161520"/>
                  </a:lnTo>
                  <a:lnTo>
                    <a:pt x="1513038" y="165027"/>
                  </a:lnTo>
                  <a:lnTo>
                    <a:pt x="1513734" y="168240"/>
                  </a:lnTo>
                  <a:lnTo>
                    <a:pt x="1514430" y="170198"/>
                  </a:lnTo>
                  <a:lnTo>
                    <a:pt x="1515126" y="174105"/>
                  </a:lnTo>
                  <a:lnTo>
                    <a:pt x="1515823" y="179375"/>
                  </a:lnTo>
                  <a:lnTo>
                    <a:pt x="1516519" y="185073"/>
                  </a:lnTo>
                  <a:lnTo>
                    <a:pt x="1517215" y="191240"/>
                  </a:lnTo>
                  <a:lnTo>
                    <a:pt x="1517911" y="196176"/>
                  </a:lnTo>
                  <a:lnTo>
                    <a:pt x="1518607" y="200552"/>
                  </a:lnTo>
                  <a:lnTo>
                    <a:pt x="1519304" y="205215"/>
                  </a:lnTo>
                  <a:lnTo>
                    <a:pt x="1520000" y="209879"/>
                  </a:lnTo>
                  <a:lnTo>
                    <a:pt x="1520696" y="214542"/>
                  </a:lnTo>
                  <a:lnTo>
                    <a:pt x="1521392" y="217175"/>
                  </a:lnTo>
                  <a:lnTo>
                    <a:pt x="1522088" y="219807"/>
                  </a:lnTo>
                  <a:lnTo>
                    <a:pt x="1522784" y="222695"/>
                  </a:lnTo>
                  <a:lnTo>
                    <a:pt x="1523481" y="225584"/>
                  </a:lnTo>
                  <a:lnTo>
                    <a:pt x="1524177" y="228399"/>
                  </a:lnTo>
                  <a:lnTo>
                    <a:pt x="1524873" y="231212"/>
                  </a:lnTo>
                  <a:lnTo>
                    <a:pt x="1525569" y="234598"/>
                  </a:lnTo>
                  <a:lnTo>
                    <a:pt x="1526265" y="236260"/>
                  </a:lnTo>
                  <a:lnTo>
                    <a:pt x="1526961" y="239950"/>
                  </a:lnTo>
                  <a:lnTo>
                    <a:pt x="1527658" y="243335"/>
                  </a:lnTo>
                  <a:lnTo>
                    <a:pt x="1528354" y="247454"/>
                  </a:lnTo>
                  <a:lnTo>
                    <a:pt x="1529050" y="253466"/>
                  </a:lnTo>
                  <a:lnTo>
                    <a:pt x="1529746" y="259187"/>
                  </a:lnTo>
                  <a:lnTo>
                    <a:pt x="1530442" y="264907"/>
                  </a:lnTo>
                  <a:lnTo>
                    <a:pt x="1531139" y="270921"/>
                  </a:lnTo>
                  <a:lnTo>
                    <a:pt x="1531835" y="276933"/>
                  </a:lnTo>
                  <a:lnTo>
                    <a:pt x="1532531" y="282631"/>
                  </a:lnTo>
                  <a:lnTo>
                    <a:pt x="1533227" y="288327"/>
                  </a:lnTo>
                  <a:lnTo>
                    <a:pt x="1533923" y="294024"/>
                  </a:lnTo>
                  <a:lnTo>
                    <a:pt x="1534619" y="299721"/>
                  </a:lnTo>
                  <a:lnTo>
                    <a:pt x="1535316" y="305418"/>
                  </a:lnTo>
                  <a:lnTo>
                    <a:pt x="1536012" y="312651"/>
                  </a:lnTo>
                  <a:lnTo>
                    <a:pt x="1536708" y="320140"/>
                  </a:lnTo>
                  <a:lnTo>
                    <a:pt x="1537404" y="325544"/>
                  </a:lnTo>
                  <a:lnTo>
                    <a:pt x="1538100" y="330767"/>
                  </a:lnTo>
                  <a:lnTo>
                    <a:pt x="1538796" y="335301"/>
                  </a:lnTo>
                  <a:lnTo>
                    <a:pt x="1539493" y="338042"/>
                  </a:lnTo>
                  <a:lnTo>
                    <a:pt x="1540189" y="342706"/>
                  </a:lnTo>
                  <a:lnTo>
                    <a:pt x="1540885" y="347369"/>
                  </a:lnTo>
                  <a:lnTo>
                    <a:pt x="1541581" y="351745"/>
                  </a:lnTo>
                  <a:lnTo>
                    <a:pt x="1542277" y="356121"/>
                  </a:lnTo>
                  <a:lnTo>
                    <a:pt x="1542973" y="358552"/>
                  </a:lnTo>
                  <a:lnTo>
                    <a:pt x="1543670" y="360583"/>
                  </a:lnTo>
                  <a:lnTo>
                    <a:pt x="1544366" y="362614"/>
                  </a:lnTo>
                  <a:lnTo>
                    <a:pt x="1545062" y="364827"/>
                  </a:lnTo>
                  <a:lnTo>
                    <a:pt x="1545758" y="367327"/>
                  </a:lnTo>
                  <a:lnTo>
                    <a:pt x="1546454" y="367831"/>
                  </a:lnTo>
                  <a:lnTo>
                    <a:pt x="1547151" y="368013"/>
                  </a:lnTo>
                  <a:lnTo>
                    <a:pt x="1547847" y="368194"/>
                  </a:lnTo>
                  <a:lnTo>
                    <a:pt x="1548543" y="366756"/>
                  </a:lnTo>
                  <a:lnTo>
                    <a:pt x="1549239" y="365194"/>
                  </a:lnTo>
                  <a:lnTo>
                    <a:pt x="1549935" y="363523"/>
                  </a:lnTo>
                  <a:lnTo>
                    <a:pt x="1550631" y="359617"/>
                  </a:lnTo>
                  <a:lnTo>
                    <a:pt x="1551328" y="355710"/>
                  </a:lnTo>
                  <a:lnTo>
                    <a:pt x="1552024" y="351804"/>
                  </a:lnTo>
                  <a:lnTo>
                    <a:pt x="1552720" y="347716"/>
                  </a:lnTo>
                  <a:lnTo>
                    <a:pt x="1553416" y="345443"/>
                  </a:lnTo>
                  <a:lnTo>
                    <a:pt x="1554112" y="343386"/>
                  </a:lnTo>
                  <a:lnTo>
                    <a:pt x="1554808" y="341297"/>
                  </a:lnTo>
                  <a:lnTo>
                    <a:pt x="1555505" y="338952"/>
                  </a:lnTo>
                  <a:lnTo>
                    <a:pt x="1556201" y="336320"/>
                  </a:lnTo>
                  <a:lnTo>
                    <a:pt x="1556897" y="333975"/>
                  </a:lnTo>
                  <a:lnTo>
                    <a:pt x="1557593" y="331630"/>
                  </a:lnTo>
                  <a:lnTo>
                    <a:pt x="1558289" y="329030"/>
                  </a:lnTo>
                  <a:lnTo>
                    <a:pt x="1558986" y="328647"/>
                  </a:lnTo>
                  <a:lnTo>
                    <a:pt x="1559682" y="328360"/>
                  </a:lnTo>
                  <a:lnTo>
                    <a:pt x="1560378" y="328072"/>
                  </a:lnTo>
                  <a:lnTo>
                    <a:pt x="1561074" y="327529"/>
                  </a:lnTo>
                  <a:lnTo>
                    <a:pt x="1561770" y="326985"/>
                  </a:lnTo>
                  <a:lnTo>
                    <a:pt x="1562466" y="326137"/>
                  </a:lnTo>
                  <a:lnTo>
                    <a:pt x="1563163" y="325594"/>
                  </a:lnTo>
                  <a:lnTo>
                    <a:pt x="1563859" y="324746"/>
                  </a:lnTo>
                  <a:lnTo>
                    <a:pt x="1564555" y="323607"/>
                  </a:lnTo>
                  <a:lnTo>
                    <a:pt x="1565251" y="322578"/>
                  </a:lnTo>
                  <a:lnTo>
                    <a:pt x="1565947" y="321731"/>
                  </a:lnTo>
                  <a:lnTo>
                    <a:pt x="1566643" y="320591"/>
                  </a:lnTo>
                  <a:lnTo>
                    <a:pt x="1567340" y="319451"/>
                  </a:lnTo>
                  <a:lnTo>
                    <a:pt x="1568036" y="318599"/>
                  </a:lnTo>
                  <a:lnTo>
                    <a:pt x="1568732" y="318003"/>
                  </a:lnTo>
                  <a:lnTo>
                    <a:pt x="1569428" y="317407"/>
                  </a:lnTo>
                  <a:lnTo>
                    <a:pt x="1570124" y="316811"/>
                  </a:lnTo>
                  <a:lnTo>
                    <a:pt x="1570821" y="316811"/>
                  </a:lnTo>
                  <a:lnTo>
                    <a:pt x="1571517" y="317267"/>
                  </a:lnTo>
                  <a:lnTo>
                    <a:pt x="1572213" y="317723"/>
                  </a:lnTo>
                  <a:lnTo>
                    <a:pt x="1572909" y="317986"/>
                  </a:lnTo>
                  <a:lnTo>
                    <a:pt x="1573605" y="317581"/>
                  </a:lnTo>
                  <a:lnTo>
                    <a:pt x="1574301" y="318047"/>
                  </a:lnTo>
                  <a:lnTo>
                    <a:pt x="1574998" y="319627"/>
                  </a:lnTo>
                  <a:lnTo>
                    <a:pt x="1575694" y="322026"/>
                  </a:lnTo>
                  <a:lnTo>
                    <a:pt x="1576390" y="325199"/>
                  </a:lnTo>
                  <a:lnTo>
                    <a:pt x="1577086" y="327513"/>
                  </a:lnTo>
                  <a:lnTo>
                    <a:pt x="1577782" y="327469"/>
                  </a:lnTo>
                  <a:lnTo>
                    <a:pt x="1578478" y="328610"/>
                  </a:lnTo>
                  <a:lnTo>
                    <a:pt x="1579175" y="329481"/>
                  </a:lnTo>
                  <a:lnTo>
                    <a:pt x="1579871" y="329096"/>
                  </a:lnTo>
                  <a:lnTo>
                    <a:pt x="1580567" y="327682"/>
                  </a:lnTo>
                  <a:lnTo>
                    <a:pt x="1581263" y="325981"/>
                  </a:lnTo>
                  <a:lnTo>
                    <a:pt x="1581959" y="324568"/>
                  </a:lnTo>
                  <a:lnTo>
                    <a:pt x="1582655" y="323154"/>
                  </a:lnTo>
                  <a:lnTo>
                    <a:pt x="1583352" y="322322"/>
                  </a:lnTo>
                  <a:lnTo>
                    <a:pt x="1584048" y="323188"/>
                  </a:lnTo>
                  <a:lnTo>
                    <a:pt x="1584744" y="323862"/>
                  </a:lnTo>
                  <a:lnTo>
                    <a:pt x="1585440" y="323762"/>
                  </a:lnTo>
                  <a:lnTo>
                    <a:pt x="1586136" y="322843"/>
                  </a:lnTo>
                  <a:lnTo>
                    <a:pt x="1586833" y="321923"/>
                  </a:lnTo>
                  <a:lnTo>
                    <a:pt x="1587529" y="321105"/>
                  </a:lnTo>
                  <a:lnTo>
                    <a:pt x="1588225" y="321927"/>
                  </a:lnTo>
                  <a:lnTo>
                    <a:pt x="1588921" y="321419"/>
                  </a:lnTo>
                  <a:lnTo>
                    <a:pt x="1589617" y="321577"/>
                  </a:lnTo>
                  <a:lnTo>
                    <a:pt x="1590313" y="322953"/>
                  </a:lnTo>
                  <a:lnTo>
                    <a:pt x="1591010" y="326149"/>
                  </a:lnTo>
                  <a:lnTo>
                    <a:pt x="1591706" y="329634"/>
                  </a:lnTo>
                  <a:lnTo>
                    <a:pt x="1592402" y="332234"/>
                  </a:lnTo>
                  <a:lnTo>
                    <a:pt x="1593098" y="334835"/>
                  </a:lnTo>
                  <a:lnTo>
                    <a:pt x="1593794" y="337436"/>
                  </a:lnTo>
                  <a:lnTo>
                    <a:pt x="1594490" y="337562"/>
                  </a:lnTo>
                  <a:lnTo>
                    <a:pt x="1595187" y="335614"/>
                  </a:lnTo>
                  <a:lnTo>
                    <a:pt x="1595883" y="333270"/>
                  </a:lnTo>
                  <a:lnTo>
                    <a:pt x="1596579" y="330925"/>
                  </a:lnTo>
                  <a:lnTo>
                    <a:pt x="1597275" y="328399"/>
                  </a:lnTo>
                  <a:lnTo>
                    <a:pt x="1597971" y="325872"/>
                  </a:lnTo>
                  <a:lnTo>
                    <a:pt x="1598668" y="323528"/>
                  </a:lnTo>
                  <a:lnTo>
                    <a:pt x="1599364" y="321183"/>
                  </a:lnTo>
                  <a:lnTo>
                    <a:pt x="1600060" y="318838"/>
                  </a:lnTo>
                  <a:lnTo>
                    <a:pt x="1600756" y="314835"/>
                  </a:lnTo>
                  <a:lnTo>
                    <a:pt x="1601452" y="310460"/>
                  </a:lnTo>
                  <a:lnTo>
                    <a:pt x="1602148" y="306084"/>
                  </a:lnTo>
                  <a:lnTo>
                    <a:pt x="1602845" y="302555"/>
                  </a:lnTo>
                  <a:lnTo>
                    <a:pt x="1603541" y="299031"/>
                  </a:lnTo>
                  <a:lnTo>
                    <a:pt x="1604237" y="296322"/>
                  </a:lnTo>
                  <a:lnTo>
                    <a:pt x="1604933" y="293613"/>
                  </a:lnTo>
                  <a:lnTo>
                    <a:pt x="1605629" y="292827"/>
                  </a:lnTo>
                  <a:lnTo>
                    <a:pt x="1606325" y="291553"/>
                  </a:lnTo>
                  <a:lnTo>
                    <a:pt x="1607022" y="290400"/>
                  </a:lnTo>
                  <a:lnTo>
                    <a:pt x="1607718" y="289246"/>
                  </a:lnTo>
                  <a:lnTo>
                    <a:pt x="1608414" y="289146"/>
                  </a:lnTo>
                  <a:lnTo>
                    <a:pt x="1609110" y="289715"/>
                  </a:lnTo>
                  <a:lnTo>
                    <a:pt x="1609806" y="289715"/>
                  </a:lnTo>
                  <a:lnTo>
                    <a:pt x="1610502" y="288858"/>
                  </a:lnTo>
                  <a:lnTo>
                    <a:pt x="1611199" y="289275"/>
                  </a:lnTo>
                  <a:lnTo>
                    <a:pt x="1611895" y="289169"/>
                  </a:lnTo>
                  <a:lnTo>
                    <a:pt x="1612591" y="290210"/>
                  </a:lnTo>
                  <a:lnTo>
                    <a:pt x="1613287" y="293041"/>
                  </a:lnTo>
                  <a:lnTo>
                    <a:pt x="1613983" y="296813"/>
                  </a:lnTo>
                  <a:lnTo>
                    <a:pt x="1614680" y="300678"/>
                  </a:lnTo>
                  <a:lnTo>
                    <a:pt x="1615376" y="305800"/>
                  </a:lnTo>
                  <a:lnTo>
                    <a:pt x="1616072" y="311769"/>
                  </a:lnTo>
                  <a:lnTo>
                    <a:pt x="1616768" y="317738"/>
                  </a:lnTo>
                  <a:lnTo>
                    <a:pt x="1617464" y="323092"/>
                  </a:lnTo>
                  <a:lnTo>
                    <a:pt x="1618160" y="328445"/>
                  </a:lnTo>
                  <a:lnTo>
                    <a:pt x="1618857" y="332762"/>
                  </a:lnTo>
                  <a:lnTo>
                    <a:pt x="1619553" y="337316"/>
                  </a:lnTo>
                  <a:lnTo>
                    <a:pt x="1620249" y="341870"/>
                  </a:lnTo>
                  <a:lnTo>
                    <a:pt x="1620945" y="347653"/>
                  </a:lnTo>
                  <a:lnTo>
                    <a:pt x="1621641" y="353080"/>
                  </a:lnTo>
                  <a:lnTo>
                    <a:pt x="1622337" y="357953"/>
                  </a:lnTo>
                  <a:lnTo>
                    <a:pt x="1623034" y="361270"/>
                  </a:lnTo>
                  <a:lnTo>
                    <a:pt x="1623730" y="362947"/>
                  </a:lnTo>
                  <a:lnTo>
                    <a:pt x="1624426" y="364138"/>
                  </a:lnTo>
                  <a:lnTo>
                    <a:pt x="1625122" y="365017"/>
                  </a:lnTo>
                  <a:lnTo>
                    <a:pt x="1625818" y="365279"/>
                  </a:lnTo>
                  <a:lnTo>
                    <a:pt x="1626515" y="363976"/>
                  </a:lnTo>
                  <a:lnTo>
                    <a:pt x="1627211" y="362673"/>
                  </a:lnTo>
                  <a:lnTo>
                    <a:pt x="1627907" y="361965"/>
                  </a:lnTo>
                  <a:lnTo>
                    <a:pt x="1628603" y="361259"/>
                  </a:lnTo>
                  <a:lnTo>
                    <a:pt x="1629299" y="360552"/>
                  </a:lnTo>
                  <a:lnTo>
                    <a:pt x="1629995" y="360100"/>
                  </a:lnTo>
                  <a:lnTo>
                    <a:pt x="1630692" y="361885"/>
                  </a:lnTo>
                  <a:lnTo>
                    <a:pt x="1631388" y="363209"/>
                  </a:lnTo>
                  <a:lnTo>
                    <a:pt x="1632084" y="366030"/>
                  </a:lnTo>
                  <a:lnTo>
                    <a:pt x="1632780" y="369567"/>
                  </a:lnTo>
                  <a:lnTo>
                    <a:pt x="1633476" y="375448"/>
                  </a:lnTo>
                  <a:lnTo>
                    <a:pt x="1634172" y="381148"/>
                  </a:lnTo>
                  <a:lnTo>
                    <a:pt x="1634869" y="386848"/>
                  </a:lnTo>
                  <a:lnTo>
                    <a:pt x="1635565" y="391979"/>
                  </a:lnTo>
                  <a:lnTo>
                    <a:pt x="1636261" y="398950"/>
                  </a:lnTo>
                  <a:lnTo>
                    <a:pt x="1636957" y="405537"/>
                  </a:lnTo>
                  <a:lnTo>
                    <a:pt x="1637653" y="412123"/>
                  </a:lnTo>
                  <a:lnTo>
                    <a:pt x="1638350" y="419007"/>
                  </a:lnTo>
                  <a:lnTo>
                    <a:pt x="1639046" y="425598"/>
                  </a:lnTo>
                  <a:lnTo>
                    <a:pt x="1639742" y="431119"/>
                  </a:lnTo>
                  <a:lnTo>
                    <a:pt x="1640438" y="437497"/>
                  </a:lnTo>
                  <a:lnTo>
                    <a:pt x="1641134" y="441952"/>
                  </a:lnTo>
                  <a:lnTo>
                    <a:pt x="1641830" y="446299"/>
                  </a:lnTo>
                  <a:lnTo>
                    <a:pt x="1642527" y="450069"/>
                  </a:lnTo>
                  <a:lnTo>
                    <a:pt x="1642578" y="450285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6656727" y="5545992"/>
              <a:ext cx="167058" cy="214410"/>
            </a:xfrm>
            <a:custGeom>
              <a:avLst/>
              <a:pathLst>
                <a:path w="167058" h="214410">
                  <a:moveTo>
                    <a:pt x="0" y="214410"/>
                  </a:moveTo>
                  <a:lnTo>
                    <a:pt x="195" y="213446"/>
                  </a:lnTo>
                  <a:lnTo>
                    <a:pt x="891" y="209729"/>
                  </a:lnTo>
                  <a:lnTo>
                    <a:pt x="1587" y="203493"/>
                  </a:lnTo>
                  <a:lnTo>
                    <a:pt x="2283" y="198531"/>
                  </a:lnTo>
                  <a:lnTo>
                    <a:pt x="2979" y="192636"/>
                  </a:lnTo>
                  <a:lnTo>
                    <a:pt x="3676" y="186259"/>
                  </a:lnTo>
                  <a:lnTo>
                    <a:pt x="4372" y="179881"/>
                  </a:lnTo>
                  <a:lnTo>
                    <a:pt x="5068" y="173503"/>
                  </a:lnTo>
                  <a:lnTo>
                    <a:pt x="5764" y="167701"/>
                  </a:lnTo>
                  <a:lnTo>
                    <a:pt x="6460" y="163325"/>
                  </a:lnTo>
                  <a:lnTo>
                    <a:pt x="7156" y="158373"/>
                  </a:lnTo>
                  <a:lnTo>
                    <a:pt x="7853" y="153997"/>
                  </a:lnTo>
                  <a:lnTo>
                    <a:pt x="8549" y="150718"/>
                  </a:lnTo>
                  <a:lnTo>
                    <a:pt x="9245" y="145296"/>
                  </a:lnTo>
                  <a:lnTo>
                    <a:pt x="9941" y="139172"/>
                  </a:lnTo>
                  <a:lnTo>
                    <a:pt x="10637" y="132594"/>
                  </a:lnTo>
                  <a:lnTo>
                    <a:pt x="11334" y="126715"/>
                  </a:lnTo>
                  <a:lnTo>
                    <a:pt x="12030" y="122307"/>
                  </a:lnTo>
                  <a:lnTo>
                    <a:pt x="12726" y="117331"/>
                  </a:lnTo>
                  <a:lnTo>
                    <a:pt x="13422" y="114703"/>
                  </a:lnTo>
                  <a:lnTo>
                    <a:pt x="14118" y="113400"/>
                  </a:lnTo>
                  <a:lnTo>
                    <a:pt x="14814" y="112693"/>
                  </a:lnTo>
                  <a:lnTo>
                    <a:pt x="15511" y="112242"/>
                  </a:lnTo>
                  <a:lnTo>
                    <a:pt x="16207" y="110678"/>
                  </a:lnTo>
                  <a:lnTo>
                    <a:pt x="16903" y="109113"/>
                  </a:lnTo>
                  <a:lnTo>
                    <a:pt x="17599" y="106503"/>
                  </a:lnTo>
                  <a:lnTo>
                    <a:pt x="18295" y="102844"/>
                  </a:lnTo>
                  <a:lnTo>
                    <a:pt x="18991" y="98701"/>
                  </a:lnTo>
                  <a:lnTo>
                    <a:pt x="19688" y="96479"/>
                  </a:lnTo>
                  <a:lnTo>
                    <a:pt x="20384" y="95205"/>
                  </a:lnTo>
                  <a:lnTo>
                    <a:pt x="21080" y="94527"/>
                  </a:lnTo>
                  <a:lnTo>
                    <a:pt x="21776" y="94425"/>
                  </a:lnTo>
                  <a:lnTo>
                    <a:pt x="22472" y="92068"/>
                  </a:lnTo>
                  <a:lnTo>
                    <a:pt x="23168" y="89615"/>
                  </a:lnTo>
                  <a:lnTo>
                    <a:pt x="23865" y="86547"/>
                  </a:lnTo>
                  <a:lnTo>
                    <a:pt x="24561" y="83479"/>
                  </a:lnTo>
                  <a:lnTo>
                    <a:pt x="25257" y="80155"/>
                  </a:lnTo>
                  <a:lnTo>
                    <a:pt x="25953" y="78022"/>
                  </a:lnTo>
                  <a:lnTo>
                    <a:pt x="26649" y="73950"/>
                  </a:lnTo>
                  <a:lnTo>
                    <a:pt x="27346" y="69449"/>
                  </a:lnTo>
                  <a:lnTo>
                    <a:pt x="28042" y="65896"/>
                  </a:lnTo>
                  <a:lnTo>
                    <a:pt x="28738" y="61567"/>
                  </a:lnTo>
                  <a:lnTo>
                    <a:pt x="29434" y="56296"/>
                  </a:lnTo>
                  <a:lnTo>
                    <a:pt x="30130" y="51312"/>
                  </a:lnTo>
                  <a:lnTo>
                    <a:pt x="30826" y="46042"/>
                  </a:lnTo>
                  <a:lnTo>
                    <a:pt x="31523" y="40515"/>
                  </a:lnTo>
                  <a:lnTo>
                    <a:pt x="32219" y="34391"/>
                  </a:lnTo>
                  <a:lnTo>
                    <a:pt x="32915" y="29899"/>
                  </a:lnTo>
                  <a:lnTo>
                    <a:pt x="33611" y="25492"/>
                  </a:lnTo>
                  <a:lnTo>
                    <a:pt x="34307" y="21084"/>
                  </a:lnTo>
                  <a:lnTo>
                    <a:pt x="35003" y="16107"/>
                  </a:lnTo>
                  <a:lnTo>
                    <a:pt x="35700" y="11700"/>
                  </a:lnTo>
                  <a:lnTo>
                    <a:pt x="36396" y="6922"/>
                  </a:lnTo>
                  <a:lnTo>
                    <a:pt x="37092" y="4329"/>
                  </a:lnTo>
                  <a:lnTo>
                    <a:pt x="37788" y="1698"/>
                  </a:lnTo>
                  <a:lnTo>
                    <a:pt x="38484" y="0"/>
                  </a:lnTo>
                  <a:lnTo>
                    <a:pt x="39181" y="671"/>
                  </a:lnTo>
                  <a:lnTo>
                    <a:pt x="39877" y="2702"/>
                  </a:lnTo>
                  <a:lnTo>
                    <a:pt x="40573" y="4734"/>
                  </a:lnTo>
                  <a:lnTo>
                    <a:pt x="41269" y="6188"/>
                  </a:lnTo>
                  <a:lnTo>
                    <a:pt x="41965" y="7644"/>
                  </a:lnTo>
                  <a:lnTo>
                    <a:pt x="42661" y="9675"/>
                  </a:lnTo>
                  <a:lnTo>
                    <a:pt x="43358" y="11090"/>
                  </a:lnTo>
                  <a:lnTo>
                    <a:pt x="44054" y="12025"/>
                  </a:lnTo>
                  <a:lnTo>
                    <a:pt x="44750" y="15559"/>
                  </a:lnTo>
                  <a:lnTo>
                    <a:pt x="45446" y="19793"/>
                  </a:lnTo>
                  <a:lnTo>
                    <a:pt x="46142" y="23571"/>
                  </a:lnTo>
                  <a:lnTo>
                    <a:pt x="46838" y="27894"/>
                  </a:lnTo>
                  <a:lnTo>
                    <a:pt x="47535" y="31846"/>
                  </a:lnTo>
                  <a:lnTo>
                    <a:pt x="48231" y="36366"/>
                  </a:lnTo>
                  <a:lnTo>
                    <a:pt x="48927" y="40065"/>
                  </a:lnTo>
                  <a:lnTo>
                    <a:pt x="49623" y="42439"/>
                  </a:lnTo>
                  <a:lnTo>
                    <a:pt x="50319" y="44813"/>
                  </a:lnTo>
                  <a:lnTo>
                    <a:pt x="51015" y="46572"/>
                  </a:lnTo>
                  <a:lnTo>
                    <a:pt x="51712" y="47284"/>
                  </a:lnTo>
                  <a:lnTo>
                    <a:pt x="52408" y="48171"/>
                  </a:lnTo>
                  <a:lnTo>
                    <a:pt x="53104" y="49184"/>
                  </a:lnTo>
                  <a:lnTo>
                    <a:pt x="53800" y="51862"/>
                  </a:lnTo>
                  <a:lnTo>
                    <a:pt x="54496" y="55024"/>
                  </a:lnTo>
                  <a:lnTo>
                    <a:pt x="55193" y="55972"/>
                  </a:lnTo>
                  <a:lnTo>
                    <a:pt x="55889" y="55972"/>
                  </a:lnTo>
                  <a:lnTo>
                    <a:pt x="56585" y="55972"/>
                  </a:lnTo>
                  <a:lnTo>
                    <a:pt x="57281" y="55396"/>
                  </a:lnTo>
                  <a:lnTo>
                    <a:pt x="57977" y="56181"/>
                  </a:lnTo>
                  <a:lnTo>
                    <a:pt x="58673" y="56758"/>
                  </a:lnTo>
                  <a:lnTo>
                    <a:pt x="59370" y="56758"/>
                  </a:lnTo>
                  <a:lnTo>
                    <a:pt x="60066" y="56757"/>
                  </a:lnTo>
                  <a:lnTo>
                    <a:pt x="60762" y="56757"/>
                  </a:lnTo>
                  <a:lnTo>
                    <a:pt x="61458" y="55566"/>
                  </a:lnTo>
                  <a:lnTo>
                    <a:pt x="62154" y="57916"/>
                  </a:lnTo>
                  <a:lnTo>
                    <a:pt x="62850" y="60668"/>
                  </a:lnTo>
                  <a:lnTo>
                    <a:pt x="63547" y="62728"/>
                  </a:lnTo>
                  <a:lnTo>
                    <a:pt x="64243" y="64968"/>
                  </a:lnTo>
                  <a:lnTo>
                    <a:pt x="64939" y="67894"/>
                  </a:lnTo>
                  <a:lnTo>
                    <a:pt x="65635" y="70533"/>
                  </a:lnTo>
                  <a:lnTo>
                    <a:pt x="66331" y="73172"/>
                  </a:lnTo>
                  <a:lnTo>
                    <a:pt x="67028" y="75810"/>
                  </a:lnTo>
                  <a:lnTo>
                    <a:pt x="67724" y="78449"/>
                  </a:lnTo>
                  <a:lnTo>
                    <a:pt x="68420" y="80064"/>
                  </a:lnTo>
                  <a:lnTo>
                    <a:pt x="69116" y="82379"/>
                  </a:lnTo>
                  <a:lnTo>
                    <a:pt x="69812" y="84694"/>
                  </a:lnTo>
                  <a:lnTo>
                    <a:pt x="70508" y="87577"/>
                  </a:lnTo>
                  <a:lnTo>
                    <a:pt x="71205" y="89892"/>
                  </a:lnTo>
                  <a:lnTo>
                    <a:pt x="71901" y="93678"/>
                  </a:lnTo>
                  <a:lnTo>
                    <a:pt x="72597" y="96978"/>
                  </a:lnTo>
                  <a:lnTo>
                    <a:pt x="73293" y="99862"/>
                  </a:lnTo>
                  <a:lnTo>
                    <a:pt x="73989" y="102745"/>
                  </a:lnTo>
                  <a:lnTo>
                    <a:pt x="74685" y="103741"/>
                  </a:lnTo>
                  <a:lnTo>
                    <a:pt x="75382" y="103378"/>
                  </a:lnTo>
                  <a:lnTo>
                    <a:pt x="76078" y="103015"/>
                  </a:lnTo>
                  <a:lnTo>
                    <a:pt x="76774" y="102968"/>
                  </a:lnTo>
                  <a:lnTo>
                    <a:pt x="77470" y="102921"/>
                  </a:lnTo>
                  <a:lnTo>
                    <a:pt x="78166" y="102873"/>
                  </a:lnTo>
                  <a:lnTo>
                    <a:pt x="78863" y="103441"/>
                  </a:lnTo>
                  <a:lnTo>
                    <a:pt x="79559" y="104009"/>
                  </a:lnTo>
                  <a:lnTo>
                    <a:pt x="80255" y="105046"/>
                  </a:lnTo>
                  <a:lnTo>
                    <a:pt x="80951" y="106339"/>
                  </a:lnTo>
                  <a:lnTo>
                    <a:pt x="81647" y="108088"/>
                  </a:lnTo>
                  <a:lnTo>
                    <a:pt x="82343" y="108592"/>
                  </a:lnTo>
                  <a:lnTo>
                    <a:pt x="83040" y="108592"/>
                  </a:lnTo>
                  <a:lnTo>
                    <a:pt x="83736" y="109048"/>
                  </a:lnTo>
                  <a:lnTo>
                    <a:pt x="84432" y="108432"/>
                  </a:lnTo>
                  <a:lnTo>
                    <a:pt x="85128" y="107817"/>
                  </a:lnTo>
                  <a:lnTo>
                    <a:pt x="85824" y="107202"/>
                  </a:lnTo>
                  <a:lnTo>
                    <a:pt x="86520" y="107202"/>
                  </a:lnTo>
                  <a:lnTo>
                    <a:pt x="87217" y="109106"/>
                  </a:lnTo>
                  <a:lnTo>
                    <a:pt x="87913" y="110835"/>
                  </a:lnTo>
                  <a:lnTo>
                    <a:pt x="88609" y="113180"/>
                  </a:lnTo>
                  <a:lnTo>
                    <a:pt x="89305" y="114909"/>
                  </a:lnTo>
                  <a:lnTo>
                    <a:pt x="90001" y="116639"/>
                  </a:lnTo>
                  <a:lnTo>
                    <a:pt x="90697" y="116234"/>
                  </a:lnTo>
                  <a:lnTo>
                    <a:pt x="91394" y="115163"/>
                  </a:lnTo>
                  <a:lnTo>
                    <a:pt x="92090" y="113984"/>
                  </a:lnTo>
                  <a:lnTo>
                    <a:pt x="92786" y="110882"/>
                  </a:lnTo>
                  <a:lnTo>
                    <a:pt x="93482" y="108638"/>
                  </a:lnTo>
                  <a:lnTo>
                    <a:pt x="94178" y="106395"/>
                  </a:lnTo>
                  <a:lnTo>
                    <a:pt x="94875" y="105344"/>
                  </a:lnTo>
                  <a:lnTo>
                    <a:pt x="95571" y="104292"/>
                  </a:lnTo>
                  <a:lnTo>
                    <a:pt x="96267" y="102984"/>
                  </a:lnTo>
                  <a:lnTo>
                    <a:pt x="96963" y="101677"/>
                  </a:lnTo>
                  <a:lnTo>
                    <a:pt x="97659" y="98479"/>
                  </a:lnTo>
                  <a:lnTo>
                    <a:pt x="98355" y="95308"/>
                  </a:lnTo>
                  <a:lnTo>
                    <a:pt x="99052" y="92681"/>
                  </a:lnTo>
                  <a:lnTo>
                    <a:pt x="99748" y="90649"/>
                  </a:lnTo>
                  <a:lnTo>
                    <a:pt x="100444" y="89178"/>
                  </a:lnTo>
                  <a:lnTo>
                    <a:pt x="101140" y="90135"/>
                  </a:lnTo>
                  <a:lnTo>
                    <a:pt x="101836" y="91275"/>
                  </a:lnTo>
                  <a:lnTo>
                    <a:pt x="102532" y="92524"/>
                  </a:lnTo>
                  <a:lnTo>
                    <a:pt x="103229" y="96008"/>
                  </a:lnTo>
                  <a:lnTo>
                    <a:pt x="103925" y="98137"/>
                  </a:lnTo>
                  <a:lnTo>
                    <a:pt x="104621" y="99774"/>
                  </a:lnTo>
                  <a:lnTo>
                    <a:pt x="105317" y="101411"/>
                  </a:lnTo>
                  <a:lnTo>
                    <a:pt x="106013" y="103048"/>
                  </a:lnTo>
                  <a:lnTo>
                    <a:pt x="106710" y="104685"/>
                  </a:lnTo>
                  <a:lnTo>
                    <a:pt x="107406" y="106322"/>
                  </a:lnTo>
                  <a:lnTo>
                    <a:pt x="108102" y="108414"/>
                  </a:lnTo>
                  <a:lnTo>
                    <a:pt x="108798" y="110507"/>
                  </a:lnTo>
                  <a:lnTo>
                    <a:pt x="109494" y="112144"/>
                  </a:lnTo>
                  <a:lnTo>
                    <a:pt x="110190" y="113781"/>
                  </a:lnTo>
                  <a:lnTo>
                    <a:pt x="110887" y="115418"/>
                  </a:lnTo>
                  <a:lnTo>
                    <a:pt x="111583" y="116763"/>
                  </a:lnTo>
                  <a:lnTo>
                    <a:pt x="112279" y="117792"/>
                  </a:lnTo>
                  <a:lnTo>
                    <a:pt x="112975" y="118820"/>
                  </a:lnTo>
                  <a:lnTo>
                    <a:pt x="113671" y="119849"/>
                  </a:lnTo>
                  <a:lnTo>
                    <a:pt x="114367" y="120878"/>
                  </a:lnTo>
                  <a:lnTo>
                    <a:pt x="115064" y="121907"/>
                  </a:lnTo>
                  <a:lnTo>
                    <a:pt x="115760" y="122759"/>
                  </a:lnTo>
                  <a:lnTo>
                    <a:pt x="116456" y="123811"/>
                  </a:lnTo>
                  <a:lnTo>
                    <a:pt x="117152" y="124863"/>
                  </a:lnTo>
                  <a:lnTo>
                    <a:pt x="117848" y="126529"/>
                  </a:lnTo>
                  <a:lnTo>
                    <a:pt x="118544" y="126985"/>
                  </a:lnTo>
                  <a:lnTo>
                    <a:pt x="119241" y="126985"/>
                  </a:lnTo>
                  <a:lnTo>
                    <a:pt x="119937" y="126609"/>
                  </a:lnTo>
                  <a:lnTo>
                    <a:pt x="120633" y="124265"/>
                  </a:lnTo>
                  <a:lnTo>
                    <a:pt x="121329" y="121920"/>
                  </a:lnTo>
                  <a:lnTo>
                    <a:pt x="122025" y="119575"/>
                  </a:lnTo>
                  <a:lnTo>
                    <a:pt x="122722" y="117231"/>
                  </a:lnTo>
                  <a:lnTo>
                    <a:pt x="123418" y="116077"/>
                  </a:lnTo>
                  <a:lnTo>
                    <a:pt x="124114" y="114924"/>
                  </a:lnTo>
                  <a:lnTo>
                    <a:pt x="124810" y="114339"/>
                  </a:lnTo>
                  <a:lnTo>
                    <a:pt x="125506" y="113754"/>
                  </a:lnTo>
                  <a:lnTo>
                    <a:pt x="126202" y="114735"/>
                  </a:lnTo>
                  <a:lnTo>
                    <a:pt x="126899" y="114834"/>
                  </a:lnTo>
                  <a:lnTo>
                    <a:pt x="127595" y="115126"/>
                  </a:lnTo>
                  <a:lnTo>
                    <a:pt x="128291" y="116241"/>
                  </a:lnTo>
                  <a:lnTo>
                    <a:pt x="128987" y="117815"/>
                  </a:lnTo>
                  <a:lnTo>
                    <a:pt x="129683" y="118711"/>
                  </a:lnTo>
                  <a:lnTo>
                    <a:pt x="130379" y="118358"/>
                  </a:lnTo>
                  <a:lnTo>
                    <a:pt x="131076" y="120235"/>
                  </a:lnTo>
                  <a:lnTo>
                    <a:pt x="131772" y="122368"/>
                  </a:lnTo>
                  <a:lnTo>
                    <a:pt x="132468" y="124502"/>
                  </a:lnTo>
                  <a:lnTo>
                    <a:pt x="133164" y="126923"/>
                  </a:lnTo>
                  <a:lnTo>
                    <a:pt x="133860" y="129344"/>
                  </a:lnTo>
                  <a:lnTo>
                    <a:pt x="134557" y="131221"/>
                  </a:lnTo>
                  <a:lnTo>
                    <a:pt x="135253" y="132241"/>
                  </a:lnTo>
                  <a:lnTo>
                    <a:pt x="135949" y="132957"/>
                  </a:lnTo>
                  <a:lnTo>
                    <a:pt x="136645" y="132390"/>
                  </a:lnTo>
                  <a:lnTo>
                    <a:pt x="137341" y="132963"/>
                  </a:lnTo>
                  <a:lnTo>
                    <a:pt x="138037" y="133039"/>
                  </a:lnTo>
                  <a:lnTo>
                    <a:pt x="138734" y="131495"/>
                  </a:lnTo>
                  <a:lnTo>
                    <a:pt x="139430" y="131090"/>
                  </a:lnTo>
                  <a:lnTo>
                    <a:pt x="140126" y="131755"/>
                  </a:lnTo>
                  <a:lnTo>
                    <a:pt x="140822" y="133402"/>
                  </a:lnTo>
                  <a:lnTo>
                    <a:pt x="141518" y="134473"/>
                  </a:lnTo>
                  <a:lnTo>
                    <a:pt x="142214" y="134929"/>
                  </a:lnTo>
                  <a:lnTo>
                    <a:pt x="142911" y="136000"/>
                  </a:lnTo>
                  <a:lnTo>
                    <a:pt x="143607" y="136615"/>
                  </a:lnTo>
                  <a:lnTo>
                    <a:pt x="144303" y="137230"/>
                  </a:lnTo>
                  <a:lnTo>
                    <a:pt x="144999" y="138877"/>
                  </a:lnTo>
                  <a:lnTo>
                    <a:pt x="145695" y="140524"/>
                  </a:lnTo>
                  <a:lnTo>
                    <a:pt x="146391" y="142171"/>
                  </a:lnTo>
                  <a:lnTo>
                    <a:pt x="147088" y="143534"/>
                  </a:lnTo>
                  <a:lnTo>
                    <a:pt x="147784" y="145474"/>
                  </a:lnTo>
                  <a:lnTo>
                    <a:pt x="148480" y="147413"/>
                  </a:lnTo>
                  <a:lnTo>
                    <a:pt x="149176" y="149353"/>
                  </a:lnTo>
                  <a:lnTo>
                    <a:pt x="149872" y="151860"/>
                  </a:lnTo>
                  <a:lnTo>
                    <a:pt x="150569" y="154368"/>
                  </a:lnTo>
                  <a:lnTo>
                    <a:pt x="151265" y="156584"/>
                  </a:lnTo>
                  <a:lnTo>
                    <a:pt x="151961" y="158343"/>
                  </a:lnTo>
                  <a:lnTo>
                    <a:pt x="152657" y="160960"/>
                  </a:lnTo>
                  <a:lnTo>
                    <a:pt x="153353" y="162963"/>
                  </a:lnTo>
                  <a:lnTo>
                    <a:pt x="154049" y="165580"/>
                  </a:lnTo>
                  <a:lnTo>
                    <a:pt x="154746" y="168197"/>
                  </a:lnTo>
                  <a:lnTo>
                    <a:pt x="155442" y="170332"/>
                  </a:lnTo>
                  <a:lnTo>
                    <a:pt x="156138" y="174437"/>
                  </a:lnTo>
                  <a:lnTo>
                    <a:pt x="156834" y="178541"/>
                  </a:lnTo>
                  <a:lnTo>
                    <a:pt x="157530" y="182646"/>
                  </a:lnTo>
                  <a:lnTo>
                    <a:pt x="158226" y="186182"/>
                  </a:lnTo>
                  <a:lnTo>
                    <a:pt x="158923" y="187950"/>
                  </a:lnTo>
                  <a:lnTo>
                    <a:pt x="159619" y="189719"/>
                  </a:lnTo>
                  <a:lnTo>
                    <a:pt x="160315" y="190304"/>
                  </a:lnTo>
                  <a:lnTo>
                    <a:pt x="161011" y="190889"/>
                  </a:lnTo>
                  <a:lnTo>
                    <a:pt x="161707" y="192042"/>
                  </a:lnTo>
                  <a:lnTo>
                    <a:pt x="162404" y="194744"/>
                  </a:lnTo>
                  <a:lnTo>
                    <a:pt x="163100" y="197360"/>
                  </a:lnTo>
                  <a:lnTo>
                    <a:pt x="163796" y="200328"/>
                  </a:lnTo>
                  <a:lnTo>
                    <a:pt x="164492" y="203130"/>
                  </a:lnTo>
                  <a:lnTo>
                    <a:pt x="165188" y="206354"/>
                  </a:lnTo>
                  <a:lnTo>
                    <a:pt x="165884" y="210827"/>
                  </a:lnTo>
                  <a:lnTo>
                    <a:pt x="166581" y="213070"/>
                  </a:lnTo>
                  <a:lnTo>
                    <a:pt x="167058" y="214410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6833311" y="5635914"/>
              <a:ext cx="169204" cy="124488"/>
            </a:xfrm>
            <a:custGeom>
              <a:avLst/>
              <a:pathLst>
                <a:path w="169204" h="124488">
                  <a:moveTo>
                    <a:pt x="0" y="124488"/>
                  </a:moveTo>
                  <a:lnTo>
                    <a:pt x="439" y="121791"/>
                  </a:lnTo>
                  <a:lnTo>
                    <a:pt x="1136" y="117396"/>
                  </a:lnTo>
                  <a:lnTo>
                    <a:pt x="1832" y="110810"/>
                  </a:lnTo>
                  <a:lnTo>
                    <a:pt x="2528" y="104223"/>
                  </a:lnTo>
                  <a:lnTo>
                    <a:pt x="3224" y="97637"/>
                  </a:lnTo>
                  <a:lnTo>
                    <a:pt x="3920" y="90474"/>
                  </a:lnTo>
                  <a:lnTo>
                    <a:pt x="4617" y="83312"/>
                  </a:lnTo>
                  <a:lnTo>
                    <a:pt x="5313" y="76256"/>
                  </a:lnTo>
                  <a:lnTo>
                    <a:pt x="6009" y="71519"/>
                  </a:lnTo>
                  <a:lnTo>
                    <a:pt x="6705" y="65890"/>
                  </a:lnTo>
                  <a:lnTo>
                    <a:pt x="7401" y="60261"/>
                  </a:lnTo>
                  <a:lnTo>
                    <a:pt x="8097" y="54632"/>
                  </a:lnTo>
                  <a:lnTo>
                    <a:pt x="8794" y="48435"/>
                  </a:lnTo>
                  <a:lnTo>
                    <a:pt x="9490" y="42238"/>
                  </a:lnTo>
                  <a:lnTo>
                    <a:pt x="10186" y="36356"/>
                  </a:lnTo>
                  <a:lnTo>
                    <a:pt x="10882" y="30475"/>
                  </a:lnTo>
                  <a:lnTo>
                    <a:pt x="11578" y="24516"/>
                  </a:lnTo>
                  <a:lnTo>
                    <a:pt x="12274" y="20304"/>
                  </a:lnTo>
                  <a:lnTo>
                    <a:pt x="12971" y="16091"/>
                  </a:lnTo>
                  <a:lnTo>
                    <a:pt x="13667" y="11879"/>
                  </a:lnTo>
                  <a:lnTo>
                    <a:pt x="14363" y="9067"/>
                  </a:lnTo>
                  <a:lnTo>
                    <a:pt x="15059" y="6852"/>
                  </a:lnTo>
                  <a:lnTo>
                    <a:pt x="15755" y="4637"/>
                  </a:lnTo>
                  <a:lnTo>
                    <a:pt x="16451" y="2421"/>
                  </a:lnTo>
                  <a:lnTo>
                    <a:pt x="17148" y="1230"/>
                  </a:lnTo>
                  <a:lnTo>
                    <a:pt x="17844" y="615"/>
                  </a:lnTo>
                  <a:lnTo>
                    <a:pt x="18540" y="0"/>
                  </a:lnTo>
                  <a:lnTo>
                    <a:pt x="19236" y="0"/>
                  </a:lnTo>
                  <a:lnTo>
                    <a:pt x="19932" y="0"/>
                  </a:lnTo>
                  <a:lnTo>
                    <a:pt x="20629" y="0"/>
                  </a:lnTo>
                  <a:lnTo>
                    <a:pt x="21325" y="615"/>
                  </a:lnTo>
                  <a:lnTo>
                    <a:pt x="22021" y="1230"/>
                  </a:lnTo>
                  <a:lnTo>
                    <a:pt x="22717" y="3170"/>
                  </a:lnTo>
                  <a:lnTo>
                    <a:pt x="23413" y="5109"/>
                  </a:lnTo>
                  <a:lnTo>
                    <a:pt x="24109" y="8177"/>
                  </a:lnTo>
                  <a:lnTo>
                    <a:pt x="24806" y="10676"/>
                  </a:lnTo>
                  <a:lnTo>
                    <a:pt x="25502" y="12599"/>
                  </a:lnTo>
                  <a:lnTo>
                    <a:pt x="26198" y="14809"/>
                  </a:lnTo>
                  <a:lnTo>
                    <a:pt x="26894" y="16732"/>
                  </a:lnTo>
                  <a:lnTo>
                    <a:pt x="27590" y="18040"/>
                  </a:lnTo>
                  <a:lnTo>
                    <a:pt x="28286" y="19347"/>
                  </a:lnTo>
                  <a:lnTo>
                    <a:pt x="28983" y="20655"/>
                  </a:lnTo>
                  <a:lnTo>
                    <a:pt x="29679" y="22578"/>
                  </a:lnTo>
                  <a:lnTo>
                    <a:pt x="30375" y="24620"/>
                  </a:lnTo>
                  <a:lnTo>
                    <a:pt x="31071" y="29208"/>
                  </a:lnTo>
                  <a:lnTo>
                    <a:pt x="31767" y="32916"/>
                  </a:lnTo>
                  <a:lnTo>
                    <a:pt x="32464" y="36313"/>
                  </a:lnTo>
                  <a:lnTo>
                    <a:pt x="33160" y="39709"/>
                  </a:lnTo>
                  <a:lnTo>
                    <a:pt x="33856" y="42906"/>
                  </a:lnTo>
                  <a:lnTo>
                    <a:pt x="34552" y="45810"/>
                  </a:lnTo>
                  <a:lnTo>
                    <a:pt x="35248" y="48714"/>
                  </a:lnTo>
                  <a:lnTo>
                    <a:pt x="35944" y="51911"/>
                  </a:lnTo>
                  <a:lnTo>
                    <a:pt x="36641" y="55850"/>
                  </a:lnTo>
                  <a:lnTo>
                    <a:pt x="37337" y="61821"/>
                  </a:lnTo>
                  <a:lnTo>
                    <a:pt x="38033" y="67792"/>
                  </a:lnTo>
                  <a:lnTo>
                    <a:pt x="38729" y="73763"/>
                  </a:lnTo>
                  <a:lnTo>
                    <a:pt x="39425" y="79734"/>
                  </a:lnTo>
                  <a:lnTo>
                    <a:pt x="40121" y="85250"/>
                  </a:lnTo>
                  <a:lnTo>
                    <a:pt x="40818" y="90366"/>
                  </a:lnTo>
                  <a:lnTo>
                    <a:pt x="41514" y="93436"/>
                  </a:lnTo>
                  <a:lnTo>
                    <a:pt x="42210" y="96822"/>
                  </a:lnTo>
                  <a:lnTo>
                    <a:pt x="42906" y="100208"/>
                  </a:lnTo>
                  <a:lnTo>
                    <a:pt x="43602" y="103594"/>
                  </a:lnTo>
                  <a:lnTo>
                    <a:pt x="44299" y="106980"/>
                  </a:lnTo>
                  <a:lnTo>
                    <a:pt x="44995" y="110366"/>
                  </a:lnTo>
                  <a:lnTo>
                    <a:pt x="45691" y="113435"/>
                  </a:lnTo>
                  <a:lnTo>
                    <a:pt x="46387" y="116249"/>
                  </a:lnTo>
                  <a:lnTo>
                    <a:pt x="47083" y="118283"/>
                  </a:lnTo>
                  <a:lnTo>
                    <a:pt x="47779" y="118283"/>
                  </a:lnTo>
                  <a:lnTo>
                    <a:pt x="48476" y="118283"/>
                  </a:lnTo>
                  <a:lnTo>
                    <a:pt x="49172" y="118283"/>
                  </a:lnTo>
                  <a:lnTo>
                    <a:pt x="49868" y="117558"/>
                  </a:lnTo>
                  <a:lnTo>
                    <a:pt x="50564" y="116418"/>
                  </a:lnTo>
                  <a:lnTo>
                    <a:pt x="51260" y="115822"/>
                  </a:lnTo>
                  <a:lnTo>
                    <a:pt x="51956" y="115226"/>
                  </a:lnTo>
                  <a:lnTo>
                    <a:pt x="52653" y="114174"/>
                  </a:lnTo>
                  <a:lnTo>
                    <a:pt x="53349" y="113123"/>
                  </a:lnTo>
                  <a:lnTo>
                    <a:pt x="54045" y="112071"/>
                  </a:lnTo>
                  <a:lnTo>
                    <a:pt x="54741" y="111020"/>
                  </a:lnTo>
                  <a:lnTo>
                    <a:pt x="55437" y="109968"/>
                  </a:lnTo>
                  <a:lnTo>
                    <a:pt x="56133" y="108916"/>
                  </a:lnTo>
                  <a:lnTo>
                    <a:pt x="56830" y="107249"/>
                  </a:lnTo>
                  <a:lnTo>
                    <a:pt x="57526" y="105583"/>
                  </a:lnTo>
                  <a:lnTo>
                    <a:pt x="58222" y="103340"/>
                  </a:lnTo>
                  <a:lnTo>
                    <a:pt x="58918" y="101400"/>
                  </a:lnTo>
                  <a:lnTo>
                    <a:pt x="59614" y="99185"/>
                  </a:lnTo>
                  <a:lnTo>
                    <a:pt x="60311" y="97538"/>
                  </a:lnTo>
                  <a:lnTo>
                    <a:pt x="61007" y="96175"/>
                  </a:lnTo>
                  <a:lnTo>
                    <a:pt x="61703" y="94252"/>
                  </a:lnTo>
                  <a:lnTo>
                    <a:pt x="62399" y="92329"/>
                  </a:lnTo>
                  <a:lnTo>
                    <a:pt x="63095" y="91021"/>
                  </a:lnTo>
                  <a:lnTo>
                    <a:pt x="63791" y="89714"/>
                  </a:lnTo>
                  <a:lnTo>
                    <a:pt x="64488" y="88118"/>
                  </a:lnTo>
                  <a:lnTo>
                    <a:pt x="65184" y="85908"/>
                  </a:lnTo>
                  <a:lnTo>
                    <a:pt x="65880" y="83697"/>
                  </a:lnTo>
                  <a:lnTo>
                    <a:pt x="66576" y="80911"/>
                  </a:lnTo>
                  <a:lnTo>
                    <a:pt x="67272" y="78988"/>
                  </a:lnTo>
                  <a:lnTo>
                    <a:pt x="67968" y="77680"/>
                  </a:lnTo>
                  <a:lnTo>
                    <a:pt x="68665" y="76373"/>
                  </a:lnTo>
                  <a:lnTo>
                    <a:pt x="69361" y="75521"/>
                  </a:lnTo>
                  <a:lnTo>
                    <a:pt x="70057" y="74961"/>
                  </a:lnTo>
                  <a:lnTo>
                    <a:pt x="70753" y="74402"/>
                  </a:lnTo>
                  <a:lnTo>
                    <a:pt x="71449" y="74109"/>
                  </a:lnTo>
                  <a:lnTo>
                    <a:pt x="72146" y="73817"/>
                  </a:lnTo>
                  <a:lnTo>
                    <a:pt x="72842" y="73069"/>
                  </a:lnTo>
                  <a:lnTo>
                    <a:pt x="73538" y="72321"/>
                  </a:lnTo>
                  <a:lnTo>
                    <a:pt x="74234" y="71572"/>
                  </a:lnTo>
                  <a:lnTo>
                    <a:pt x="74930" y="70824"/>
                  </a:lnTo>
                  <a:lnTo>
                    <a:pt x="75626" y="70532"/>
                  </a:lnTo>
                  <a:lnTo>
                    <a:pt x="76323" y="70824"/>
                  </a:lnTo>
                  <a:lnTo>
                    <a:pt x="77019" y="71420"/>
                  </a:lnTo>
                  <a:lnTo>
                    <a:pt x="77715" y="71724"/>
                  </a:lnTo>
                  <a:lnTo>
                    <a:pt x="78411" y="72028"/>
                  </a:lnTo>
                  <a:lnTo>
                    <a:pt x="79107" y="72331"/>
                  </a:lnTo>
                  <a:lnTo>
                    <a:pt x="79803" y="72331"/>
                  </a:lnTo>
                  <a:lnTo>
                    <a:pt x="80500" y="72331"/>
                  </a:lnTo>
                  <a:lnTo>
                    <a:pt x="81196" y="72331"/>
                  </a:lnTo>
                  <a:lnTo>
                    <a:pt x="81892" y="72043"/>
                  </a:lnTo>
                  <a:lnTo>
                    <a:pt x="82588" y="71756"/>
                  </a:lnTo>
                  <a:lnTo>
                    <a:pt x="83284" y="71756"/>
                  </a:lnTo>
                  <a:lnTo>
                    <a:pt x="83980" y="71755"/>
                  </a:lnTo>
                  <a:lnTo>
                    <a:pt x="84677" y="71755"/>
                  </a:lnTo>
                  <a:lnTo>
                    <a:pt x="85373" y="71936"/>
                  </a:lnTo>
                  <a:lnTo>
                    <a:pt x="86069" y="71936"/>
                  </a:lnTo>
                  <a:lnTo>
                    <a:pt x="86765" y="71211"/>
                  </a:lnTo>
                  <a:lnTo>
                    <a:pt x="87461" y="70486"/>
                  </a:lnTo>
                  <a:lnTo>
                    <a:pt x="88158" y="69942"/>
                  </a:lnTo>
                  <a:lnTo>
                    <a:pt x="88854" y="69942"/>
                  </a:lnTo>
                  <a:lnTo>
                    <a:pt x="89550" y="70538"/>
                  </a:lnTo>
                  <a:lnTo>
                    <a:pt x="90246" y="71134"/>
                  </a:lnTo>
                  <a:lnTo>
                    <a:pt x="90942" y="71437"/>
                  </a:lnTo>
                  <a:lnTo>
                    <a:pt x="91638" y="71741"/>
                  </a:lnTo>
                  <a:lnTo>
                    <a:pt x="92335" y="72044"/>
                  </a:lnTo>
                  <a:lnTo>
                    <a:pt x="93031" y="72348"/>
                  </a:lnTo>
                  <a:lnTo>
                    <a:pt x="93727" y="72652"/>
                  </a:lnTo>
                  <a:lnTo>
                    <a:pt x="94423" y="72652"/>
                  </a:lnTo>
                  <a:lnTo>
                    <a:pt x="95119" y="72359"/>
                  </a:lnTo>
                  <a:lnTo>
                    <a:pt x="95815" y="72067"/>
                  </a:lnTo>
                  <a:lnTo>
                    <a:pt x="96512" y="72067"/>
                  </a:lnTo>
                  <a:lnTo>
                    <a:pt x="97208" y="72627"/>
                  </a:lnTo>
                  <a:lnTo>
                    <a:pt x="97904" y="73186"/>
                  </a:lnTo>
                  <a:lnTo>
                    <a:pt x="98600" y="73442"/>
                  </a:lnTo>
                  <a:lnTo>
                    <a:pt x="99296" y="73154"/>
                  </a:lnTo>
                  <a:lnTo>
                    <a:pt x="99993" y="72657"/>
                  </a:lnTo>
                  <a:lnTo>
                    <a:pt x="100689" y="72160"/>
                  </a:lnTo>
                  <a:lnTo>
                    <a:pt x="101385" y="71663"/>
                  </a:lnTo>
                  <a:lnTo>
                    <a:pt x="102081" y="71481"/>
                  </a:lnTo>
                  <a:lnTo>
                    <a:pt x="102777" y="71194"/>
                  </a:lnTo>
                  <a:lnTo>
                    <a:pt x="103473" y="70906"/>
                  </a:lnTo>
                  <a:lnTo>
                    <a:pt x="104170" y="70906"/>
                  </a:lnTo>
                  <a:lnTo>
                    <a:pt x="104866" y="71162"/>
                  </a:lnTo>
                  <a:lnTo>
                    <a:pt x="105562" y="71721"/>
                  </a:lnTo>
                  <a:lnTo>
                    <a:pt x="106258" y="72281"/>
                  </a:lnTo>
                  <a:lnTo>
                    <a:pt x="106954" y="72281"/>
                  </a:lnTo>
                  <a:lnTo>
                    <a:pt x="107650" y="72281"/>
                  </a:lnTo>
                  <a:lnTo>
                    <a:pt x="108347" y="73029"/>
                  </a:lnTo>
                  <a:lnTo>
                    <a:pt x="109043" y="74393"/>
                  </a:lnTo>
                  <a:lnTo>
                    <a:pt x="109739" y="76332"/>
                  </a:lnTo>
                  <a:lnTo>
                    <a:pt x="110435" y="78271"/>
                  </a:lnTo>
                  <a:lnTo>
                    <a:pt x="111131" y="80210"/>
                  </a:lnTo>
                  <a:lnTo>
                    <a:pt x="111827" y="81857"/>
                  </a:lnTo>
                  <a:lnTo>
                    <a:pt x="112524" y="83504"/>
                  </a:lnTo>
                  <a:lnTo>
                    <a:pt x="113220" y="85444"/>
                  </a:lnTo>
                  <a:lnTo>
                    <a:pt x="113916" y="87383"/>
                  </a:lnTo>
                  <a:lnTo>
                    <a:pt x="114612" y="89323"/>
                  </a:lnTo>
                  <a:lnTo>
                    <a:pt x="115308" y="90989"/>
                  </a:lnTo>
                  <a:lnTo>
                    <a:pt x="116005" y="92656"/>
                  </a:lnTo>
                  <a:lnTo>
                    <a:pt x="116701" y="94899"/>
                  </a:lnTo>
                  <a:lnTo>
                    <a:pt x="117397" y="97686"/>
                  </a:lnTo>
                  <a:lnTo>
                    <a:pt x="118093" y="100472"/>
                  </a:lnTo>
                  <a:lnTo>
                    <a:pt x="118789" y="102683"/>
                  </a:lnTo>
                  <a:lnTo>
                    <a:pt x="119485" y="103822"/>
                  </a:lnTo>
                  <a:lnTo>
                    <a:pt x="120182" y="104366"/>
                  </a:lnTo>
                  <a:lnTo>
                    <a:pt x="120878" y="104910"/>
                  </a:lnTo>
                  <a:lnTo>
                    <a:pt x="121574" y="105757"/>
                  </a:lnTo>
                  <a:lnTo>
                    <a:pt x="122270" y="106786"/>
                  </a:lnTo>
                  <a:lnTo>
                    <a:pt x="122966" y="107511"/>
                  </a:lnTo>
                  <a:lnTo>
                    <a:pt x="123662" y="108055"/>
                  </a:lnTo>
                  <a:lnTo>
                    <a:pt x="124359" y="107799"/>
                  </a:lnTo>
                  <a:lnTo>
                    <a:pt x="125055" y="106947"/>
                  </a:lnTo>
                  <a:lnTo>
                    <a:pt x="125751" y="106095"/>
                  </a:lnTo>
                  <a:lnTo>
                    <a:pt x="126447" y="105247"/>
                  </a:lnTo>
                  <a:lnTo>
                    <a:pt x="127143" y="104400"/>
                  </a:lnTo>
                  <a:lnTo>
                    <a:pt x="127840" y="103553"/>
                  </a:lnTo>
                  <a:lnTo>
                    <a:pt x="128536" y="102706"/>
                  </a:lnTo>
                  <a:lnTo>
                    <a:pt x="129232" y="102146"/>
                  </a:lnTo>
                  <a:lnTo>
                    <a:pt x="129928" y="101843"/>
                  </a:lnTo>
                  <a:lnTo>
                    <a:pt x="130624" y="101729"/>
                  </a:lnTo>
                  <a:lnTo>
                    <a:pt x="131320" y="100132"/>
                  </a:lnTo>
                  <a:lnTo>
                    <a:pt x="132017" y="98080"/>
                  </a:lnTo>
                  <a:lnTo>
                    <a:pt x="132713" y="96483"/>
                  </a:lnTo>
                  <a:lnTo>
                    <a:pt x="133409" y="94887"/>
                  </a:lnTo>
                  <a:lnTo>
                    <a:pt x="134105" y="93594"/>
                  </a:lnTo>
                  <a:lnTo>
                    <a:pt x="134801" y="93460"/>
                  </a:lnTo>
                  <a:lnTo>
                    <a:pt x="135497" y="93451"/>
                  </a:lnTo>
                  <a:lnTo>
                    <a:pt x="136194" y="92928"/>
                  </a:lnTo>
                  <a:lnTo>
                    <a:pt x="136890" y="92405"/>
                  </a:lnTo>
                  <a:lnTo>
                    <a:pt x="137586" y="90997"/>
                  </a:lnTo>
                  <a:lnTo>
                    <a:pt x="138282" y="89976"/>
                  </a:lnTo>
                  <a:lnTo>
                    <a:pt x="138978" y="88956"/>
                  </a:lnTo>
                  <a:lnTo>
                    <a:pt x="139675" y="87647"/>
                  </a:lnTo>
                  <a:lnTo>
                    <a:pt x="140371" y="86083"/>
                  </a:lnTo>
                  <a:lnTo>
                    <a:pt x="141067" y="84327"/>
                  </a:lnTo>
                  <a:lnTo>
                    <a:pt x="141763" y="83922"/>
                  </a:lnTo>
                  <a:lnTo>
                    <a:pt x="142459" y="84085"/>
                  </a:lnTo>
                  <a:lnTo>
                    <a:pt x="143155" y="84248"/>
                  </a:lnTo>
                  <a:lnTo>
                    <a:pt x="143852" y="83663"/>
                  </a:lnTo>
                  <a:lnTo>
                    <a:pt x="144548" y="81894"/>
                  </a:lnTo>
                  <a:lnTo>
                    <a:pt x="145244" y="79550"/>
                  </a:lnTo>
                  <a:lnTo>
                    <a:pt x="145940" y="78216"/>
                  </a:lnTo>
                  <a:lnTo>
                    <a:pt x="146636" y="77640"/>
                  </a:lnTo>
                  <a:lnTo>
                    <a:pt x="147332" y="77063"/>
                  </a:lnTo>
                  <a:lnTo>
                    <a:pt x="148029" y="76487"/>
                  </a:lnTo>
                  <a:lnTo>
                    <a:pt x="148725" y="75911"/>
                  </a:lnTo>
                  <a:lnTo>
                    <a:pt x="149421" y="74720"/>
                  </a:lnTo>
                  <a:lnTo>
                    <a:pt x="150117" y="73529"/>
                  </a:lnTo>
                  <a:lnTo>
                    <a:pt x="150813" y="72913"/>
                  </a:lnTo>
                  <a:lnTo>
                    <a:pt x="151509" y="72298"/>
                  </a:lnTo>
                  <a:lnTo>
                    <a:pt x="152206" y="70651"/>
                  </a:lnTo>
                  <a:lnTo>
                    <a:pt x="152902" y="68712"/>
                  </a:lnTo>
                  <a:lnTo>
                    <a:pt x="153598" y="66469"/>
                  </a:lnTo>
                  <a:lnTo>
                    <a:pt x="154294" y="65105"/>
                  </a:lnTo>
                  <a:lnTo>
                    <a:pt x="154990" y="65105"/>
                  </a:lnTo>
                  <a:lnTo>
                    <a:pt x="155687" y="65701"/>
                  </a:lnTo>
                  <a:lnTo>
                    <a:pt x="156383" y="66297"/>
                  </a:lnTo>
                  <a:lnTo>
                    <a:pt x="157079" y="67045"/>
                  </a:lnTo>
                  <a:lnTo>
                    <a:pt x="157775" y="68408"/>
                  </a:lnTo>
                  <a:lnTo>
                    <a:pt x="158471" y="70075"/>
                  </a:lnTo>
                  <a:lnTo>
                    <a:pt x="159167" y="71742"/>
                  </a:lnTo>
                  <a:lnTo>
                    <a:pt x="159864" y="74241"/>
                  </a:lnTo>
                  <a:lnTo>
                    <a:pt x="160560" y="76740"/>
                  </a:lnTo>
                  <a:lnTo>
                    <a:pt x="161256" y="79239"/>
                  </a:lnTo>
                  <a:lnTo>
                    <a:pt x="161952" y="82026"/>
                  </a:lnTo>
                  <a:lnTo>
                    <a:pt x="162648" y="85381"/>
                  </a:lnTo>
                  <a:lnTo>
                    <a:pt x="163344" y="88736"/>
                  </a:lnTo>
                  <a:lnTo>
                    <a:pt x="164041" y="92697"/>
                  </a:lnTo>
                  <a:lnTo>
                    <a:pt x="164737" y="95870"/>
                  </a:lnTo>
                  <a:lnTo>
                    <a:pt x="165433" y="99766"/>
                  </a:lnTo>
                  <a:lnTo>
                    <a:pt x="166129" y="103262"/>
                  </a:lnTo>
                  <a:lnTo>
                    <a:pt x="166825" y="107758"/>
                  </a:lnTo>
                  <a:lnTo>
                    <a:pt x="167522" y="114926"/>
                  </a:lnTo>
                  <a:lnTo>
                    <a:pt x="168218" y="118275"/>
                  </a:lnTo>
                  <a:lnTo>
                    <a:pt x="168914" y="122436"/>
                  </a:lnTo>
                  <a:lnTo>
                    <a:pt x="169204" y="124488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7017655" y="5556227"/>
              <a:ext cx="449608" cy="204175"/>
            </a:xfrm>
            <a:custGeom>
              <a:avLst/>
              <a:pathLst>
                <a:path w="449608" h="204175">
                  <a:moveTo>
                    <a:pt x="0" y="204175"/>
                  </a:moveTo>
                  <a:lnTo>
                    <a:pt x="581" y="198676"/>
                  </a:lnTo>
                  <a:lnTo>
                    <a:pt x="1278" y="191521"/>
                  </a:lnTo>
                  <a:lnTo>
                    <a:pt x="1974" y="184366"/>
                  </a:lnTo>
                  <a:lnTo>
                    <a:pt x="2670" y="177212"/>
                  </a:lnTo>
                  <a:lnTo>
                    <a:pt x="3366" y="170512"/>
                  </a:lnTo>
                  <a:lnTo>
                    <a:pt x="4062" y="164413"/>
                  </a:lnTo>
                  <a:lnTo>
                    <a:pt x="4758" y="159298"/>
                  </a:lnTo>
                  <a:lnTo>
                    <a:pt x="5455" y="154134"/>
                  </a:lnTo>
                  <a:lnTo>
                    <a:pt x="6151" y="154134"/>
                  </a:lnTo>
                  <a:lnTo>
                    <a:pt x="6847" y="154134"/>
                  </a:lnTo>
                  <a:lnTo>
                    <a:pt x="7543" y="153538"/>
                  </a:lnTo>
                  <a:lnTo>
                    <a:pt x="8239" y="152789"/>
                  </a:lnTo>
                  <a:lnTo>
                    <a:pt x="8936" y="151123"/>
                  </a:lnTo>
                  <a:lnTo>
                    <a:pt x="9632" y="149456"/>
                  </a:lnTo>
                  <a:lnTo>
                    <a:pt x="10328" y="147789"/>
                  </a:lnTo>
                  <a:lnTo>
                    <a:pt x="11024" y="145546"/>
                  </a:lnTo>
                  <a:lnTo>
                    <a:pt x="11720" y="143303"/>
                  </a:lnTo>
                  <a:lnTo>
                    <a:pt x="12416" y="141060"/>
                  </a:lnTo>
                  <a:lnTo>
                    <a:pt x="13113" y="138561"/>
                  </a:lnTo>
                  <a:lnTo>
                    <a:pt x="13809" y="136054"/>
                  </a:lnTo>
                  <a:lnTo>
                    <a:pt x="14505" y="133546"/>
                  </a:lnTo>
                  <a:lnTo>
                    <a:pt x="15201" y="130128"/>
                  </a:lnTo>
                  <a:lnTo>
                    <a:pt x="15897" y="127515"/>
                  </a:lnTo>
                  <a:lnTo>
                    <a:pt x="16593" y="123922"/>
                  </a:lnTo>
                  <a:lnTo>
                    <a:pt x="17290" y="120237"/>
                  </a:lnTo>
                  <a:lnTo>
                    <a:pt x="17986" y="117034"/>
                  </a:lnTo>
                  <a:lnTo>
                    <a:pt x="18682" y="111359"/>
                  </a:lnTo>
                  <a:lnTo>
                    <a:pt x="19378" y="109047"/>
                  </a:lnTo>
                  <a:lnTo>
                    <a:pt x="20074" y="105924"/>
                  </a:lnTo>
                  <a:lnTo>
                    <a:pt x="20770" y="102029"/>
                  </a:lnTo>
                  <a:lnTo>
                    <a:pt x="21467" y="100539"/>
                  </a:lnTo>
                  <a:lnTo>
                    <a:pt x="22163" y="98713"/>
                  </a:lnTo>
                  <a:lnTo>
                    <a:pt x="22859" y="96143"/>
                  </a:lnTo>
                  <a:lnTo>
                    <a:pt x="23555" y="93809"/>
                  </a:lnTo>
                  <a:lnTo>
                    <a:pt x="24251" y="91692"/>
                  </a:lnTo>
                  <a:lnTo>
                    <a:pt x="24948" y="89665"/>
                  </a:lnTo>
                  <a:lnTo>
                    <a:pt x="25644" y="86097"/>
                  </a:lnTo>
                  <a:lnTo>
                    <a:pt x="26340" y="81319"/>
                  </a:lnTo>
                  <a:lnTo>
                    <a:pt x="27036" y="75408"/>
                  </a:lnTo>
                  <a:lnTo>
                    <a:pt x="27732" y="68289"/>
                  </a:lnTo>
                  <a:lnTo>
                    <a:pt x="28428" y="60066"/>
                  </a:lnTo>
                  <a:lnTo>
                    <a:pt x="29125" y="53133"/>
                  </a:lnTo>
                  <a:lnTo>
                    <a:pt x="29821" y="44148"/>
                  </a:lnTo>
                  <a:lnTo>
                    <a:pt x="30517" y="33802"/>
                  </a:lnTo>
                  <a:lnTo>
                    <a:pt x="31213" y="27095"/>
                  </a:lnTo>
                  <a:lnTo>
                    <a:pt x="31909" y="19372"/>
                  </a:lnTo>
                  <a:lnTo>
                    <a:pt x="32605" y="12071"/>
                  </a:lnTo>
                  <a:lnTo>
                    <a:pt x="33302" y="8205"/>
                  </a:lnTo>
                  <a:lnTo>
                    <a:pt x="33998" y="5613"/>
                  </a:lnTo>
                  <a:lnTo>
                    <a:pt x="34694" y="2792"/>
                  </a:lnTo>
                  <a:lnTo>
                    <a:pt x="35390" y="651"/>
                  </a:lnTo>
                  <a:lnTo>
                    <a:pt x="36086" y="0"/>
                  </a:lnTo>
                  <a:lnTo>
                    <a:pt x="36783" y="0"/>
                  </a:lnTo>
                  <a:lnTo>
                    <a:pt x="37479" y="1103"/>
                  </a:lnTo>
                  <a:lnTo>
                    <a:pt x="38175" y="2621"/>
                  </a:lnTo>
                  <a:lnTo>
                    <a:pt x="38871" y="4800"/>
                  </a:lnTo>
                  <a:lnTo>
                    <a:pt x="39567" y="6671"/>
                  </a:lnTo>
                  <a:lnTo>
                    <a:pt x="40263" y="9278"/>
                  </a:lnTo>
                  <a:lnTo>
                    <a:pt x="40960" y="13057"/>
                  </a:lnTo>
                  <a:lnTo>
                    <a:pt x="41656" y="12359"/>
                  </a:lnTo>
                  <a:lnTo>
                    <a:pt x="42352" y="11661"/>
                  </a:lnTo>
                  <a:lnTo>
                    <a:pt x="43048" y="11559"/>
                  </a:lnTo>
                  <a:lnTo>
                    <a:pt x="43744" y="9963"/>
                  </a:lnTo>
                  <a:lnTo>
                    <a:pt x="44440" y="8670"/>
                  </a:lnTo>
                  <a:lnTo>
                    <a:pt x="45137" y="8568"/>
                  </a:lnTo>
                  <a:lnTo>
                    <a:pt x="45833" y="8466"/>
                  </a:lnTo>
                  <a:lnTo>
                    <a:pt x="46529" y="8365"/>
                  </a:lnTo>
                  <a:lnTo>
                    <a:pt x="47225" y="8263"/>
                  </a:lnTo>
                  <a:lnTo>
                    <a:pt x="47921" y="8161"/>
                  </a:lnTo>
                  <a:lnTo>
                    <a:pt x="48617" y="9560"/>
                  </a:lnTo>
                  <a:lnTo>
                    <a:pt x="49314" y="10924"/>
                  </a:lnTo>
                  <a:lnTo>
                    <a:pt x="50010" y="12287"/>
                  </a:lnTo>
                  <a:lnTo>
                    <a:pt x="50706" y="13954"/>
                  </a:lnTo>
                  <a:lnTo>
                    <a:pt x="51402" y="14702"/>
                  </a:lnTo>
                  <a:lnTo>
                    <a:pt x="52098" y="15450"/>
                  </a:lnTo>
                  <a:lnTo>
                    <a:pt x="52795" y="16502"/>
                  </a:lnTo>
                  <a:lnTo>
                    <a:pt x="53491" y="17553"/>
                  </a:lnTo>
                  <a:lnTo>
                    <a:pt x="54187" y="18861"/>
                  </a:lnTo>
                  <a:lnTo>
                    <a:pt x="54883" y="19713"/>
                  </a:lnTo>
                  <a:lnTo>
                    <a:pt x="55579" y="19713"/>
                  </a:lnTo>
                  <a:lnTo>
                    <a:pt x="56275" y="19425"/>
                  </a:lnTo>
                  <a:lnTo>
                    <a:pt x="56972" y="19138"/>
                  </a:lnTo>
                  <a:lnTo>
                    <a:pt x="57668" y="18850"/>
                  </a:lnTo>
                  <a:lnTo>
                    <a:pt x="58364" y="18562"/>
                  </a:lnTo>
                  <a:lnTo>
                    <a:pt x="59060" y="18093"/>
                  </a:lnTo>
                  <a:lnTo>
                    <a:pt x="59756" y="18274"/>
                  </a:lnTo>
                  <a:lnTo>
                    <a:pt x="60452" y="18456"/>
                  </a:lnTo>
                  <a:lnTo>
                    <a:pt x="61149" y="20873"/>
                  </a:lnTo>
                  <a:lnTo>
                    <a:pt x="61845" y="23715"/>
                  </a:lnTo>
                  <a:lnTo>
                    <a:pt x="62541" y="27691"/>
                  </a:lnTo>
                  <a:lnTo>
                    <a:pt x="63237" y="32989"/>
                  </a:lnTo>
                  <a:lnTo>
                    <a:pt x="63933" y="39338"/>
                  </a:lnTo>
                  <a:lnTo>
                    <a:pt x="64630" y="45687"/>
                  </a:lnTo>
                  <a:lnTo>
                    <a:pt x="65326" y="53331"/>
                  </a:lnTo>
                  <a:lnTo>
                    <a:pt x="66022" y="61658"/>
                  </a:lnTo>
                  <a:lnTo>
                    <a:pt x="66718" y="70877"/>
                  </a:lnTo>
                  <a:lnTo>
                    <a:pt x="67414" y="80097"/>
                  </a:lnTo>
                  <a:lnTo>
                    <a:pt x="68110" y="89061"/>
                  </a:lnTo>
                  <a:lnTo>
                    <a:pt x="68807" y="96973"/>
                  </a:lnTo>
                  <a:lnTo>
                    <a:pt x="69503" y="104526"/>
                  </a:lnTo>
                  <a:lnTo>
                    <a:pt x="70199" y="112079"/>
                  </a:lnTo>
                  <a:lnTo>
                    <a:pt x="70895" y="119935"/>
                  </a:lnTo>
                  <a:lnTo>
                    <a:pt x="71591" y="126418"/>
                  </a:lnTo>
                  <a:lnTo>
                    <a:pt x="72287" y="132825"/>
                  </a:lnTo>
                  <a:lnTo>
                    <a:pt x="72984" y="138128"/>
                  </a:lnTo>
                  <a:lnTo>
                    <a:pt x="73680" y="143016"/>
                  </a:lnTo>
                  <a:lnTo>
                    <a:pt x="74376" y="146940"/>
                  </a:lnTo>
                  <a:lnTo>
                    <a:pt x="75072" y="150865"/>
                  </a:lnTo>
                  <a:lnTo>
                    <a:pt x="75768" y="153374"/>
                  </a:lnTo>
                  <a:lnTo>
                    <a:pt x="76465" y="154455"/>
                  </a:lnTo>
                  <a:lnTo>
                    <a:pt x="77161" y="154301"/>
                  </a:lnTo>
                  <a:lnTo>
                    <a:pt x="77857" y="154147"/>
                  </a:lnTo>
                  <a:lnTo>
                    <a:pt x="78553" y="153993"/>
                  </a:lnTo>
                  <a:lnTo>
                    <a:pt x="79249" y="155030"/>
                  </a:lnTo>
                  <a:lnTo>
                    <a:pt x="79945" y="155780"/>
                  </a:lnTo>
                  <a:lnTo>
                    <a:pt x="80642" y="155156"/>
                  </a:lnTo>
                  <a:lnTo>
                    <a:pt x="81338" y="154217"/>
                  </a:lnTo>
                  <a:lnTo>
                    <a:pt x="82034" y="153278"/>
                  </a:lnTo>
                  <a:lnTo>
                    <a:pt x="82730" y="152339"/>
                  </a:lnTo>
                  <a:lnTo>
                    <a:pt x="83426" y="151399"/>
                  </a:lnTo>
                  <a:lnTo>
                    <a:pt x="84122" y="149215"/>
                  </a:lnTo>
                  <a:lnTo>
                    <a:pt x="84819" y="146507"/>
                  </a:lnTo>
                  <a:lnTo>
                    <a:pt x="85515" y="143800"/>
                  </a:lnTo>
                  <a:lnTo>
                    <a:pt x="86211" y="141091"/>
                  </a:lnTo>
                  <a:lnTo>
                    <a:pt x="86907" y="138999"/>
                  </a:lnTo>
                  <a:lnTo>
                    <a:pt x="87603" y="136906"/>
                  </a:lnTo>
                  <a:lnTo>
                    <a:pt x="88299" y="134813"/>
                  </a:lnTo>
                  <a:lnTo>
                    <a:pt x="88996" y="132720"/>
                  </a:lnTo>
                  <a:lnTo>
                    <a:pt x="89692" y="130628"/>
                  </a:lnTo>
                  <a:lnTo>
                    <a:pt x="90388" y="128991"/>
                  </a:lnTo>
                  <a:lnTo>
                    <a:pt x="91084" y="128205"/>
                  </a:lnTo>
                  <a:lnTo>
                    <a:pt x="91780" y="127708"/>
                  </a:lnTo>
                  <a:lnTo>
                    <a:pt x="92477" y="127211"/>
                  </a:lnTo>
                  <a:lnTo>
                    <a:pt x="93173" y="126713"/>
                  </a:lnTo>
                  <a:lnTo>
                    <a:pt x="93869" y="126216"/>
                  </a:lnTo>
                  <a:lnTo>
                    <a:pt x="94565" y="125900"/>
                  </a:lnTo>
                  <a:lnTo>
                    <a:pt x="95261" y="125403"/>
                  </a:lnTo>
                  <a:lnTo>
                    <a:pt x="95957" y="124905"/>
                  </a:lnTo>
                  <a:lnTo>
                    <a:pt x="96654" y="124408"/>
                  </a:lnTo>
                  <a:lnTo>
                    <a:pt x="97350" y="123911"/>
                  </a:lnTo>
                  <a:lnTo>
                    <a:pt x="98046" y="123413"/>
                  </a:lnTo>
                  <a:lnTo>
                    <a:pt x="98742" y="123098"/>
                  </a:lnTo>
                  <a:lnTo>
                    <a:pt x="99438" y="122600"/>
                  </a:lnTo>
                  <a:lnTo>
                    <a:pt x="100134" y="122103"/>
                  </a:lnTo>
                  <a:lnTo>
                    <a:pt x="100831" y="121921"/>
                  </a:lnTo>
                  <a:lnTo>
                    <a:pt x="101527" y="121921"/>
                  </a:lnTo>
                  <a:lnTo>
                    <a:pt x="102223" y="121633"/>
                  </a:lnTo>
                  <a:lnTo>
                    <a:pt x="102919" y="121345"/>
                  </a:lnTo>
                  <a:lnTo>
                    <a:pt x="103615" y="121057"/>
                  </a:lnTo>
                  <a:lnTo>
                    <a:pt x="104312" y="120770"/>
                  </a:lnTo>
                  <a:lnTo>
                    <a:pt x="105008" y="120514"/>
                  </a:lnTo>
                  <a:lnTo>
                    <a:pt x="105704" y="120258"/>
                  </a:lnTo>
                  <a:lnTo>
                    <a:pt x="106400" y="119698"/>
                  </a:lnTo>
                  <a:lnTo>
                    <a:pt x="107096" y="119139"/>
                  </a:lnTo>
                  <a:lnTo>
                    <a:pt x="107792" y="118579"/>
                  </a:lnTo>
                  <a:lnTo>
                    <a:pt x="108489" y="118020"/>
                  </a:lnTo>
                  <a:lnTo>
                    <a:pt x="109185" y="117460"/>
                  </a:lnTo>
                  <a:lnTo>
                    <a:pt x="109881" y="117204"/>
                  </a:lnTo>
                  <a:lnTo>
                    <a:pt x="110577" y="116948"/>
                  </a:lnTo>
                  <a:lnTo>
                    <a:pt x="111273" y="116404"/>
                  </a:lnTo>
                  <a:lnTo>
                    <a:pt x="111969" y="115679"/>
                  </a:lnTo>
                  <a:lnTo>
                    <a:pt x="112666" y="115210"/>
                  </a:lnTo>
                  <a:lnTo>
                    <a:pt x="113362" y="114922"/>
                  </a:lnTo>
                  <a:lnTo>
                    <a:pt x="114058" y="114634"/>
                  </a:lnTo>
                  <a:lnTo>
                    <a:pt x="114754" y="114346"/>
                  </a:lnTo>
                  <a:lnTo>
                    <a:pt x="115450" y="114165"/>
                  </a:lnTo>
                  <a:lnTo>
                    <a:pt x="116146" y="114165"/>
                  </a:lnTo>
                  <a:lnTo>
                    <a:pt x="116843" y="114480"/>
                  </a:lnTo>
                  <a:lnTo>
                    <a:pt x="117539" y="115265"/>
                  </a:lnTo>
                  <a:lnTo>
                    <a:pt x="118235" y="116050"/>
                  </a:lnTo>
                  <a:lnTo>
                    <a:pt x="118931" y="117092"/>
                  </a:lnTo>
                  <a:lnTo>
                    <a:pt x="119627" y="118133"/>
                  </a:lnTo>
                  <a:lnTo>
                    <a:pt x="120324" y="119174"/>
                  </a:lnTo>
                  <a:lnTo>
                    <a:pt x="121020" y="120519"/>
                  </a:lnTo>
                  <a:lnTo>
                    <a:pt x="121716" y="121864"/>
                  </a:lnTo>
                  <a:lnTo>
                    <a:pt x="122412" y="123208"/>
                  </a:lnTo>
                  <a:lnTo>
                    <a:pt x="123108" y="124553"/>
                  </a:lnTo>
                  <a:lnTo>
                    <a:pt x="123804" y="125594"/>
                  </a:lnTo>
                  <a:lnTo>
                    <a:pt x="124501" y="126635"/>
                  </a:lnTo>
                  <a:lnTo>
                    <a:pt x="125197" y="127676"/>
                  </a:lnTo>
                  <a:lnTo>
                    <a:pt x="125893" y="128717"/>
                  </a:lnTo>
                  <a:lnTo>
                    <a:pt x="126589" y="129758"/>
                  </a:lnTo>
                  <a:lnTo>
                    <a:pt x="127285" y="130799"/>
                  </a:lnTo>
                  <a:lnTo>
                    <a:pt x="127981" y="131296"/>
                  </a:lnTo>
                  <a:lnTo>
                    <a:pt x="128678" y="131793"/>
                  </a:lnTo>
                  <a:lnTo>
                    <a:pt x="129374" y="132110"/>
                  </a:lnTo>
                  <a:lnTo>
                    <a:pt x="130070" y="132425"/>
                  </a:lnTo>
                  <a:lnTo>
                    <a:pt x="130766" y="132741"/>
                  </a:lnTo>
                  <a:lnTo>
                    <a:pt x="131462" y="132741"/>
                  </a:lnTo>
                  <a:lnTo>
                    <a:pt x="132159" y="132742"/>
                  </a:lnTo>
                  <a:lnTo>
                    <a:pt x="132855" y="132742"/>
                  </a:lnTo>
                  <a:lnTo>
                    <a:pt x="133551" y="132742"/>
                  </a:lnTo>
                  <a:lnTo>
                    <a:pt x="134247" y="132742"/>
                  </a:lnTo>
                  <a:lnTo>
                    <a:pt x="134943" y="132742"/>
                  </a:lnTo>
                  <a:lnTo>
                    <a:pt x="135639" y="132742"/>
                  </a:lnTo>
                  <a:lnTo>
                    <a:pt x="136336" y="132742"/>
                  </a:lnTo>
                  <a:lnTo>
                    <a:pt x="137032" y="132561"/>
                  </a:lnTo>
                  <a:lnTo>
                    <a:pt x="137728" y="132560"/>
                  </a:lnTo>
                  <a:lnTo>
                    <a:pt x="138424" y="132560"/>
                  </a:lnTo>
                  <a:lnTo>
                    <a:pt x="139120" y="132848"/>
                  </a:lnTo>
                  <a:lnTo>
                    <a:pt x="139816" y="133392"/>
                  </a:lnTo>
                  <a:lnTo>
                    <a:pt x="140513" y="133647"/>
                  </a:lnTo>
                  <a:lnTo>
                    <a:pt x="141209" y="133903"/>
                  </a:lnTo>
                  <a:lnTo>
                    <a:pt x="141905" y="134160"/>
                  </a:lnTo>
                  <a:lnTo>
                    <a:pt x="142601" y="134416"/>
                  </a:lnTo>
                  <a:lnTo>
                    <a:pt x="143297" y="134672"/>
                  </a:lnTo>
                  <a:lnTo>
                    <a:pt x="143994" y="134928"/>
                  </a:lnTo>
                  <a:lnTo>
                    <a:pt x="144690" y="135184"/>
                  </a:lnTo>
                  <a:lnTo>
                    <a:pt x="145386" y="135440"/>
                  </a:lnTo>
                  <a:lnTo>
                    <a:pt x="146082" y="135696"/>
                  </a:lnTo>
                  <a:lnTo>
                    <a:pt x="146778" y="135984"/>
                  </a:lnTo>
                  <a:lnTo>
                    <a:pt x="147474" y="136453"/>
                  </a:lnTo>
                  <a:lnTo>
                    <a:pt x="148171" y="136634"/>
                  </a:lnTo>
                  <a:lnTo>
                    <a:pt x="148867" y="136634"/>
                  </a:lnTo>
                  <a:lnTo>
                    <a:pt x="149563" y="136452"/>
                  </a:lnTo>
                  <a:lnTo>
                    <a:pt x="150259" y="135955"/>
                  </a:lnTo>
                  <a:lnTo>
                    <a:pt x="150955" y="135955"/>
                  </a:lnTo>
                  <a:lnTo>
                    <a:pt x="151651" y="135955"/>
                  </a:lnTo>
                  <a:lnTo>
                    <a:pt x="152348" y="135955"/>
                  </a:lnTo>
                  <a:lnTo>
                    <a:pt x="153044" y="135485"/>
                  </a:lnTo>
                  <a:lnTo>
                    <a:pt x="153740" y="135016"/>
                  </a:lnTo>
                  <a:lnTo>
                    <a:pt x="154436" y="134291"/>
                  </a:lnTo>
                  <a:lnTo>
                    <a:pt x="155132" y="133566"/>
                  </a:lnTo>
                  <a:lnTo>
                    <a:pt x="155828" y="132841"/>
                  </a:lnTo>
                  <a:lnTo>
                    <a:pt x="156525" y="131812"/>
                  </a:lnTo>
                  <a:lnTo>
                    <a:pt x="157221" y="130783"/>
                  </a:lnTo>
                  <a:lnTo>
                    <a:pt x="157917" y="129754"/>
                  </a:lnTo>
                  <a:lnTo>
                    <a:pt x="158613" y="128907"/>
                  </a:lnTo>
                  <a:lnTo>
                    <a:pt x="159309" y="128363"/>
                  </a:lnTo>
                  <a:lnTo>
                    <a:pt x="160006" y="127820"/>
                  </a:lnTo>
                  <a:lnTo>
                    <a:pt x="160702" y="127276"/>
                  </a:lnTo>
                  <a:lnTo>
                    <a:pt x="161398" y="126551"/>
                  </a:lnTo>
                  <a:lnTo>
                    <a:pt x="162094" y="125826"/>
                  </a:lnTo>
                  <a:lnTo>
                    <a:pt x="162790" y="125100"/>
                  </a:lnTo>
                  <a:lnTo>
                    <a:pt x="163486" y="124919"/>
                  </a:lnTo>
                  <a:lnTo>
                    <a:pt x="164183" y="124737"/>
                  </a:lnTo>
                  <a:lnTo>
                    <a:pt x="164879" y="124737"/>
                  </a:lnTo>
                  <a:lnTo>
                    <a:pt x="165575" y="122946"/>
                  </a:lnTo>
                  <a:lnTo>
                    <a:pt x="166271" y="120601"/>
                  </a:lnTo>
                  <a:lnTo>
                    <a:pt x="166967" y="118572"/>
                  </a:lnTo>
                  <a:lnTo>
                    <a:pt x="167663" y="116725"/>
                  </a:lnTo>
                  <a:lnTo>
                    <a:pt x="168360" y="115165"/>
                  </a:lnTo>
                  <a:lnTo>
                    <a:pt x="169056" y="113318"/>
                  </a:lnTo>
                  <a:lnTo>
                    <a:pt x="169752" y="111758"/>
                  </a:lnTo>
                  <a:lnTo>
                    <a:pt x="170448" y="110454"/>
                  </a:lnTo>
                  <a:lnTo>
                    <a:pt x="171144" y="109454"/>
                  </a:lnTo>
                  <a:lnTo>
                    <a:pt x="171841" y="108138"/>
                  </a:lnTo>
                  <a:lnTo>
                    <a:pt x="172537" y="107114"/>
                  </a:lnTo>
                  <a:lnTo>
                    <a:pt x="173233" y="105910"/>
                  </a:lnTo>
                  <a:lnTo>
                    <a:pt x="173929" y="104705"/>
                  </a:lnTo>
                  <a:lnTo>
                    <a:pt x="174625" y="103212"/>
                  </a:lnTo>
                  <a:lnTo>
                    <a:pt x="175321" y="99915"/>
                  </a:lnTo>
                  <a:lnTo>
                    <a:pt x="176018" y="97632"/>
                  </a:lnTo>
                  <a:lnTo>
                    <a:pt x="176714" y="95884"/>
                  </a:lnTo>
                  <a:lnTo>
                    <a:pt x="177410" y="94135"/>
                  </a:lnTo>
                  <a:lnTo>
                    <a:pt x="178106" y="92094"/>
                  </a:lnTo>
                  <a:lnTo>
                    <a:pt x="178802" y="89749"/>
                  </a:lnTo>
                  <a:lnTo>
                    <a:pt x="179498" y="87405"/>
                  </a:lnTo>
                  <a:lnTo>
                    <a:pt x="180195" y="84804"/>
                  </a:lnTo>
                  <a:lnTo>
                    <a:pt x="180891" y="81916"/>
                  </a:lnTo>
                  <a:lnTo>
                    <a:pt x="181587" y="79028"/>
                  </a:lnTo>
                  <a:lnTo>
                    <a:pt x="182283" y="76395"/>
                  </a:lnTo>
                  <a:lnTo>
                    <a:pt x="182979" y="73581"/>
                  </a:lnTo>
                  <a:lnTo>
                    <a:pt x="183675" y="71237"/>
                  </a:lnTo>
                  <a:lnTo>
                    <a:pt x="184372" y="68892"/>
                  </a:lnTo>
                  <a:lnTo>
                    <a:pt x="185068" y="66729"/>
                  </a:lnTo>
                  <a:lnTo>
                    <a:pt x="185764" y="66605"/>
                  </a:lnTo>
                  <a:lnTo>
                    <a:pt x="186460" y="66787"/>
                  </a:lnTo>
                  <a:lnTo>
                    <a:pt x="187156" y="66968"/>
                  </a:lnTo>
                  <a:lnTo>
                    <a:pt x="187853" y="67150"/>
                  </a:lnTo>
                  <a:lnTo>
                    <a:pt x="188549" y="67331"/>
                  </a:lnTo>
                  <a:lnTo>
                    <a:pt x="189245" y="67512"/>
                  </a:lnTo>
                  <a:lnTo>
                    <a:pt x="189941" y="67982"/>
                  </a:lnTo>
                  <a:lnTo>
                    <a:pt x="190637" y="69010"/>
                  </a:lnTo>
                  <a:lnTo>
                    <a:pt x="191333" y="70039"/>
                  </a:lnTo>
                  <a:lnTo>
                    <a:pt x="192030" y="71068"/>
                  </a:lnTo>
                  <a:lnTo>
                    <a:pt x="192726" y="72389"/>
                  </a:lnTo>
                  <a:lnTo>
                    <a:pt x="193422" y="73710"/>
                  </a:lnTo>
                  <a:lnTo>
                    <a:pt x="194118" y="74849"/>
                  </a:lnTo>
                  <a:lnTo>
                    <a:pt x="194814" y="75989"/>
                  </a:lnTo>
                  <a:lnTo>
                    <a:pt x="195510" y="77129"/>
                  </a:lnTo>
                  <a:lnTo>
                    <a:pt x="196207" y="78268"/>
                  </a:lnTo>
                  <a:lnTo>
                    <a:pt x="196903" y="79590"/>
                  </a:lnTo>
                  <a:lnTo>
                    <a:pt x="197599" y="81366"/>
                  </a:lnTo>
                  <a:lnTo>
                    <a:pt x="198295" y="83143"/>
                  </a:lnTo>
                  <a:lnTo>
                    <a:pt x="198991" y="85535"/>
                  </a:lnTo>
                  <a:lnTo>
                    <a:pt x="199688" y="87927"/>
                  </a:lnTo>
                  <a:lnTo>
                    <a:pt x="200384" y="90319"/>
                  </a:lnTo>
                  <a:lnTo>
                    <a:pt x="201080" y="93887"/>
                  </a:lnTo>
                  <a:lnTo>
                    <a:pt x="201776" y="98009"/>
                  </a:lnTo>
                  <a:lnTo>
                    <a:pt x="202472" y="101675"/>
                  </a:lnTo>
                  <a:lnTo>
                    <a:pt x="203168" y="104867"/>
                  </a:lnTo>
                  <a:lnTo>
                    <a:pt x="203865" y="108063"/>
                  </a:lnTo>
                  <a:lnTo>
                    <a:pt x="204561" y="111255"/>
                  </a:lnTo>
                  <a:lnTo>
                    <a:pt x="205257" y="113297"/>
                  </a:lnTo>
                  <a:lnTo>
                    <a:pt x="205953" y="113172"/>
                  </a:lnTo>
                  <a:lnTo>
                    <a:pt x="206649" y="111434"/>
                  </a:lnTo>
                  <a:lnTo>
                    <a:pt x="207345" y="109695"/>
                  </a:lnTo>
                  <a:lnTo>
                    <a:pt x="208042" y="107664"/>
                  </a:lnTo>
                  <a:lnTo>
                    <a:pt x="208738" y="105633"/>
                  </a:lnTo>
                  <a:lnTo>
                    <a:pt x="209434" y="103006"/>
                  </a:lnTo>
                  <a:lnTo>
                    <a:pt x="210130" y="100379"/>
                  </a:lnTo>
                  <a:lnTo>
                    <a:pt x="210826" y="99044"/>
                  </a:lnTo>
                  <a:lnTo>
                    <a:pt x="211522" y="96695"/>
                  </a:lnTo>
                  <a:lnTo>
                    <a:pt x="212219" y="94068"/>
                  </a:lnTo>
                  <a:lnTo>
                    <a:pt x="212915" y="91441"/>
                  </a:lnTo>
                  <a:lnTo>
                    <a:pt x="213611" y="89410"/>
                  </a:lnTo>
                  <a:lnTo>
                    <a:pt x="214307" y="87379"/>
                  </a:lnTo>
                  <a:lnTo>
                    <a:pt x="215003" y="85348"/>
                  </a:lnTo>
                  <a:lnTo>
                    <a:pt x="215700" y="84253"/>
                  </a:lnTo>
                  <a:lnTo>
                    <a:pt x="216396" y="85238"/>
                  </a:lnTo>
                  <a:lnTo>
                    <a:pt x="217092" y="87870"/>
                  </a:lnTo>
                  <a:lnTo>
                    <a:pt x="217788" y="90503"/>
                  </a:lnTo>
                  <a:lnTo>
                    <a:pt x="218484" y="93317"/>
                  </a:lnTo>
                  <a:lnTo>
                    <a:pt x="219180" y="95949"/>
                  </a:lnTo>
                  <a:lnTo>
                    <a:pt x="219877" y="98582"/>
                  </a:lnTo>
                  <a:lnTo>
                    <a:pt x="220573" y="101214"/>
                  </a:lnTo>
                  <a:lnTo>
                    <a:pt x="221269" y="102123"/>
                  </a:lnTo>
                  <a:lnTo>
                    <a:pt x="221965" y="102667"/>
                  </a:lnTo>
                  <a:lnTo>
                    <a:pt x="222661" y="102954"/>
                  </a:lnTo>
                  <a:lnTo>
                    <a:pt x="223357" y="103498"/>
                  </a:lnTo>
                  <a:lnTo>
                    <a:pt x="224054" y="103786"/>
                  </a:lnTo>
                  <a:lnTo>
                    <a:pt x="224750" y="104074"/>
                  </a:lnTo>
                  <a:lnTo>
                    <a:pt x="225446" y="104074"/>
                  </a:lnTo>
                  <a:lnTo>
                    <a:pt x="226142" y="103770"/>
                  </a:lnTo>
                  <a:lnTo>
                    <a:pt x="226838" y="103466"/>
                  </a:lnTo>
                  <a:lnTo>
                    <a:pt x="227535" y="103163"/>
                  </a:lnTo>
                  <a:lnTo>
                    <a:pt x="228231" y="102567"/>
                  </a:lnTo>
                  <a:lnTo>
                    <a:pt x="228927" y="101715"/>
                  </a:lnTo>
                  <a:lnTo>
                    <a:pt x="229623" y="100863"/>
                  </a:lnTo>
                  <a:lnTo>
                    <a:pt x="230319" y="100012"/>
                  </a:lnTo>
                  <a:lnTo>
                    <a:pt x="231015" y="99160"/>
                  </a:lnTo>
                  <a:lnTo>
                    <a:pt x="231712" y="98308"/>
                  </a:lnTo>
                  <a:lnTo>
                    <a:pt x="232408" y="97168"/>
                  </a:lnTo>
                  <a:lnTo>
                    <a:pt x="233104" y="95572"/>
                  </a:lnTo>
                  <a:lnTo>
                    <a:pt x="233800" y="93795"/>
                  </a:lnTo>
                  <a:lnTo>
                    <a:pt x="234496" y="91872"/>
                  </a:lnTo>
                  <a:lnTo>
                    <a:pt x="235192" y="89950"/>
                  </a:lnTo>
                  <a:lnTo>
                    <a:pt x="235889" y="88283"/>
                  </a:lnTo>
                  <a:lnTo>
                    <a:pt x="236585" y="87231"/>
                  </a:lnTo>
                  <a:lnTo>
                    <a:pt x="237281" y="86179"/>
                  </a:lnTo>
                  <a:lnTo>
                    <a:pt x="237977" y="85887"/>
                  </a:lnTo>
                  <a:lnTo>
                    <a:pt x="238673" y="86179"/>
                  </a:lnTo>
                  <a:lnTo>
                    <a:pt x="239370" y="86179"/>
                  </a:lnTo>
                  <a:lnTo>
                    <a:pt x="240066" y="86471"/>
                  </a:lnTo>
                  <a:lnTo>
                    <a:pt x="240762" y="88082"/>
                  </a:lnTo>
                  <a:lnTo>
                    <a:pt x="241458" y="91603"/>
                  </a:lnTo>
                  <a:lnTo>
                    <a:pt x="242154" y="96435"/>
                  </a:lnTo>
                  <a:lnTo>
                    <a:pt x="242850" y="101881"/>
                  </a:lnTo>
                  <a:lnTo>
                    <a:pt x="243547" y="107328"/>
                  </a:lnTo>
                  <a:lnTo>
                    <a:pt x="244243" y="112774"/>
                  </a:lnTo>
                  <a:lnTo>
                    <a:pt x="244939" y="118202"/>
                  </a:lnTo>
                  <a:lnTo>
                    <a:pt x="245635" y="123630"/>
                  </a:lnTo>
                  <a:lnTo>
                    <a:pt x="246331" y="129313"/>
                  </a:lnTo>
                  <a:lnTo>
                    <a:pt x="247027" y="134997"/>
                  </a:lnTo>
                  <a:lnTo>
                    <a:pt x="247724" y="140424"/>
                  </a:lnTo>
                  <a:lnTo>
                    <a:pt x="248420" y="145851"/>
                  </a:lnTo>
                  <a:lnTo>
                    <a:pt x="249116" y="150975"/>
                  </a:lnTo>
                  <a:lnTo>
                    <a:pt x="249812" y="156403"/>
                  </a:lnTo>
                  <a:lnTo>
                    <a:pt x="250508" y="161830"/>
                  </a:lnTo>
                  <a:lnTo>
                    <a:pt x="251204" y="166578"/>
                  </a:lnTo>
                  <a:lnTo>
                    <a:pt x="251901" y="169533"/>
                  </a:lnTo>
                  <a:lnTo>
                    <a:pt x="252597" y="170840"/>
                  </a:lnTo>
                  <a:lnTo>
                    <a:pt x="253293" y="171692"/>
                  </a:lnTo>
                  <a:lnTo>
                    <a:pt x="253989" y="173000"/>
                  </a:lnTo>
                  <a:lnTo>
                    <a:pt x="254685" y="174308"/>
                  </a:lnTo>
                  <a:lnTo>
                    <a:pt x="255382" y="175615"/>
                  </a:lnTo>
                  <a:lnTo>
                    <a:pt x="256078" y="176467"/>
                  </a:lnTo>
                  <a:lnTo>
                    <a:pt x="256774" y="177027"/>
                  </a:lnTo>
                  <a:lnTo>
                    <a:pt x="257470" y="177623"/>
                  </a:lnTo>
                  <a:lnTo>
                    <a:pt x="258166" y="178183"/>
                  </a:lnTo>
                  <a:lnTo>
                    <a:pt x="258862" y="178486"/>
                  </a:lnTo>
                  <a:lnTo>
                    <a:pt x="259559" y="178742"/>
                  </a:lnTo>
                  <a:lnTo>
                    <a:pt x="260255" y="178998"/>
                  </a:lnTo>
                  <a:lnTo>
                    <a:pt x="260951" y="179254"/>
                  </a:lnTo>
                  <a:lnTo>
                    <a:pt x="261647" y="178998"/>
                  </a:lnTo>
                  <a:lnTo>
                    <a:pt x="262343" y="178742"/>
                  </a:lnTo>
                  <a:lnTo>
                    <a:pt x="263039" y="178742"/>
                  </a:lnTo>
                  <a:lnTo>
                    <a:pt x="263736" y="178742"/>
                  </a:lnTo>
                  <a:lnTo>
                    <a:pt x="264432" y="178742"/>
                  </a:lnTo>
                  <a:lnTo>
                    <a:pt x="265128" y="178742"/>
                  </a:lnTo>
                  <a:lnTo>
                    <a:pt x="265824" y="178742"/>
                  </a:lnTo>
                  <a:lnTo>
                    <a:pt x="266520" y="178742"/>
                  </a:lnTo>
                  <a:lnTo>
                    <a:pt x="267217" y="178743"/>
                  </a:lnTo>
                  <a:lnTo>
                    <a:pt x="267913" y="178743"/>
                  </a:lnTo>
                  <a:lnTo>
                    <a:pt x="268609" y="178743"/>
                  </a:lnTo>
                  <a:lnTo>
                    <a:pt x="269305" y="178924"/>
                  </a:lnTo>
                  <a:lnTo>
                    <a:pt x="270001" y="178636"/>
                  </a:lnTo>
                  <a:lnTo>
                    <a:pt x="270697" y="178349"/>
                  </a:lnTo>
                  <a:lnTo>
                    <a:pt x="271394" y="177805"/>
                  </a:lnTo>
                  <a:lnTo>
                    <a:pt x="272090" y="177080"/>
                  </a:lnTo>
                  <a:lnTo>
                    <a:pt x="272786" y="176355"/>
                  </a:lnTo>
                  <a:lnTo>
                    <a:pt x="273482" y="175326"/>
                  </a:lnTo>
                  <a:lnTo>
                    <a:pt x="274178" y="174005"/>
                  </a:lnTo>
                  <a:lnTo>
                    <a:pt x="274874" y="172684"/>
                  </a:lnTo>
                  <a:lnTo>
                    <a:pt x="275571" y="171362"/>
                  </a:lnTo>
                  <a:lnTo>
                    <a:pt x="276267" y="169585"/>
                  </a:lnTo>
                  <a:lnTo>
                    <a:pt x="276963" y="167808"/>
                  </a:lnTo>
                  <a:lnTo>
                    <a:pt x="277659" y="166031"/>
                  </a:lnTo>
                  <a:lnTo>
                    <a:pt x="278355" y="163640"/>
                  </a:lnTo>
                  <a:lnTo>
                    <a:pt x="279051" y="161429"/>
                  </a:lnTo>
                  <a:lnTo>
                    <a:pt x="279748" y="159218"/>
                  </a:lnTo>
                  <a:lnTo>
                    <a:pt x="280444" y="157623"/>
                  </a:lnTo>
                  <a:lnTo>
                    <a:pt x="281140" y="156028"/>
                  </a:lnTo>
                  <a:lnTo>
                    <a:pt x="281836" y="154432"/>
                  </a:lnTo>
                  <a:lnTo>
                    <a:pt x="282532" y="152837"/>
                  </a:lnTo>
                  <a:lnTo>
                    <a:pt x="283229" y="151241"/>
                  </a:lnTo>
                  <a:lnTo>
                    <a:pt x="283925" y="149464"/>
                  </a:lnTo>
                  <a:lnTo>
                    <a:pt x="284621" y="147869"/>
                  </a:lnTo>
                  <a:lnTo>
                    <a:pt x="285317" y="146273"/>
                  </a:lnTo>
                  <a:lnTo>
                    <a:pt x="286013" y="144965"/>
                  </a:lnTo>
                  <a:lnTo>
                    <a:pt x="286709" y="143658"/>
                  </a:lnTo>
                  <a:lnTo>
                    <a:pt x="287406" y="142350"/>
                  </a:lnTo>
                  <a:lnTo>
                    <a:pt x="288102" y="141043"/>
                  </a:lnTo>
                  <a:lnTo>
                    <a:pt x="288798" y="140191"/>
                  </a:lnTo>
                  <a:lnTo>
                    <a:pt x="289494" y="138595"/>
                  </a:lnTo>
                  <a:lnTo>
                    <a:pt x="290190" y="137288"/>
                  </a:lnTo>
                  <a:lnTo>
                    <a:pt x="290886" y="135980"/>
                  </a:lnTo>
                  <a:lnTo>
                    <a:pt x="291583" y="135128"/>
                  </a:lnTo>
                  <a:lnTo>
                    <a:pt x="292279" y="134569"/>
                  </a:lnTo>
                  <a:lnTo>
                    <a:pt x="292975" y="133717"/>
                  </a:lnTo>
                  <a:lnTo>
                    <a:pt x="293671" y="133158"/>
                  </a:lnTo>
                  <a:lnTo>
                    <a:pt x="294367" y="132598"/>
                  </a:lnTo>
                  <a:lnTo>
                    <a:pt x="295064" y="132054"/>
                  </a:lnTo>
                  <a:lnTo>
                    <a:pt x="295760" y="131511"/>
                  </a:lnTo>
                  <a:lnTo>
                    <a:pt x="296456" y="130785"/>
                  </a:lnTo>
                  <a:lnTo>
                    <a:pt x="297152" y="130316"/>
                  </a:lnTo>
                  <a:lnTo>
                    <a:pt x="297848" y="129847"/>
                  </a:lnTo>
                  <a:lnTo>
                    <a:pt x="298544" y="129122"/>
                  </a:lnTo>
                  <a:lnTo>
                    <a:pt x="299241" y="128397"/>
                  </a:lnTo>
                  <a:lnTo>
                    <a:pt x="299937" y="127928"/>
                  </a:lnTo>
                  <a:lnTo>
                    <a:pt x="300633" y="127143"/>
                  </a:lnTo>
                  <a:lnTo>
                    <a:pt x="301329" y="126358"/>
                  </a:lnTo>
                  <a:lnTo>
                    <a:pt x="302025" y="125889"/>
                  </a:lnTo>
                  <a:lnTo>
                    <a:pt x="302721" y="125420"/>
                  </a:lnTo>
                  <a:lnTo>
                    <a:pt x="303418" y="125238"/>
                  </a:lnTo>
                  <a:lnTo>
                    <a:pt x="304114" y="125057"/>
                  </a:lnTo>
                  <a:lnTo>
                    <a:pt x="304810" y="125056"/>
                  </a:lnTo>
                  <a:lnTo>
                    <a:pt x="305506" y="125344"/>
                  </a:lnTo>
                  <a:lnTo>
                    <a:pt x="306202" y="125632"/>
                  </a:lnTo>
                  <a:lnTo>
                    <a:pt x="306899" y="125919"/>
                  </a:lnTo>
                  <a:lnTo>
                    <a:pt x="307595" y="126389"/>
                  </a:lnTo>
                  <a:lnTo>
                    <a:pt x="308291" y="126858"/>
                  </a:lnTo>
                  <a:lnTo>
                    <a:pt x="308987" y="127327"/>
                  </a:lnTo>
                  <a:lnTo>
                    <a:pt x="309683" y="127796"/>
                  </a:lnTo>
                  <a:lnTo>
                    <a:pt x="310379" y="128265"/>
                  </a:lnTo>
                  <a:lnTo>
                    <a:pt x="311076" y="126943"/>
                  </a:lnTo>
                  <a:lnTo>
                    <a:pt x="311772" y="125627"/>
                  </a:lnTo>
                  <a:lnTo>
                    <a:pt x="312468" y="123059"/>
                  </a:lnTo>
                  <a:lnTo>
                    <a:pt x="313164" y="120005"/>
                  </a:lnTo>
                  <a:lnTo>
                    <a:pt x="313860" y="116951"/>
                  </a:lnTo>
                  <a:lnTo>
                    <a:pt x="314556" y="113714"/>
                  </a:lnTo>
                  <a:lnTo>
                    <a:pt x="315253" y="110186"/>
                  </a:lnTo>
                  <a:lnTo>
                    <a:pt x="315949" y="106354"/>
                  </a:lnTo>
                  <a:lnTo>
                    <a:pt x="316645" y="102522"/>
                  </a:lnTo>
                  <a:lnTo>
                    <a:pt x="317341" y="98689"/>
                  </a:lnTo>
                  <a:lnTo>
                    <a:pt x="318037" y="94857"/>
                  </a:lnTo>
                  <a:lnTo>
                    <a:pt x="318733" y="91329"/>
                  </a:lnTo>
                  <a:lnTo>
                    <a:pt x="319430" y="87982"/>
                  </a:lnTo>
                  <a:lnTo>
                    <a:pt x="320126" y="84453"/>
                  </a:lnTo>
                  <a:lnTo>
                    <a:pt x="320822" y="80925"/>
                  </a:lnTo>
                  <a:lnTo>
                    <a:pt x="321518" y="78605"/>
                  </a:lnTo>
                  <a:lnTo>
                    <a:pt x="322214" y="76517"/>
                  </a:lnTo>
                  <a:lnTo>
                    <a:pt x="322911" y="75439"/>
                  </a:lnTo>
                  <a:lnTo>
                    <a:pt x="323607" y="73701"/>
                  </a:lnTo>
                  <a:lnTo>
                    <a:pt x="324303" y="71069"/>
                  </a:lnTo>
                  <a:lnTo>
                    <a:pt x="324999" y="68724"/>
                  </a:lnTo>
                  <a:lnTo>
                    <a:pt x="325695" y="66092"/>
                  </a:lnTo>
                  <a:lnTo>
                    <a:pt x="326391" y="63459"/>
                  </a:lnTo>
                  <a:lnTo>
                    <a:pt x="327088" y="60827"/>
                  </a:lnTo>
                  <a:lnTo>
                    <a:pt x="327784" y="58738"/>
                  </a:lnTo>
                  <a:lnTo>
                    <a:pt x="328480" y="56649"/>
                  </a:lnTo>
                  <a:lnTo>
                    <a:pt x="329176" y="54864"/>
                  </a:lnTo>
                  <a:lnTo>
                    <a:pt x="329872" y="53371"/>
                  </a:lnTo>
                  <a:lnTo>
                    <a:pt x="330568" y="52166"/>
                  </a:lnTo>
                  <a:lnTo>
                    <a:pt x="331265" y="50639"/>
                  </a:lnTo>
                  <a:lnTo>
                    <a:pt x="331961" y="47584"/>
                  </a:lnTo>
                  <a:lnTo>
                    <a:pt x="332657" y="44530"/>
                  </a:lnTo>
                  <a:lnTo>
                    <a:pt x="333353" y="41475"/>
                  </a:lnTo>
                  <a:lnTo>
                    <a:pt x="334049" y="39606"/>
                  </a:lnTo>
                  <a:lnTo>
                    <a:pt x="334746" y="39038"/>
                  </a:lnTo>
                  <a:lnTo>
                    <a:pt x="335442" y="39086"/>
                  </a:lnTo>
                  <a:lnTo>
                    <a:pt x="336138" y="39449"/>
                  </a:lnTo>
                  <a:lnTo>
                    <a:pt x="336834" y="39812"/>
                  </a:lnTo>
                  <a:lnTo>
                    <a:pt x="337530" y="39859"/>
                  </a:lnTo>
                  <a:lnTo>
                    <a:pt x="338226" y="39291"/>
                  </a:lnTo>
                  <a:lnTo>
                    <a:pt x="338923" y="39339"/>
                  </a:lnTo>
                  <a:lnTo>
                    <a:pt x="339619" y="38770"/>
                  </a:lnTo>
                  <a:lnTo>
                    <a:pt x="340315" y="38021"/>
                  </a:lnTo>
                  <a:lnTo>
                    <a:pt x="341011" y="36984"/>
                  </a:lnTo>
                  <a:lnTo>
                    <a:pt x="341707" y="36277"/>
                  </a:lnTo>
                  <a:lnTo>
                    <a:pt x="342403" y="37584"/>
                  </a:lnTo>
                  <a:lnTo>
                    <a:pt x="343100" y="38892"/>
                  </a:lnTo>
                  <a:lnTo>
                    <a:pt x="343796" y="40199"/>
                  </a:lnTo>
                  <a:lnTo>
                    <a:pt x="344492" y="41507"/>
                  </a:lnTo>
                  <a:lnTo>
                    <a:pt x="345188" y="42359"/>
                  </a:lnTo>
                  <a:lnTo>
                    <a:pt x="345884" y="42918"/>
                  </a:lnTo>
                  <a:lnTo>
                    <a:pt x="346580" y="45269"/>
                  </a:lnTo>
                  <a:lnTo>
                    <a:pt x="347277" y="47311"/>
                  </a:lnTo>
                  <a:lnTo>
                    <a:pt x="347973" y="50603"/>
                  </a:lnTo>
                  <a:lnTo>
                    <a:pt x="348669" y="54686"/>
                  </a:lnTo>
                  <a:lnTo>
                    <a:pt x="349365" y="58466"/>
                  </a:lnTo>
                  <a:lnTo>
                    <a:pt x="350061" y="62246"/>
                  </a:lnTo>
                  <a:lnTo>
                    <a:pt x="350758" y="66063"/>
                  </a:lnTo>
                  <a:lnTo>
                    <a:pt x="351454" y="70182"/>
                  </a:lnTo>
                  <a:lnTo>
                    <a:pt x="352150" y="74014"/>
                  </a:lnTo>
                  <a:lnTo>
                    <a:pt x="352846" y="77847"/>
                  </a:lnTo>
                  <a:lnTo>
                    <a:pt x="353542" y="81678"/>
                  </a:lnTo>
                  <a:lnTo>
                    <a:pt x="354238" y="85207"/>
                  </a:lnTo>
                  <a:lnTo>
                    <a:pt x="354935" y="88554"/>
                  </a:lnTo>
                  <a:lnTo>
                    <a:pt x="355631" y="91901"/>
                  </a:lnTo>
                  <a:lnTo>
                    <a:pt x="356327" y="95249"/>
                  </a:lnTo>
                  <a:lnTo>
                    <a:pt x="357023" y="97280"/>
                  </a:lnTo>
                  <a:lnTo>
                    <a:pt x="357719" y="99081"/>
                  </a:lnTo>
                  <a:lnTo>
                    <a:pt x="358415" y="99871"/>
                  </a:lnTo>
                  <a:lnTo>
                    <a:pt x="359112" y="101139"/>
                  </a:lnTo>
                  <a:lnTo>
                    <a:pt x="359808" y="103302"/>
                  </a:lnTo>
                  <a:lnTo>
                    <a:pt x="360504" y="105466"/>
                  </a:lnTo>
                  <a:lnTo>
                    <a:pt x="361200" y="107629"/>
                  </a:lnTo>
                  <a:lnTo>
                    <a:pt x="361896" y="109792"/>
                  </a:lnTo>
                  <a:lnTo>
                    <a:pt x="362593" y="111955"/>
                  </a:lnTo>
                  <a:lnTo>
                    <a:pt x="363289" y="113575"/>
                  </a:lnTo>
                  <a:lnTo>
                    <a:pt x="363985" y="115194"/>
                  </a:lnTo>
                  <a:lnTo>
                    <a:pt x="364681" y="116510"/>
                  </a:lnTo>
                  <a:lnTo>
                    <a:pt x="365377" y="117534"/>
                  </a:lnTo>
                  <a:lnTo>
                    <a:pt x="366073" y="118557"/>
                  </a:lnTo>
                  <a:lnTo>
                    <a:pt x="366770" y="119903"/>
                  </a:lnTo>
                  <a:lnTo>
                    <a:pt x="367466" y="122642"/>
                  </a:lnTo>
                  <a:lnTo>
                    <a:pt x="368162" y="125697"/>
                  </a:lnTo>
                  <a:lnTo>
                    <a:pt x="368858" y="128751"/>
                  </a:lnTo>
                  <a:lnTo>
                    <a:pt x="369554" y="130620"/>
                  </a:lnTo>
                  <a:lnTo>
                    <a:pt x="370250" y="131188"/>
                  </a:lnTo>
                  <a:lnTo>
                    <a:pt x="370947" y="131141"/>
                  </a:lnTo>
                  <a:lnTo>
                    <a:pt x="371643" y="131094"/>
                  </a:lnTo>
                  <a:lnTo>
                    <a:pt x="372339" y="131228"/>
                  </a:lnTo>
                  <a:lnTo>
                    <a:pt x="373035" y="131362"/>
                  </a:lnTo>
                  <a:lnTo>
                    <a:pt x="373731" y="132111"/>
                  </a:lnTo>
                  <a:lnTo>
                    <a:pt x="374427" y="132246"/>
                  </a:lnTo>
                  <a:lnTo>
                    <a:pt x="375124" y="132995"/>
                  </a:lnTo>
                  <a:lnTo>
                    <a:pt x="375820" y="134032"/>
                  </a:lnTo>
                  <a:lnTo>
                    <a:pt x="376516" y="135069"/>
                  </a:lnTo>
                  <a:lnTo>
                    <a:pt x="377212" y="135777"/>
                  </a:lnTo>
                  <a:lnTo>
                    <a:pt x="377908" y="134469"/>
                  </a:lnTo>
                  <a:lnTo>
                    <a:pt x="378605" y="133161"/>
                  </a:lnTo>
                  <a:lnTo>
                    <a:pt x="379301" y="131854"/>
                  </a:lnTo>
                  <a:lnTo>
                    <a:pt x="379997" y="130546"/>
                  </a:lnTo>
                  <a:lnTo>
                    <a:pt x="380693" y="129694"/>
                  </a:lnTo>
                  <a:lnTo>
                    <a:pt x="381389" y="129135"/>
                  </a:lnTo>
                  <a:lnTo>
                    <a:pt x="382085" y="128575"/>
                  </a:lnTo>
                  <a:lnTo>
                    <a:pt x="382782" y="128032"/>
                  </a:lnTo>
                  <a:lnTo>
                    <a:pt x="383478" y="127776"/>
                  </a:lnTo>
                  <a:lnTo>
                    <a:pt x="384174" y="127472"/>
                  </a:lnTo>
                  <a:lnTo>
                    <a:pt x="384870" y="127776"/>
                  </a:lnTo>
                  <a:lnTo>
                    <a:pt x="385566" y="128372"/>
                  </a:lnTo>
                  <a:lnTo>
                    <a:pt x="386262" y="128931"/>
                  </a:lnTo>
                  <a:lnTo>
                    <a:pt x="386959" y="129491"/>
                  </a:lnTo>
                  <a:lnTo>
                    <a:pt x="387655" y="130338"/>
                  </a:lnTo>
                  <a:lnTo>
                    <a:pt x="388351" y="131186"/>
                  </a:lnTo>
                  <a:lnTo>
                    <a:pt x="389047" y="132781"/>
                  </a:lnTo>
                  <a:lnTo>
                    <a:pt x="389743" y="134376"/>
                  </a:lnTo>
                  <a:lnTo>
                    <a:pt x="390440" y="136768"/>
                  </a:lnTo>
                  <a:lnTo>
                    <a:pt x="391136" y="139161"/>
                  </a:lnTo>
                  <a:lnTo>
                    <a:pt x="391832" y="142129"/>
                  </a:lnTo>
                  <a:lnTo>
                    <a:pt x="392528" y="144916"/>
                  </a:lnTo>
                  <a:lnTo>
                    <a:pt x="393224" y="147702"/>
                  </a:lnTo>
                  <a:lnTo>
                    <a:pt x="393920" y="150489"/>
                  </a:lnTo>
                  <a:lnTo>
                    <a:pt x="394617" y="152881"/>
                  </a:lnTo>
                  <a:lnTo>
                    <a:pt x="395313" y="155273"/>
                  </a:lnTo>
                  <a:lnTo>
                    <a:pt x="396009" y="157050"/>
                  </a:lnTo>
                  <a:lnTo>
                    <a:pt x="396705" y="158826"/>
                  </a:lnTo>
                  <a:lnTo>
                    <a:pt x="397401" y="160603"/>
                  </a:lnTo>
                  <a:lnTo>
                    <a:pt x="398097" y="162380"/>
                  </a:lnTo>
                  <a:lnTo>
                    <a:pt x="398794" y="164772"/>
                  </a:lnTo>
                  <a:lnTo>
                    <a:pt x="399490" y="166093"/>
                  </a:lnTo>
                  <a:lnTo>
                    <a:pt x="400186" y="167870"/>
                  </a:lnTo>
                  <a:lnTo>
                    <a:pt x="400882" y="169646"/>
                  </a:lnTo>
                  <a:lnTo>
                    <a:pt x="401578" y="171423"/>
                  </a:lnTo>
                  <a:lnTo>
                    <a:pt x="402275" y="172452"/>
                  </a:lnTo>
                  <a:lnTo>
                    <a:pt x="402971" y="173493"/>
                  </a:lnTo>
                  <a:lnTo>
                    <a:pt x="403667" y="174218"/>
                  </a:lnTo>
                  <a:lnTo>
                    <a:pt x="404363" y="175247"/>
                  </a:lnTo>
                  <a:lnTo>
                    <a:pt x="405059" y="176276"/>
                  </a:lnTo>
                  <a:lnTo>
                    <a:pt x="405755" y="177305"/>
                  </a:lnTo>
                  <a:lnTo>
                    <a:pt x="406452" y="178334"/>
                  </a:lnTo>
                  <a:lnTo>
                    <a:pt x="407148" y="179362"/>
                  </a:lnTo>
                  <a:lnTo>
                    <a:pt x="407844" y="180958"/>
                  </a:lnTo>
                  <a:lnTo>
                    <a:pt x="408540" y="182553"/>
                  </a:lnTo>
                  <a:lnTo>
                    <a:pt x="409236" y="183693"/>
                  </a:lnTo>
                  <a:lnTo>
                    <a:pt x="409932" y="184832"/>
                  </a:lnTo>
                  <a:lnTo>
                    <a:pt x="410629" y="185679"/>
                  </a:lnTo>
                  <a:lnTo>
                    <a:pt x="411325" y="185935"/>
                  </a:lnTo>
                  <a:lnTo>
                    <a:pt x="412021" y="186191"/>
                  </a:lnTo>
                  <a:lnTo>
                    <a:pt x="412717" y="186751"/>
                  </a:lnTo>
                  <a:lnTo>
                    <a:pt x="413413" y="187310"/>
                  </a:lnTo>
                  <a:lnTo>
                    <a:pt x="414109" y="187870"/>
                  </a:lnTo>
                  <a:lnTo>
                    <a:pt x="414806" y="188126"/>
                  </a:lnTo>
                  <a:lnTo>
                    <a:pt x="415502" y="188382"/>
                  </a:lnTo>
                  <a:lnTo>
                    <a:pt x="416198" y="188638"/>
                  </a:lnTo>
                  <a:lnTo>
                    <a:pt x="416894" y="188894"/>
                  </a:lnTo>
                  <a:lnTo>
                    <a:pt x="417590" y="189150"/>
                  </a:lnTo>
                  <a:lnTo>
                    <a:pt x="418287" y="189150"/>
                  </a:lnTo>
                  <a:lnTo>
                    <a:pt x="418983" y="189150"/>
                  </a:lnTo>
                  <a:lnTo>
                    <a:pt x="419679" y="188894"/>
                  </a:lnTo>
                  <a:lnTo>
                    <a:pt x="420375" y="188335"/>
                  </a:lnTo>
                  <a:lnTo>
                    <a:pt x="421071" y="187195"/>
                  </a:lnTo>
                  <a:lnTo>
                    <a:pt x="421767" y="186348"/>
                  </a:lnTo>
                  <a:lnTo>
                    <a:pt x="422464" y="185788"/>
                  </a:lnTo>
                  <a:lnTo>
                    <a:pt x="423160" y="184941"/>
                  </a:lnTo>
                  <a:lnTo>
                    <a:pt x="423856" y="184381"/>
                  </a:lnTo>
                  <a:lnTo>
                    <a:pt x="424552" y="183633"/>
                  </a:lnTo>
                  <a:lnTo>
                    <a:pt x="425248" y="183633"/>
                  </a:lnTo>
                  <a:lnTo>
                    <a:pt x="425944" y="183018"/>
                  </a:lnTo>
                  <a:lnTo>
                    <a:pt x="426641" y="182403"/>
                  </a:lnTo>
                  <a:lnTo>
                    <a:pt x="427337" y="181212"/>
                  </a:lnTo>
                  <a:lnTo>
                    <a:pt x="428033" y="180020"/>
                  </a:lnTo>
                  <a:lnTo>
                    <a:pt x="428729" y="178829"/>
                  </a:lnTo>
                  <a:lnTo>
                    <a:pt x="429425" y="177638"/>
                  </a:lnTo>
                  <a:lnTo>
                    <a:pt x="430122" y="177023"/>
                  </a:lnTo>
                  <a:lnTo>
                    <a:pt x="430818" y="176407"/>
                  </a:lnTo>
                  <a:lnTo>
                    <a:pt x="431514" y="177022"/>
                  </a:lnTo>
                  <a:lnTo>
                    <a:pt x="432210" y="177638"/>
                  </a:lnTo>
                  <a:lnTo>
                    <a:pt x="432906" y="178253"/>
                  </a:lnTo>
                  <a:lnTo>
                    <a:pt x="433602" y="178868"/>
                  </a:lnTo>
                  <a:lnTo>
                    <a:pt x="434299" y="178253"/>
                  </a:lnTo>
                  <a:lnTo>
                    <a:pt x="434995" y="178709"/>
                  </a:lnTo>
                  <a:lnTo>
                    <a:pt x="435691" y="177961"/>
                  </a:lnTo>
                  <a:lnTo>
                    <a:pt x="436387" y="177504"/>
                  </a:lnTo>
                  <a:lnTo>
                    <a:pt x="437083" y="177049"/>
                  </a:lnTo>
                  <a:lnTo>
                    <a:pt x="437779" y="177797"/>
                  </a:lnTo>
                  <a:lnTo>
                    <a:pt x="438476" y="178848"/>
                  </a:lnTo>
                  <a:lnTo>
                    <a:pt x="439172" y="179444"/>
                  </a:lnTo>
                  <a:lnTo>
                    <a:pt x="439868" y="179737"/>
                  </a:lnTo>
                  <a:lnTo>
                    <a:pt x="440564" y="180485"/>
                  </a:lnTo>
                  <a:lnTo>
                    <a:pt x="441260" y="181848"/>
                  </a:lnTo>
                  <a:lnTo>
                    <a:pt x="441956" y="183212"/>
                  </a:lnTo>
                  <a:lnTo>
                    <a:pt x="442653" y="184575"/>
                  </a:lnTo>
                  <a:lnTo>
                    <a:pt x="443349" y="185190"/>
                  </a:lnTo>
                  <a:lnTo>
                    <a:pt x="444045" y="186381"/>
                  </a:lnTo>
                  <a:lnTo>
                    <a:pt x="444741" y="188028"/>
                  </a:lnTo>
                  <a:lnTo>
                    <a:pt x="445437" y="190244"/>
                  </a:lnTo>
                  <a:lnTo>
                    <a:pt x="446134" y="192752"/>
                  </a:lnTo>
                  <a:lnTo>
                    <a:pt x="446830" y="195563"/>
                  </a:lnTo>
                  <a:lnTo>
                    <a:pt x="447526" y="198375"/>
                  </a:lnTo>
                  <a:lnTo>
                    <a:pt x="448222" y="200314"/>
                  </a:lnTo>
                  <a:lnTo>
                    <a:pt x="448918" y="202253"/>
                  </a:lnTo>
                  <a:lnTo>
                    <a:pt x="449608" y="204175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7490472" y="5536093"/>
              <a:ext cx="214194" cy="224309"/>
            </a:xfrm>
            <a:custGeom>
              <a:avLst/>
              <a:pathLst>
                <a:path w="214194" h="224309">
                  <a:moveTo>
                    <a:pt x="0" y="224309"/>
                  </a:moveTo>
                  <a:lnTo>
                    <a:pt x="468" y="222426"/>
                  </a:lnTo>
                  <a:lnTo>
                    <a:pt x="1164" y="220081"/>
                  </a:lnTo>
                  <a:lnTo>
                    <a:pt x="1860" y="218192"/>
                  </a:lnTo>
                  <a:lnTo>
                    <a:pt x="2556" y="216303"/>
                  </a:lnTo>
                  <a:lnTo>
                    <a:pt x="3252" y="213503"/>
                  </a:lnTo>
                  <a:lnTo>
                    <a:pt x="3949" y="209038"/>
                  </a:lnTo>
                  <a:lnTo>
                    <a:pt x="4645" y="201800"/>
                  </a:lnTo>
                  <a:lnTo>
                    <a:pt x="5341" y="195017"/>
                  </a:lnTo>
                  <a:lnTo>
                    <a:pt x="6037" y="188850"/>
                  </a:lnTo>
                  <a:lnTo>
                    <a:pt x="6733" y="182683"/>
                  </a:lnTo>
                  <a:lnTo>
                    <a:pt x="7429" y="177084"/>
                  </a:lnTo>
                  <a:lnTo>
                    <a:pt x="8126" y="171774"/>
                  </a:lnTo>
                  <a:lnTo>
                    <a:pt x="8822" y="165606"/>
                  </a:lnTo>
                  <a:lnTo>
                    <a:pt x="9518" y="160671"/>
                  </a:lnTo>
                  <a:lnTo>
                    <a:pt x="10214" y="155726"/>
                  </a:lnTo>
                  <a:lnTo>
                    <a:pt x="10910" y="151350"/>
                  </a:lnTo>
                  <a:lnTo>
                    <a:pt x="11607" y="146398"/>
                  </a:lnTo>
                  <a:lnTo>
                    <a:pt x="12303" y="141447"/>
                  </a:lnTo>
                  <a:lnTo>
                    <a:pt x="12999" y="135926"/>
                  </a:lnTo>
                  <a:lnTo>
                    <a:pt x="13695" y="130974"/>
                  </a:lnTo>
                  <a:lnTo>
                    <a:pt x="14391" y="128156"/>
                  </a:lnTo>
                  <a:lnTo>
                    <a:pt x="15087" y="128156"/>
                  </a:lnTo>
                  <a:lnTo>
                    <a:pt x="15784" y="128156"/>
                  </a:lnTo>
                  <a:lnTo>
                    <a:pt x="16480" y="127541"/>
                  </a:lnTo>
                  <a:lnTo>
                    <a:pt x="17176" y="126489"/>
                  </a:lnTo>
                  <a:lnTo>
                    <a:pt x="17872" y="124566"/>
                  </a:lnTo>
                  <a:lnTo>
                    <a:pt x="18568" y="122789"/>
                  </a:lnTo>
                  <a:lnTo>
                    <a:pt x="19264" y="121194"/>
                  </a:lnTo>
                  <a:lnTo>
                    <a:pt x="19961" y="120342"/>
                  </a:lnTo>
                  <a:lnTo>
                    <a:pt x="20657" y="119490"/>
                  </a:lnTo>
                  <a:lnTo>
                    <a:pt x="21353" y="118273"/>
                  </a:lnTo>
                  <a:lnTo>
                    <a:pt x="22049" y="115180"/>
                  </a:lnTo>
                  <a:lnTo>
                    <a:pt x="22745" y="111139"/>
                  </a:lnTo>
                  <a:lnTo>
                    <a:pt x="23441" y="106471"/>
                  </a:lnTo>
                  <a:lnTo>
                    <a:pt x="24138" y="102095"/>
                  </a:lnTo>
                  <a:lnTo>
                    <a:pt x="24834" y="97719"/>
                  </a:lnTo>
                  <a:lnTo>
                    <a:pt x="25530" y="94395"/>
                  </a:lnTo>
                  <a:lnTo>
                    <a:pt x="26226" y="91071"/>
                  </a:lnTo>
                  <a:lnTo>
                    <a:pt x="26922" y="88003"/>
                  </a:lnTo>
                  <a:lnTo>
                    <a:pt x="27619" y="84679"/>
                  </a:lnTo>
                  <a:lnTo>
                    <a:pt x="28315" y="81970"/>
                  </a:lnTo>
                  <a:lnTo>
                    <a:pt x="29011" y="79517"/>
                  </a:lnTo>
                  <a:lnTo>
                    <a:pt x="29707" y="76193"/>
                  </a:lnTo>
                  <a:lnTo>
                    <a:pt x="30403" y="72869"/>
                  </a:lnTo>
                  <a:lnTo>
                    <a:pt x="31099" y="69545"/>
                  </a:lnTo>
                  <a:lnTo>
                    <a:pt x="31796" y="66704"/>
                  </a:lnTo>
                  <a:lnTo>
                    <a:pt x="32492" y="65210"/>
                  </a:lnTo>
                  <a:lnTo>
                    <a:pt x="33188" y="64728"/>
                  </a:lnTo>
                  <a:lnTo>
                    <a:pt x="33884" y="65324"/>
                  </a:lnTo>
                  <a:lnTo>
                    <a:pt x="34580" y="67306"/>
                  </a:lnTo>
                  <a:lnTo>
                    <a:pt x="35276" y="69651"/>
                  </a:lnTo>
                  <a:lnTo>
                    <a:pt x="35973" y="71399"/>
                  </a:lnTo>
                  <a:lnTo>
                    <a:pt x="36669" y="72996"/>
                  </a:lnTo>
                  <a:lnTo>
                    <a:pt x="37365" y="74289"/>
                  </a:lnTo>
                  <a:lnTo>
                    <a:pt x="38061" y="75582"/>
                  </a:lnTo>
                  <a:lnTo>
                    <a:pt x="38757" y="77331"/>
                  </a:lnTo>
                  <a:lnTo>
                    <a:pt x="39454" y="80129"/>
                  </a:lnTo>
                  <a:lnTo>
                    <a:pt x="40150" y="85700"/>
                  </a:lnTo>
                  <a:lnTo>
                    <a:pt x="40846" y="90816"/>
                  </a:lnTo>
                  <a:lnTo>
                    <a:pt x="41542" y="95317"/>
                  </a:lnTo>
                  <a:lnTo>
                    <a:pt x="42238" y="99241"/>
                  </a:lnTo>
                  <a:lnTo>
                    <a:pt x="42934" y="102597"/>
                  </a:lnTo>
                  <a:lnTo>
                    <a:pt x="43631" y="105096"/>
                  </a:lnTo>
                  <a:lnTo>
                    <a:pt x="44327" y="108452"/>
                  </a:lnTo>
                  <a:lnTo>
                    <a:pt x="45023" y="110576"/>
                  </a:lnTo>
                  <a:lnTo>
                    <a:pt x="45719" y="112453"/>
                  </a:lnTo>
                  <a:lnTo>
                    <a:pt x="46415" y="114330"/>
                  </a:lnTo>
                  <a:lnTo>
                    <a:pt x="47111" y="116496"/>
                  </a:lnTo>
                  <a:lnTo>
                    <a:pt x="47808" y="118661"/>
                  </a:lnTo>
                  <a:lnTo>
                    <a:pt x="48504" y="120826"/>
                  </a:lnTo>
                  <a:lnTo>
                    <a:pt x="49200" y="122810"/>
                  </a:lnTo>
                  <a:lnTo>
                    <a:pt x="49896" y="123236"/>
                  </a:lnTo>
                  <a:lnTo>
                    <a:pt x="50592" y="120844"/>
                  </a:lnTo>
                  <a:lnTo>
                    <a:pt x="51288" y="118452"/>
                  </a:lnTo>
                  <a:lnTo>
                    <a:pt x="51985" y="116675"/>
                  </a:lnTo>
                  <a:lnTo>
                    <a:pt x="52681" y="115634"/>
                  </a:lnTo>
                  <a:lnTo>
                    <a:pt x="53377" y="114849"/>
                  </a:lnTo>
                  <a:lnTo>
                    <a:pt x="54073" y="114849"/>
                  </a:lnTo>
                  <a:lnTo>
                    <a:pt x="54769" y="114849"/>
                  </a:lnTo>
                  <a:lnTo>
                    <a:pt x="55466" y="114561"/>
                  </a:lnTo>
                  <a:lnTo>
                    <a:pt x="56162" y="114273"/>
                  </a:lnTo>
                  <a:lnTo>
                    <a:pt x="56858" y="114351"/>
                  </a:lnTo>
                  <a:lnTo>
                    <a:pt x="57554" y="115848"/>
                  </a:lnTo>
                  <a:lnTo>
                    <a:pt x="58250" y="118581"/>
                  </a:lnTo>
                  <a:lnTo>
                    <a:pt x="58946" y="122397"/>
                  </a:lnTo>
                  <a:lnTo>
                    <a:pt x="59643" y="125921"/>
                  </a:lnTo>
                  <a:lnTo>
                    <a:pt x="60339" y="129737"/>
                  </a:lnTo>
                  <a:lnTo>
                    <a:pt x="61035" y="132806"/>
                  </a:lnTo>
                  <a:lnTo>
                    <a:pt x="61731" y="135874"/>
                  </a:lnTo>
                  <a:lnTo>
                    <a:pt x="62427" y="138942"/>
                  </a:lnTo>
                  <a:lnTo>
                    <a:pt x="63123" y="142010"/>
                  </a:lnTo>
                  <a:lnTo>
                    <a:pt x="63820" y="144463"/>
                  </a:lnTo>
                  <a:lnTo>
                    <a:pt x="64516" y="146628"/>
                  </a:lnTo>
                  <a:lnTo>
                    <a:pt x="65212" y="149227"/>
                  </a:lnTo>
                  <a:lnTo>
                    <a:pt x="65908" y="151826"/>
                  </a:lnTo>
                  <a:lnTo>
                    <a:pt x="66604" y="154425"/>
                  </a:lnTo>
                  <a:lnTo>
                    <a:pt x="67301" y="156541"/>
                  </a:lnTo>
                  <a:lnTo>
                    <a:pt x="67997" y="157565"/>
                  </a:lnTo>
                  <a:lnTo>
                    <a:pt x="68693" y="157262"/>
                  </a:lnTo>
                  <a:lnTo>
                    <a:pt x="69389" y="155625"/>
                  </a:lnTo>
                  <a:lnTo>
                    <a:pt x="70085" y="154280"/>
                  </a:lnTo>
                  <a:lnTo>
                    <a:pt x="70781" y="152643"/>
                  </a:lnTo>
                  <a:lnTo>
                    <a:pt x="71478" y="152099"/>
                  </a:lnTo>
                  <a:lnTo>
                    <a:pt x="72174" y="151252"/>
                  </a:lnTo>
                  <a:lnTo>
                    <a:pt x="72870" y="151252"/>
                  </a:lnTo>
                  <a:lnTo>
                    <a:pt x="73566" y="151252"/>
                  </a:lnTo>
                  <a:lnTo>
                    <a:pt x="74262" y="151252"/>
                  </a:lnTo>
                  <a:lnTo>
                    <a:pt x="74958" y="151252"/>
                  </a:lnTo>
                  <a:lnTo>
                    <a:pt x="75655" y="151252"/>
                  </a:lnTo>
                  <a:lnTo>
                    <a:pt x="76351" y="151556"/>
                  </a:lnTo>
                  <a:lnTo>
                    <a:pt x="77047" y="152152"/>
                  </a:lnTo>
                  <a:lnTo>
                    <a:pt x="77743" y="152748"/>
                  </a:lnTo>
                  <a:lnTo>
                    <a:pt x="78439" y="154415"/>
                  </a:lnTo>
                  <a:lnTo>
                    <a:pt x="79136" y="156081"/>
                  </a:lnTo>
                  <a:lnTo>
                    <a:pt x="79832" y="157748"/>
                  </a:lnTo>
                  <a:lnTo>
                    <a:pt x="80528" y="159415"/>
                  </a:lnTo>
                  <a:lnTo>
                    <a:pt x="81224" y="161914"/>
                  </a:lnTo>
                  <a:lnTo>
                    <a:pt x="81920" y="163837"/>
                  </a:lnTo>
                  <a:lnTo>
                    <a:pt x="82616" y="166623"/>
                  </a:lnTo>
                  <a:lnTo>
                    <a:pt x="83313" y="168834"/>
                  </a:lnTo>
                  <a:lnTo>
                    <a:pt x="84009" y="171045"/>
                  </a:lnTo>
                  <a:lnTo>
                    <a:pt x="84705" y="173436"/>
                  </a:lnTo>
                  <a:lnTo>
                    <a:pt x="85401" y="175829"/>
                  </a:lnTo>
                  <a:lnTo>
                    <a:pt x="86097" y="178221"/>
                  </a:lnTo>
                  <a:lnTo>
                    <a:pt x="86793" y="178597"/>
                  </a:lnTo>
                  <a:lnTo>
                    <a:pt x="87490" y="178645"/>
                  </a:lnTo>
                  <a:lnTo>
                    <a:pt x="88186" y="179008"/>
                  </a:lnTo>
                  <a:lnTo>
                    <a:pt x="88882" y="178300"/>
                  </a:lnTo>
                  <a:lnTo>
                    <a:pt x="89578" y="178347"/>
                  </a:lnTo>
                  <a:lnTo>
                    <a:pt x="90274" y="177143"/>
                  </a:lnTo>
                  <a:lnTo>
                    <a:pt x="90970" y="175554"/>
                  </a:lnTo>
                  <a:lnTo>
                    <a:pt x="91667" y="173434"/>
                  </a:lnTo>
                  <a:lnTo>
                    <a:pt x="92363" y="170053"/>
                  </a:lnTo>
                  <a:lnTo>
                    <a:pt x="93059" y="166011"/>
                  </a:lnTo>
                  <a:lnTo>
                    <a:pt x="93755" y="160740"/>
                  </a:lnTo>
                  <a:lnTo>
                    <a:pt x="94451" y="155469"/>
                  </a:lnTo>
                  <a:lnTo>
                    <a:pt x="95148" y="150198"/>
                  </a:lnTo>
                  <a:lnTo>
                    <a:pt x="95844" y="144926"/>
                  </a:lnTo>
                  <a:lnTo>
                    <a:pt x="96540" y="139655"/>
                  </a:lnTo>
                  <a:lnTo>
                    <a:pt x="97236" y="135159"/>
                  </a:lnTo>
                  <a:lnTo>
                    <a:pt x="97932" y="130915"/>
                  </a:lnTo>
                  <a:lnTo>
                    <a:pt x="98628" y="126670"/>
                  </a:lnTo>
                  <a:lnTo>
                    <a:pt x="99325" y="122425"/>
                  </a:lnTo>
                  <a:lnTo>
                    <a:pt x="100021" y="117105"/>
                  </a:lnTo>
                  <a:lnTo>
                    <a:pt x="100717" y="112823"/>
                  </a:lnTo>
                  <a:lnTo>
                    <a:pt x="101413" y="108727"/>
                  </a:lnTo>
                  <a:lnTo>
                    <a:pt x="102109" y="103609"/>
                  </a:lnTo>
                  <a:lnTo>
                    <a:pt x="102805" y="99233"/>
                  </a:lnTo>
                  <a:lnTo>
                    <a:pt x="103502" y="95637"/>
                  </a:lnTo>
                  <a:lnTo>
                    <a:pt x="104198" y="93609"/>
                  </a:lnTo>
                  <a:lnTo>
                    <a:pt x="104894" y="91580"/>
                  </a:lnTo>
                  <a:lnTo>
                    <a:pt x="105590" y="89551"/>
                  </a:lnTo>
                  <a:lnTo>
                    <a:pt x="106286" y="87703"/>
                  </a:lnTo>
                  <a:lnTo>
                    <a:pt x="106983" y="84720"/>
                  </a:lnTo>
                  <a:lnTo>
                    <a:pt x="107679" y="80345"/>
                  </a:lnTo>
                  <a:lnTo>
                    <a:pt x="108375" y="75425"/>
                  </a:lnTo>
                  <a:lnTo>
                    <a:pt x="109071" y="70793"/>
                  </a:lnTo>
                  <a:lnTo>
                    <a:pt x="109767" y="66161"/>
                  </a:lnTo>
                  <a:lnTo>
                    <a:pt x="110463" y="61530"/>
                  </a:lnTo>
                  <a:lnTo>
                    <a:pt x="111160" y="56898"/>
                  </a:lnTo>
                  <a:lnTo>
                    <a:pt x="111856" y="51866"/>
                  </a:lnTo>
                  <a:lnTo>
                    <a:pt x="112552" y="48382"/>
                  </a:lnTo>
                  <a:lnTo>
                    <a:pt x="113248" y="44898"/>
                  </a:lnTo>
                  <a:lnTo>
                    <a:pt x="113944" y="40343"/>
                  </a:lnTo>
                  <a:lnTo>
                    <a:pt x="114640" y="35787"/>
                  </a:lnTo>
                  <a:lnTo>
                    <a:pt x="115337" y="31232"/>
                  </a:lnTo>
                  <a:lnTo>
                    <a:pt x="116033" y="26677"/>
                  </a:lnTo>
                  <a:lnTo>
                    <a:pt x="116729" y="21364"/>
                  </a:lnTo>
                  <a:lnTo>
                    <a:pt x="117425" y="17293"/>
                  </a:lnTo>
                  <a:lnTo>
                    <a:pt x="118121" y="14326"/>
                  </a:lnTo>
                  <a:lnTo>
                    <a:pt x="118817" y="11934"/>
                  </a:lnTo>
                  <a:lnTo>
                    <a:pt x="119514" y="9225"/>
                  </a:lnTo>
                  <a:lnTo>
                    <a:pt x="120210" y="6518"/>
                  </a:lnTo>
                  <a:lnTo>
                    <a:pt x="120906" y="3810"/>
                  </a:lnTo>
                  <a:lnTo>
                    <a:pt x="121602" y="1102"/>
                  </a:lnTo>
                  <a:lnTo>
                    <a:pt x="122298" y="410"/>
                  </a:lnTo>
                  <a:lnTo>
                    <a:pt x="122995" y="47"/>
                  </a:lnTo>
                  <a:lnTo>
                    <a:pt x="123691" y="0"/>
                  </a:lnTo>
                  <a:lnTo>
                    <a:pt x="124387" y="1023"/>
                  </a:lnTo>
                  <a:lnTo>
                    <a:pt x="125083" y="976"/>
                  </a:lnTo>
                  <a:lnTo>
                    <a:pt x="125779" y="2180"/>
                  </a:lnTo>
                  <a:lnTo>
                    <a:pt x="126475" y="3769"/>
                  </a:lnTo>
                  <a:lnTo>
                    <a:pt x="127172" y="5890"/>
                  </a:lnTo>
                  <a:lnTo>
                    <a:pt x="127868" y="9271"/>
                  </a:lnTo>
                  <a:lnTo>
                    <a:pt x="128564" y="13600"/>
                  </a:lnTo>
                  <a:lnTo>
                    <a:pt x="129260" y="18871"/>
                  </a:lnTo>
                  <a:lnTo>
                    <a:pt x="129956" y="24143"/>
                  </a:lnTo>
                  <a:lnTo>
                    <a:pt x="130652" y="29414"/>
                  </a:lnTo>
                  <a:lnTo>
                    <a:pt x="131349" y="35244"/>
                  </a:lnTo>
                  <a:lnTo>
                    <a:pt x="132045" y="41075"/>
                  </a:lnTo>
                  <a:lnTo>
                    <a:pt x="132741" y="46130"/>
                  </a:lnTo>
                  <a:lnTo>
                    <a:pt x="133437" y="51682"/>
                  </a:lnTo>
                  <a:lnTo>
                    <a:pt x="134133" y="57235"/>
                  </a:lnTo>
                  <a:lnTo>
                    <a:pt x="134830" y="62787"/>
                  </a:lnTo>
                  <a:lnTo>
                    <a:pt x="135526" y="70317"/>
                  </a:lnTo>
                  <a:lnTo>
                    <a:pt x="136222" y="76991"/>
                  </a:lnTo>
                  <a:lnTo>
                    <a:pt x="136918" y="83479"/>
                  </a:lnTo>
                  <a:lnTo>
                    <a:pt x="137614" y="90989"/>
                  </a:lnTo>
                  <a:lnTo>
                    <a:pt x="138310" y="97757"/>
                  </a:lnTo>
                  <a:lnTo>
                    <a:pt x="139007" y="103129"/>
                  </a:lnTo>
                  <a:lnTo>
                    <a:pt x="139703" y="107866"/>
                  </a:lnTo>
                  <a:lnTo>
                    <a:pt x="140399" y="112603"/>
                  </a:lnTo>
                  <a:lnTo>
                    <a:pt x="141095" y="117339"/>
                  </a:lnTo>
                  <a:lnTo>
                    <a:pt x="141791" y="121280"/>
                  </a:lnTo>
                  <a:lnTo>
                    <a:pt x="142487" y="125858"/>
                  </a:lnTo>
                  <a:lnTo>
                    <a:pt x="143184" y="131829"/>
                  </a:lnTo>
                  <a:lnTo>
                    <a:pt x="143880" y="137800"/>
                  </a:lnTo>
                  <a:lnTo>
                    <a:pt x="144576" y="143028"/>
                  </a:lnTo>
                  <a:lnTo>
                    <a:pt x="145272" y="148712"/>
                  </a:lnTo>
                  <a:lnTo>
                    <a:pt x="145968" y="153647"/>
                  </a:lnTo>
                  <a:lnTo>
                    <a:pt x="146665" y="158279"/>
                  </a:lnTo>
                  <a:lnTo>
                    <a:pt x="147361" y="163007"/>
                  </a:lnTo>
                  <a:lnTo>
                    <a:pt x="148057" y="165895"/>
                  </a:lnTo>
                  <a:lnTo>
                    <a:pt x="148753" y="168784"/>
                  </a:lnTo>
                  <a:lnTo>
                    <a:pt x="149449" y="171672"/>
                  </a:lnTo>
                  <a:lnTo>
                    <a:pt x="150145" y="174017"/>
                  </a:lnTo>
                  <a:lnTo>
                    <a:pt x="150842" y="176361"/>
                  </a:lnTo>
                  <a:lnTo>
                    <a:pt x="151538" y="178706"/>
                  </a:lnTo>
                  <a:lnTo>
                    <a:pt x="152234" y="181232"/>
                  </a:lnTo>
                  <a:lnTo>
                    <a:pt x="152930" y="183092"/>
                  </a:lnTo>
                  <a:lnTo>
                    <a:pt x="153626" y="183273"/>
                  </a:lnTo>
                  <a:lnTo>
                    <a:pt x="154322" y="183273"/>
                  </a:lnTo>
                  <a:lnTo>
                    <a:pt x="155019" y="183771"/>
                  </a:lnTo>
                  <a:lnTo>
                    <a:pt x="155715" y="184086"/>
                  </a:lnTo>
                  <a:lnTo>
                    <a:pt x="156411" y="184402"/>
                  </a:lnTo>
                  <a:lnTo>
                    <a:pt x="157107" y="184718"/>
                  </a:lnTo>
                  <a:lnTo>
                    <a:pt x="157803" y="185034"/>
                  </a:lnTo>
                  <a:lnTo>
                    <a:pt x="158499" y="185350"/>
                  </a:lnTo>
                  <a:lnTo>
                    <a:pt x="159196" y="185350"/>
                  </a:lnTo>
                  <a:lnTo>
                    <a:pt x="159892" y="185350"/>
                  </a:lnTo>
                  <a:lnTo>
                    <a:pt x="160588" y="185531"/>
                  </a:lnTo>
                  <a:lnTo>
                    <a:pt x="161284" y="185531"/>
                  </a:lnTo>
                  <a:lnTo>
                    <a:pt x="161980" y="185531"/>
                  </a:lnTo>
                  <a:lnTo>
                    <a:pt x="162677" y="185531"/>
                  </a:lnTo>
                  <a:lnTo>
                    <a:pt x="163373" y="185531"/>
                  </a:lnTo>
                  <a:lnTo>
                    <a:pt x="164069" y="185531"/>
                  </a:lnTo>
                  <a:lnTo>
                    <a:pt x="164765" y="185531"/>
                  </a:lnTo>
                  <a:lnTo>
                    <a:pt x="165461" y="185244"/>
                  </a:lnTo>
                  <a:lnTo>
                    <a:pt x="166157" y="185244"/>
                  </a:lnTo>
                  <a:lnTo>
                    <a:pt x="166854" y="184684"/>
                  </a:lnTo>
                  <a:lnTo>
                    <a:pt x="167550" y="184977"/>
                  </a:lnTo>
                  <a:lnTo>
                    <a:pt x="168246" y="185269"/>
                  </a:lnTo>
                  <a:lnTo>
                    <a:pt x="168942" y="184814"/>
                  </a:lnTo>
                  <a:lnTo>
                    <a:pt x="169638" y="184358"/>
                  </a:lnTo>
                  <a:lnTo>
                    <a:pt x="170334" y="183902"/>
                  </a:lnTo>
                  <a:lnTo>
                    <a:pt x="171031" y="182832"/>
                  </a:lnTo>
                  <a:lnTo>
                    <a:pt x="171727" y="181761"/>
                  </a:lnTo>
                  <a:lnTo>
                    <a:pt x="172423" y="180690"/>
                  </a:lnTo>
                  <a:lnTo>
                    <a:pt x="173119" y="179619"/>
                  </a:lnTo>
                  <a:lnTo>
                    <a:pt x="173815" y="178548"/>
                  </a:lnTo>
                  <a:lnTo>
                    <a:pt x="174512" y="177800"/>
                  </a:lnTo>
                  <a:lnTo>
                    <a:pt x="175208" y="176436"/>
                  </a:lnTo>
                  <a:lnTo>
                    <a:pt x="175904" y="175073"/>
                  </a:lnTo>
                  <a:lnTo>
                    <a:pt x="176600" y="173406"/>
                  </a:lnTo>
                  <a:lnTo>
                    <a:pt x="177296" y="172355"/>
                  </a:lnTo>
                  <a:lnTo>
                    <a:pt x="177992" y="170759"/>
                  </a:lnTo>
                  <a:lnTo>
                    <a:pt x="178689" y="169164"/>
                  </a:lnTo>
                  <a:lnTo>
                    <a:pt x="179385" y="167568"/>
                  </a:lnTo>
                  <a:lnTo>
                    <a:pt x="180081" y="166429"/>
                  </a:lnTo>
                  <a:lnTo>
                    <a:pt x="180777" y="164833"/>
                  </a:lnTo>
                  <a:lnTo>
                    <a:pt x="181473" y="163805"/>
                  </a:lnTo>
                  <a:lnTo>
                    <a:pt x="182169" y="163080"/>
                  </a:lnTo>
                  <a:lnTo>
                    <a:pt x="182866" y="162354"/>
                  </a:lnTo>
                  <a:lnTo>
                    <a:pt x="183562" y="161629"/>
                  </a:lnTo>
                  <a:lnTo>
                    <a:pt x="184258" y="161085"/>
                  </a:lnTo>
                  <a:lnTo>
                    <a:pt x="184954" y="160542"/>
                  </a:lnTo>
                  <a:lnTo>
                    <a:pt x="185650" y="160542"/>
                  </a:lnTo>
                  <a:lnTo>
                    <a:pt x="186346" y="160542"/>
                  </a:lnTo>
                  <a:lnTo>
                    <a:pt x="187043" y="160542"/>
                  </a:lnTo>
                  <a:lnTo>
                    <a:pt x="187739" y="160830"/>
                  </a:lnTo>
                  <a:lnTo>
                    <a:pt x="188435" y="160830"/>
                  </a:lnTo>
                  <a:lnTo>
                    <a:pt x="189131" y="160830"/>
                  </a:lnTo>
                  <a:lnTo>
                    <a:pt x="189827" y="161011"/>
                  </a:lnTo>
                  <a:lnTo>
                    <a:pt x="190524" y="161299"/>
                  </a:lnTo>
                  <a:lnTo>
                    <a:pt x="191220" y="162024"/>
                  </a:lnTo>
                  <a:lnTo>
                    <a:pt x="191916" y="162749"/>
                  </a:lnTo>
                  <a:lnTo>
                    <a:pt x="192612" y="163474"/>
                  </a:lnTo>
                  <a:lnTo>
                    <a:pt x="193308" y="164200"/>
                  </a:lnTo>
                  <a:lnTo>
                    <a:pt x="194004" y="164925"/>
                  </a:lnTo>
                  <a:lnTo>
                    <a:pt x="194701" y="165394"/>
                  </a:lnTo>
                  <a:lnTo>
                    <a:pt x="195397" y="166119"/>
                  </a:lnTo>
                  <a:lnTo>
                    <a:pt x="196093" y="166967"/>
                  </a:lnTo>
                  <a:lnTo>
                    <a:pt x="196789" y="167814"/>
                  </a:lnTo>
                  <a:lnTo>
                    <a:pt x="197485" y="168954"/>
                  </a:lnTo>
                  <a:lnTo>
                    <a:pt x="198181" y="170094"/>
                  </a:lnTo>
                  <a:lnTo>
                    <a:pt x="198878" y="171233"/>
                  </a:lnTo>
                  <a:lnTo>
                    <a:pt x="199574" y="172085"/>
                  </a:lnTo>
                  <a:lnTo>
                    <a:pt x="200270" y="172937"/>
                  </a:lnTo>
                  <a:lnTo>
                    <a:pt x="200966" y="173784"/>
                  </a:lnTo>
                  <a:lnTo>
                    <a:pt x="201662" y="174040"/>
                  </a:lnTo>
                  <a:lnTo>
                    <a:pt x="202359" y="174296"/>
                  </a:lnTo>
                  <a:lnTo>
                    <a:pt x="203055" y="173700"/>
                  </a:lnTo>
                  <a:lnTo>
                    <a:pt x="203751" y="173104"/>
                  </a:lnTo>
                  <a:lnTo>
                    <a:pt x="204447" y="172508"/>
                  </a:lnTo>
                  <a:lnTo>
                    <a:pt x="205143" y="171912"/>
                  </a:lnTo>
                  <a:lnTo>
                    <a:pt x="205839" y="171317"/>
                  </a:lnTo>
                  <a:lnTo>
                    <a:pt x="206536" y="170465"/>
                  </a:lnTo>
                  <a:lnTo>
                    <a:pt x="207232" y="169613"/>
                  </a:lnTo>
                  <a:lnTo>
                    <a:pt x="207928" y="168473"/>
                  </a:lnTo>
                  <a:lnTo>
                    <a:pt x="208624" y="167152"/>
                  </a:lnTo>
                  <a:lnTo>
                    <a:pt x="209320" y="165831"/>
                  </a:lnTo>
                  <a:lnTo>
                    <a:pt x="210016" y="164802"/>
                  </a:lnTo>
                  <a:lnTo>
                    <a:pt x="210713" y="163773"/>
                  </a:lnTo>
                  <a:lnTo>
                    <a:pt x="211409" y="162744"/>
                  </a:lnTo>
                  <a:lnTo>
                    <a:pt x="212105" y="162201"/>
                  </a:lnTo>
                  <a:lnTo>
                    <a:pt x="212801" y="161657"/>
                  </a:lnTo>
                  <a:lnTo>
                    <a:pt x="213497" y="161657"/>
                  </a:lnTo>
                  <a:lnTo>
                    <a:pt x="214194" y="161657"/>
                  </a:lnTo>
                </a:path>
              </a:pathLst>
            </a:custGeom>
            <a:ln w="2857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2458290" y="5760402"/>
              <a:ext cx="5221314" cy="0"/>
            </a:xfrm>
            <a:custGeom>
              <a:avLst/>
              <a:pathLst>
                <a:path w="5221314" h="0">
                  <a:moveTo>
                    <a:pt x="0" y="0"/>
                  </a:moveTo>
                  <a:lnTo>
                    <a:pt x="5221314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2458290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4198728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5939166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7679604" y="576040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0"/>
            <p:cNvSpPr/>
            <p:nvPr/>
          </p:nvSpPr>
          <p:spPr>
            <a:xfrm>
              <a:off x="2070444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79750000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3810882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79800000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551320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79850000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7291758" y="597431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79900000</a:t>
              </a:r>
            </a:p>
          </p:txBody>
        </p:sp>
        <p:sp>
          <p:nvSpPr>
            <p:cNvPr id="55" name="pl54"/>
            <p:cNvSpPr/>
            <p:nvPr/>
          </p:nvSpPr>
          <p:spPr>
            <a:xfrm>
              <a:off x="1188720" y="4028673"/>
              <a:ext cx="0" cy="1613110"/>
            </a:xfrm>
            <a:custGeom>
              <a:avLst/>
              <a:pathLst>
                <a:path w="0" h="1613110">
                  <a:moveTo>
                    <a:pt x="0" y="161311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1097280" y="564178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1097280" y="537293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1097280" y="510408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1097280" y="483522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1097280" y="456637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1097280" y="429752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1097280" y="402867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tx62"/>
            <p:cNvSpPr/>
            <p:nvPr/>
          </p:nvSpPr>
          <p:spPr>
            <a:xfrm rot="-5400000">
              <a:off x="790447" y="5584150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64" name="tx63"/>
            <p:cNvSpPr/>
            <p:nvPr/>
          </p:nvSpPr>
          <p:spPr>
            <a:xfrm rot="-5400000">
              <a:off x="790447" y="5046446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65" name="tx64"/>
            <p:cNvSpPr/>
            <p:nvPr/>
          </p:nvSpPr>
          <p:spPr>
            <a:xfrm rot="-5400000">
              <a:off x="790447" y="4508742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7.0</a:t>
              </a:r>
            </a:p>
          </p:txBody>
        </p:sp>
        <p:sp>
          <p:nvSpPr>
            <p:cNvPr id="66" name="tx65"/>
            <p:cNvSpPr/>
            <p:nvPr/>
          </p:nvSpPr>
          <p:spPr>
            <a:xfrm rot="-5400000">
              <a:off x="790447" y="3971039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8.0</a:t>
              </a:r>
            </a:p>
          </p:txBody>
        </p:sp>
        <p:sp>
          <p:nvSpPr>
            <p:cNvPr id="67" name="pg66"/>
            <p:cNvSpPr/>
            <p:nvPr/>
          </p:nvSpPr>
          <p:spPr>
            <a:xfrm>
              <a:off x="1188720" y="4009485"/>
              <a:ext cx="6766559" cy="1750917"/>
            </a:xfrm>
            <a:custGeom>
              <a:avLst/>
              <a:pathLst>
                <a:path w="6766559" h="1750917">
                  <a:moveTo>
                    <a:pt x="0" y="1750917"/>
                  </a:moveTo>
                  <a:lnTo>
                    <a:pt x="6766559" y="1750917"/>
                  </a:lnTo>
                  <a:lnTo>
                    <a:pt x="676655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7"/>
            <p:cNvSpPr/>
            <p:nvPr/>
          </p:nvSpPr>
          <p:spPr>
            <a:xfrm>
              <a:off x="3805207" y="3826542"/>
              <a:ext cx="1533584" cy="1764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EB5_meso_cnt_n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4192897" y="6307858"/>
              <a:ext cx="758204" cy="147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prof$start</a:t>
              </a:r>
            </a:p>
          </p:txBody>
        </p:sp>
        <p:sp>
          <p:nvSpPr>
            <p:cNvPr id="70" name="pg69"/>
            <p:cNvSpPr/>
            <p:nvPr/>
          </p:nvSpPr>
          <p:spPr>
            <a:xfrm>
              <a:off x="1439333" y="4427087"/>
              <a:ext cx="6265333" cy="1333315"/>
            </a:xfrm>
            <a:custGeom>
              <a:avLst/>
              <a:pathLst>
                <a:path w="6265333" h="1333315">
                  <a:moveTo>
                    <a:pt x="0" y="591151"/>
                  </a:moveTo>
                  <a:lnTo>
                    <a:pt x="452" y="583965"/>
                  </a:lnTo>
                  <a:lnTo>
                    <a:pt x="1148" y="576994"/>
                  </a:lnTo>
                  <a:lnTo>
                    <a:pt x="1844" y="568748"/>
                  </a:lnTo>
                  <a:lnTo>
                    <a:pt x="2541" y="561268"/>
                  </a:lnTo>
                  <a:lnTo>
                    <a:pt x="3237" y="556338"/>
                  </a:lnTo>
                  <a:lnTo>
                    <a:pt x="3933" y="552723"/>
                  </a:lnTo>
                  <a:lnTo>
                    <a:pt x="4629" y="547492"/>
                  </a:lnTo>
                  <a:lnTo>
                    <a:pt x="5325" y="543087"/>
                  </a:lnTo>
                  <a:lnTo>
                    <a:pt x="6021" y="540958"/>
                  </a:lnTo>
                  <a:lnTo>
                    <a:pt x="6718" y="540293"/>
                  </a:lnTo>
                  <a:lnTo>
                    <a:pt x="7414" y="539418"/>
                  </a:lnTo>
                  <a:lnTo>
                    <a:pt x="8110" y="539790"/>
                  </a:lnTo>
                  <a:lnTo>
                    <a:pt x="8806" y="539603"/>
                  </a:lnTo>
                  <a:lnTo>
                    <a:pt x="9502" y="539556"/>
                  </a:lnTo>
                  <a:lnTo>
                    <a:pt x="10198" y="540174"/>
                  </a:lnTo>
                  <a:lnTo>
                    <a:pt x="10895" y="540514"/>
                  </a:lnTo>
                  <a:lnTo>
                    <a:pt x="11591" y="540102"/>
                  </a:lnTo>
                  <a:lnTo>
                    <a:pt x="12287" y="541058"/>
                  </a:lnTo>
                  <a:lnTo>
                    <a:pt x="12983" y="542443"/>
                  </a:lnTo>
                  <a:lnTo>
                    <a:pt x="13679" y="542100"/>
                  </a:lnTo>
                  <a:lnTo>
                    <a:pt x="14376" y="541386"/>
                  </a:lnTo>
                  <a:lnTo>
                    <a:pt x="15072" y="541953"/>
                  </a:lnTo>
                  <a:lnTo>
                    <a:pt x="15768" y="543204"/>
                  </a:lnTo>
                  <a:lnTo>
                    <a:pt x="16464" y="542499"/>
                  </a:lnTo>
                  <a:lnTo>
                    <a:pt x="17160" y="540746"/>
                  </a:lnTo>
                  <a:lnTo>
                    <a:pt x="17856" y="539140"/>
                  </a:lnTo>
                  <a:lnTo>
                    <a:pt x="18553" y="537262"/>
                  </a:lnTo>
                  <a:lnTo>
                    <a:pt x="19249" y="534937"/>
                  </a:lnTo>
                  <a:lnTo>
                    <a:pt x="19945" y="530819"/>
                  </a:lnTo>
                  <a:lnTo>
                    <a:pt x="20641" y="524370"/>
                  </a:lnTo>
                  <a:lnTo>
                    <a:pt x="21337" y="517335"/>
                  </a:lnTo>
                  <a:lnTo>
                    <a:pt x="22033" y="510403"/>
                  </a:lnTo>
                  <a:lnTo>
                    <a:pt x="22730" y="503597"/>
                  </a:lnTo>
                  <a:lnTo>
                    <a:pt x="23426" y="496097"/>
                  </a:lnTo>
                  <a:lnTo>
                    <a:pt x="24122" y="487600"/>
                  </a:lnTo>
                  <a:lnTo>
                    <a:pt x="24818" y="480055"/>
                  </a:lnTo>
                  <a:lnTo>
                    <a:pt x="25514" y="470661"/>
                  </a:lnTo>
                  <a:lnTo>
                    <a:pt x="26210" y="460555"/>
                  </a:lnTo>
                  <a:lnTo>
                    <a:pt x="26907" y="451617"/>
                  </a:lnTo>
                  <a:lnTo>
                    <a:pt x="27603" y="442605"/>
                  </a:lnTo>
                  <a:lnTo>
                    <a:pt x="28299" y="431016"/>
                  </a:lnTo>
                  <a:lnTo>
                    <a:pt x="28995" y="417151"/>
                  </a:lnTo>
                  <a:lnTo>
                    <a:pt x="29691" y="402767"/>
                  </a:lnTo>
                  <a:lnTo>
                    <a:pt x="30388" y="390967"/>
                  </a:lnTo>
                  <a:lnTo>
                    <a:pt x="31084" y="382198"/>
                  </a:lnTo>
                  <a:lnTo>
                    <a:pt x="31780" y="376727"/>
                  </a:lnTo>
                  <a:lnTo>
                    <a:pt x="32476" y="370611"/>
                  </a:lnTo>
                  <a:lnTo>
                    <a:pt x="33172" y="364518"/>
                  </a:lnTo>
                  <a:lnTo>
                    <a:pt x="33868" y="360878"/>
                  </a:lnTo>
                  <a:lnTo>
                    <a:pt x="34565" y="357666"/>
                  </a:lnTo>
                  <a:lnTo>
                    <a:pt x="35261" y="355354"/>
                  </a:lnTo>
                  <a:lnTo>
                    <a:pt x="35957" y="352565"/>
                  </a:lnTo>
                  <a:lnTo>
                    <a:pt x="36653" y="350004"/>
                  </a:lnTo>
                  <a:lnTo>
                    <a:pt x="37349" y="347496"/>
                  </a:lnTo>
                  <a:lnTo>
                    <a:pt x="38045" y="341714"/>
                  </a:lnTo>
                  <a:lnTo>
                    <a:pt x="38742" y="334039"/>
                  </a:lnTo>
                  <a:lnTo>
                    <a:pt x="39438" y="325719"/>
                  </a:lnTo>
                  <a:lnTo>
                    <a:pt x="40134" y="317152"/>
                  </a:lnTo>
                  <a:lnTo>
                    <a:pt x="40830" y="308909"/>
                  </a:lnTo>
                  <a:lnTo>
                    <a:pt x="41526" y="300768"/>
                  </a:lnTo>
                  <a:lnTo>
                    <a:pt x="42223" y="293778"/>
                  </a:lnTo>
                  <a:lnTo>
                    <a:pt x="42919" y="285191"/>
                  </a:lnTo>
                  <a:lnTo>
                    <a:pt x="43615" y="275638"/>
                  </a:lnTo>
                  <a:lnTo>
                    <a:pt x="44311" y="263531"/>
                  </a:lnTo>
                  <a:lnTo>
                    <a:pt x="45007" y="253235"/>
                  </a:lnTo>
                  <a:lnTo>
                    <a:pt x="45703" y="242439"/>
                  </a:lnTo>
                  <a:lnTo>
                    <a:pt x="46400" y="231427"/>
                  </a:lnTo>
                  <a:lnTo>
                    <a:pt x="47096" y="219975"/>
                  </a:lnTo>
                  <a:lnTo>
                    <a:pt x="47792" y="208708"/>
                  </a:lnTo>
                  <a:lnTo>
                    <a:pt x="48488" y="198493"/>
                  </a:lnTo>
                  <a:lnTo>
                    <a:pt x="49184" y="189295"/>
                  </a:lnTo>
                  <a:lnTo>
                    <a:pt x="49880" y="177945"/>
                  </a:lnTo>
                  <a:lnTo>
                    <a:pt x="50577" y="165994"/>
                  </a:lnTo>
                  <a:lnTo>
                    <a:pt x="51273" y="152728"/>
                  </a:lnTo>
                  <a:lnTo>
                    <a:pt x="51969" y="139064"/>
                  </a:lnTo>
                  <a:lnTo>
                    <a:pt x="52665" y="125231"/>
                  </a:lnTo>
                  <a:lnTo>
                    <a:pt x="53361" y="112881"/>
                  </a:lnTo>
                  <a:lnTo>
                    <a:pt x="54058" y="103455"/>
                  </a:lnTo>
                  <a:lnTo>
                    <a:pt x="54754" y="95284"/>
                  </a:lnTo>
                  <a:lnTo>
                    <a:pt x="55450" y="87301"/>
                  </a:lnTo>
                  <a:lnTo>
                    <a:pt x="56146" y="80501"/>
                  </a:lnTo>
                  <a:lnTo>
                    <a:pt x="56842" y="72396"/>
                  </a:lnTo>
                  <a:lnTo>
                    <a:pt x="57538" y="65283"/>
                  </a:lnTo>
                  <a:lnTo>
                    <a:pt x="58235" y="56534"/>
                  </a:lnTo>
                  <a:lnTo>
                    <a:pt x="58931" y="47770"/>
                  </a:lnTo>
                  <a:lnTo>
                    <a:pt x="59627" y="40028"/>
                  </a:lnTo>
                  <a:lnTo>
                    <a:pt x="60323" y="34886"/>
                  </a:lnTo>
                  <a:lnTo>
                    <a:pt x="61019" y="32720"/>
                  </a:lnTo>
                  <a:lnTo>
                    <a:pt x="61715" y="31984"/>
                  </a:lnTo>
                  <a:lnTo>
                    <a:pt x="62412" y="32206"/>
                  </a:lnTo>
                  <a:lnTo>
                    <a:pt x="63108" y="32319"/>
                  </a:lnTo>
                  <a:lnTo>
                    <a:pt x="63804" y="31642"/>
                  </a:lnTo>
                  <a:lnTo>
                    <a:pt x="64500" y="29057"/>
                  </a:lnTo>
                  <a:lnTo>
                    <a:pt x="65196" y="26372"/>
                  </a:lnTo>
                  <a:lnTo>
                    <a:pt x="65892" y="21158"/>
                  </a:lnTo>
                  <a:lnTo>
                    <a:pt x="66589" y="15653"/>
                  </a:lnTo>
                  <a:lnTo>
                    <a:pt x="67285" y="12290"/>
                  </a:lnTo>
                  <a:lnTo>
                    <a:pt x="67981" y="10503"/>
                  </a:lnTo>
                  <a:lnTo>
                    <a:pt x="68677" y="11225"/>
                  </a:lnTo>
                  <a:lnTo>
                    <a:pt x="69373" y="11303"/>
                  </a:lnTo>
                  <a:lnTo>
                    <a:pt x="70070" y="10710"/>
                  </a:lnTo>
                  <a:lnTo>
                    <a:pt x="70766" y="8730"/>
                  </a:lnTo>
                  <a:lnTo>
                    <a:pt x="71462" y="5254"/>
                  </a:lnTo>
                  <a:lnTo>
                    <a:pt x="72158" y="2012"/>
                  </a:lnTo>
                  <a:lnTo>
                    <a:pt x="72854" y="116"/>
                  </a:lnTo>
                  <a:lnTo>
                    <a:pt x="73550" y="0"/>
                  </a:lnTo>
                  <a:lnTo>
                    <a:pt x="74247" y="1204"/>
                  </a:lnTo>
                  <a:lnTo>
                    <a:pt x="74943" y="2961"/>
                  </a:lnTo>
                  <a:lnTo>
                    <a:pt x="75639" y="7360"/>
                  </a:lnTo>
                  <a:lnTo>
                    <a:pt x="76335" y="13205"/>
                  </a:lnTo>
                  <a:lnTo>
                    <a:pt x="77031" y="20107"/>
                  </a:lnTo>
                  <a:lnTo>
                    <a:pt x="77727" y="25173"/>
                  </a:lnTo>
                  <a:lnTo>
                    <a:pt x="78424" y="30288"/>
                  </a:lnTo>
                  <a:lnTo>
                    <a:pt x="79120" y="35749"/>
                  </a:lnTo>
                  <a:lnTo>
                    <a:pt x="79816" y="42057"/>
                  </a:lnTo>
                  <a:lnTo>
                    <a:pt x="80512" y="49135"/>
                  </a:lnTo>
                  <a:lnTo>
                    <a:pt x="81208" y="57256"/>
                  </a:lnTo>
                  <a:lnTo>
                    <a:pt x="81905" y="67431"/>
                  </a:lnTo>
                  <a:lnTo>
                    <a:pt x="82601" y="78798"/>
                  </a:lnTo>
                  <a:lnTo>
                    <a:pt x="83297" y="90901"/>
                  </a:lnTo>
                  <a:lnTo>
                    <a:pt x="83993" y="102422"/>
                  </a:lnTo>
                  <a:lnTo>
                    <a:pt x="84689" y="114646"/>
                  </a:lnTo>
                  <a:lnTo>
                    <a:pt x="85385" y="129866"/>
                  </a:lnTo>
                  <a:lnTo>
                    <a:pt x="86082" y="145056"/>
                  </a:lnTo>
                  <a:lnTo>
                    <a:pt x="86778" y="159807"/>
                  </a:lnTo>
                  <a:lnTo>
                    <a:pt x="87474" y="175732"/>
                  </a:lnTo>
                  <a:lnTo>
                    <a:pt x="88170" y="193842"/>
                  </a:lnTo>
                  <a:lnTo>
                    <a:pt x="88866" y="212486"/>
                  </a:lnTo>
                  <a:lnTo>
                    <a:pt x="89562" y="230060"/>
                  </a:lnTo>
                  <a:lnTo>
                    <a:pt x="90259" y="249114"/>
                  </a:lnTo>
                  <a:lnTo>
                    <a:pt x="90955" y="268685"/>
                  </a:lnTo>
                  <a:lnTo>
                    <a:pt x="91651" y="289551"/>
                  </a:lnTo>
                  <a:lnTo>
                    <a:pt x="92347" y="311574"/>
                  </a:lnTo>
                  <a:lnTo>
                    <a:pt x="93043" y="332032"/>
                  </a:lnTo>
                  <a:lnTo>
                    <a:pt x="93739" y="353753"/>
                  </a:lnTo>
                  <a:lnTo>
                    <a:pt x="94436" y="374766"/>
                  </a:lnTo>
                  <a:lnTo>
                    <a:pt x="95132" y="395635"/>
                  </a:lnTo>
                  <a:lnTo>
                    <a:pt x="95828" y="414351"/>
                  </a:lnTo>
                  <a:lnTo>
                    <a:pt x="96524" y="431611"/>
                  </a:lnTo>
                  <a:lnTo>
                    <a:pt x="97220" y="449866"/>
                  </a:lnTo>
                  <a:lnTo>
                    <a:pt x="97917" y="467801"/>
                  </a:lnTo>
                  <a:lnTo>
                    <a:pt x="98613" y="484314"/>
                  </a:lnTo>
                  <a:lnTo>
                    <a:pt x="99309" y="502864"/>
                  </a:lnTo>
                  <a:lnTo>
                    <a:pt x="100005" y="523210"/>
                  </a:lnTo>
                  <a:lnTo>
                    <a:pt x="100701" y="540902"/>
                  </a:lnTo>
                  <a:lnTo>
                    <a:pt x="101397" y="559063"/>
                  </a:lnTo>
                  <a:lnTo>
                    <a:pt x="102094" y="576964"/>
                  </a:lnTo>
                  <a:lnTo>
                    <a:pt x="102790" y="591734"/>
                  </a:lnTo>
                  <a:lnTo>
                    <a:pt x="103486" y="606556"/>
                  </a:lnTo>
                  <a:lnTo>
                    <a:pt x="104182" y="619276"/>
                  </a:lnTo>
                  <a:lnTo>
                    <a:pt x="104878" y="631436"/>
                  </a:lnTo>
                  <a:lnTo>
                    <a:pt x="105574" y="644547"/>
                  </a:lnTo>
                  <a:lnTo>
                    <a:pt x="106271" y="656909"/>
                  </a:lnTo>
                  <a:lnTo>
                    <a:pt x="106967" y="668582"/>
                  </a:lnTo>
                  <a:lnTo>
                    <a:pt x="107663" y="679956"/>
                  </a:lnTo>
                  <a:lnTo>
                    <a:pt x="108359" y="691662"/>
                  </a:lnTo>
                  <a:lnTo>
                    <a:pt x="109055" y="703606"/>
                  </a:lnTo>
                  <a:lnTo>
                    <a:pt x="109752" y="713032"/>
                  </a:lnTo>
                  <a:lnTo>
                    <a:pt x="110448" y="721400"/>
                  </a:lnTo>
                  <a:lnTo>
                    <a:pt x="111144" y="730510"/>
                  </a:lnTo>
                  <a:lnTo>
                    <a:pt x="111840" y="738683"/>
                  </a:lnTo>
                  <a:lnTo>
                    <a:pt x="112536" y="745552"/>
                  </a:lnTo>
                  <a:lnTo>
                    <a:pt x="113232" y="753154"/>
                  </a:lnTo>
                  <a:lnTo>
                    <a:pt x="113929" y="762306"/>
                  </a:lnTo>
                  <a:lnTo>
                    <a:pt x="114625" y="772290"/>
                  </a:lnTo>
                  <a:lnTo>
                    <a:pt x="115321" y="784774"/>
                  </a:lnTo>
                  <a:lnTo>
                    <a:pt x="116017" y="796677"/>
                  </a:lnTo>
                  <a:lnTo>
                    <a:pt x="116713" y="808697"/>
                  </a:lnTo>
                  <a:lnTo>
                    <a:pt x="117409" y="820793"/>
                  </a:lnTo>
                  <a:lnTo>
                    <a:pt x="118106" y="832074"/>
                  </a:lnTo>
                  <a:lnTo>
                    <a:pt x="118802" y="841952"/>
                  </a:lnTo>
                  <a:lnTo>
                    <a:pt x="119498" y="851829"/>
                  </a:lnTo>
                  <a:lnTo>
                    <a:pt x="120194" y="863002"/>
                  </a:lnTo>
                  <a:lnTo>
                    <a:pt x="120890" y="875090"/>
                  </a:lnTo>
                  <a:lnTo>
                    <a:pt x="121587" y="888159"/>
                  </a:lnTo>
                  <a:lnTo>
                    <a:pt x="122283" y="902074"/>
                  </a:lnTo>
                  <a:lnTo>
                    <a:pt x="122979" y="915858"/>
                  </a:lnTo>
                  <a:lnTo>
                    <a:pt x="123675" y="928746"/>
                  </a:lnTo>
                  <a:lnTo>
                    <a:pt x="124371" y="939970"/>
                  </a:lnTo>
                  <a:lnTo>
                    <a:pt x="125067" y="950095"/>
                  </a:lnTo>
                  <a:lnTo>
                    <a:pt x="125764" y="956563"/>
                  </a:lnTo>
                  <a:lnTo>
                    <a:pt x="126460" y="962403"/>
                  </a:lnTo>
                  <a:lnTo>
                    <a:pt x="127156" y="967284"/>
                  </a:lnTo>
                  <a:lnTo>
                    <a:pt x="127852" y="972459"/>
                  </a:lnTo>
                  <a:lnTo>
                    <a:pt x="128548" y="978774"/>
                  </a:lnTo>
                  <a:lnTo>
                    <a:pt x="129244" y="984798"/>
                  </a:lnTo>
                  <a:lnTo>
                    <a:pt x="129941" y="991238"/>
                  </a:lnTo>
                  <a:lnTo>
                    <a:pt x="130637" y="997348"/>
                  </a:lnTo>
                  <a:lnTo>
                    <a:pt x="131333" y="1003372"/>
                  </a:lnTo>
                  <a:lnTo>
                    <a:pt x="132029" y="1007811"/>
                  </a:lnTo>
                  <a:lnTo>
                    <a:pt x="132725" y="1010458"/>
                  </a:lnTo>
                  <a:lnTo>
                    <a:pt x="133421" y="1011957"/>
                  </a:lnTo>
                  <a:lnTo>
                    <a:pt x="134118" y="1013456"/>
                  </a:lnTo>
                  <a:lnTo>
                    <a:pt x="134814" y="1014439"/>
                  </a:lnTo>
                  <a:lnTo>
                    <a:pt x="135510" y="1014818"/>
                  </a:lnTo>
                  <a:lnTo>
                    <a:pt x="136206" y="1019543"/>
                  </a:lnTo>
                  <a:lnTo>
                    <a:pt x="136902" y="1025564"/>
                  </a:lnTo>
                  <a:lnTo>
                    <a:pt x="137599" y="1031586"/>
                  </a:lnTo>
                  <a:lnTo>
                    <a:pt x="138295" y="1036708"/>
                  </a:lnTo>
                  <a:lnTo>
                    <a:pt x="138991" y="1039059"/>
                  </a:lnTo>
                  <a:lnTo>
                    <a:pt x="139687" y="1042159"/>
                  </a:lnTo>
                  <a:lnTo>
                    <a:pt x="140383" y="1045852"/>
                  </a:lnTo>
                  <a:lnTo>
                    <a:pt x="141079" y="1050036"/>
                  </a:lnTo>
                  <a:lnTo>
                    <a:pt x="141776" y="1054184"/>
                  </a:lnTo>
                  <a:lnTo>
                    <a:pt x="142472" y="1060356"/>
                  </a:lnTo>
                  <a:lnTo>
                    <a:pt x="143168" y="1065527"/>
                  </a:lnTo>
                  <a:lnTo>
                    <a:pt x="143864" y="1070698"/>
                  </a:lnTo>
                  <a:lnTo>
                    <a:pt x="144560" y="1075869"/>
                  </a:lnTo>
                  <a:lnTo>
                    <a:pt x="145256" y="1082210"/>
                  </a:lnTo>
                  <a:lnTo>
                    <a:pt x="145953" y="1088145"/>
                  </a:lnTo>
                  <a:lnTo>
                    <a:pt x="146649" y="1091181"/>
                  </a:lnTo>
                  <a:lnTo>
                    <a:pt x="147345" y="1093649"/>
                  </a:lnTo>
                  <a:lnTo>
                    <a:pt x="148041" y="1094588"/>
                  </a:lnTo>
                  <a:lnTo>
                    <a:pt x="148737" y="1094991"/>
                  </a:lnTo>
                  <a:lnTo>
                    <a:pt x="149434" y="1095213"/>
                  </a:lnTo>
                  <a:lnTo>
                    <a:pt x="150130" y="1096100"/>
                  </a:lnTo>
                  <a:lnTo>
                    <a:pt x="150826" y="1095538"/>
                  </a:lnTo>
                  <a:lnTo>
                    <a:pt x="151522" y="1093810"/>
                  </a:lnTo>
                  <a:lnTo>
                    <a:pt x="152218" y="1090724"/>
                  </a:lnTo>
                  <a:lnTo>
                    <a:pt x="152914" y="1085786"/>
                  </a:lnTo>
                  <a:lnTo>
                    <a:pt x="153611" y="1081438"/>
                  </a:lnTo>
                  <a:lnTo>
                    <a:pt x="154307" y="1077089"/>
                  </a:lnTo>
                  <a:lnTo>
                    <a:pt x="155003" y="1072869"/>
                  </a:lnTo>
                  <a:lnTo>
                    <a:pt x="155699" y="1065788"/>
                  </a:lnTo>
                  <a:lnTo>
                    <a:pt x="156395" y="1057025"/>
                  </a:lnTo>
                  <a:lnTo>
                    <a:pt x="157091" y="1048134"/>
                  </a:lnTo>
                  <a:lnTo>
                    <a:pt x="157788" y="1038986"/>
                  </a:lnTo>
                  <a:lnTo>
                    <a:pt x="158484" y="1031238"/>
                  </a:lnTo>
                  <a:lnTo>
                    <a:pt x="159180" y="1024370"/>
                  </a:lnTo>
                  <a:lnTo>
                    <a:pt x="159876" y="1018119"/>
                  </a:lnTo>
                  <a:lnTo>
                    <a:pt x="160572" y="1012210"/>
                  </a:lnTo>
                  <a:lnTo>
                    <a:pt x="161268" y="1007545"/>
                  </a:lnTo>
                  <a:lnTo>
                    <a:pt x="161965" y="1002686"/>
                  </a:lnTo>
                  <a:lnTo>
                    <a:pt x="162661" y="1000042"/>
                  </a:lnTo>
                  <a:lnTo>
                    <a:pt x="163357" y="997876"/>
                  </a:lnTo>
                  <a:lnTo>
                    <a:pt x="164053" y="996404"/>
                  </a:lnTo>
                  <a:lnTo>
                    <a:pt x="164749" y="994628"/>
                  </a:lnTo>
                  <a:lnTo>
                    <a:pt x="165446" y="994142"/>
                  </a:lnTo>
                  <a:lnTo>
                    <a:pt x="166142" y="996743"/>
                  </a:lnTo>
                  <a:lnTo>
                    <a:pt x="166838" y="999648"/>
                  </a:lnTo>
                  <a:lnTo>
                    <a:pt x="167534" y="1004135"/>
                  </a:lnTo>
                  <a:lnTo>
                    <a:pt x="168230" y="1008511"/>
                  </a:lnTo>
                  <a:lnTo>
                    <a:pt x="168926" y="1012887"/>
                  </a:lnTo>
                  <a:lnTo>
                    <a:pt x="169623" y="1017263"/>
                  </a:lnTo>
                  <a:lnTo>
                    <a:pt x="170319" y="1021639"/>
                  </a:lnTo>
                  <a:lnTo>
                    <a:pt x="171015" y="1026186"/>
                  </a:lnTo>
                  <a:lnTo>
                    <a:pt x="171711" y="1030197"/>
                  </a:lnTo>
                  <a:lnTo>
                    <a:pt x="172407" y="1031629"/>
                  </a:lnTo>
                  <a:lnTo>
                    <a:pt x="173103" y="1031245"/>
                  </a:lnTo>
                  <a:lnTo>
                    <a:pt x="173800" y="1030927"/>
                  </a:lnTo>
                  <a:lnTo>
                    <a:pt x="174496" y="1029779"/>
                  </a:lnTo>
                  <a:lnTo>
                    <a:pt x="175192" y="1028032"/>
                  </a:lnTo>
                  <a:lnTo>
                    <a:pt x="175888" y="1026285"/>
                  </a:lnTo>
                  <a:lnTo>
                    <a:pt x="176584" y="1023467"/>
                  </a:lnTo>
                  <a:lnTo>
                    <a:pt x="177281" y="1021832"/>
                  </a:lnTo>
                  <a:lnTo>
                    <a:pt x="177977" y="1020055"/>
                  </a:lnTo>
                  <a:lnTo>
                    <a:pt x="178673" y="1017828"/>
                  </a:lnTo>
                  <a:lnTo>
                    <a:pt x="179369" y="1015601"/>
                  </a:lnTo>
                  <a:lnTo>
                    <a:pt x="180065" y="1012175"/>
                  </a:lnTo>
                  <a:lnTo>
                    <a:pt x="180761" y="1007767"/>
                  </a:lnTo>
                  <a:lnTo>
                    <a:pt x="181458" y="1004219"/>
                  </a:lnTo>
                  <a:lnTo>
                    <a:pt x="182154" y="1001471"/>
                  </a:lnTo>
                  <a:lnTo>
                    <a:pt x="182850" y="999808"/>
                  </a:lnTo>
                  <a:lnTo>
                    <a:pt x="183546" y="999196"/>
                  </a:lnTo>
                  <a:lnTo>
                    <a:pt x="184242" y="997913"/>
                  </a:lnTo>
                  <a:lnTo>
                    <a:pt x="184938" y="997769"/>
                  </a:lnTo>
                  <a:lnTo>
                    <a:pt x="185635" y="993603"/>
                  </a:lnTo>
                  <a:lnTo>
                    <a:pt x="186331" y="989181"/>
                  </a:lnTo>
                  <a:lnTo>
                    <a:pt x="187027" y="985926"/>
                  </a:lnTo>
                  <a:lnTo>
                    <a:pt x="187723" y="982849"/>
                  </a:lnTo>
                  <a:lnTo>
                    <a:pt x="188419" y="979821"/>
                  </a:lnTo>
                  <a:lnTo>
                    <a:pt x="189115" y="977434"/>
                  </a:lnTo>
                  <a:lnTo>
                    <a:pt x="189812" y="976077"/>
                  </a:lnTo>
                  <a:lnTo>
                    <a:pt x="190508" y="972161"/>
                  </a:lnTo>
                  <a:lnTo>
                    <a:pt x="191204" y="970633"/>
                  </a:lnTo>
                  <a:lnTo>
                    <a:pt x="191900" y="968813"/>
                  </a:lnTo>
                  <a:lnTo>
                    <a:pt x="192596" y="966141"/>
                  </a:lnTo>
                  <a:lnTo>
                    <a:pt x="193293" y="963916"/>
                  </a:lnTo>
                  <a:lnTo>
                    <a:pt x="193989" y="961082"/>
                  </a:lnTo>
                  <a:lnTo>
                    <a:pt x="194685" y="958346"/>
                  </a:lnTo>
                  <a:lnTo>
                    <a:pt x="195381" y="953052"/>
                  </a:lnTo>
                  <a:lnTo>
                    <a:pt x="196077" y="950800"/>
                  </a:lnTo>
                  <a:lnTo>
                    <a:pt x="196773" y="948495"/>
                  </a:lnTo>
                  <a:lnTo>
                    <a:pt x="197470" y="946003"/>
                  </a:lnTo>
                  <a:lnTo>
                    <a:pt x="198166" y="941267"/>
                  </a:lnTo>
                  <a:lnTo>
                    <a:pt x="198862" y="935216"/>
                  </a:lnTo>
                  <a:lnTo>
                    <a:pt x="199558" y="928762"/>
                  </a:lnTo>
                  <a:lnTo>
                    <a:pt x="200254" y="921100"/>
                  </a:lnTo>
                  <a:lnTo>
                    <a:pt x="200950" y="914592"/>
                  </a:lnTo>
                  <a:lnTo>
                    <a:pt x="201647" y="904324"/>
                  </a:lnTo>
                  <a:lnTo>
                    <a:pt x="202343" y="893732"/>
                  </a:lnTo>
                  <a:lnTo>
                    <a:pt x="203039" y="884375"/>
                  </a:lnTo>
                  <a:lnTo>
                    <a:pt x="203735" y="877464"/>
                  </a:lnTo>
                  <a:lnTo>
                    <a:pt x="204431" y="869579"/>
                  </a:lnTo>
                  <a:lnTo>
                    <a:pt x="205128" y="861632"/>
                  </a:lnTo>
                  <a:lnTo>
                    <a:pt x="205824" y="853570"/>
                  </a:lnTo>
                  <a:lnTo>
                    <a:pt x="206520" y="843425"/>
                  </a:lnTo>
                  <a:lnTo>
                    <a:pt x="207216" y="833435"/>
                  </a:lnTo>
                  <a:lnTo>
                    <a:pt x="207912" y="825240"/>
                  </a:lnTo>
                  <a:lnTo>
                    <a:pt x="208608" y="819143"/>
                  </a:lnTo>
                  <a:lnTo>
                    <a:pt x="209305" y="813924"/>
                  </a:lnTo>
                  <a:lnTo>
                    <a:pt x="210001" y="811010"/>
                  </a:lnTo>
                  <a:lnTo>
                    <a:pt x="210697" y="808790"/>
                  </a:lnTo>
                  <a:lnTo>
                    <a:pt x="211393" y="806668"/>
                  </a:lnTo>
                  <a:lnTo>
                    <a:pt x="212089" y="804948"/>
                  </a:lnTo>
                  <a:lnTo>
                    <a:pt x="212785" y="801855"/>
                  </a:lnTo>
                  <a:lnTo>
                    <a:pt x="213482" y="797930"/>
                  </a:lnTo>
                  <a:lnTo>
                    <a:pt x="214178" y="795023"/>
                  </a:lnTo>
                  <a:lnTo>
                    <a:pt x="214874" y="791798"/>
                  </a:lnTo>
                  <a:lnTo>
                    <a:pt x="215570" y="788563"/>
                  </a:lnTo>
                  <a:lnTo>
                    <a:pt x="216266" y="788692"/>
                  </a:lnTo>
                  <a:lnTo>
                    <a:pt x="216963" y="789430"/>
                  </a:lnTo>
                  <a:lnTo>
                    <a:pt x="217659" y="790005"/>
                  </a:lnTo>
                  <a:lnTo>
                    <a:pt x="218355" y="790603"/>
                  </a:lnTo>
                  <a:lnTo>
                    <a:pt x="219051" y="791597"/>
                  </a:lnTo>
                  <a:lnTo>
                    <a:pt x="219747" y="794253"/>
                  </a:lnTo>
                  <a:lnTo>
                    <a:pt x="220443" y="797207"/>
                  </a:lnTo>
                  <a:lnTo>
                    <a:pt x="221140" y="803530"/>
                  </a:lnTo>
                  <a:lnTo>
                    <a:pt x="221836" y="810109"/>
                  </a:lnTo>
                  <a:lnTo>
                    <a:pt x="222532" y="816687"/>
                  </a:lnTo>
                  <a:lnTo>
                    <a:pt x="223228" y="823425"/>
                  </a:lnTo>
                  <a:lnTo>
                    <a:pt x="223924" y="831196"/>
                  </a:lnTo>
                  <a:lnTo>
                    <a:pt x="224620" y="838086"/>
                  </a:lnTo>
                  <a:lnTo>
                    <a:pt x="225317" y="845569"/>
                  </a:lnTo>
                  <a:lnTo>
                    <a:pt x="226013" y="855481"/>
                  </a:lnTo>
                  <a:lnTo>
                    <a:pt x="226709" y="865071"/>
                  </a:lnTo>
                  <a:lnTo>
                    <a:pt x="227405" y="876501"/>
                  </a:lnTo>
                  <a:lnTo>
                    <a:pt x="228101" y="888506"/>
                  </a:lnTo>
                  <a:lnTo>
                    <a:pt x="228797" y="900321"/>
                  </a:lnTo>
                  <a:lnTo>
                    <a:pt x="229494" y="910769"/>
                  </a:lnTo>
                  <a:lnTo>
                    <a:pt x="230190" y="920816"/>
                  </a:lnTo>
                  <a:lnTo>
                    <a:pt x="230886" y="931874"/>
                  </a:lnTo>
                  <a:lnTo>
                    <a:pt x="231582" y="938624"/>
                  </a:lnTo>
                  <a:lnTo>
                    <a:pt x="232278" y="944474"/>
                  </a:lnTo>
                  <a:lnTo>
                    <a:pt x="232975" y="947598"/>
                  </a:lnTo>
                  <a:lnTo>
                    <a:pt x="233671" y="951116"/>
                  </a:lnTo>
                  <a:lnTo>
                    <a:pt x="234367" y="955815"/>
                  </a:lnTo>
                  <a:lnTo>
                    <a:pt x="235063" y="959125"/>
                  </a:lnTo>
                  <a:lnTo>
                    <a:pt x="235759" y="963070"/>
                  </a:lnTo>
                  <a:lnTo>
                    <a:pt x="236455" y="965160"/>
                  </a:lnTo>
                  <a:lnTo>
                    <a:pt x="237152" y="967028"/>
                  </a:lnTo>
                  <a:lnTo>
                    <a:pt x="237848" y="968916"/>
                  </a:lnTo>
                  <a:lnTo>
                    <a:pt x="238544" y="968750"/>
                  </a:lnTo>
                  <a:lnTo>
                    <a:pt x="239240" y="966958"/>
                  </a:lnTo>
                  <a:lnTo>
                    <a:pt x="239936" y="964590"/>
                  </a:lnTo>
                  <a:lnTo>
                    <a:pt x="240632" y="962319"/>
                  </a:lnTo>
                  <a:lnTo>
                    <a:pt x="241329" y="959268"/>
                  </a:lnTo>
                  <a:lnTo>
                    <a:pt x="242025" y="957296"/>
                  </a:lnTo>
                  <a:lnTo>
                    <a:pt x="242721" y="957202"/>
                  </a:lnTo>
                  <a:lnTo>
                    <a:pt x="243417" y="956559"/>
                  </a:lnTo>
                  <a:lnTo>
                    <a:pt x="244113" y="955688"/>
                  </a:lnTo>
                  <a:lnTo>
                    <a:pt x="244810" y="955254"/>
                  </a:lnTo>
                  <a:lnTo>
                    <a:pt x="245506" y="953858"/>
                  </a:lnTo>
                  <a:lnTo>
                    <a:pt x="246202" y="950394"/>
                  </a:lnTo>
                  <a:lnTo>
                    <a:pt x="246898" y="946399"/>
                  </a:lnTo>
                  <a:lnTo>
                    <a:pt x="247594" y="941722"/>
                  </a:lnTo>
                  <a:lnTo>
                    <a:pt x="248290" y="937368"/>
                  </a:lnTo>
                  <a:lnTo>
                    <a:pt x="248987" y="932988"/>
                  </a:lnTo>
                  <a:lnTo>
                    <a:pt x="249683" y="929041"/>
                  </a:lnTo>
                  <a:lnTo>
                    <a:pt x="250379" y="925927"/>
                  </a:lnTo>
                  <a:lnTo>
                    <a:pt x="251075" y="924592"/>
                  </a:lnTo>
                  <a:lnTo>
                    <a:pt x="251771" y="921038"/>
                  </a:lnTo>
                  <a:lnTo>
                    <a:pt x="252467" y="918708"/>
                  </a:lnTo>
                  <a:lnTo>
                    <a:pt x="253164" y="916542"/>
                  </a:lnTo>
                  <a:lnTo>
                    <a:pt x="253860" y="914235"/>
                  </a:lnTo>
                  <a:lnTo>
                    <a:pt x="254556" y="911792"/>
                  </a:lnTo>
                  <a:lnTo>
                    <a:pt x="255252" y="907278"/>
                  </a:lnTo>
                  <a:lnTo>
                    <a:pt x="255948" y="902337"/>
                  </a:lnTo>
                  <a:lnTo>
                    <a:pt x="256644" y="899356"/>
                  </a:lnTo>
                  <a:lnTo>
                    <a:pt x="257341" y="895538"/>
                  </a:lnTo>
                  <a:lnTo>
                    <a:pt x="258037" y="892919"/>
                  </a:lnTo>
                  <a:lnTo>
                    <a:pt x="258733" y="892396"/>
                  </a:lnTo>
                  <a:lnTo>
                    <a:pt x="259429" y="891456"/>
                  </a:lnTo>
                  <a:lnTo>
                    <a:pt x="260125" y="890347"/>
                  </a:lnTo>
                  <a:lnTo>
                    <a:pt x="260822" y="887616"/>
                  </a:lnTo>
                  <a:lnTo>
                    <a:pt x="261518" y="887430"/>
                  </a:lnTo>
                  <a:lnTo>
                    <a:pt x="262214" y="886258"/>
                  </a:lnTo>
                  <a:lnTo>
                    <a:pt x="262910" y="883011"/>
                  </a:lnTo>
                  <a:lnTo>
                    <a:pt x="263606" y="878613"/>
                  </a:lnTo>
                  <a:lnTo>
                    <a:pt x="264302" y="874840"/>
                  </a:lnTo>
                  <a:lnTo>
                    <a:pt x="264999" y="873476"/>
                  </a:lnTo>
                  <a:lnTo>
                    <a:pt x="265695" y="871537"/>
                  </a:lnTo>
                  <a:lnTo>
                    <a:pt x="266391" y="871000"/>
                  </a:lnTo>
                  <a:lnTo>
                    <a:pt x="267087" y="872013"/>
                  </a:lnTo>
                  <a:lnTo>
                    <a:pt x="267783" y="874804"/>
                  </a:lnTo>
                  <a:lnTo>
                    <a:pt x="268479" y="881663"/>
                  </a:lnTo>
                  <a:lnTo>
                    <a:pt x="269176" y="888157"/>
                  </a:lnTo>
                  <a:lnTo>
                    <a:pt x="269872" y="892417"/>
                  </a:lnTo>
                  <a:lnTo>
                    <a:pt x="270568" y="893536"/>
                  </a:lnTo>
                  <a:lnTo>
                    <a:pt x="271264" y="893459"/>
                  </a:lnTo>
                  <a:lnTo>
                    <a:pt x="271960" y="892797"/>
                  </a:lnTo>
                  <a:lnTo>
                    <a:pt x="272657" y="893644"/>
                  </a:lnTo>
                  <a:lnTo>
                    <a:pt x="273353" y="894492"/>
                  </a:lnTo>
                  <a:lnTo>
                    <a:pt x="274049" y="896157"/>
                  </a:lnTo>
                  <a:lnTo>
                    <a:pt x="274745" y="897005"/>
                  </a:lnTo>
                  <a:lnTo>
                    <a:pt x="275441" y="900631"/>
                  </a:lnTo>
                  <a:lnTo>
                    <a:pt x="276137" y="902783"/>
                  </a:lnTo>
                  <a:lnTo>
                    <a:pt x="276834" y="904210"/>
                  </a:lnTo>
                  <a:lnTo>
                    <a:pt x="277530" y="910071"/>
                  </a:lnTo>
                  <a:lnTo>
                    <a:pt x="278226" y="913904"/>
                  </a:lnTo>
                  <a:lnTo>
                    <a:pt x="278922" y="918382"/>
                  </a:lnTo>
                  <a:lnTo>
                    <a:pt x="279618" y="922036"/>
                  </a:lnTo>
                  <a:lnTo>
                    <a:pt x="280314" y="926025"/>
                  </a:lnTo>
                  <a:lnTo>
                    <a:pt x="281011" y="932224"/>
                  </a:lnTo>
                  <a:lnTo>
                    <a:pt x="281707" y="939269"/>
                  </a:lnTo>
                  <a:lnTo>
                    <a:pt x="282403" y="946267"/>
                  </a:lnTo>
                  <a:lnTo>
                    <a:pt x="283099" y="954335"/>
                  </a:lnTo>
                  <a:lnTo>
                    <a:pt x="283795" y="962884"/>
                  </a:lnTo>
                  <a:lnTo>
                    <a:pt x="284492" y="971433"/>
                  </a:lnTo>
                  <a:lnTo>
                    <a:pt x="285188" y="979644"/>
                  </a:lnTo>
                  <a:lnTo>
                    <a:pt x="285884" y="986810"/>
                  </a:lnTo>
                  <a:lnTo>
                    <a:pt x="286580" y="995412"/>
                  </a:lnTo>
                  <a:lnTo>
                    <a:pt x="287276" y="1004992"/>
                  </a:lnTo>
                  <a:lnTo>
                    <a:pt x="287972" y="1012656"/>
                  </a:lnTo>
                  <a:lnTo>
                    <a:pt x="288669" y="1018678"/>
                  </a:lnTo>
                  <a:lnTo>
                    <a:pt x="289365" y="1023452"/>
                  </a:lnTo>
                  <a:lnTo>
                    <a:pt x="290061" y="1029317"/>
                  </a:lnTo>
                  <a:lnTo>
                    <a:pt x="290757" y="1035928"/>
                  </a:lnTo>
                  <a:lnTo>
                    <a:pt x="291453" y="1039135"/>
                  </a:lnTo>
                  <a:lnTo>
                    <a:pt x="292149" y="1039987"/>
                  </a:lnTo>
                  <a:lnTo>
                    <a:pt x="292846" y="1042014"/>
                  </a:lnTo>
                  <a:lnTo>
                    <a:pt x="293542" y="1042407"/>
                  </a:lnTo>
                  <a:lnTo>
                    <a:pt x="294238" y="1040155"/>
                  </a:lnTo>
                  <a:lnTo>
                    <a:pt x="294934" y="1036417"/>
                  </a:lnTo>
                  <a:lnTo>
                    <a:pt x="295630" y="1032123"/>
                  </a:lnTo>
                  <a:lnTo>
                    <a:pt x="296326" y="1029584"/>
                  </a:lnTo>
                  <a:lnTo>
                    <a:pt x="297023" y="1020908"/>
                  </a:lnTo>
                  <a:lnTo>
                    <a:pt x="297719" y="1010591"/>
                  </a:lnTo>
                  <a:lnTo>
                    <a:pt x="298415" y="1000944"/>
                  </a:lnTo>
                  <a:lnTo>
                    <a:pt x="299111" y="992257"/>
                  </a:lnTo>
                  <a:lnTo>
                    <a:pt x="299807" y="980514"/>
                  </a:lnTo>
                  <a:lnTo>
                    <a:pt x="300504" y="964989"/>
                  </a:lnTo>
                  <a:lnTo>
                    <a:pt x="301200" y="949073"/>
                  </a:lnTo>
                  <a:lnTo>
                    <a:pt x="301896" y="932480"/>
                  </a:lnTo>
                  <a:lnTo>
                    <a:pt x="302592" y="915783"/>
                  </a:lnTo>
                  <a:lnTo>
                    <a:pt x="303288" y="898535"/>
                  </a:lnTo>
                  <a:lnTo>
                    <a:pt x="303984" y="880551"/>
                  </a:lnTo>
                  <a:lnTo>
                    <a:pt x="304681" y="862131"/>
                  </a:lnTo>
                  <a:lnTo>
                    <a:pt x="305377" y="846084"/>
                  </a:lnTo>
                  <a:lnTo>
                    <a:pt x="306073" y="832197"/>
                  </a:lnTo>
                  <a:lnTo>
                    <a:pt x="306769" y="818648"/>
                  </a:lnTo>
                  <a:lnTo>
                    <a:pt x="307465" y="804417"/>
                  </a:lnTo>
                  <a:lnTo>
                    <a:pt x="308161" y="790081"/>
                  </a:lnTo>
                  <a:lnTo>
                    <a:pt x="308858" y="776104"/>
                  </a:lnTo>
                  <a:lnTo>
                    <a:pt x="309554" y="761935"/>
                  </a:lnTo>
                  <a:lnTo>
                    <a:pt x="310250" y="750176"/>
                  </a:lnTo>
                  <a:lnTo>
                    <a:pt x="310946" y="738279"/>
                  </a:lnTo>
                  <a:lnTo>
                    <a:pt x="311642" y="726967"/>
                  </a:lnTo>
                  <a:lnTo>
                    <a:pt x="312339" y="717442"/>
                  </a:lnTo>
                  <a:lnTo>
                    <a:pt x="313035" y="703626"/>
                  </a:lnTo>
                  <a:lnTo>
                    <a:pt x="313731" y="688692"/>
                  </a:lnTo>
                  <a:lnTo>
                    <a:pt x="314427" y="672733"/>
                  </a:lnTo>
                  <a:lnTo>
                    <a:pt x="315123" y="657397"/>
                  </a:lnTo>
                  <a:lnTo>
                    <a:pt x="315819" y="641428"/>
                  </a:lnTo>
                  <a:lnTo>
                    <a:pt x="316516" y="628100"/>
                  </a:lnTo>
                  <a:lnTo>
                    <a:pt x="317212" y="617928"/>
                  </a:lnTo>
                  <a:lnTo>
                    <a:pt x="317908" y="610912"/>
                  </a:lnTo>
                  <a:lnTo>
                    <a:pt x="318604" y="605005"/>
                  </a:lnTo>
                  <a:lnTo>
                    <a:pt x="319300" y="599099"/>
                  </a:lnTo>
                  <a:lnTo>
                    <a:pt x="319996" y="593192"/>
                  </a:lnTo>
                  <a:lnTo>
                    <a:pt x="320693" y="588167"/>
                  </a:lnTo>
                  <a:lnTo>
                    <a:pt x="321389" y="582411"/>
                  </a:lnTo>
                  <a:lnTo>
                    <a:pt x="322085" y="576075"/>
                  </a:lnTo>
                  <a:lnTo>
                    <a:pt x="322781" y="568734"/>
                  </a:lnTo>
                  <a:lnTo>
                    <a:pt x="323477" y="563715"/>
                  </a:lnTo>
                  <a:lnTo>
                    <a:pt x="324173" y="561715"/>
                  </a:lnTo>
                  <a:lnTo>
                    <a:pt x="324870" y="562850"/>
                  </a:lnTo>
                  <a:lnTo>
                    <a:pt x="325566" y="564561"/>
                  </a:lnTo>
                  <a:lnTo>
                    <a:pt x="326262" y="567433"/>
                  </a:lnTo>
                  <a:lnTo>
                    <a:pt x="326958" y="572701"/>
                  </a:lnTo>
                  <a:lnTo>
                    <a:pt x="327654" y="578197"/>
                  </a:lnTo>
                  <a:lnTo>
                    <a:pt x="328351" y="582408"/>
                  </a:lnTo>
                  <a:lnTo>
                    <a:pt x="329047" y="584605"/>
                  </a:lnTo>
                  <a:lnTo>
                    <a:pt x="329743" y="587342"/>
                  </a:lnTo>
                  <a:lnTo>
                    <a:pt x="330439" y="591564"/>
                  </a:lnTo>
                  <a:lnTo>
                    <a:pt x="331135" y="595747"/>
                  </a:lnTo>
                  <a:lnTo>
                    <a:pt x="331831" y="599870"/>
                  </a:lnTo>
                  <a:lnTo>
                    <a:pt x="332528" y="607423"/>
                  </a:lnTo>
                  <a:lnTo>
                    <a:pt x="333224" y="616799"/>
                  </a:lnTo>
                  <a:lnTo>
                    <a:pt x="333920" y="625451"/>
                  </a:lnTo>
                  <a:lnTo>
                    <a:pt x="334616" y="632270"/>
                  </a:lnTo>
                  <a:lnTo>
                    <a:pt x="335312" y="641176"/>
                  </a:lnTo>
                  <a:lnTo>
                    <a:pt x="336008" y="651850"/>
                  </a:lnTo>
                  <a:lnTo>
                    <a:pt x="336705" y="662599"/>
                  </a:lnTo>
                  <a:lnTo>
                    <a:pt x="337401" y="673151"/>
                  </a:lnTo>
                  <a:lnTo>
                    <a:pt x="338097" y="683078"/>
                  </a:lnTo>
                  <a:lnTo>
                    <a:pt x="338793" y="693434"/>
                  </a:lnTo>
                  <a:lnTo>
                    <a:pt x="339489" y="705391"/>
                  </a:lnTo>
                  <a:lnTo>
                    <a:pt x="340186" y="717644"/>
                  </a:lnTo>
                  <a:lnTo>
                    <a:pt x="340882" y="729417"/>
                  </a:lnTo>
                  <a:lnTo>
                    <a:pt x="341578" y="742978"/>
                  </a:lnTo>
                  <a:lnTo>
                    <a:pt x="342274" y="758527"/>
                  </a:lnTo>
                  <a:lnTo>
                    <a:pt x="342970" y="774373"/>
                  </a:lnTo>
                  <a:lnTo>
                    <a:pt x="343666" y="789543"/>
                  </a:lnTo>
                  <a:lnTo>
                    <a:pt x="344363" y="804355"/>
                  </a:lnTo>
                  <a:lnTo>
                    <a:pt x="345059" y="819822"/>
                  </a:lnTo>
                  <a:lnTo>
                    <a:pt x="345755" y="833607"/>
                  </a:lnTo>
                  <a:lnTo>
                    <a:pt x="346451" y="846300"/>
                  </a:lnTo>
                  <a:lnTo>
                    <a:pt x="347147" y="859847"/>
                  </a:lnTo>
                  <a:lnTo>
                    <a:pt x="347843" y="873615"/>
                  </a:lnTo>
                  <a:lnTo>
                    <a:pt x="348540" y="885657"/>
                  </a:lnTo>
                  <a:lnTo>
                    <a:pt x="349236" y="898199"/>
                  </a:lnTo>
                  <a:lnTo>
                    <a:pt x="349932" y="912566"/>
                  </a:lnTo>
                  <a:lnTo>
                    <a:pt x="350628" y="927821"/>
                  </a:lnTo>
                  <a:lnTo>
                    <a:pt x="351324" y="941643"/>
                  </a:lnTo>
                  <a:lnTo>
                    <a:pt x="352021" y="951893"/>
                  </a:lnTo>
                  <a:lnTo>
                    <a:pt x="352717" y="957930"/>
                  </a:lnTo>
                  <a:lnTo>
                    <a:pt x="353413" y="961496"/>
                  </a:lnTo>
                  <a:lnTo>
                    <a:pt x="354109" y="962899"/>
                  </a:lnTo>
                  <a:lnTo>
                    <a:pt x="354805" y="964362"/>
                  </a:lnTo>
                  <a:lnTo>
                    <a:pt x="355501" y="965896"/>
                  </a:lnTo>
                  <a:lnTo>
                    <a:pt x="356198" y="965187"/>
                  </a:lnTo>
                  <a:lnTo>
                    <a:pt x="356894" y="963830"/>
                  </a:lnTo>
                  <a:lnTo>
                    <a:pt x="357590" y="961663"/>
                  </a:lnTo>
                  <a:lnTo>
                    <a:pt x="358286" y="959467"/>
                  </a:lnTo>
                  <a:lnTo>
                    <a:pt x="358982" y="956682"/>
                  </a:lnTo>
                  <a:lnTo>
                    <a:pt x="359678" y="953032"/>
                  </a:lnTo>
                  <a:lnTo>
                    <a:pt x="360375" y="946429"/>
                  </a:lnTo>
                  <a:lnTo>
                    <a:pt x="361071" y="937761"/>
                  </a:lnTo>
                  <a:lnTo>
                    <a:pt x="361767" y="928955"/>
                  </a:lnTo>
                  <a:lnTo>
                    <a:pt x="362463" y="917818"/>
                  </a:lnTo>
                  <a:lnTo>
                    <a:pt x="363159" y="907604"/>
                  </a:lnTo>
                  <a:lnTo>
                    <a:pt x="363855" y="897191"/>
                  </a:lnTo>
                  <a:lnTo>
                    <a:pt x="364552" y="889663"/>
                  </a:lnTo>
                  <a:lnTo>
                    <a:pt x="365248" y="883389"/>
                  </a:lnTo>
                  <a:lnTo>
                    <a:pt x="365944" y="876669"/>
                  </a:lnTo>
                  <a:lnTo>
                    <a:pt x="366640" y="870841"/>
                  </a:lnTo>
                  <a:lnTo>
                    <a:pt x="367336" y="864666"/>
                  </a:lnTo>
                  <a:lnTo>
                    <a:pt x="368033" y="858653"/>
                  </a:lnTo>
                  <a:lnTo>
                    <a:pt x="368729" y="852780"/>
                  </a:lnTo>
                  <a:lnTo>
                    <a:pt x="369425" y="847568"/>
                  </a:lnTo>
                  <a:lnTo>
                    <a:pt x="370121" y="843862"/>
                  </a:lnTo>
                  <a:lnTo>
                    <a:pt x="370817" y="840496"/>
                  </a:lnTo>
                  <a:lnTo>
                    <a:pt x="371513" y="837312"/>
                  </a:lnTo>
                  <a:lnTo>
                    <a:pt x="372210" y="835571"/>
                  </a:lnTo>
                  <a:lnTo>
                    <a:pt x="372906" y="836952"/>
                  </a:lnTo>
                  <a:lnTo>
                    <a:pt x="373602" y="839787"/>
                  </a:lnTo>
                  <a:lnTo>
                    <a:pt x="374298" y="843721"/>
                  </a:lnTo>
                  <a:lnTo>
                    <a:pt x="374994" y="846080"/>
                  </a:lnTo>
                  <a:lnTo>
                    <a:pt x="375690" y="848258"/>
                  </a:lnTo>
                  <a:lnTo>
                    <a:pt x="376387" y="851357"/>
                  </a:lnTo>
                  <a:lnTo>
                    <a:pt x="377083" y="855745"/>
                  </a:lnTo>
                  <a:lnTo>
                    <a:pt x="377779" y="860620"/>
                  </a:lnTo>
                  <a:lnTo>
                    <a:pt x="378475" y="865880"/>
                  </a:lnTo>
                  <a:lnTo>
                    <a:pt x="379171" y="871452"/>
                  </a:lnTo>
                  <a:lnTo>
                    <a:pt x="379868" y="878474"/>
                  </a:lnTo>
                  <a:lnTo>
                    <a:pt x="380564" y="885032"/>
                  </a:lnTo>
                  <a:lnTo>
                    <a:pt x="381260" y="890559"/>
                  </a:lnTo>
                  <a:lnTo>
                    <a:pt x="381956" y="896086"/>
                  </a:lnTo>
                  <a:lnTo>
                    <a:pt x="382652" y="901613"/>
                  </a:lnTo>
                  <a:lnTo>
                    <a:pt x="383348" y="906755"/>
                  </a:lnTo>
                  <a:lnTo>
                    <a:pt x="384045" y="913476"/>
                  </a:lnTo>
                  <a:lnTo>
                    <a:pt x="384741" y="920196"/>
                  </a:lnTo>
                  <a:lnTo>
                    <a:pt x="385437" y="926210"/>
                  </a:lnTo>
                  <a:lnTo>
                    <a:pt x="386133" y="931481"/>
                  </a:lnTo>
                  <a:lnTo>
                    <a:pt x="386829" y="937018"/>
                  </a:lnTo>
                  <a:lnTo>
                    <a:pt x="387525" y="941081"/>
                  </a:lnTo>
                  <a:lnTo>
                    <a:pt x="388222" y="947340"/>
                  </a:lnTo>
                  <a:lnTo>
                    <a:pt x="388918" y="953395"/>
                  </a:lnTo>
                  <a:lnTo>
                    <a:pt x="389614" y="957684"/>
                  </a:lnTo>
                  <a:lnTo>
                    <a:pt x="390310" y="961912"/>
                  </a:lnTo>
                  <a:lnTo>
                    <a:pt x="391006" y="966068"/>
                  </a:lnTo>
                  <a:lnTo>
                    <a:pt x="391702" y="970854"/>
                  </a:lnTo>
                  <a:lnTo>
                    <a:pt x="392399" y="977575"/>
                  </a:lnTo>
                  <a:lnTo>
                    <a:pt x="393095" y="983680"/>
                  </a:lnTo>
                  <a:lnTo>
                    <a:pt x="393791" y="989676"/>
                  </a:lnTo>
                  <a:lnTo>
                    <a:pt x="394487" y="995620"/>
                  </a:lnTo>
                  <a:lnTo>
                    <a:pt x="395183" y="1000187"/>
                  </a:lnTo>
                  <a:lnTo>
                    <a:pt x="395880" y="1005322"/>
                  </a:lnTo>
                  <a:lnTo>
                    <a:pt x="396576" y="1009761"/>
                  </a:lnTo>
                  <a:lnTo>
                    <a:pt x="397272" y="1014257"/>
                  </a:lnTo>
                  <a:lnTo>
                    <a:pt x="397968" y="1022184"/>
                  </a:lnTo>
                  <a:lnTo>
                    <a:pt x="398664" y="1029189"/>
                  </a:lnTo>
                  <a:lnTo>
                    <a:pt x="399360" y="1037339"/>
                  </a:lnTo>
                  <a:lnTo>
                    <a:pt x="400057" y="1046654"/>
                  </a:lnTo>
                  <a:lnTo>
                    <a:pt x="400753" y="1055179"/>
                  </a:lnTo>
                  <a:lnTo>
                    <a:pt x="401449" y="1062699"/>
                  </a:lnTo>
                  <a:lnTo>
                    <a:pt x="402145" y="1070218"/>
                  </a:lnTo>
                  <a:lnTo>
                    <a:pt x="402841" y="1076762"/>
                  </a:lnTo>
                  <a:lnTo>
                    <a:pt x="403537" y="1083306"/>
                  </a:lnTo>
                  <a:lnTo>
                    <a:pt x="404234" y="1088852"/>
                  </a:lnTo>
                  <a:lnTo>
                    <a:pt x="404930" y="1093609"/>
                  </a:lnTo>
                  <a:lnTo>
                    <a:pt x="405626" y="1099185"/>
                  </a:lnTo>
                  <a:lnTo>
                    <a:pt x="406322" y="1103938"/>
                  </a:lnTo>
                  <a:lnTo>
                    <a:pt x="407018" y="1108731"/>
                  </a:lnTo>
                  <a:lnTo>
                    <a:pt x="407715" y="1112565"/>
                  </a:lnTo>
                  <a:lnTo>
                    <a:pt x="408411" y="1113857"/>
                  </a:lnTo>
                  <a:lnTo>
                    <a:pt x="409107" y="1114717"/>
                  </a:lnTo>
                  <a:lnTo>
                    <a:pt x="409803" y="1113778"/>
                  </a:lnTo>
                  <a:lnTo>
                    <a:pt x="410499" y="1112587"/>
                  </a:lnTo>
                  <a:lnTo>
                    <a:pt x="411195" y="1112130"/>
                  </a:lnTo>
                  <a:lnTo>
                    <a:pt x="411892" y="1112262"/>
                  </a:lnTo>
                  <a:lnTo>
                    <a:pt x="412588" y="1111953"/>
                  </a:lnTo>
                  <a:lnTo>
                    <a:pt x="413284" y="1111496"/>
                  </a:lnTo>
                  <a:lnTo>
                    <a:pt x="413980" y="1111496"/>
                  </a:lnTo>
                  <a:lnTo>
                    <a:pt x="414676" y="1111965"/>
                  </a:lnTo>
                  <a:lnTo>
                    <a:pt x="415372" y="1110984"/>
                  </a:lnTo>
                  <a:lnTo>
                    <a:pt x="416069" y="1110578"/>
                  </a:lnTo>
                  <a:lnTo>
                    <a:pt x="416765" y="1112797"/>
                  </a:lnTo>
                  <a:lnTo>
                    <a:pt x="417461" y="1114121"/>
                  </a:lnTo>
                  <a:lnTo>
                    <a:pt x="418157" y="1116264"/>
                  </a:lnTo>
                  <a:lnTo>
                    <a:pt x="418853" y="1118407"/>
                  </a:lnTo>
                  <a:lnTo>
                    <a:pt x="419549" y="1121580"/>
                  </a:lnTo>
                  <a:lnTo>
                    <a:pt x="420246" y="1124753"/>
                  </a:lnTo>
                  <a:lnTo>
                    <a:pt x="420942" y="1127927"/>
                  </a:lnTo>
                  <a:lnTo>
                    <a:pt x="421638" y="1132079"/>
                  </a:lnTo>
                  <a:lnTo>
                    <a:pt x="422334" y="1136852"/>
                  </a:lnTo>
                  <a:lnTo>
                    <a:pt x="423030" y="1142981"/>
                  </a:lnTo>
                  <a:lnTo>
                    <a:pt x="423727" y="1146887"/>
                  </a:lnTo>
                  <a:lnTo>
                    <a:pt x="424423" y="1149694"/>
                  </a:lnTo>
                  <a:lnTo>
                    <a:pt x="425119" y="1152858"/>
                  </a:lnTo>
                  <a:lnTo>
                    <a:pt x="425815" y="1155401"/>
                  </a:lnTo>
                  <a:lnTo>
                    <a:pt x="426511" y="1157944"/>
                  </a:lnTo>
                  <a:lnTo>
                    <a:pt x="427207" y="1159958"/>
                  </a:lnTo>
                  <a:lnTo>
                    <a:pt x="427904" y="1163394"/>
                  </a:lnTo>
                  <a:lnTo>
                    <a:pt x="428600" y="1166011"/>
                  </a:lnTo>
                  <a:lnTo>
                    <a:pt x="429296" y="1168628"/>
                  </a:lnTo>
                  <a:lnTo>
                    <a:pt x="429992" y="1170222"/>
                  </a:lnTo>
                  <a:lnTo>
                    <a:pt x="430688" y="1171825"/>
                  </a:lnTo>
                  <a:lnTo>
                    <a:pt x="431384" y="1172858"/>
                  </a:lnTo>
                  <a:lnTo>
                    <a:pt x="432081" y="1174012"/>
                  </a:lnTo>
                  <a:lnTo>
                    <a:pt x="432777" y="1174500"/>
                  </a:lnTo>
                  <a:lnTo>
                    <a:pt x="433473" y="1174266"/>
                  </a:lnTo>
                  <a:lnTo>
                    <a:pt x="434169" y="1174593"/>
                  </a:lnTo>
                  <a:lnTo>
                    <a:pt x="434865" y="1175818"/>
                  </a:lnTo>
                  <a:lnTo>
                    <a:pt x="435562" y="1177936"/>
                  </a:lnTo>
                  <a:lnTo>
                    <a:pt x="436258" y="1180714"/>
                  </a:lnTo>
                  <a:lnTo>
                    <a:pt x="436954" y="1184941"/>
                  </a:lnTo>
                  <a:lnTo>
                    <a:pt x="437650" y="1188874"/>
                  </a:lnTo>
                  <a:lnTo>
                    <a:pt x="438346" y="1192431"/>
                  </a:lnTo>
                  <a:lnTo>
                    <a:pt x="439042" y="1195989"/>
                  </a:lnTo>
                  <a:lnTo>
                    <a:pt x="439739" y="1200404"/>
                  </a:lnTo>
                  <a:lnTo>
                    <a:pt x="440435" y="1205053"/>
                  </a:lnTo>
                  <a:lnTo>
                    <a:pt x="441131" y="1208828"/>
                  </a:lnTo>
                  <a:lnTo>
                    <a:pt x="441827" y="1213607"/>
                  </a:lnTo>
                  <a:lnTo>
                    <a:pt x="442523" y="1218347"/>
                  </a:lnTo>
                  <a:lnTo>
                    <a:pt x="443219" y="1223207"/>
                  </a:lnTo>
                  <a:lnTo>
                    <a:pt x="443916" y="1228067"/>
                  </a:lnTo>
                  <a:lnTo>
                    <a:pt x="444612" y="1232927"/>
                  </a:lnTo>
                  <a:lnTo>
                    <a:pt x="445308" y="1237786"/>
                  </a:lnTo>
                  <a:lnTo>
                    <a:pt x="446004" y="1242358"/>
                  </a:lnTo>
                  <a:lnTo>
                    <a:pt x="446700" y="1246516"/>
                  </a:lnTo>
                  <a:lnTo>
                    <a:pt x="447397" y="1249164"/>
                  </a:lnTo>
                  <a:lnTo>
                    <a:pt x="448093" y="1250965"/>
                  </a:lnTo>
                  <a:lnTo>
                    <a:pt x="448789" y="1252170"/>
                  </a:lnTo>
                  <a:lnTo>
                    <a:pt x="449485" y="1252920"/>
                  </a:lnTo>
                  <a:lnTo>
                    <a:pt x="450181" y="1253342"/>
                  </a:lnTo>
                  <a:lnTo>
                    <a:pt x="450877" y="1253763"/>
                  </a:lnTo>
                  <a:lnTo>
                    <a:pt x="451574" y="1253865"/>
                  </a:lnTo>
                  <a:lnTo>
                    <a:pt x="452270" y="1251390"/>
                  </a:lnTo>
                  <a:lnTo>
                    <a:pt x="452966" y="1249810"/>
                  </a:lnTo>
                  <a:lnTo>
                    <a:pt x="453662" y="1247124"/>
                  </a:lnTo>
                  <a:lnTo>
                    <a:pt x="454358" y="1244725"/>
                  </a:lnTo>
                  <a:lnTo>
                    <a:pt x="455054" y="1241552"/>
                  </a:lnTo>
                  <a:lnTo>
                    <a:pt x="455751" y="1238379"/>
                  </a:lnTo>
                  <a:lnTo>
                    <a:pt x="456447" y="1235206"/>
                  </a:lnTo>
                  <a:lnTo>
                    <a:pt x="457143" y="1231054"/>
                  </a:lnTo>
                  <a:lnTo>
                    <a:pt x="457839" y="1226901"/>
                  </a:lnTo>
                  <a:lnTo>
                    <a:pt x="458535" y="1222862"/>
                  </a:lnTo>
                  <a:lnTo>
                    <a:pt x="459231" y="1220740"/>
                  </a:lnTo>
                  <a:lnTo>
                    <a:pt x="459928" y="1219720"/>
                  </a:lnTo>
                  <a:lnTo>
                    <a:pt x="460624" y="1220372"/>
                  </a:lnTo>
                  <a:lnTo>
                    <a:pt x="461320" y="1221644"/>
                  </a:lnTo>
                  <a:lnTo>
                    <a:pt x="462016" y="1222917"/>
                  </a:lnTo>
                  <a:lnTo>
                    <a:pt x="462712" y="1225791"/>
                  </a:lnTo>
                  <a:lnTo>
                    <a:pt x="463409" y="1226370"/>
                  </a:lnTo>
                  <a:lnTo>
                    <a:pt x="464105" y="1226524"/>
                  </a:lnTo>
                  <a:lnTo>
                    <a:pt x="464801" y="1226678"/>
                  </a:lnTo>
                  <a:lnTo>
                    <a:pt x="465497" y="1227136"/>
                  </a:lnTo>
                  <a:lnTo>
                    <a:pt x="466193" y="1229019"/>
                  </a:lnTo>
                  <a:lnTo>
                    <a:pt x="466889" y="1230902"/>
                  </a:lnTo>
                  <a:lnTo>
                    <a:pt x="467586" y="1234269"/>
                  </a:lnTo>
                  <a:lnTo>
                    <a:pt x="468282" y="1238092"/>
                  </a:lnTo>
                  <a:lnTo>
                    <a:pt x="468978" y="1241535"/>
                  </a:lnTo>
                  <a:lnTo>
                    <a:pt x="469674" y="1244418"/>
                  </a:lnTo>
                  <a:lnTo>
                    <a:pt x="470370" y="1246403"/>
                  </a:lnTo>
                  <a:lnTo>
                    <a:pt x="471066" y="1243485"/>
                  </a:lnTo>
                  <a:lnTo>
                    <a:pt x="471763" y="1236855"/>
                  </a:lnTo>
                  <a:lnTo>
                    <a:pt x="472459" y="1229932"/>
                  </a:lnTo>
                  <a:lnTo>
                    <a:pt x="473155" y="1223009"/>
                  </a:lnTo>
                  <a:lnTo>
                    <a:pt x="473851" y="1216483"/>
                  </a:lnTo>
                  <a:lnTo>
                    <a:pt x="474547" y="1210859"/>
                  </a:lnTo>
                  <a:lnTo>
                    <a:pt x="475244" y="1205236"/>
                  </a:lnTo>
                  <a:lnTo>
                    <a:pt x="475940" y="1199537"/>
                  </a:lnTo>
                  <a:lnTo>
                    <a:pt x="476636" y="1194095"/>
                  </a:lnTo>
                  <a:lnTo>
                    <a:pt x="477332" y="1187729"/>
                  </a:lnTo>
                  <a:lnTo>
                    <a:pt x="478028" y="1180503"/>
                  </a:lnTo>
                  <a:lnTo>
                    <a:pt x="478724" y="1172989"/>
                  </a:lnTo>
                  <a:lnTo>
                    <a:pt x="479421" y="1165475"/>
                  </a:lnTo>
                  <a:lnTo>
                    <a:pt x="480117" y="1157961"/>
                  </a:lnTo>
                  <a:lnTo>
                    <a:pt x="480813" y="1150447"/>
                  </a:lnTo>
                  <a:lnTo>
                    <a:pt x="481509" y="1144909"/>
                  </a:lnTo>
                  <a:lnTo>
                    <a:pt x="482205" y="1142852"/>
                  </a:lnTo>
                  <a:lnTo>
                    <a:pt x="482901" y="1140795"/>
                  </a:lnTo>
                  <a:lnTo>
                    <a:pt x="483598" y="1138994"/>
                  </a:lnTo>
                  <a:lnTo>
                    <a:pt x="484294" y="1135257"/>
                  </a:lnTo>
                  <a:lnTo>
                    <a:pt x="484990" y="1131425"/>
                  </a:lnTo>
                  <a:lnTo>
                    <a:pt x="485686" y="1127049"/>
                  </a:lnTo>
                  <a:lnTo>
                    <a:pt x="486382" y="1122673"/>
                  </a:lnTo>
                  <a:lnTo>
                    <a:pt x="487078" y="1117754"/>
                  </a:lnTo>
                  <a:lnTo>
                    <a:pt x="487775" y="1113971"/>
                  </a:lnTo>
                  <a:lnTo>
                    <a:pt x="488471" y="1111338"/>
                  </a:lnTo>
                  <a:lnTo>
                    <a:pt x="489167" y="1108994"/>
                  </a:lnTo>
                  <a:lnTo>
                    <a:pt x="489863" y="1106361"/>
                  </a:lnTo>
                  <a:lnTo>
                    <a:pt x="490559" y="1103729"/>
                  </a:lnTo>
                  <a:lnTo>
                    <a:pt x="491256" y="1101096"/>
                  </a:lnTo>
                  <a:lnTo>
                    <a:pt x="491952" y="1098464"/>
                  </a:lnTo>
                  <a:lnTo>
                    <a:pt x="492648" y="1095831"/>
                  </a:lnTo>
                  <a:lnTo>
                    <a:pt x="493344" y="1093199"/>
                  </a:lnTo>
                  <a:lnTo>
                    <a:pt x="494040" y="1090385"/>
                  </a:lnTo>
                  <a:lnTo>
                    <a:pt x="494736" y="1089971"/>
                  </a:lnTo>
                  <a:lnTo>
                    <a:pt x="495433" y="1089684"/>
                  </a:lnTo>
                  <a:lnTo>
                    <a:pt x="496129" y="1089939"/>
                  </a:lnTo>
                  <a:lnTo>
                    <a:pt x="496825" y="1090069"/>
                  </a:lnTo>
                  <a:lnTo>
                    <a:pt x="497521" y="1087980"/>
                  </a:lnTo>
                  <a:lnTo>
                    <a:pt x="498217" y="1085892"/>
                  </a:lnTo>
                  <a:lnTo>
                    <a:pt x="498913" y="1084950"/>
                  </a:lnTo>
                  <a:lnTo>
                    <a:pt x="499610" y="1085254"/>
                  </a:lnTo>
                  <a:lnTo>
                    <a:pt x="500306" y="1086305"/>
                  </a:lnTo>
                  <a:lnTo>
                    <a:pt x="501002" y="1087054"/>
                  </a:lnTo>
                  <a:lnTo>
                    <a:pt x="501698" y="1087587"/>
                  </a:lnTo>
                  <a:lnTo>
                    <a:pt x="502394" y="1086919"/>
                  </a:lnTo>
                  <a:lnTo>
                    <a:pt x="503091" y="1085959"/>
                  </a:lnTo>
                  <a:lnTo>
                    <a:pt x="503787" y="1084998"/>
                  </a:lnTo>
                  <a:lnTo>
                    <a:pt x="504483" y="1084038"/>
                  </a:lnTo>
                  <a:lnTo>
                    <a:pt x="505179" y="1082463"/>
                  </a:lnTo>
                  <a:lnTo>
                    <a:pt x="505875" y="1080887"/>
                  </a:lnTo>
                  <a:lnTo>
                    <a:pt x="506571" y="1081719"/>
                  </a:lnTo>
                  <a:lnTo>
                    <a:pt x="507268" y="1085664"/>
                  </a:lnTo>
                  <a:lnTo>
                    <a:pt x="507964" y="1091837"/>
                  </a:lnTo>
                  <a:lnTo>
                    <a:pt x="508660" y="1098011"/>
                  </a:lnTo>
                  <a:lnTo>
                    <a:pt x="509356" y="1103039"/>
                  </a:lnTo>
                  <a:lnTo>
                    <a:pt x="510052" y="1107165"/>
                  </a:lnTo>
                  <a:lnTo>
                    <a:pt x="510748" y="1110732"/>
                  </a:lnTo>
                  <a:lnTo>
                    <a:pt x="511445" y="1114266"/>
                  </a:lnTo>
                  <a:lnTo>
                    <a:pt x="512141" y="1117765"/>
                  </a:lnTo>
                  <a:lnTo>
                    <a:pt x="512837" y="1124130"/>
                  </a:lnTo>
                  <a:lnTo>
                    <a:pt x="513533" y="1131356"/>
                  </a:lnTo>
                  <a:lnTo>
                    <a:pt x="514229" y="1138583"/>
                  </a:lnTo>
                  <a:lnTo>
                    <a:pt x="514926" y="1145809"/>
                  </a:lnTo>
                  <a:lnTo>
                    <a:pt x="515622" y="1153035"/>
                  </a:lnTo>
                  <a:lnTo>
                    <a:pt x="516318" y="1160261"/>
                  </a:lnTo>
                  <a:lnTo>
                    <a:pt x="517014" y="1165618"/>
                  </a:lnTo>
                  <a:lnTo>
                    <a:pt x="517710" y="1167493"/>
                  </a:lnTo>
                  <a:lnTo>
                    <a:pt x="518406" y="1169550"/>
                  </a:lnTo>
                  <a:lnTo>
                    <a:pt x="519103" y="1171639"/>
                  </a:lnTo>
                  <a:lnTo>
                    <a:pt x="519799" y="1175663"/>
                  </a:lnTo>
                  <a:lnTo>
                    <a:pt x="520495" y="1180039"/>
                  </a:lnTo>
                  <a:lnTo>
                    <a:pt x="521191" y="1184671"/>
                  </a:lnTo>
                  <a:lnTo>
                    <a:pt x="521887" y="1189303"/>
                  </a:lnTo>
                  <a:lnTo>
                    <a:pt x="522583" y="1194223"/>
                  </a:lnTo>
                  <a:lnTo>
                    <a:pt x="523280" y="1198262"/>
                  </a:lnTo>
                  <a:lnTo>
                    <a:pt x="523976" y="1201150"/>
                  </a:lnTo>
                  <a:lnTo>
                    <a:pt x="524672" y="1204039"/>
                  </a:lnTo>
                  <a:lnTo>
                    <a:pt x="525368" y="1207231"/>
                  </a:lnTo>
                  <a:lnTo>
                    <a:pt x="526064" y="1210423"/>
                  </a:lnTo>
                  <a:lnTo>
                    <a:pt x="526760" y="1213615"/>
                  </a:lnTo>
                  <a:lnTo>
                    <a:pt x="527457" y="1217099"/>
                  </a:lnTo>
                  <a:lnTo>
                    <a:pt x="528153" y="1220583"/>
                  </a:lnTo>
                  <a:lnTo>
                    <a:pt x="528849" y="1223775"/>
                  </a:lnTo>
                  <a:lnTo>
                    <a:pt x="529545" y="1226845"/>
                  </a:lnTo>
                  <a:lnTo>
                    <a:pt x="530241" y="1227515"/>
                  </a:lnTo>
                  <a:lnTo>
                    <a:pt x="530938" y="1228059"/>
                  </a:lnTo>
                  <a:lnTo>
                    <a:pt x="531634" y="1228059"/>
                  </a:lnTo>
                  <a:lnTo>
                    <a:pt x="532330" y="1228185"/>
                  </a:lnTo>
                  <a:lnTo>
                    <a:pt x="533026" y="1230530"/>
                  </a:lnTo>
                  <a:lnTo>
                    <a:pt x="533722" y="1232619"/>
                  </a:lnTo>
                  <a:lnTo>
                    <a:pt x="534418" y="1234404"/>
                  </a:lnTo>
                  <a:lnTo>
                    <a:pt x="535115" y="1236189"/>
                  </a:lnTo>
                  <a:lnTo>
                    <a:pt x="535811" y="1236939"/>
                  </a:lnTo>
                  <a:lnTo>
                    <a:pt x="536507" y="1236706"/>
                  </a:lnTo>
                  <a:lnTo>
                    <a:pt x="537203" y="1235870"/>
                  </a:lnTo>
                  <a:lnTo>
                    <a:pt x="537899" y="1235979"/>
                  </a:lnTo>
                  <a:lnTo>
                    <a:pt x="538595" y="1236343"/>
                  </a:lnTo>
                  <a:lnTo>
                    <a:pt x="539292" y="1237011"/>
                  </a:lnTo>
                  <a:lnTo>
                    <a:pt x="539988" y="1237678"/>
                  </a:lnTo>
                  <a:lnTo>
                    <a:pt x="540684" y="1238961"/>
                  </a:lnTo>
                  <a:lnTo>
                    <a:pt x="541380" y="1239941"/>
                  </a:lnTo>
                  <a:lnTo>
                    <a:pt x="542076" y="1240920"/>
                  </a:lnTo>
                  <a:lnTo>
                    <a:pt x="542773" y="1240856"/>
                  </a:lnTo>
                  <a:lnTo>
                    <a:pt x="543469" y="1237773"/>
                  </a:lnTo>
                  <a:lnTo>
                    <a:pt x="544165" y="1234994"/>
                  </a:lnTo>
                  <a:lnTo>
                    <a:pt x="544861" y="1232963"/>
                  </a:lnTo>
                  <a:lnTo>
                    <a:pt x="545557" y="1230932"/>
                  </a:lnTo>
                  <a:lnTo>
                    <a:pt x="546253" y="1229461"/>
                  </a:lnTo>
                  <a:lnTo>
                    <a:pt x="546950" y="1229057"/>
                  </a:lnTo>
                  <a:lnTo>
                    <a:pt x="547646" y="1229126"/>
                  </a:lnTo>
                  <a:lnTo>
                    <a:pt x="548342" y="1227325"/>
                  </a:lnTo>
                  <a:lnTo>
                    <a:pt x="549038" y="1225267"/>
                  </a:lnTo>
                  <a:lnTo>
                    <a:pt x="549734" y="1222923"/>
                  </a:lnTo>
                  <a:lnTo>
                    <a:pt x="550430" y="1220578"/>
                  </a:lnTo>
                  <a:lnTo>
                    <a:pt x="551127" y="1218233"/>
                  </a:lnTo>
                  <a:lnTo>
                    <a:pt x="551823" y="1216176"/>
                  </a:lnTo>
                  <a:lnTo>
                    <a:pt x="552519" y="1214301"/>
                  </a:lnTo>
                  <a:lnTo>
                    <a:pt x="553215" y="1213692"/>
                  </a:lnTo>
                  <a:lnTo>
                    <a:pt x="553911" y="1214235"/>
                  </a:lnTo>
                  <a:lnTo>
                    <a:pt x="554607" y="1214236"/>
                  </a:lnTo>
                  <a:lnTo>
                    <a:pt x="555304" y="1214236"/>
                  </a:lnTo>
                  <a:lnTo>
                    <a:pt x="556000" y="1214236"/>
                  </a:lnTo>
                  <a:lnTo>
                    <a:pt x="556696" y="1214236"/>
                  </a:lnTo>
                  <a:lnTo>
                    <a:pt x="557392" y="1214236"/>
                  </a:lnTo>
                  <a:lnTo>
                    <a:pt x="558088" y="1214539"/>
                  </a:lnTo>
                  <a:lnTo>
                    <a:pt x="558785" y="1214539"/>
                  </a:lnTo>
                  <a:lnTo>
                    <a:pt x="559481" y="1215135"/>
                  </a:lnTo>
                  <a:lnTo>
                    <a:pt x="560177" y="1215731"/>
                  </a:lnTo>
                  <a:lnTo>
                    <a:pt x="560873" y="1216479"/>
                  </a:lnTo>
                  <a:lnTo>
                    <a:pt x="561569" y="1217228"/>
                  </a:lnTo>
                  <a:lnTo>
                    <a:pt x="562265" y="1217976"/>
                  </a:lnTo>
                  <a:lnTo>
                    <a:pt x="562962" y="1218431"/>
                  </a:lnTo>
                  <a:lnTo>
                    <a:pt x="563658" y="1218431"/>
                  </a:lnTo>
                  <a:lnTo>
                    <a:pt x="564354" y="1219179"/>
                  </a:lnTo>
                  <a:lnTo>
                    <a:pt x="565050" y="1220231"/>
                  </a:lnTo>
                  <a:lnTo>
                    <a:pt x="565746" y="1221283"/>
                  </a:lnTo>
                  <a:lnTo>
                    <a:pt x="566442" y="1222334"/>
                  </a:lnTo>
                  <a:lnTo>
                    <a:pt x="567139" y="1223386"/>
                  </a:lnTo>
                  <a:lnTo>
                    <a:pt x="567835" y="1224437"/>
                  </a:lnTo>
                  <a:lnTo>
                    <a:pt x="568531" y="1225033"/>
                  </a:lnTo>
                  <a:lnTo>
                    <a:pt x="569227" y="1225885"/>
                  </a:lnTo>
                  <a:lnTo>
                    <a:pt x="569923" y="1226141"/>
                  </a:lnTo>
                  <a:lnTo>
                    <a:pt x="570620" y="1226701"/>
                  </a:lnTo>
                  <a:lnTo>
                    <a:pt x="571316" y="1227244"/>
                  </a:lnTo>
                  <a:lnTo>
                    <a:pt x="572012" y="1229821"/>
                  </a:lnTo>
                  <a:lnTo>
                    <a:pt x="572708" y="1233092"/>
                  </a:lnTo>
                  <a:lnTo>
                    <a:pt x="573404" y="1234399"/>
                  </a:lnTo>
                  <a:lnTo>
                    <a:pt x="574100" y="1236066"/>
                  </a:lnTo>
                  <a:lnTo>
                    <a:pt x="574797" y="1236814"/>
                  </a:lnTo>
                  <a:lnTo>
                    <a:pt x="575493" y="1237563"/>
                  </a:lnTo>
                  <a:lnTo>
                    <a:pt x="576189" y="1238926"/>
                  </a:lnTo>
                  <a:lnTo>
                    <a:pt x="576885" y="1240593"/>
                  </a:lnTo>
                  <a:lnTo>
                    <a:pt x="577581" y="1242259"/>
                  </a:lnTo>
                  <a:lnTo>
                    <a:pt x="578277" y="1244874"/>
                  </a:lnTo>
                  <a:lnTo>
                    <a:pt x="578974" y="1247523"/>
                  </a:lnTo>
                  <a:lnTo>
                    <a:pt x="579670" y="1248886"/>
                  </a:lnTo>
                  <a:lnTo>
                    <a:pt x="580366" y="1250249"/>
                  </a:lnTo>
                  <a:lnTo>
                    <a:pt x="581062" y="1251612"/>
                  </a:lnTo>
                  <a:lnTo>
                    <a:pt x="581758" y="1252976"/>
                  </a:lnTo>
                  <a:lnTo>
                    <a:pt x="582454" y="1252488"/>
                  </a:lnTo>
                  <a:lnTo>
                    <a:pt x="583151" y="1251112"/>
                  </a:lnTo>
                  <a:lnTo>
                    <a:pt x="583847" y="1251416"/>
                  </a:lnTo>
                  <a:lnTo>
                    <a:pt x="584543" y="1251672"/>
                  </a:lnTo>
                  <a:lnTo>
                    <a:pt x="585239" y="1251959"/>
                  </a:lnTo>
                  <a:lnTo>
                    <a:pt x="585935" y="1252247"/>
                  </a:lnTo>
                  <a:lnTo>
                    <a:pt x="586632" y="1252247"/>
                  </a:lnTo>
                  <a:lnTo>
                    <a:pt x="587328" y="1252247"/>
                  </a:lnTo>
                  <a:lnTo>
                    <a:pt x="588024" y="1252247"/>
                  </a:lnTo>
                  <a:lnTo>
                    <a:pt x="588720" y="1250693"/>
                  </a:lnTo>
                  <a:lnTo>
                    <a:pt x="589416" y="1249220"/>
                  </a:lnTo>
                  <a:lnTo>
                    <a:pt x="590112" y="1249220"/>
                  </a:lnTo>
                  <a:lnTo>
                    <a:pt x="590809" y="1249220"/>
                  </a:lnTo>
                  <a:lnTo>
                    <a:pt x="591505" y="1248964"/>
                  </a:lnTo>
                  <a:lnTo>
                    <a:pt x="592201" y="1248708"/>
                  </a:lnTo>
                  <a:lnTo>
                    <a:pt x="592897" y="1248452"/>
                  </a:lnTo>
                  <a:lnTo>
                    <a:pt x="593593" y="1247892"/>
                  </a:lnTo>
                  <a:lnTo>
                    <a:pt x="594289" y="1247349"/>
                  </a:lnTo>
                  <a:lnTo>
                    <a:pt x="594986" y="1246209"/>
                  </a:lnTo>
                  <a:lnTo>
                    <a:pt x="595682" y="1245069"/>
                  </a:lnTo>
                  <a:lnTo>
                    <a:pt x="596378" y="1243762"/>
                  </a:lnTo>
                  <a:lnTo>
                    <a:pt x="597074" y="1242454"/>
                  </a:lnTo>
                  <a:lnTo>
                    <a:pt x="597770" y="1241146"/>
                  </a:lnTo>
                  <a:lnTo>
                    <a:pt x="598467" y="1239839"/>
                  </a:lnTo>
                  <a:lnTo>
                    <a:pt x="599163" y="1238987"/>
                  </a:lnTo>
                  <a:lnTo>
                    <a:pt x="599859" y="1237391"/>
                  </a:lnTo>
                  <a:lnTo>
                    <a:pt x="600555" y="1235796"/>
                  </a:lnTo>
                  <a:lnTo>
                    <a:pt x="601251" y="1234201"/>
                  </a:lnTo>
                  <a:lnTo>
                    <a:pt x="601947" y="1232605"/>
                  </a:lnTo>
                  <a:lnTo>
                    <a:pt x="602644" y="1231010"/>
                  </a:lnTo>
                  <a:lnTo>
                    <a:pt x="603340" y="1229414"/>
                  </a:lnTo>
                  <a:lnTo>
                    <a:pt x="604036" y="1228274"/>
                  </a:lnTo>
                  <a:lnTo>
                    <a:pt x="604732" y="1227135"/>
                  </a:lnTo>
                  <a:lnTo>
                    <a:pt x="605428" y="1226591"/>
                  </a:lnTo>
                  <a:lnTo>
                    <a:pt x="606124" y="1225744"/>
                  </a:lnTo>
                  <a:lnTo>
                    <a:pt x="606821" y="1225018"/>
                  </a:lnTo>
                  <a:lnTo>
                    <a:pt x="607517" y="1223241"/>
                  </a:lnTo>
                  <a:lnTo>
                    <a:pt x="608213" y="1221275"/>
                  </a:lnTo>
                  <a:lnTo>
                    <a:pt x="608909" y="1221527"/>
                  </a:lnTo>
                  <a:lnTo>
                    <a:pt x="609605" y="1221163"/>
                  </a:lnTo>
                  <a:lnTo>
                    <a:pt x="610302" y="1221731"/>
                  </a:lnTo>
                  <a:lnTo>
                    <a:pt x="610998" y="1222299"/>
                  </a:lnTo>
                  <a:lnTo>
                    <a:pt x="611694" y="1222251"/>
                  </a:lnTo>
                  <a:lnTo>
                    <a:pt x="612390" y="1222204"/>
                  </a:lnTo>
                  <a:lnTo>
                    <a:pt x="613086" y="1222157"/>
                  </a:lnTo>
                  <a:lnTo>
                    <a:pt x="613782" y="1222110"/>
                  </a:lnTo>
                  <a:lnTo>
                    <a:pt x="614479" y="1223293"/>
                  </a:lnTo>
                  <a:lnTo>
                    <a:pt x="615175" y="1225458"/>
                  </a:lnTo>
                  <a:lnTo>
                    <a:pt x="615871" y="1227911"/>
                  </a:lnTo>
                  <a:lnTo>
                    <a:pt x="616567" y="1230365"/>
                  </a:lnTo>
                  <a:lnTo>
                    <a:pt x="617263" y="1232818"/>
                  </a:lnTo>
                  <a:lnTo>
                    <a:pt x="617959" y="1236342"/>
                  </a:lnTo>
                  <a:lnTo>
                    <a:pt x="618656" y="1240063"/>
                  </a:lnTo>
                  <a:lnTo>
                    <a:pt x="619352" y="1241848"/>
                  </a:lnTo>
                  <a:lnTo>
                    <a:pt x="620048" y="1243937"/>
                  </a:lnTo>
                  <a:lnTo>
                    <a:pt x="620744" y="1245994"/>
                  </a:lnTo>
                  <a:lnTo>
                    <a:pt x="621440" y="1248051"/>
                  </a:lnTo>
                  <a:lnTo>
                    <a:pt x="622136" y="1250396"/>
                  </a:lnTo>
                  <a:lnTo>
                    <a:pt x="622833" y="1252453"/>
                  </a:lnTo>
                  <a:lnTo>
                    <a:pt x="623529" y="1254798"/>
                  </a:lnTo>
                  <a:lnTo>
                    <a:pt x="624225" y="1257431"/>
                  </a:lnTo>
                  <a:lnTo>
                    <a:pt x="624921" y="1258360"/>
                  </a:lnTo>
                  <a:lnTo>
                    <a:pt x="625617" y="1258072"/>
                  </a:lnTo>
                  <a:lnTo>
                    <a:pt x="626314" y="1257603"/>
                  </a:lnTo>
                  <a:lnTo>
                    <a:pt x="627010" y="1257134"/>
                  </a:lnTo>
                  <a:lnTo>
                    <a:pt x="627706" y="1256665"/>
                  </a:lnTo>
                  <a:lnTo>
                    <a:pt x="628402" y="1256195"/>
                  </a:lnTo>
                  <a:lnTo>
                    <a:pt x="629098" y="1255726"/>
                  </a:lnTo>
                  <a:lnTo>
                    <a:pt x="629794" y="1255544"/>
                  </a:lnTo>
                  <a:lnTo>
                    <a:pt x="630491" y="1255363"/>
                  </a:lnTo>
                  <a:lnTo>
                    <a:pt x="631187" y="1255181"/>
                  </a:lnTo>
                  <a:lnTo>
                    <a:pt x="631883" y="1254712"/>
                  </a:lnTo>
                  <a:lnTo>
                    <a:pt x="632579" y="1254243"/>
                  </a:lnTo>
                  <a:lnTo>
                    <a:pt x="633275" y="1253774"/>
                  </a:lnTo>
                  <a:lnTo>
                    <a:pt x="633971" y="1252989"/>
                  </a:lnTo>
                  <a:lnTo>
                    <a:pt x="634668" y="1252203"/>
                  </a:lnTo>
                  <a:lnTo>
                    <a:pt x="635364" y="1251706"/>
                  </a:lnTo>
                  <a:lnTo>
                    <a:pt x="636060" y="1251209"/>
                  </a:lnTo>
                  <a:lnTo>
                    <a:pt x="636756" y="1250711"/>
                  </a:lnTo>
                  <a:lnTo>
                    <a:pt x="637452" y="1250214"/>
                  </a:lnTo>
                  <a:lnTo>
                    <a:pt x="638149" y="1249717"/>
                  </a:lnTo>
                  <a:lnTo>
                    <a:pt x="638845" y="1249219"/>
                  </a:lnTo>
                  <a:lnTo>
                    <a:pt x="639541" y="1248722"/>
                  </a:lnTo>
                  <a:lnTo>
                    <a:pt x="640237" y="1248225"/>
                  </a:lnTo>
                  <a:lnTo>
                    <a:pt x="640933" y="1247728"/>
                  </a:lnTo>
                  <a:lnTo>
                    <a:pt x="641629" y="1247230"/>
                  </a:lnTo>
                  <a:lnTo>
                    <a:pt x="642326" y="1246914"/>
                  </a:lnTo>
                  <a:lnTo>
                    <a:pt x="643022" y="1246599"/>
                  </a:lnTo>
                  <a:lnTo>
                    <a:pt x="643718" y="1246599"/>
                  </a:lnTo>
                  <a:lnTo>
                    <a:pt x="644414" y="1246599"/>
                  </a:lnTo>
                  <a:lnTo>
                    <a:pt x="645110" y="1246599"/>
                  </a:lnTo>
                  <a:lnTo>
                    <a:pt x="645806" y="1246283"/>
                  </a:lnTo>
                  <a:lnTo>
                    <a:pt x="646503" y="1245968"/>
                  </a:lnTo>
                  <a:lnTo>
                    <a:pt x="647199" y="1245652"/>
                  </a:lnTo>
                  <a:lnTo>
                    <a:pt x="647895" y="1245336"/>
                  </a:lnTo>
                  <a:lnTo>
                    <a:pt x="648591" y="1245020"/>
                  </a:lnTo>
                  <a:lnTo>
                    <a:pt x="649287" y="1244704"/>
                  </a:lnTo>
                  <a:lnTo>
                    <a:pt x="649983" y="1244207"/>
                  </a:lnTo>
                  <a:lnTo>
                    <a:pt x="650680" y="1243709"/>
                  </a:lnTo>
                  <a:lnTo>
                    <a:pt x="651376" y="1242924"/>
                  </a:lnTo>
                  <a:lnTo>
                    <a:pt x="652072" y="1242139"/>
                  </a:lnTo>
                  <a:lnTo>
                    <a:pt x="652768" y="1241354"/>
                  </a:lnTo>
                  <a:lnTo>
                    <a:pt x="653464" y="1240569"/>
                  </a:lnTo>
                  <a:lnTo>
                    <a:pt x="654161" y="1239784"/>
                  </a:lnTo>
                  <a:lnTo>
                    <a:pt x="654857" y="1238999"/>
                  </a:lnTo>
                  <a:lnTo>
                    <a:pt x="655553" y="1238214"/>
                  </a:lnTo>
                  <a:lnTo>
                    <a:pt x="656249" y="1237717"/>
                  </a:lnTo>
                  <a:lnTo>
                    <a:pt x="656945" y="1237219"/>
                  </a:lnTo>
                  <a:lnTo>
                    <a:pt x="657641" y="1236722"/>
                  </a:lnTo>
                  <a:lnTo>
                    <a:pt x="658338" y="1236224"/>
                  </a:lnTo>
                  <a:lnTo>
                    <a:pt x="659034" y="1235439"/>
                  </a:lnTo>
                  <a:lnTo>
                    <a:pt x="659730" y="1234654"/>
                  </a:lnTo>
                  <a:lnTo>
                    <a:pt x="660426" y="1234157"/>
                  </a:lnTo>
                  <a:lnTo>
                    <a:pt x="661122" y="1233659"/>
                  </a:lnTo>
                  <a:lnTo>
                    <a:pt x="661818" y="1233343"/>
                  </a:lnTo>
                  <a:lnTo>
                    <a:pt x="662515" y="1233028"/>
                  </a:lnTo>
                  <a:lnTo>
                    <a:pt x="663211" y="1232712"/>
                  </a:lnTo>
                  <a:lnTo>
                    <a:pt x="663907" y="1232711"/>
                  </a:lnTo>
                  <a:lnTo>
                    <a:pt x="664603" y="1232893"/>
                  </a:lnTo>
                  <a:lnTo>
                    <a:pt x="665299" y="1233362"/>
                  </a:lnTo>
                  <a:lnTo>
                    <a:pt x="665996" y="1233831"/>
                  </a:lnTo>
                  <a:lnTo>
                    <a:pt x="666692" y="1234860"/>
                  </a:lnTo>
                  <a:lnTo>
                    <a:pt x="667388" y="1235889"/>
                  </a:lnTo>
                  <a:lnTo>
                    <a:pt x="668084" y="1237666"/>
                  </a:lnTo>
                  <a:lnTo>
                    <a:pt x="668780" y="1239442"/>
                  </a:lnTo>
                  <a:lnTo>
                    <a:pt x="669476" y="1241535"/>
                  </a:lnTo>
                  <a:lnTo>
                    <a:pt x="670173" y="1243628"/>
                  </a:lnTo>
                  <a:lnTo>
                    <a:pt x="670869" y="1245720"/>
                  </a:lnTo>
                  <a:lnTo>
                    <a:pt x="671565" y="1247813"/>
                  </a:lnTo>
                  <a:lnTo>
                    <a:pt x="672261" y="1249906"/>
                  </a:lnTo>
                  <a:lnTo>
                    <a:pt x="672957" y="1251998"/>
                  </a:lnTo>
                  <a:lnTo>
                    <a:pt x="673653" y="1254091"/>
                  </a:lnTo>
                  <a:lnTo>
                    <a:pt x="674350" y="1256184"/>
                  </a:lnTo>
                  <a:lnTo>
                    <a:pt x="675046" y="1257821"/>
                  </a:lnTo>
                  <a:lnTo>
                    <a:pt x="675742" y="1259165"/>
                  </a:lnTo>
                  <a:lnTo>
                    <a:pt x="676438" y="1260510"/>
                  </a:lnTo>
                  <a:lnTo>
                    <a:pt x="677134" y="1261295"/>
                  </a:lnTo>
                  <a:lnTo>
                    <a:pt x="677831" y="1262080"/>
                  </a:lnTo>
                  <a:lnTo>
                    <a:pt x="678527" y="1262396"/>
                  </a:lnTo>
                  <a:lnTo>
                    <a:pt x="679223" y="1262712"/>
                  </a:lnTo>
                  <a:lnTo>
                    <a:pt x="679919" y="1262712"/>
                  </a:lnTo>
                  <a:lnTo>
                    <a:pt x="680615" y="1262712"/>
                  </a:lnTo>
                  <a:lnTo>
                    <a:pt x="681311" y="1262712"/>
                  </a:lnTo>
                  <a:lnTo>
                    <a:pt x="682008" y="1262712"/>
                  </a:lnTo>
                  <a:lnTo>
                    <a:pt x="682704" y="1262712"/>
                  </a:lnTo>
                  <a:lnTo>
                    <a:pt x="683400" y="1262712"/>
                  </a:lnTo>
                  <a:lnTo>
                    <a:pt x="684096" y="1262712"/>
                  </a:lnTo>
                  <a:lnTo>
                    <a:pt x="684792" y="1262712"/>
                  </a:lnTo>
                  <a:lnTo>
                    <a:pt x="685488" y="1262712"/>
                  </a:lnTo>
                  <a:lnTo>
                    <a:pt x="686185" y="1262712"/>
                  </a:lnTo>
                  <a:lnTo>
                    <a:pt x="686881" y="1263028"/>
                  </a:lnTo>
                  <a:lnTo>
                    <a:pt x="687577" y="1263344"/>
                  </a:lnTo>
                  <a:lnTo>
                    <a:pt x="688273" y="1263660"/>
                  </a:lnTo>
                  <a:lnTo>
                    <a:pt x="688969" y="1263975"/>
                  </a:lnTo>
                  <a:lnTo>
                    <a:pt x="689665" y="1264291"/>
                  </a:lnTo>
                  <a:lnTo>
                    <a:pt x="690362" y="1264789"/>
                  </a:lnTo>
                  <a:lnTo>
                    <a:pt x="691058" y="1265574"/>
                  </a:lnTo>
                  <a:lnTo>
                    <a:pt x="691754" y="1266359"/>
                  </a:lnTo>
                  <a:lnTo>
                    <a:pt x="692450" y="1267704"/>
                  </a:lnTo>
                  <a:lnTo>
                    <a:pt x="693146" y="1269049"/>
                  </a:lnTo>
                  <a:lnTo>
                    <a:pt x="693843" y="1270393"/>
                  </a:lnTo>
                  <a:lnTo>
                    <a:pt x="694539" y="1271738"/>
                  </a:lnTo>
                  <a:lnTo>
                    <a:pt x="695235" y="1273082"/>
                  </a:lnTo>
                  <a:lnTo>
                    <a:pt x="695931" y="1274427"/>
                  </a:lnTo>
                  <a:lnTo>
                    <a:pt x="696627" y="1275772"/>
                  </a:lnTo>
                  <a:lnTo>
                    <a:pt x="697323" y="1277409"/>
                  </a:lnTo>
                  <a:lnTo>
                    <a:pt x="698020" y="1279046"/>
                  </a:lnTo>
                  <a:lnTo>
                    <a:pt x="698716" y="1280683"/>
                  </a:lnTo>
                  <a:lnTo>
                    <a:pt x="699412" y="1282004"/>
                  </a:lnTo>
                  <a:lnTo>
                    <a:pt x="700108" y="1283143"/>
                  </a:lnTo>
                  <a:lnTo>
                    <a:pt x="700804" y="1283703"/>
                  </a:lnTo>
                  <a:lnTo>
                    <a:pt x="701500" y="1283959"/>
                  </a:lnTo>
                  <a:lnTo>
                    <a:pt x="702197" y="1284251"/>
                  </a:lnTo>
                  <a:lnTo>
                    <a:pt x="702893" y="1283947"/>
                  </a:lnTo>
                  <a:lnTo>
                    <a:pt x="703589" y="1282896"/>
                  </a:lnTo>
                  <a:lnTo>
                    <a:pt x="704285" y="1281844"/>
                  </a:lnTo>
                  <a:lnTo>
                    <a:pt x="704981" y="1280792"/>
                  </a:lnTo>
                  <a:lnTo>
                    <a:pt x="705678" y="1279741"/>
                  </a:lnTo>
                  <a:lnTo>
                    <a:pt x="706374" y="1278689"/>
                  </a:lnTo>
                  <a:lnTo>
                    <a:pt x="707070" y="1277638"/>
                  </a:lnTo>
                  <a:lnTo>
                    <a:pt x="707766" y="1276042"/>
                  </a:lnTo>
                  <a:lnTo>
                    <a:pt x="708462" y="1274446"/>
                  </a:lnTo>
                  <a:lnTo>
                    <a:pt x="709158" y="1273139"/>
                  </a:lnTo>
                  <a:lnTo>
                    <a:pt x="709855" y="1271831"/>
                  </a:lnTo>
                  <a:lnTo>
                    <a:pt x="710551" y="1270979"/>
                  </a:lnTo>
                  <a:lnTo>
                    <a:pt x="711247" y="1270419"/>
                  </a:lnTo>
                  <a:lnTo>
                    <a:pt x="711943" y="1269860"/>
                  </a:lnTo>
                  <a:lnTo>
                    <a:pt x="712639" y="1269391"/>
                  </a:lnTo>
                  <a:lnTo>
                    <a:pt x="713335" y="1268921"/>
                  </a:lnTo>
                  <a:lnTo>
                    <a:pt x="714032" y="1268921"/>
                  </a:lnTo>
                  <a:lnTo>
                    <a:pt x="714728" y="1268922"/>
                  </a:lnTo>
                  <a:lnTo>
                    <a:pt x="715424" y="1269237"/>
                  </a:lnTo>
                  <a:lnTo>
                    <a:pt x="716120" y="1269553"/>
                  </a:lnTo>
                  <a:lnTo>
                    <a:pt x="716816" y="1270339"/>
                  </a:lnTo>
                  <a:lnTo>
                    <a:pt x="717512" y="1271380"/>
                  </a:lnTo>
                  <a:lnTo>
                    <a:pt x="718209" y="1271390"/>
                  </a:lnTo>
                  <a:lnTo>
                    <a:pt x="718905" y="1270683"/>
                  </a:lnTo>
                  <a:lnTo>
                    <a:pt x="719601" y="1269975"/>
                  </a:lnTo>
                  <a:lnTo>
                    <a:pt x="720297" y="1269267"/>
                  </a:lnTo>
                  <a:lnTo>
                    <a:pt x="720993" y="1268560"/>
                  </a:lnTo>
                  <a:lnTo>
                    <a:pt x="721690" y="1267852"/>
                  </a:lnTo>
                  <a:lnTo>
                    <a:pt x="722386" y="1266829"/>
                  </a:lnTo>
                  <a:lnTo>
                    <a:pt x="723082" y="1265805"/>
                  </a:lnTo>
                  <a:lnTo>
                    <a:pt x="723778" y="1263689"/>
                  </a:lnTo>
                  <a:lnTo>
                    <a:pt x="724474" y="1261090"/>
                  </a:lnTo>
                  <a:lnTo>
                    <a:pt x="725170" y="1258491"/>
                  </a:lnTo>
                  <a:lnTo>
                    <a:pt x="725867" y="1255711"/>
                  </a:lnTo>
                  <a:lnTo>
                    <a:pt x="726563" y="1252642"/>
                  </a:lnTo>
                  <a:lnTo>
                    <a:pt x="727259" y="1249119"/>
                  </a:lnTo>
                  <a:lnTo>
                    <a:pt x="727955" y="1244743"/>
                  </a:lnTo>
                  <a:lnTo>
                    <a:pt x="728651" y="1241450"/>
                  </a:lnTo>
                  <a:lnTo>
                    <a:pt x="729347" y="1238802"/>
                  </a:lnTo>
                  <a:lnTo>
                    <a:pt x="730044" y="1235898"/>
                  </a:lnTo>
                  <a:lnTo>
                    <a:pt x="730740" y="1232993"/>
                  </a:lnTo>
                  <a:lnTo>
                    <a:pt x="731436" y="1230089"/>
                  </a:lnTo>
                  <a:lnTo>
                    <a:pt x="732132" y="1227185"/>
                  </a:lnTo>
                  <a:lnTo>
                    <a:pt x="732828" y="1223988"/>
                  </a:lnTo>
                  <a:lnTo>
                    <a:pt x="733525" y="1221047"/>
                  </a:lnTo>
                  <a:lnTo>
                    <a:pt x="734221" y="1218343"/>
                  </a:lnTo>
                  <a:lnTo>
                    <a:pt x="734917" y="1215402"/>
                  </a:lnTo>
                  <a:lnTo>
                    <a:pt x="735613" y="1212765"/>
                  </a:lnTo>
                  <a:lnTo>
                    <a:pt x="736309" y="1210420"/>
                  </a:lnTo>
                  <a:lnTo>
                    <a:pt x="737005" y="1208672"/>
                  </a:lnTo>
                  <a:lnTo>
                    <a:pt x="737702" y="1206247"/>
                  </a:lnTo>
                  <a:lnTo>
                    <a:pt x="738398" y="1203538"/>
                  </a:lnTo>
                  <a:lnTo>
                    <a:pt x="739094" y="1200829"/>
                  </a:lnTo>
                  <a:lnTo>
                    <a:pt x="739790" y="1198696"/>
                  </a:lnTo>
                  <a:lnTo>
                    <a:pt x="740486" y="1197989"/>
                  </a:lnTo>
                  <a:lnTo>
                    <a:pt x="741182" y="1196479"/>
                  </a:lnTo>
                  <a:lnTo>
                    <a:pt x="741879" y="1195731"/>
                  </a:lnTo>
                  <a:lnTo>
                    <a:pt x="742575" y="1193816"/>
                  </a:lnTo>
                  <a:lnTo>
                    <a:pt x="743271" y="1192754"/>
                  </a:lnTo>
                  <a:lnTo>
                    <a:pt x="743967" y="1192550"/>
                  </a:lnTo>
                  <a:lnTo>
                    <a:pt x="744663" y="1191875"/>
                  </a:lnTo>
                  <a:lnTo>
                    <a:pt x="745360" y="1189706"/>
                  </a:lnTo>
                  <a:lnTo>
                    <a:pt x="746056" y="1188693"/>
                  </a:lnTo>
                  <a:lnTo>
                    <a:pt x="746752" y="1187679"/>
                  </a:lnTo>
                  <a:lnTo>
                    <a:pt x="747448" y="1186665"/>
                  </a:lnTo>
                  <a:lnTo>
                    <a:pt x="748144" y="1185799"/>
                  </a:lnTo>
                  <a:lnTo>
                    <a:pt x="748840" y="1185063"/>
                  </a:lnTo>
                  <a:lnTo>
                    <a:pt x="749537" y="1184091"/>
                  </a:lnTo>
                  <a:lnTo>
                    <a:pt x="750233" y="1182386"/>
                  </a:lnTo>
                  <a:lnTo>
                    <a:pt x="750929" y="1180067"/>
                  </a:lnTo>
                  <a:lnTo>
                    <a:pt x="751625" y="1178272"/>
                  </a:lnTo>
                  <a:lnTo>
                    <a:pt x="752321" y="1175657"/>
                  </a:lnTo>
                  <a:lnTo>
                    <a:pt x="753017" y="1174859"/>
                  </a:lnTo>
                  <a:lnTo>
                    <a:pt x="753714" y="1175857"/>
                  </a:lnTo>
                  <a:lnTo>
                    <a:pt x="754410" y="1179523"/>
                  </a:lnTo>
                  <a:lnTo>
                    <a:pt x="755106" y="1183923"/>
                  </a:lnTo>
                  <a:lnTo>
                    <a:pt x="755802" y="1188860"/>
                  </a:lnTo>
                  <a:lnTo>
                    <a:pt x="756498" y="1193120"/>
                  </a:lnTo>
                  <a:lnTo>
                    <a:pt x="757194" y="1197335"/>
                  </a:lnTo>
                  <a:lnTo>
                    <a:pt x="757891" y="1202111"/>
                  </a:lnTo>
                  <a:lnTo>
                    <a:pt x="758587" y="1206325"/>
                  </a:lnTo>
                  <a:lnTo>
                    <a:pt x="759283" y="1211087"/>
                  </a:lnTo>
                  <a:lnTo>
                    <a:pt x="759979" y="1216332"/>
                  </a:lnTo>
                  <a:lnTo>
                    <a:pt x="760675" y="1222120"/>
                  </a:lnTo>
                  <a:lnTo>
                    <a:pt x="761372" y="1228401"/>
                  </a:lnTo>
                  <a:lnTo>
                    <a:pt x="762068" y="1234897"/>
                  </a:lnTo>
                  <a:lnTo>
                    <a:pt x="762764" y="1242590"/>
                  </a:lnTo>
                  <a:lnTo>
                    <a:pt x="763460" y="1251357"/>
                  </a:lnTo>
                  <a:lnTo>
                    <a:pt x="764156" y="1259293"/>
                  </a:lnTo>
                  <a:lnTo>
                    <a:pt x="764852" y="1267025"/>
                  </a:lnTo>
                  <a:lnTo>
                    <a:pt x="765549" y="1275082"/>
                  </a:lnTo>
                  <a:lnTo>
                    <a:pt x="766245" y="1284006"/>
                  </a:lnTo>
                  <a:lnTo>
                    <a:pt x="766941" y="1292628"/>
                  </a:lnTo>
                  <a:lnTo>
                    <a:pt x="767637" y="1301419"/>
                  </a:lnTo>
                  <a:lnTo>
                    <a:pt x="768333" y="1308596"/>
                  </a:lnTo>
                  <a:lnTo>
                    <a:pt x="769029" y="1314563"/>
                  </a:lnTo>
                  <a:lnTo>
                    <a:pt x="769726" y="1324147"/>
                  </a:lnTo>
                  <a:lnTo>
                    <a:pt x="770422" y="1330388"/>
                  </a:lnTo>
                  <a:lnTo>
                    <a:pt x="770765" y="1333315"/>
                  </a:lnTo>
                  <a:lnTo>
                    <a:pt x="790682" y="1333315"/>
                  </a:lnTo>
                  <a:lnTo>
                    <a:pt x="791307" y="1329884"/>
                  </a:lnTo>
                  <a:lnTo>
                    <a:pt x="792003" y="1326828"/>
                  </a:lnTo>
                  <a:lnTo>
                    <a:pt x="792699" y="1323818"/>
                  </a:lnTo>
                  <a:lnTo>
                    <a:pt x="793396" y="1320247"/>
                  </a:lnTo>
                  <a:lnTo>
                    <a:pt x="794092" y="1317057"/>
                  </a:lnTo>
                  <a:lnTo>
                    <a:pt x="794788" y="1314411"/>
                  </a:lnTo>
                  <a:lnTo>
                    <a:pt x="795484" y="1311765"/>
                  </a:lnTo>
                  <a:lnTo>
                    <a:pt x="796180" y="1308576"/>
                  </a:lnTo>
                  <a:lnTo>
                    <a:pt x="796876" y="1304894"/>
                  </a:lnTo>
                  <a:lnTo>
                    <a:pt x="797573" y="1300997"/>
                  </a:lnTo>
                  <a:lnTo>
                    <a:pt x="798269" y="1296358"/>
                  </a:lnTo>
                  <a:lnTo>
                    <a:pt x="798965" y="1291120"/>
                  </a:lnTo>
                  <a:lnTo>
                    <a:pt x="799661" y="1285630"/>
                  </a:lnTo>
                  <a:lnTo>
                    <a:pt x="800357" y="1279698"/>
                  </a:lnTo>
                  <a:lnTo>
                    <a:pt x="801054" y="1273698"/>
                  </a:lnTo>
                  <a:lnTo>
                    <a:pt x="801750" y="1266831"/>
                  </a:lnTo>
                  <a:lnTo>
                    <a:pt x="802446" y="1260266"/>
                  </a:lnTo>
                  <a:lnTo>
                    <a:pt x="803142" y="1253532"/>
                  </a:lnTo>
                  <a:lnTo>
                    <a:pt x="803838" y="1248230"/>
                  </a:lnTo>
                  <a:lnTo>
                    <a:pt x="804534" y="1243883"/>
                  </a:lnTo>
                  <a:lnTo>
                    <a:pt x="805231" y="1235682"/>
                  </a:lnTo>
                  <a:lnTo>
                    <a:pt x="805927" y="1231060"/>
                  </a:lnTo>
                  <a:lnTo>
                    <a:pt x="806623" y="1226620"/>
                  </a:lnTo>
                  <a:lnTo>
                    <a:pt x="807319" y="1221681"/>
                  </a:lnTo>
                  <a:lnTo>
                    <a:pt x="808015" y="1214897"/>
                  </a:lnTo>
                  <a:lnTo>
                    <a:pt x="808711" y="1208112"/>
                  </a:lnTo>
                  <a:lnTo>
                    <a:pt x="809408" y="1201146"/>
                  </a:lnTo>
                  <a:lnTo>
                    <a:pt x="810104" y="1195159"/>
                  </a:lnTo>
                  <a:lnTo>
                    <a:pt x="810800" y="1190765"/>
                  </a:lnTo>
                  <a:lnTo>
                    <a:pt x="811496" y="1187578"/>
                  </a:lnTo>
                  <a:lnTo>
                    <a:pt x="812192" y="1183638"/>
                  </a:lnTo>
                  <a:lnTo>
                    <a:pt x="812888" y="1180305"/>
                  </a:lnTo>
                  <a:lnTo>
                    <a:pt x="813585" y="1175077"/>
                  </a:lnTo>
                  <a:lnTo>
                    <a:pt x="814281" y="1170142"/>
                  </a:lnTo>
                  <a:lnTo>
                    <a:pt x="814977" y="1167588"/>
                  </a:lnTo>
                  <a:lnTo>
                    <a:pt x="815673" y="1165254"/>
                  </a:lnTo>
                  <a:lnTo>
                    <a:pt x="816369" y="1164662"/>
                  </a:lnTo>
                  <a:lnTo>
                    <a:pt x="817066" y="1164406"/>
                  </a:lnTo>
                  <a:lnTo>
                    <a:pt x="817762" y="1164536"/>
                  </a:lnTo>
                  <a:lnTo>
                    <a:pt x="818458" y="1166567"/>
                  </a:lnTo>
                  <a:lnTo>
                    <a:pt x="819154" y="1168295"/>
                  </a:lnTo>
                  <a:lnTo>
                    <a:pt x="819850" y="1170618"/>
                  </a:lnTo>
                  <a:lnTo>
                    <a:pt x="820546" y="1172942"/>
                  </a:lnTo>
                  <a:lnTo>
                    <a:pt x="821243" y="1175266"/>
                  </a:lnTo>
                  <a:lnTo>
                    <a:pt x="821939" y="1177589"/>
                  </a:lnTo>
                  <a:lnTo>
                    <a:pt x="822635" y="1179621"/>
                  </a:lnTo>
                  <a:lnTo>
                    <a:pt x="823331" y="1182092"/>
                  </a:lnTo>
                  <a:lnTo>
                    <a:pt x="824027" y="1186725"/>
                  </a:lnTo>
                  <a:lnTo>
                    <a:pt x="824723" y="1191356"/>
                  </a:lnTo>
                  <a:lnTo>
                    <a:pt x="825420" y="1194173"/>
                  </a:lnTo>
                  <a:lnTo>
                    <a:pt x="826116" y="1196773"/>
                  </a:lnTo>
                  <a:lnTo>
                    <a:pt x="826812" y="1197405"/>
                  </a:lnTo>
                  <a:lnTo>
                    <a:pt x="827508" y="1197949"/>
                  </a:lnTo>
                  <a:lnTo>
                    <a:pt x="828204" y="1198492"/>
                  </a:lnTo>
                  <a:lnTo>
                    <a:pt x="828901" y="1198780"/>
                  </a:lnTo>
                  <a:lnTo>
                    <a:pt x="829597" y="1199250"/>
                  </a:lnTo>
                  <a:lnTo>
                    <a:pt x="830293" y="1199250"/>
                  </a:lnTo>
                  <a:lnTo>
                    <a:pt x="830989" y="1199250"/>
                  </a:lnTo>
                  <a:lnTo>
                    <a:pt x="831685" y="1199250"/>
                  </a:lnTo>
                  <a:lnTo>
                    <a:pt x="832381" y="1199250"/>
                  </a:lnTo>
                  <a:lnTo>
                    <a:pt x="833078" y="1199250"/>
                  </a:lnTo>
                  <a:lnTo>
                    <a:pt x="833774" y="1199250"/>
                  </a:lnTo>
                  <a:lnTo>
                    <a:pt x="834470" y="1199250"/>
                  </a:lnTo>
                  <a:lnTo>
                    <a:pt x="835166" y="1199250"/>
                  </a:lnTo>
                  <a:lnTo>
                    <a:pt x="835862" y="1199249"/>
                  </a:lnTo>
                  <a:lnTo>
                    <a:pt x="836558" y="1199249"/>
                  </a:lnTo>
                  <a:lnTo>
                    <a:pt x="837255" y="1199537"/>
                  </a:lnTo>
                  <a:lnTo>
                    <a:pt x="837951" y="1199824"/>
                  </a:lnTo>
                  <a:lnTo>
                    <a:pt x="838647" y="1200112"/>
                  </a:lnTo>
                  <a:lnTo>
                    <a:pt x="839343" y="1200582"/>
                  </a:lnTo>
                  <a:lnTo>
                    <a:pt x="840039" y="1201051"/>
                  </a:lnTo>
                  <a:lnTo>
                    <a:pt x="840736" y="1201520"/>
                  </a:lnTo>
                  <a:lnTo>
                    <a:pt x="841432" y="1201989"/>
                  </a:lnTo>
                  <a:lnTo>
                    <a:pt x="842128" y="1202277"/>
                  </a:lnTo>
                  <a:lnTo>
                    <a:pt x="842824" y="1203063"/>
                  </a:lnTo>
                  <a:lnTo>
                    <a:pt x="843520" y="1205696"/>
                  </a:lnTo>
                  <a:lnTo>
                    <a:pt x="844216" y="1208584"/>
                  </a:lnTo>
                  <a:lnTo>
                    <a:pt x="844913" y="1211398"/>
                  </a:lnTo>
                  <a:lnTo>
                    <a:pt x="845609" y="1214468"/>
                  </a:lnTo>
                  <a:lnTo>
                    <a:pt x="846305" y="1217538"/>
                  </a:lnTo>
                  <a:lnTo>
                    <a:pt x="847001" y="1220608"/>
                  </a:lnTo>
                  <a:lnTo>
                    <a:pt x="847697" y="1223800"/>
                  </a:lnTo>
                  <a:lnTo>
                    <a:pt x="848393" y="1227133"/>
                  </a:lnTo>
                  <a:lnTo>
                    <a:pt x="849090" y="1232068"/>
                  </a:lnTo>
                  <a:lnTo>
                    <a:pt x="849786" y="1237003"/>
                  </a:lnTo>
                  <a:lnTo>
                    <a:pt x="850482" y="1241683"/>
                  </a:lnTo>
                  <a:lnTo>
                    <a:pt x="851178" y="1246363"/>
                  </a:lnTo>
                  <a:lnTo>
                    <a:pt x="851874" y="1251042"/>
                  </a:lnTo>
                  <a:lnTo>
                    <a:pt x="852570" y="1257340"/>
                  </a:lnTo>
                  <a:lnTo>
                    <a:pt x="853267" y="1263254"/>
                  </a:lnTo>
                  <a:lnTo>
                    <a:pt x="853963" y="1267266"/>
                  </a:lnTo>
                  <a:lnTo>
                    <a:pt x="854659" y="1268984"/>
                  </a:lnTo>
                  <a:lnTo>
                    <a:pt x="855355" y="1269439"/>
                  </a:lnTo>
                  <a:lnTo>
                    <a:pt x="856051" y="1269895"/>
                  </a:lnTo>
                  <a:lnTo>
                    <a:pt x="856748" y="1270351"/>
                  </a:lnTo>
                  <a:lnTo>
                    <a:pt x="857444" y="1270806"/>
                  </a:lnTo>
                  <a:lnTo>
                    <a:pt x="858140" y="1271099"/>
                  </a:lnTo>
                  <a:lnTo>
                    <a:pt x="858836" y="1271710"/>
                  </a:lnTo>
                  <a:lnTo>
                    <a:pt x="859532" y="1270417"/>
                  </a:lnTo>
                  <a:lnTo>
                    <a:pt x="860228" y="1267284"/>
                  </a:lnTo>
                  <a:lnTo>
                    <a:pt x="860925" y="1263960"/>
                  </a:lnTo>
                  <a:lnTo>
                    <a:pt x="861621" y="1260636"/>
                  </a:lnTo>
                  <a:lnTo>
                    <a:pt x="862317" y="1257311"/>
                  </a:lnTo>
                  <a:lnTo>
                    <a:pt x="863013" y="1252935"/>
                  </a:lnTo>
                  <a:lnTo>
                    <a:pt x="863709" y="1248560"/>
                  </a:lnTo>
                  <a:lnTo>
                    <a:pt x="864405" y="1244440"/>
                  </a:lnTo>
                  <a:lnTo>
                    <a:pt x="865102" y="1241712"/>
                  </a:lnTo>
                  <a:lnTo>
                    <a:pt x="865798" y="1240093"/>
                  </a:lnTo>
                  <a:lnTo>
                    <a:pt x="866494" y="1238473"/>
                  </a:lnTo>
                  <a:lnTo>
                    <a:pt x="867190" y="1236598"/>
                  </a:lnTo>
                  <a:lnTo>
                    <a:pt x="867886" y="1234978"/>
                  </a:lnTo>
                  <a:lnTo>
                    <a:pt x="868583" y="1233103"/>
                  </a:lnTo>
                  <a:lnTo>
                    <a:pt x="869279" y="1231227"/>
                  </a:lnTo>
                  <a:lnTo>
                    <a:pt x="869975" y="1228883"/>
                  </a:lnTo>
                  <a:lnTo>
                    <a:pt x="870671" y="1228631"/>
                  </a:lnTo>
                  <a:lnTo>
                    <a:pt x="871367" y="1228631"/>
                  </a:lnTo>
                  <a:lnTo>
                    <a:pt x="872063" y="1226286"/>
                  </a:lnTo>
                  <a:lnTo>
                    <a:pt x="872760" y="1223941"/>
                  </a:lnTo>
                  <a:lnTo>
                    <a:pt x="873456" y="1221596"/>
                  </a:lnTo>
                  <a:lnTo>
                    <a:pt x="874152" y="1218823"/>
                  </a:lnTo>
                  <a:lnTo>
                    <a:pt x="874848" y="1214447"/>
                  </a:lnTo>
                  <a:lnTo>
                    <a:pt x="875544" y="1210072"/>
                  </a:lnTo>
                  <a:lnTo>
                    <a:pt x="876240" y="1205696"/>
                  </a:lnTo>
                  <a:lnTo>
                    <a:pt x="876937" y="1201320"/>
                  </a:lnTo>
                  <a:lnTo>
                    <a:pt x="877633" y="1196944"/>
                  </a:lnTo>
                  <a:lnTo>
                    <a:pt x="878329" y="1192281"/>
                  </a:lnTo>
                  <a:lnTo>
                    <a:pt x="879025" y="1187617"/>
                  </a:lnTo>
                  <a:lnTo>
                    <a:pt x="879721" y="1182698"/>
                  </a:lnTo>
                  <a:lnTo>
                    <a:pt x="880417" y="1178034"/>
                  </a:lnTo>
                  <a:lnTo>
                    <a:pt x="881114" y="1173114"/>
                  </a:lnTo>
                  <a:lnTo>
                    <a:pt x="881810" y="1168195"/>
                  </a:lnTo>
                  <a:lnTo>
                    <a:pt x="882506" y="1165306"/>
                  </a:lnTo>
                  <a:lnTo>
                    <a:pt x="883202" y="1161933"/>
                  </a:lnTo>
                  <a:lnTo>
                    <a:pt x="883898" y="1158560"/>
                  </a:lnTo>
                  <a:lnTo>
                    <a:pt x="884595" y="1155627"/>
                  </a:lnTo>
                  <a:lnTo>
                    <a:pt x="885291" y="1154599"/>
                  </a:lnTo>
                  <a:lnTo>
                    <a:pt x="885987" y="1153570"/>
                  </a:lnTo>
                  <a:lnTo>
                    <a:pt x="886683" y="1152541"/>
                  </a:lnTo>
                  <a:lnTo>
                    <a:pt x="887379" y="1151512"/>
                  </a:lnTo>
                  <a:lnTo>
                    <a:pt x="888075" y="1149120"/>
                  </a:lnTo>
                  <a:lnTo>
                    <a:pt x="888772" y="1146910"/>
                  </a:lnTo>
                  <a:lnTo>
                    <a:pt x="889468" y="1144699"/>
                  </a:lnTo>
                  <a:lnTo>
                    <a:pt x="890164" y="1144600"/>
                  </a:lnTo>
                  <a:lnTo>
                    <a:pt x="890860" y="1145168"/>
                  </a:lnTo>
                  <a:lnTo>
                    <a:pt x="891556" y="1145736"/>
                  </a:lnTo>
                  <a:lnTo>
                    <a:pt x="892252" y="1146304"/>
                  </a:lnTo>
                  <a:lnTo>
                    <a:pt x="892949" y="1144856"/>
                  </a:lnTo>
                  <a:lnTo>
                    <a:pt x="893645" y="1143078"/>
                  </a:lnTo>
                  <a:lnTo>
                    <a:pt x="894341" y="1139452"/>
                  </a:lnTo>
                  <a:lnTo>
                    <a:pt x="895037" y="1135825"/>
                  </a:lnTo>
                  <a:lnTo>
                    <a:pt x="895733" y="1134039"/>
                  </a:lnTo>
                  <a:lnTo>
                    <a:pt x="896430" y="1132443"/>
                  </a:lnTo>
                  <a:lnTo>
                    <a:pt x="897126" y="1130848"/>
                  </a:lnTo>
                  <a:lnTo>
                    <a:pt x="897822" y="1129252"/>
                  </a:lnTo>
                  <a:lnTo>
                    <a:pt x="898518" y="1128709"/>
                  </a:lnTo>
                  <a:lnTo>
                    <a:pt x="899214" y="1127984"/>
                  </a:lnTo>
                  <a:lnTo>
                    <a:pt x="899910" y="1127259"/>
                  </a:lnTo>
                  <a:lnTo>
                    <a:pt x="900607" y="1125141"/>
                  </a:lnTo>
                  <a:lnTo>
                    <a:pt x="901303" y="1122384"/>
                  </a:lnTo>
                  <a:lnTo>
                    <a:pt x="901999" y="1119628"/>
                  </a:lnTo>
                  <a:lnTo>
                    <a:pt x="902695" y="1117128"/>
                  </a:lnTo>
                  <a:lnTo>
                    <a:pt x="903391" y="1116261"/>
                  </a:lnTo>
                  <a:lnTo>
                    <a:pt x="904087" y="1116458"/>
                  </a:lnTo>
                  <a:lnTo>
                    <a:pt x="904784" y="1118334"/>
                  </a:lnTo>
                  <a:lnTo>
                    <a:pt x="905480" y="1120679"/>
                  </a:lnTo>
                  <a:lnTo>
                    <a:pt x="906176" y="1120930"/>
                  </a:lnTo>
                  <a:lnTo>
                    <a:pt x="906872" y="1120930"/>
                  </a:lnTo>
                  <a:lnTo>
                    <a:pt x="907568" y="1123274"/>
                  </a:lnTo>
                  <a:lnTo>
                    <a:pt x="908265" y="1125619"/>
                  </a:lnTo>
                  <a:lnTo>
                    <a:pt x="908961" y="1127964"/>
                  </a:lnTo>
                  <a:lnTo>
                    <a:pt x="909657" y="1130737"/>
                  </a:lnTo>
                  <a:lnTo>
                    <a:pt x="910353" y="1135113"/>
                  </a:lnTo>
                  <a:lnTo>
                    <a:pt x="911049" y="1140048"/>
                  </a:lnTo>
                  <a:lnTo>
                    <a:pt x="911745" y="1144984"/>
                  </a:lnTo>
                  <a:lnTo>
                    <a:pt x="912442" y="1150212"/>
                  </a:lnTo>
                  <a:lnTo>
                    <a:pt x="913138" y="1155440"/>
                  </a:lnTo>
                  <a:lnTo>
                    <a:pt x="913834" y="1160955"/>
                  </a:lnTo>
                  <a:lnTo>
                    <a:pt x="914530" y="1166471"/>
                  </a:lnTo>
                  <a:lnTo>
                    <a:pt x="915226" y="1171986"/>
                  </a:lnTo>
                  <a:lnTo>
                    <a:pt x="915922" y="1177209"/>
                  </a:lnTo>
                  <a:lnTo>
                    <a:pt x="916619" y="1182432"/>
                  </a:lnTo>
                  <a:lnTo>
                    <a:pt x="917315" y="1187656"/>
                  </a:lnTo>
                  <a:lnTo>
                    <a:pt x="918011" y="1190848"/>
                  </a:lnTo>
                  <a:lnTo>
                    <a:pt x="918707" y="1193918"/>
                  </a:lnTo>
                  <a:lnTo>
                    <a:pt x="919403" y="1197291"/>
                  </a:lnTo>
                  <a:lnTo>
                    <a:pt x="920099" y="1200516"/>
                  </a:lnTo>
                  <a:lnTo>
                    <a:pt x="920796" y="1200737"/>
                  </a:lnTo>
                  <a:lnTo>
                    <a:pt x="921492" y="1199421"/>
                  </a:lnTo>
                  <a:lnTo>
                    <a:pt x="922188" y="1197553"/>
                  </a:lnTo>
                  <a:lnTo>
                    <a:pt x="922884" y="1194498"/>
                  </a:lnTo>
                  <a:lnTo>
                    <a:pt x="923580" y="1191443"/>
                  </a:lnTo>
                  <a:lnTo>
                    <a:pt x="924277" y="1187915"/>
                  </a:lnTo>
                  <a:lnTo>
                    <a:pt x="924973" y="1184386"/>
                  </a:lnTo>
                  <a:lnTo>
                    <a:pt x="925669" y="1181039"/>
                  </a:lnTo>
                  <a:lnTo>
                    <a:pt x="926365" y="1177692"/>
                  </a:lnTo>
                  <a:lnTo>
                    <a:pt x="927061" y="1174345"/>
                  </a:lnTo>
                  <a:lnTo>
                    <a:pt x="927757" y="1170998"/>
                  </a:lnTo>
                  <a:lnTo>
                    <a:pt x="928454" y="1169666"/>
                  </a:lnTo>
                  <a:lnTo>
                    <a:pt x="929150" y="1169121"/>
                  </a:lnTo>
                  <a:lnTo>
                    <a:pt x="929846" y="1167925"/>
                  </a:lnTo>
                  <a:lnTo>
                    <a:pt x="930542" y="1165075"/>
                  </a:lnTo>
                  <a:lnTo>
                    <a:pt x="931238" y="1162924"/>
                  </a:lnTo>
                  <a:lnTo>
                    <a:pt x="931934" y="1161421"/>
                  </a:lnTo>
                  <a:lnTo>
                    <a:pt x="932631" y="1160321"/>
                  </a:lnTo>
                  <a:lnTo>
                    <a:pt x="933327" y="1160321"/>
                  </a:lnTo>
                  <a:lnTo>
                    <a:pt x="934023" y="1160321"/>
                  </a:lnTo>
                  <a:lnTo>
                    <a:pt x="934719" y="1160502"/>
                  </a:lnTo>
                  <a:lnTo>
                    <a:pt x="935415" y="1160683"/>
                  </a:lnTo>
                  <a:lnTo>
                    <a:pt x="936112" y="1160865"/>
                  </a:lnTo>
                  <a:lnTo>
                    <a:pt x="936808" y="1161046"/>
                  </a:lnTo>
                  <a:lnTo>
                    <a:pt x="937504" y="1161515"/>
                  </a:lnTo>
                  <a:lnTo>
                    <a:pt x="938200" y="1161984"/>
                  </a:lnTo>
                  <a:lnTo>
                    <a:pt x="938896" y="1161123"/>
                  </a:lnTo>
                  <a:lnTo>
                    <a:pt x="939592" y="1159454"/>
                  </a:lnTo>
                  <a:lnTo>
                    <a:pt x="940289" y="1158164"/>
                  </a:lnTo>
                  <a:lnTo>
                    <a:pt x="940985" y="1158708"/>
                  </a:lnTo>
                  <a:lnTo>
                    <a:pt x="941681" y="1159429"/>
                  </a:lnTo>
                  <a:lnTo>
                    <a:pt x="942377" y="1158224"/>
                  </a:lnTo>
                  <a:lnTo>
                    <a:pt x="943073" y="1157019"/>
                  </a:lnTo>
                  <a:lnTo>
                    <a:pt x="943769" y="1155233"/>
                  </a:lnTo>
                  <a:lnTo>
                    <a:pt x="944466" y="1153448"/>
                  </a:lnTo>
                  <a:lnTo>
                    <a:pt x="945162" y="1151663"/>
                  </a:lnTo>
                  <a:lnTo>
                    <a:pt x="945858" y="1149877"/>
                  </a:lnTo>
                  <a:lnTo>
                    <a:pt x="946554" y="1147532"/>
                  </a:lnTo>
                  <a:lnTo>
                    <a:pt x="947250" y="1145188"/>
                  </a:lnTo>
                  <a:lnTo>
                    <a:pt x="947946" y="1141096"/>
                  </a:lnTo>
                  <a:lnTo>
                    <a:pt x="948643" y="1135292"/>
                  </a:lnTo>
                  <a:lnTo>
                    <a:pt x="949339" y="1128273"/>
                  </a:lnTo>
                  <a:lnTo>
                    <a:pt x="950035" y="1121510"/>
                  </a:lnTo>
                  <a:lnTo>
                    <a:pt x="950731" y="1114746"/>
                  </a:lnTo>
                  <a:lnTo>
                    <a:pt x="951427" y="1108276"/>
                  </a:lnTo>
                  <a:lnTo>
                    <a:pt x="952124" y="1101634"/>
                  </a:lnTo>
                  <a:lnTo>
                    <a:pt x="952820" y="1096411"/>
                  </a:lnTo>
                  <a:lnTo>
                    <a:pt x="953516" y="1091188"/>
                  </a:lnTo>
                  <a:lnTo>
                    <a:pt x="954212" y="1085801"/>
                  </a:lnTo>
                  <a:lnTo>
                    <a:pt x="954908" y="1078369"/>
                  </a:lnTo>
                  <a:lnTo>
                    <a:pt x="955604" y="1069747"/>
                  </a:lnTo>
                  <a:lnTo>
                    <a:pt x="956301" y="1062225"/>
                  </a:lnTo>
                  <a:lnTo>
                    <a:pt x="956997" y="1056240"/>
                  </a:lnTo>
                  <a:lnTo>
                    <a:pt x="957693" y="1050808"/>
                  </a:lnTo>
                  <a:lnTo>
                    <a:pt x="958389" y="1047679"/>
                  </a:lnTo>
                  <a:lnTo>
                    <a:pt x="959085" y="1046072"/>
                  </a:lnTo>
                  <a:lnTo>
                    <a:pt x="959781" y="1045392"/>
                  </a:lnTo>
                  <a:lnTo>
                    <a:pt x="960478" y="1043042"/>
                  </a:lnTo>
                  <a:lnTo>
                    <a:pt x="961174" y="1040691"/>
                  </a:lnTo>
                  <a:lnTo>
                    <a:pt x="961870" y="1038339"/>
                  </a:lnTo>
                  <a:lnTo>
                    <a:pt x="962566" y="1035988"/>
                  </a:lnTo>
                  <a:lnTo>
                    <a:pt x="963262" y="1033637"/>
                  </a:lnTo>
                  <a:lnTo>
                    <a:pt x="963959" y="1031286"/>
                  </a:lnTo>
                  <a:lnTo>
                    <a:pt x="964655" y="1029364"/>
                  </a:lnTo>
                  <a:lnTo>
                    <a:pt x="965351" y="1031890"/>
                  </a:lnTo>
                  <a:lnTo>
                    <a:pt x="966047" y="1037315"/>
                  </a:lnTo>
                  <a:lnTo>
                    <a:pt x="966743" y="1042040"/>
                  </a:lnTo>
                  <a:lnTo>
                    <a:pt x="967439" y="1046118"/>
                  </a:lnTo>
                  <a:lnTo>
                    <a:pt x="968136" y="1046662"/>
                  </a:lnTo>
                  <a:lnTo>
                    <a:pt x="968832" y="1045158"/>
                  </a:lnTo>
                  <a:lnTo>
                    <a:pt x="969528" y="1043654"/>
                  </a:lnTo>
                  <a:lnTo>
                    <a:pt x="970224" y="1042204"/>
                  </a:lnTo>
                  <a:lnTo>
                    <a:pt x="970920" y="1042204"/>
                  </a:lnTo>
                  <a:lnTo>
                    <a:pt x="971616" y="1042204"/>
                  </a:lnTo>
                  <a:lnTo>
                    <a:pt x="972313" y="1042204"/>
                  </a:lnTo>
                  <a:lnTo>
                    <a:pt x="973009" y="1041916"/>
                  </a:lnTo>
                  <a:lnTo>
                    <a:pt x="973705" y="1041629"/>
                  </a:lnTo>
                  <a:lnTo>
                    <a:pt x="974401" y="1040782"/>
                  </a:lnTo>
                  <a:lnTo>
                    <a:pt x="975097" y="1039934"/>
                  </a:lnTo>
                  <a:lnTo>
                    <a:pt x="975793" y="1035432"/>
                  </a:lnTo>
                  <a:lnTo>
                    <a:pt x="976490" y="1028224"/>
                  </a:lnTo>
                  <a:lnTo>
                    <a:pt x="977186" y="1020838"/>
                  </a:lnTo>
                  <a:lnTo>
                    <a:pt x="977882" y="1015378"/>
                  </a:lnTo>
                  <a:lnTo>
                    <a:pt x="978578" y="1012896"/>
                  </a:lnTo>
                  <a:lnTo>
                    <a:pt x="979274" y="1011551"/>
                  </a:lnTo>
                  <a:lnTo>
                    <a:pt x="979971" y="1010206"/>
                  </a:lnTo>
                  <a:lnTo>
                    <a:pt x="980667" y="1008861"/>
                  </a:lnTo>
                  <a:lnTo>
                    <a:pt x="981363" y="1007517"/>
                  </a:lnTo>
                  <a:lnTo>
                    <a:pt x="982059" y="1006488"/>
                  </a:lnTo>
                  <a:lnTo>
                    <a:pt x="982755" y="1005459"/>
                  </a:lnTo>
                  <a:lnTo>
                    <a:pt x="983451" y="1005885"/>
                  </a:lnTo>
                  <a:lnTo>
                    <a:pt x="984148" y="1008023"/>
                  </a:lnTo>
                  <a:lnTo>
                    <a:pt x="984844" y="1011377"/>
                  </a:lnTo>
                  <a:lnTo>
                    <a:pt x="985540" y="1014474"/>
                  </a:lnTo>
                  <a:lnTo>
                    <a:pt x="986236" y="1018935"/>
                  </a:lnTo>
                  <a:lnTo>
                    <a:pt x="986932" y="1024377"/>
                  </a:lnTo>
                  <a:lnTo>
                    <a:pt x="987628" y="1029991"/>
                  </a:lnTo>
                  <a:lnTo>
                    <a:pt x="988325" y="1034654"/>
                  </a:lnTo>
                  <a:lnTo>
                    <a:pt x="989021" y="1039573"/>
                  </a:lnTo>
                  <a:lnTo>
                    <a:pt x="989717" y="1045264"/>
                  </a:lnTo>
                  <a:lnTo>
                    <a:pt x="990413" y="1052696"/>
                  </a:lnTo>
                  <a:lnTo>
                    <a:pt x="991109" y="1061318"/>
                  </a:lnTo>
                  <a:lnTo>
                    <a:pt x="991806" y="1069940"/>
                  </a:lnTo>
                  <a:lnTo>
                    <a:pt x="992502" y="1078269"/>
                  </a:lnTo>
                  <a:lnTo>
                    <a:pt x="993198" y="1086891"/>
                  </a:lnTo>
                  <a:lnTo>
                    <a:pt x="993894" y="1094397"/>
                  </a:lnTo>
                  <a:lnTo>
                    <a:pt x="994590" y="1100836"/>
                  </a:lnTo>
                  <a:lnTo>
                    <a:pt x="995286" y="1106639"/>
                  </a:lnTo>
                  <a:lnTo>
                    <a:pt x="995983" y="1114114"/>
                  </a:lnTo>
                  <a:lnTo>
                    <a:pt x="996679" y="1121589"/>
                  </a:lnTo>
                  <a:lnTo>
                    <a:pt x="997375" y="1129064"/>
                  </a:lnTo>
                  <a:lnTo>
                    <a:pt x="998071" y="1136539"/>
                  </a:lnTo>
                  <a:lnTo>
                    <a:pt x="998767" y="1143266"/>
                  </a:lnTo>
                  <a:lnTo>
                    <a:pt x="999463" y="1149689"/>
                  </a:lnTo>
                  <a:lnTo>
                    <a:pt x="1000160" y="1155428"/>
                  </a:lnTo>
                  <a:lnTo>
                    <a:pt x="1000856" y="1158762"/>
                  </a:lnTo>
                  <a:lnTo>
                    <a:pt x="1001552" y="1160563"/>
                  </a:lnTo>
                  <a:lnTo>
                    <a:pt x="1002248" y="1162364"/>
                  </a:lnTo>
                  <a:lnTo>
                    <a:pt x="1002944" y="1164165"/>
                  </a:lnTo>
                  <a:lnTo>
                    <a:pt x="1003641" y="1168916"/>
                  </a:lnTo>
                  <a:lnTo>
                    <a:pt x="1004337" y="1174614"/>
                  </a:lnTo>
                  <a:lnTo>
                    <a:pt x="1005033" y="1179996"/>
                  </a:lnTo>
                  <a:lnTo>
                    <a:pt x="1005729" y="1185325"/>
                  </a:lnTo>
                  <a:lnTo>
                    <a:pt x="1006425" y="1189519"/>
                  </a:lnTo>
                  <a:lnTo>
                    <a:pt x="1007121" y="1193713"/>
                  </a:lnTo>
                  <a:lnTo>
                    <a:pt x="1007818" y="1197908"/>
                  </a:lnTo>
                  <a:lnTo>
                    <a:pt x="1008514" y="1202283"/>
                  </a:lnTo>
                  <a:lnTo>
                    <a:pt x="1009210" y="1206947"/>
                  </a:lnTo>
                  <a:lnTo>
                    <a:pt x="1009906" y="1211610"/>
                  </a:lnTo>
                  <a:lnTo>
                    <a:pt x="1010602" y="1216274"/>
                  </a:lnTo>
                  <a:lnTo>
                    <a:pt x="1011298" y="1222535"/>
                  </a:lnTo>
                  <a:lnTo>
                    <a:pt x="1011995" y="1229487"/>
                  </a:lnTo>
                  <a:lnTo>
                    <a:pt x="1012691" y="1236440"/>
                  </a:lnTo>
                  <a:lnTo>
                    <a:pt x="1013387" y="1243393"/>
                  </a:lnTo>
                  <a:lnTo>
                    <a:pt x="1014083" y="1247624"/>
                  </a:lnTo>
                  <a:lnTo>
                    <a:pt x="1014779" y="1251010"/>
                  </a:lnTo>
                  <a:lnTo>
                    <a:pt x="1015475" y="1254699"/>
                  </a:lnTo>
                  <a:lnTo>
                    <a:pt x="1016172" y="1258388"/>
                  </a:lnTo>
                  <a:lnTo>
                    <a:pt x="1016868" y="1261774"/>
                  </a:lnTo>
                  <a:lnTo>
                    <a:pt x="1017564" y="1265440"/>
                  </a:lnTo>
                  <a:lnTo>
                    <a:pt x="1018260" y="1269106"/>
                  </a:lnTo>
                  <a:lnTo>
                    <a:pt x="1018956" y="1272479"/>
                  </a:lnTo>
                  <a:lnTo>
                    <a:pt x="1019653" y="1275549"/>
                  </a:lnTo>
                  <a:lnTo>
                    <a:pt x="1020349" y="1279215"/>
                  </a:lnTo>
                  <a:lnTo>
                    <a:pt x="1021045" y="1283337"/>
                  </a:lnTo>
                  <a:lnTo>
                    <a:pt x="1021741" y="1286095"/>
                  </a:lnTo>
                  <a:lnTo>
                    <a:pt x="1022437" y="1288487"/>
                  </a:lnTo>
                  <a:lnTo>
                    <a:pt x="1023133" y="1290879"/>
                  </a:lnTo>
                  <a:lnTo>
                    <a:pt x="1023830" y="1293378"/>
                  </a:lnTo>
                  <a:lnTo>
                    <a:pt x="1024526" y="1295621"/>
                  </a:lnTo>
                  <a:lnTo>
                    <a:pt x="1025222" y="1297561"/>
                  </a:lnTo>
                  <a:lnTo>
                    <a:pt x="1025918" y="1299500"/>
                  </a:lnTo>
                  <a:lnTo>
                    <a:pt x="1026614" y="1301147"/>
                  </a:lnTo>
                  <a:lnTo>
                    <a:pt x="1027310" y="1302794"/>
                  </a:lnTo>
                  <a:lnTo>
                    <a:pt x="1028007" y="1304157"/>
                  </a:lnTo>
                  <a:lnTo>
                    <a:pt x="1028703" y="1305228"/>
                  </a:lnTo>
                  <a:lnTo>
                    <a:pt x="1029399" y="1306299"/>
                  </a:lnTo>
                  <a:lnTo>
                    <a:pt x="1030095" y="1306914"/>
                  </a:lnTo>
                  <a:lnTo>
                    <a:pt x="1030791" y="1306914"/>
                  </a:lnTo>
                  <a:lnTo>
                    <a:pt x="1031488" y="1306458"/>
                  </a:lnTo>
                  <a:lnTo>
                    <a:pt x="1032184" y="1306002"/>
                  </a:lnTo>
                  <a:lnTo>
                    <a:pt x="1032880" y="1304951"/>
                  </a:lnTo>
                  <a:lnTo>
                    <a:pt x="1033576" y="1303643"/>
                  </a:lnTo>
                  <a:lnTo>
                    <a:pt x="1034272" y="1302614"/>
                  </a:lnTo>
                  <a:lnTo>
                    <a:pt x="1034968" y="1301889"/>
                  </a:lnTo>
                  <a:lnTo>
                    <a:pt x="1035665" y="1301104"/>
                  </a:lnTo>
                  <a:lnTo>
                    <a:pt x="1036361" y="1300319"/>
                  </a:lnTo>
                  <a:lnTo>
                    <a:pt x="1037057" y="1299822"/>
                  </a:lnTo>
                  <a:lnTo>
                    <a:pt x="1037753" y="1299325"/>
                  </a:lnTo>
                  <a:lnTo>
                    <a:pt x="1038449" y="1298329"/>
                  </a:lnTo>
                  <a:lnTo>
                    <a:pt x="1039145" y="1295668"/>
                  </a:lnTo>
                  <a:lnTo>
                    <a:pt x="1039842" y="1293007"/>
                  </a:lnTo>
                  <a:lnTo>
                    <a:pt x="1040538" y="1290662"/>
                  </a:lnTo>
                  <a:lnTo>
                    <a:pt x="1041234" y="1288318"/>
                  </a:lnTo>
                  <a:lnTo>
                    <a:pt x="1041930" y="1285657"/>
                  </a:lnTo>
                  <a:lnTo>
                    <a:pt x="1042626" y="1282997"/>
                  </a:lnTo>
                  <a:lnTo>
                    <a:pt x="1043322" y="1280336"/>
                  </a:lnTo>
                  <a:lnTo>
                    <a:pt x="1044019" y="1275558"/>
                  </a:lnTo>
                  <a:lnTo>
                    <a:pt x="1044715" y="1270397"/>
                  </a:lnTo>
                  <a:lnTo>
                    <a:pt x="1045411" y="1265236"/>
                  </a:lnTo>
                  <a:lnTo>
                    <a:pt x="1046107" y="1260075"/>
                  </a:lnTo>
                  <a:lnTo>
                    <a:pt x="1046803" y="1255230"/>
                  </a:lnTo>
                  <a:lnTo>
                    <a:pt x="1047500" y="1250385"/>
                  </a:lnTo>
                  <a:lnTo>
                    <a:pt x="1048196" y="1245540"/>
                  </a:lnTo>
                  <a:lnTo>
                    <a:pt x="1048892" y="1241080"/>
                  </a:lnTo>
                  <a:lnTo>
                    <a:pt x="1049588" y="1238192"/>
                  </a:lnTo>
                  <a:lnTo>
                    <a:pt x="1050284" y="1235591"/>
                  </a:lnTo>
                  <a:lnTo>
                    <a:pt x="1050980" y="1232687"/>
                  </a:lnTo>
                  <a:lnTo>
                    <a:pt x="1051677" y="1229782"/>
                  </a:lnTo>
                  <a:lnTo>
                    <a:pt x="1052373" y="1227182"/>
                  </a:lnTo>
                  <a:lnTo>
                    <a:pt x="1053069" y="1224241"/>
                  </a:lnTo>
                  <a:lnTo>
                    <a:pt x="1053765" y="1221300"/>
                  </a:lnTo>
                  <a:lnTo>
                    <a:pt x="1054461" y="1220870"/>
                  </a:lnTo>
                  <a:lnTo>
                    <a:pt x="1055157" y="1220870"/>
                  </a:lnTo>
                  <a:lnTo>
                    <a:pt x="1055854" y="1220274"/>
                  </a:lnTo>
                  <a:lnTo>
                    <a:pt x="1056550" y="1219526"/>
                  </a:lnTo>
                  <a:lnTo>
                    <a:pt x="1057246" y="1218778"/>
                  </a:lnTo>
                  <a:lnTo>
                    <a:pt x="1057942" y="1217415"/>
                  </a:lnTo>
                  <a:lnTo>
                    <a:pt x="1058638" y="1216052"/>
                  </a:lnTo>
                  <a:lnTo>
                    <a:pt x="1059335" y="1214112"/>
                  </a:lnTo>
                  <a:lnTo>
                    <a:pt x="1060031" y="1211869"/>
                  </a:lnTo>
                  <a:lnTo>
                    <a:pt x="1060727" y="1209371"/>
                  </a:lnTo>
                  <a:lnTo>
                    <a:pt x="1061423" y="1206872"/>
                  </a:lnTo>
                  <a:lnTo>
                    <a:pt x="1062119" y="1204373"/>
                  </a:lnTo>
                  <a:lnTo>
                    <a:pt x="1062815" y="1201874"/>
                  </a:lnTo>
                  <a:lnTo>
                    <a:pt x="1063512" y="1199663"/>
                  </a:lnTo>
                  <a:lnTo>
                    <a:pt x="1064208" y="1197453"/>
                  </a:lnTo>
                  <a:lnTo>
                    <a:pt x="1064904" y="1195242"/>
                  </a:lnTo>
                  <a:lnTo>
                    <a:pt x="1065600" y="1193575"/>
                  </a:lnTo>
                  <a:lnTo>
                    <a:pt x="1066296" y="1192523"/>
                  </a:lnTo>
                  <a:lnTo>
                    <a:pt x="1066992" y="1191671"/>
                  </a:lnTo>
                  <a:lnTo>
                    <a:pt x="1067689" y="1190819"/>
                  </a:lnTo>
                  <a:lnTo>
                    <a:pt x="1068385" y="1190819"/>
                  </a:lnTo>
                  <a:lnTo>
                    <a:pt x="1069081" y="1191076"/>
                  </a:lnTo>
                  <a:lnTo>
                    <a:pt x="1069777" y="1191801"/>
                  </a:lnTo>
                  <a:lnTo>
                    <a:pt x="1070473" y="1190290"/>
                  </a:lnTo>
                  <a:lnTo>
                    <a:pt x="1071170" y="1188987"/>
                  </a:lnTo>
                  <a:lnTo>
                    <a:pt x="1071866" y="1187987"/>
                  </a:lnTo>
                  <a:lnTo>
                    <a:pt x="1072562" y="1187171"/>
                  </a:lnTo>
                  <a:lnTo>
                    <a:pt x="1073258" y="1184432"/>
                  </a:lnTo>
                  <a:lnTo>
                    <a:pt x="1073954" y="1182192"/>
                  </a:lnTo>
                  <a:lnTo>
                    <a:pt x="1074650" y="1181798"/>
                  </a:lnTo>
                  <a:lnTo>
                    <a:pt x="1075347" y="1181404"/>
                  </a:lnTo>
                  <a:lnTo>
                    <a:pt x="1076043" y="1180414"/>
                  </a:lnTo>
                  <a:lnTo>
                    <a:pt x="1076739" y="1179424"/>
                  </a:lnTo>
                  <a:lnTo>
                    <a:pt x="1077435" y="1178434"/>
                  </a:lnTo>
                  <a:lnTo>
                    <a:pt x="1078131" y="1176298"/>
                  </a:lnTo>
                  <a:lnTo>
                    <a:pt x="1078827" y="1172680"/>
                  </a:lnTo>
                  <a:lnTo>
                    <a:pt x="1079524" y="1169973"/>
                  </a:lnTo>
                  <a:lnTo>
                    <a:pt x="1080220" y="1167221"/>
                  </a:lnTo>
                  <a:lnTo>
                    <a:pt x="1080916" y="1166459"/>
                  </a:lnTo>
                  <a:lnTo>
                    <a:pt x="1081612" y="1165773"/>
                  </a:lnTo>
                  <a:lnTo>
                    <a:pt x="1082308" y="1164156"/>
                  </a:lnTo>
                  <a:lnTo>
                    <a:pt x="1083004" y="1161942"/>
                  </a:lnTo>
                  <a:lnTo>
                    <a:pt x="1083701" y="1160324"/>
                  </a:lnTo>
                  <a:lnTo>
                    <a:pt x="1084397" y="1158322"/>
                  </a:lnTo>
                  <a:lnTo>
                    <a:pt x="1085093" y="1154492"/>
                  </a:lnTo>
                  <a:lnTo>
                    <a:pt x="1085789" y="1149999"/>
                  </a:lnTo>
                  <a:lnTo>
                    <a:pt x="1086485" y="1145047"/>
                  </a:lnTo>
                  <a:lnTo>
                    <a:pt x="1087182" y="1139685"/>
                  </a:lnTo>
                  <a:lnTo>
                    <a:pt x="1087878" y="1133410"/>
                  </a:lnTo>
                  <a:lnTo>
                    <a:pt x="1088574" y="1126200"/>
                  </a:lnTo>
                  <a:lnTo>
                    <a:pt x="1089270" y="1118432"/>
                  </a:lnTo>
                  <a:lnTo>
                    <a:pt x="1089966" y="1108941"/>
                  </a:lnTo>
                  <a:lnTo>
                    <a:pt x="1090662" y="1098993"/>
                  </a:lnTo>
                  <a:lnTo>
                    <a:pt x="1091359" y="1088754"/>
                  </a:lnTo>
                  <a:lnTo>
                    <a:pt x="1092055" y="1078210"/>
                  </a:lnTo>
                  <a:lnTo>
                    <a:pt x="1092751" y="1068415"/>
                  </a:lnTo>
                  <a:lnTo>
                    <a:pt x="1093447" y="1059201"/>
                  </a:lnTo>
                  <a:lnTo>
                    <a:pt x="1094143" y="1050730"/>
                  </a:lnTo>
                  <a:lnTo>
                    <a:pt x="1094839" y="1042259"/>
                  </a:lnTo>
                  <a:lnTo>
                    <a:pt x="1095536" y="1033614"/>
                  </a:lnTo>
                  <a:lnTo>
                    <a:pt x="1096232" y="1024243"/>
                  </a:lnTo>
                  <a:lnTo>
                    <a:pt x="1096928" y="1015309"/>
                  </a:lnTo>
                  <a:lnTo>
                    <a:pt x="1097624" y="1005710"/>
                  </a:lnTo>
                  <a:lnTo>
                    <a:pt x="1098320" y="997050"/>
                  </a:lnTo>
                  <a:lnTo>
                    <a:pt x="1099017" y="989597"/>
                  </a:lnTo>
                  <a:lnTo>
                    <a:pt x="1099713" y="984059"/>
                  </a:lnTo>
                  <a:lnTo>
                    <a:pt x="1100409" y="979971"/>
                  </a:lnTo>
                  <a:lnTo>
                    <a:pt x="1101105" y="975595"/>
                  </a:lnTo>
                  <a:lnTo>
                    <a:pt x="1101801" y="971523"/>
                  </a:lnTo>
                  <a:lnTo>
                    <a:pt x="1102497" y="967707"/>
                  </a:lnTo>
                  <a:lnTo>
                    <a:pt x="1103194" y="963331"/>
                  </a:lnTo>
                  <a:lnTo>
                    <a:pt x="1103890" y="958699"/>
                  </a:lnTo>
                  <a:lnTo>
                    <a:pt x="1104586" y="954068"/>
                  </a:lnTo>
                  <a:lnTo>
                    <a:pt x="1105282" y="949436"/>
                  </a:lnTo>
                  <a:lnTo>
                    <a:pt x="1105978" y="947720"/>
                  </a:lnTo>
                  <a:lnTo>
                    <a:pt x="1106674" y="947720"/>
                  </a:lnTo>
                  <a:lnTo>
                    <a:pt x="1107371" y="947858"/>
                  </a:lnTo>
                  <a:lnTo>
                    <a:pt x="1108067" y="949714"/>
                  </a:lnTo>
                  <a:lnTo>
                    <a:pt x="1108763" y="953494"/>
                  </a:lnTo>
                  <a:lnTo>
                    <a:pt x="1109459" y="957274"/>
                  </a:lnTo>
                  <a:lnTo>
                    <a:pt x="1110155" y="961053"/>
                  </a:lnTo>
                  <a:lnTo>
                    <a:pt x="1110851" y="964578"/>
                  </a:lnTo>
                  <a:lnTo>
                    <a:pt x="1111548" y="968410"/>
                  </a:lnTo>
                  <a:lnTo>
                    <a:pt x="1112244" y="972061"/>
                  </a:lnTo>
                  <a:lnTo>
                    <a:pt x="1112940" y="976181"/>
                  </a:lnTo>
                  <a:lnTo>
                    <a:pt x="1113636" y="981703"/>
                  </a:lnTo>
                  <a:lnTo>
                    <a:pt x="1114332" y="989010"/>
                  </a:lnTo>
                  <a:lnTo>
                    <a:pt x="1115029" y="997342"/>
                  </a:lnTo>
                  <a:lnTo>
                    <a:pt x="1115725" y="1005814"/>
                  </a:lnTo>
                  <a:lnTo>
                    <a:pt x="1116421" y="1012296"/>
                  </a:lnTo>
                  <a:lnTo>
                    <a:pt x="1117117" y="1018399"/>
                  </a:lnTo>
                  <a:lnTo>
                    <a:pt x="1117813" y="1025117"/>
                  </a:lnTo>
                  <a:lnTo>
                    <a:pt x="1118509" y="1032432"/>
                  </a:lnTo>
                  <a:lnTo>
                    <a:pt x="1119206" y="1039151"/>
                  </a:lnTo>
                  <a:lnTo>
                    <a:pt x="1119902" y="1045869"/>
                  </a:lnTo>
                  <a:lnTo>
                    <a:pt x="1120598" y="1053639"/>
                  </a:lnTo>
                  <a:lnTo>
                    <a:pt x="1121294" y="1061785"/>
                  </a:lnTo>
                  <a:lnTo>
                    <a:pt x="1121990" y="1070390"/>
                  </a:lnTo>
                  <a:lnTo>
                    <a:pt x="1122686" y="1079403"/>
                  </a:lnTo>
                  <a:lnTo>
                    <a:pt x="1123383" y="1088583"/>
                  </a:lnTo>
                  <a:lnTo>
                    <a:pt x="1124079" y="1098138"/>
                  </a:lnTo>
                  <a:lnTo>
                    <a:pt x="1124775" y="1107995"/>
                  </a:lnTo>
                  <a:lnTo>
                    <a:pt x="1125471" y="1117356"/>
                  </a:lnTo>
                  <a:lnTo>
                    <a:pt x="1126167" y="1127047"/>
                  </a:lnTo>
                  <a:lnTo>
                    <a:pt x="1126864" y="1137031"/>
                  </a:lnTo>
                  <a:lnTo>
                    <a:pt x="1127560" y="1147271"/>
                  </a:lnTo>
                  <a:lnTo>
                    <a:pt x="1128256" y="1156762"/>
                  </a:lnTo>
                  <a:lnTo>
                    <a:pt x="1128952" y="1165673"/>
                  </a:lnTo>
                  <a:lnTo>
                    <a:pt x="1129648" y="1173841"/>
                  </a:lnTo>
                  <a:lnTo>
                    <a:pt x="1130344" y="1182009"/>
                  </a:lnTo>
                  <a:lnTo>
                    <a:pt x="1131041" y="1190110"/>
                  </a:lnTo>
                  <a:lnTo>
                    <a:pt x="1131737" y="1198030"/>
                  </a:lnTo>
                  <a:lnTo>
                    <a:pt x="1132433" y="1204620"/>
                  </a:lnTo>
                  <a:lnTo>
                    <a:pt x="1133129" y="1211874"/>
                  </a:lnTo>
                  <a:lnTo>
                    <a:pt x="1133825" y="1218749"/>
                  </a:lnTo>
                  <a:lnTo>
                    <a:pt x="1134521" y="1224704"/>
                  </a:lnTo>
                  <a:lnTo>
                    <a:pt x="1135218" y="1228744"/>
                  </a:lnTo>
                  <a:lnTo>
                    <a:pt x="1135914" y="1231335"/>
                  </a:lnTo>
                  <a:lnTo>
                    <a:pt x="1136610" y="1233669"/>
                  </a:lnTo>
                  <a:lnTo>
                    <a:pt x="1137306" y="1235485"/>
                  </a:lnTo>
                  <a:lnTo>
                    <a:pt x="1138002" y="1235485"/>
                  </a:lnTo>
                  <a:lnTo>
                    <a:pt x="1138699" y="1236044"/>
                  </a:lnTo>
                  <a:lnTo>
                    <a:pt x="1139395" y="1236896"/>
                  </a:lnTo>
                  <a:lnTo>
                    <a:pt x="1140091" y="1237748"/>
                  </a:lnTo>
                  <a:lnTo>
                    <a:pt x="1140787" y="1238600"/>
                  </a:lnTo>
                  <a:lnTo>
                    <a:pt x="1141483" y="1238479"/>
                  </a:lnTo>
                  <a:lnTo>
                    <a:pt x="1142179" y="1237634"/>
                  </a:lnTo>
                  <a:lnTo>
                    <a:pt x="1142876" y="1237193"/>
                  </a:lnTo>
                  <a:lnTo>
                    <a:pt x="1143572" y="1234848"/>
                  </a:lnTo>
                  <a:lnTo>
                    <a:pt x="1144268" y="1231960"/>
                  </a:lnTo>
                  <a:lnTo>
                    <a:pt x="1144964" y="1229071"/>
                  </a:lnTo>
                  <a:lnTo>
                    <a:pt x="1145660" y="1226183"/>
                  </a:lnTo>
                  <a:lnTo>
                    <a:pt x="1146356" y="1223551"/>
                  </a:lnTo>
                  <a:lnTo>
                    <a:pt x="1147053" y="1221206"/>
                  </a:lnTo>
                  <a:lnTo>
                    <a:pt x="1147749" y="1219550"/>
                  </a:lnTo>
                  <a:lnTo>
                    <a:pt x="1148445" y="1219262"/>
                  </a:lnTo>
                  <a:lnTo>
                    <a:pt x="1149141" y="1219006"/>
                  </a:lnTo>
                  <a:lnTo>
                    <a:pt x="1149837" y="1217059"/>
                  </a:lnTo>
                  <a:lnTo>
                    <a:pt x="1150533" y="1213867"/>
                  </a:lnTo>
                  <a:lnTo>
                    <a:pt x="1151230" y="1210675"/>
                  </a:lnTo>
                  <a:lnTo>
                    <a:pt x="1151926" y="1207483"/>
                  </a:lnTo>
                  <a:lnTo>
                    <a:pt x="1152622" y="1204595"/>
                  </a:lnTo>
                  <a:lnTo>
                    <a:pt x="1153318" y="1201706"/>
                  </a:lnTo>
                  <a:lnTo>
                    <a:pt x="1154014" y="1198818"/>
                  </a:lnTo>
                  <a:lnTo>
                    <a:pt x="1154711" y="1196217"/>
                  </a:lnTo>
                  <a:lnTo>
                    <a:pt x="1155407" y="1193617"/>
                  </a:lnTo>
                  <a:lnTo>
                    <a:pt x="1156103" y="1189964"/>
                  </a:lnTo>
                  <a:lnTo>
                    <a:pt x="1156799" y="1186311"/>
                  </a:lnTo>
                  <a:lnTo>
                    <a:pt x="1157495" y="1182659"/>
                  </a:lnTo>
                  <a:lnTo>
                    <a:pt x="1158191" y="1178719"/>
                  </a:lnTo>
                  <a:lnTo>
                    <a:pt x="1158888" y="1175527"/>
                  </a:lnTo>
                  <a:lnTo>
                    <a:pt x="1159584" y="1172457"/>
                  </a:lnTo>
                  <a:lnTo>
                    <a:pt x="1160280" y="1170653"/>
                  </a:lnTo>
                  <a:lnTo>
                    <a:pt x="1160976" y="1168393"/>
                  </a:lnTo>
                  <a:lnTo>
                    <a:pt x="1161672" y="1165579"/>
                  </a:lnTo>
                  <a:lnTo>
                    <a:pt x="1162368" y="1162765"/>
                  </a:lnTo>
                  <a:lnTo>
                    <a:pt x="1163065" y="1159694"/>
                  </a:lnTo>
                  <a:lnTo>
                    <a:pt x="1163761" y="1156625"/>
                  </a:lnTo>
                  <a:lnTo>
                    <a:pt x="1164457" y="1153736"/>
                  </a:lnTo>
                  <a:lnTo>
                    <a:pt x="1165153" y="1150666"/>
                  </a:lnTo>
                  <a:lnTo>
                    <a:pt x="1165849" y="1147596"/>
                  </a:lnTo>
                  <a:lnTo>
                    <a:pt x="1166546" y="1145070"/>
                  </a:lnTo>
                  <a:lnTo>
                    <a:pt x="1167242" y="1143705"/>
                  </a:lnTo>
                  <a:lnTo>
                    <a:pt x="1167938" y="1143237"/>
                  </a:lnTo>
                  <a:lnTo>
                    <a:pt x="1168634" y="1142767"/>
                  </a:lnTo>
                  <a:lnTo>
                    <a:pt x="1169330" y="1139707"/>
                  </a:lnTo>
                  <a:lnTo>
                    <a:pt x="1170026" y="1135379"/>
                  </a:lnTo>
                  <a:lnTo>
                    <a:pt x="1170723" y="1130709"/>
                  </a:lnTo>
                  <a:lnTo>
                    <a:pt x="1171419" y="1127650"/>
                  </a:lnTo>
                  <a:lnTo>
                    <a:pt x="1172115" y="1125060"/>
                  </a:lnTo>
                  <a:lnTo>
                    <a:pt x="1172811" y="1122685"/>
                  </a:lnTo>
                  <a:lnTo>
                    <a:pt x="1173507" y="1122125"/>
                  </a:lnTo>
                  <a:lnTo>
                    <a:pt x="1174203" y="1121566"/>
                  </a:lnTo>
                  <a:lnTo>
                    <a:pt x="1174900" y="1120426"/>
                  </a:lnTo>
                  <a:lnTo>
                    <a:pt x="1175596" y="1119286"/>
                  </a:lnTo>
                  <a:lnTo>
                    <a:pt x="1176292" y="1118147"/>
                  </a:lnTo>
                  <a:lnTo>
                    <a:pt x="1176988" y="1117587"/>
                  </a:lnTo>
                  <a:lnTo>
                    <a:pt x="1177684" y="1116145"/>
                  </a:lnTo>
                  <a:lnTo>
                    <a:pt x="1178380" y="1114114"/>
                  </a:lnTo>
                  <a:lnTo>
                    <a:pt x="1179077" y="1112083"/>
                  </a:lnTo>
                  <a:lnTo>
                    <a:pt x="1179773" y="1112930"/>
                  </a:lnTo>
                  <a:lnTo>
                    <a:pt x="1180469" y="1115320"/>
                  </a:lnTo>
                  <a:lnTo>
                    <a:pt x="1181165" y="1118209"/>
                  </a:lnTo>
                  <a:lnTo>
                    <a:pt x="1181861" y="1120841"/>
                  </a:lnTo>
                  <a:lnTo>
                    <a:pt x="1182558" y="1123474"/>
                  </a:lnTo>
                  <a:lnTo>
                    <a:pt x="1183254" y="1125599"/>
                  </a:lnTo>
                  <a:lnTo>
                    <a:pt x="1183950" y="1125887"/>
                  </a:lnTo>
                  <a:lnTo>
                    <a:pt x="1184646" y="1126447"/>
                  </a:lnTo>
                  <a:lnTo>
                    <a:pt x="1185342" y="1128687"/>
                  </a:lnTo>
                  <a:lnTo>
                    <a:pt x="1186038" y="1132172"/>
                  </a:lnTo>
                  <a:lnTo>
                    <a:pt x="1186735" y="1135656"/>
                  </a:lnTo>
                  <a:lnTo>
                    <a:pt x="1187431" y="1138848"/>
                  </a:lnTo>
                  <a:lnTo>
                    <a:pt x="1188127" y="1142040"/>
                  </a:lnTo>
                  <a:lnTo>
                    <a:pt x="1188823" y="1145232"/>
                  </a:lnTo>
                  <a:lnTo>
                    <a:pt x="1189519" y="1148424"/>
                  </a:lnTo>
                  <a:lnTo>
                    <a:pt x="1190215" y="1151025"/>
                  </a:lnTo>
                  <a:lnTo>
                    <a:pt x="1190912" y="1153625"/>
                  </a:lnTo>
                  <a:lnTo>
                    <a:pt x="1191608" y="1154892"/>
                  </a:lnTo>
                  <a:lnTo>
                    <a:pt x="1192304" y="1155452"/>
                  </a:lnTo>
                  <a:lnTo>
                    <a:pt x="1193000" y="1156011"/>
                  </a:lnTo>
                  <a:lnTo>
                    <a:pt x="1193696" y="1156859"/>
                  </a:lnTo>
                  <a:lnTo>
                    <a:pt x="1194393" y="1157706"/>
                  </a:lnTo>
                  <a:lnTo>
                    <a:pt x="1195089" y="1158175"/>
                  </a:lnTo>
                  <a:lnTo>
                    <a:pt x="1195785" y="1157634"/>
                  </a:lnTo>
                  <a:lnTo>
                    <a:pt x="1196481" y="1157806"/>
                  </a:lnTo>
                  <a:lnTo>
                    <a:pt x="1197177" y="1158531"/>
                  </a:lnTo>
                  <a:lnTo>
                    <a:pt x="1197873" y="1159256"/>
                  </a:lnTo>
                  <a:lnTo>
                    <a:pt x="1198570" y="1159981"/>
                  </a:lnTo>
                  <a:lnTo>
                    <a:pt x="1199266" y="1159964"/>
                  </a:lnTo>
                  <a:lnTo>
                    <a:pt x="1199962" y="1156989"/>
                  </a:lnTo>
                  <a:lnTo>
                    <a:pt x="1200658" y="1154487"/>
                  </a:lnTo>
                  <a:lnTo>
                    <a:pt x="1201354" y="1151985"/>
                  </a:lnTo>
                  <a:lnTo>
                    <a:pt x="1202050" y="1150898"/>
                  </a:lnTo>
                  <a:lnTo>
                    <a:pt x="1202747" y="1150644"/>
                  </a:lnTo>
                  <a:lnTo>
                    <a:pt x="1203443" y="1150390"/>
                  </a:lnTo>
                  <a:lnTo>
                    <a:pt x="1204139" y="1150135"/>
                  </a:lnTo>
                  <a:lnTo>
                    <a:pt x="1204835" y="1151912"/>
                  </a:lnTo>
                  <a:lnTo>
                    <a:pt x="1205531" y="1155573"/>
                  </a:lnTo>
                  <a:lnTo>
                    <a:pt x="1206227" y="1159574"/>
                  </a:lnTo>
                  <a:lnTo>
                    <a:pt x="1206924" y="1161350"/>
                  </a:lnTo>
                  <a:lnTo>
                    <a:pt x="1207620" y="1162658"/>
                  </a:lnTo>
                  <a:lnTo>
                    <a:pt x="1208316" y="1163965"/>
                  </a:lnTo>
                  <a:lnTo>
                    <a:pt x="1209012" y="1165273"/>
                  </a:lnTo>
                  <a:lnTo>
                    <a:pt x="1209708" y="1166636"/>
                  </a:lnTo>
                  <a:lnTo>
                    <a:pt x="1210405" y="1170263"/>
                  </a:lnTo>
                  <a:lnTo>
                    <a:pt x="1211101" y="1173889"/>
                  </a:lnTo>
                  <a:lnTo>
                    <a:pt x="1211797" y="1178131"/>
                  </a:lnTo>
                  <a:lnTo>
                    <a:pt x="1212493" y="1181469"/>
                  </a:lnTo>
                  <a:lnTo>
                    <a:pt x="1213189" y="1184808"/>
                  </a:lnTo>
                  <a:lnTo>
                    <a:pt x="1213885" y="1187891"/>
                  </a:lnTo>
                  <a:lnTo>
                    <a:pt x="1214582" y="1190974"/>
                  </a:lnTo>
                  <a:lnTo>
                    <a:pt x="1215278" y="1192338"/>
                  </a:lnTo>
                  <a:lnTo>
                    <a:pt x="1215974" y="1189800"/>
                  </a:lnTo>
                  <a:lnTo>
                    <a:pt x="1216670" y="1186391"/>
                  </a:lnTo>
                  <a:lnTo>
                    <a:pt x="1217366" y="1182723"/>
                  </a:lnTo>
                  <a:lnTo>
                    <a:pt x="1218062" y="1179054"/>
                  </a:lnTo>
                  <a:lnTo>
                    <a:pt x="1218759" y="1175954"/>
                  </a:lnTo>
                  <a:lnTo>
                    <a:pt x="1219455" y="1172854"/>
                  </a:lnTo>
                  <a:lnTo>
                    <a:pt x="1220151" y="1169767"/>
                  </a:lnTo>
                  <a:lnTo>
                    <a:pt x="1220847" y="1166386"/>
                  </a:lnTo>
                  <a:lnTo>
                    <a:pt x="1221543" y="1161866"/>
                  </a:lnTo>
                  <a:lnTo>
                    <a:pt x="1222240" y="1157914"/>
                  </a:lnTo>
                  <a:lnTo>
                    <a:pt x="1222936" y="1155112"/>
                  </a:lnTo>
                  <a:lnTo>
                    <a:pt x="1223632" y="1153129"/>
                  </a:lnTo>
                  <a:lnTo>
                    <a:pt x="1224328" y="1151146"/>
                  </a:lnTo>
                  <a:lnTo>
                    <a:pt x="1225024" y="1150916"/>
                  </a:lnTo>
                  <a:lnTo>
                    <a:pt x="1225720" y="1152327"/>
                  </a:lnTo>
                  <a:lnTo>
                    <a:pt x="1226417" y="1153487"/>
                  </a:lnTo>
                  <a:lnTo>
                    <a:pt x="1227113" y="1156126"/>
                  </a:lnTo>
                  <a:lnTo>
                    <a:pt x="1227809" y="1160033"/>
                  </a:lnTo>
                  <a:lnTo>
                    <a:pt x="1228505" y="1165276"/>
                  </a:lnTo>
                  <a:lnTo>
                    <a:pt x="1229201" y="1170520"/>
                  </a:lnTo>
                  <a:lnTo>
                    <a:pt x="1229897" y="1175764"/>
                  </a:lnTo>
                  <a:lnTo>
                    <a:pt x="1230594" y="1181566"/>
                  </a:lnTo>
                  <a:lnTo>
                    <a:pt x="1231290" y="1187657"/>
                  </a:lnTo>
                  <a:lnTo>
                    <a:pt x="1231986" y="1192773"/>
                  </a:lnTo>
                  <a:lnTo>
                    <a:pt x="1232682" y="1196286"/>
                  </a:lnTo>
                  <a:lnTo>
                    <a:pt x="1233378" y="1198439"/>
                  </a:lnTo>
                  <a:lnTo>
                    <a:pt x="1234075" y="1200592"/>
                  </a:lnTo>
                  <a:lnTo>
                    <a:pt x="1234771" y="1203487"/>
                  </a:lnTo>
                  <a:lnTo>
                    <a:pt x="1235467" y="1206843"/>
                  </a:lnTo>
                  <a:lnTo>
                    <a:pt x="1236163" y="1209132"/>
                  </a:lnTo>
                  <a:lnTo>
                    <a:pt x="1236859" y="1212205"/>
                  </a:lnTo>
                  <a:lnTo>
                    <a:pt x="1237555" y="1213863"/>
                  </a:lnTo>
                  <a:lnTo>
                    <a:pt x="1238252" y="1214108"/>
                  </a:lnTo>
                  <a:lnTo>
                    <a:pt x="1238948" y="1213331"/>
                  </a:lnTo>
                  <a:lnTo>
                    <a:pt x="1239644" y="1212554"/>
                  </a:lnTo>
                  <a:lnTo>
                    <a:pt x="1240340" y="1211777"/>
                  </a:lnTo>
                  <a:lnTo>
                    <a:pt x="1241036" y="1209643"/>
                  </a:lnTo>
                  <a:lnTo>
                    <a:pt x="1241732" y="1206222"/>
                  </a:lnTo>
                  <a:lnTo>
                    <a:pt x="1242429" y="1204431"/>
                  </a:lnTo>
                  <a:lnTo>
                    <a:pt x="1243125" y="1204431"/>
                  </a:lnTo>
                  <a:lnTo>
                    <a:pt x="1243821" y="1204431"/>
                  </a:lnTo>
                  <a:lnTo>
                    <a:pt x="1244517" y="1204431"/>
                  </a:lnTo>
                  <a:lnTo>
                    <a:pt x="1245213" y="1204375"/>
                  </a:lnTo>
                  <a:lnTo>
                    <a:pt x="1245909" y="1201693"/>
                  </a:lnTo>
                  <a:lnTo>
                    <a:pt x="1246606" y="1197415"/>
                  </a:lnTo>
                  <a:lnTo>
                    <a:pt x="1247302" y="1191382"/>
                  </a:lnTo>
                  <a:lnTo>
                    <a:pt x="1247998" y="1185501"/>
                  </a:lnTo>
                  <a:lnTo>
                    <a:pt x="1248694" y="1180162"/>
                  </a:lnTo>
                  <a:lnTo>
                    <a:pt x="1249390" y="1175287"/>
                  </a:lnTo>
                  <a:lnTo>
                    <a:pt x="1250087" y="1170413"/>
                  </a:lnTo>
                  <a:lnTo>
                    <a:pt x="1250783" y="1164380"/>
                  </a:lnTo>
                  <a:lnTo>
                    <a:pt x="1251479" y="1161575"/>
                  </a:lnTo>
                  <a:lnTo>
                    <a:pt x="1252175" y="1160064"/>
                  </a:lnTo>
                  <a:lnTo>
                    <a:pt x="1252871" y="1158887"/>
                  </a:lnTo>
                  <a:lnTo>
                    <a:pt x="1253567" y="1157394"/>
                  </a:lnTo>
                  <a:lnTo>
                    <a:pt x="1254264" y="1155333"/>
                  </a:lnTo>
                  <a:lnTo>
                    <a:pt x="1254960" y="1153272"/>
                  </a:lnTo>
                  <a:lnTo>
                    <a:pt x="1255656" y="1150639"/>
                  </a:lnTo>
                  <a:lnTo>
                    <a:pt x="1256352" y="1148687"/>
                  </a:lnTo>
                  <a:lnTo>
                    <a:pt x="1257048" y="1149226"/>
                  </a:lnTo>
                  <a:lnTo>
                    <a:pt x="1257744" y="1150799"/>
                  </a:lnTo>
                  <a:lnTo>
                    <a:pt x="1258441" y="1152257"/>
                  </a:lnTo>
                  <a:lnTo>
                    <a:pt x="1259137" y="1152895"/>
                  </a:lnTo>
                  <a:lnTo>
                    <a:pt x="1259833" y="1153534"/>
                  </a:lnTo>
                  <a:lnTo>
                    <a:pt x="1260529" y="1152419"/>
                  </a:lnTo>
                  <a:lnTo>
                    <a:pt x="1261225" y="1149967"/>
                  </a:lnTo>
                  <a:lnTo>
                    <a:pt x="1261922" y="1147767"/>
                  </a:lnTo>
                  <a:lnTo>
                    <a:pt x="1262618" y="1143856"/>
                  </a:lnTo>
                  <a:lnTo>
                    <a:pt x="1263314" y="1138605"/>
                  </a:lnTo>
                  <a:lnTo>
                    <a:pt x="1264010" y="1132017"/>
                  </a:lnTo>
                  <a:lnTo>
                    <a:pt x="1264706" y="1125745"/>
                  </a:lnTo>
                  <a:lnTo>
                    <a:pt x="1265402" y="1119472"/>
                  </a:lnTo>
                  <a:lnTo>
                    <a:pt x="1266099" y="1112131"/>
                  </a:lnTo>
                  <a:lnTo>
                    <a:pt x="1266795" y="1103161"/>
                  </a:lnTo>
                  <a:lnTo>
                    <a:pt x="1267491" y="1092461"/>
                  </a:lnTo>
                  <a:lnTo>
                    <a:pt x="1268187" y="1081738"/>
                  </a:lnTo>
                  <a:lnTo>
                    <a:pt x="1268883" y="1072166"/>
                  </a:lnTo>
                  <a:lnTo>
                    <a:pt x="1269579" y="1062595"/>
                  </a:lnTo>
                  <a:lnTo>
                    <a:pt x="1270276" y="1053023"/>
                  </a:lnTo>
                  <a:lnTo>
                    <a:pt x="1270972" y="1046055"/>
                  </a:lnTo>
                  <a:lnTo>
                    <a:pt x="1271668" y="1039862"/>
                  </a:lnTo>
                  <a:lnTo>
                    <a:pt x="1272364" y="1032885"/>
                  </a:lnTo>
                  <a:lnTo>
                    <a:pt x="1273060" y="1025431"/>
                  </a:lnTo>
                  <a:lnTo>
                    <a:pt x="1273756" y="1019034"/>
                  </a:lnTo>
                  <a:lnTo>
                    <a:pt x="1274453" y="1013507"/>
                  </a:lnTo>
                  <a:lnTo>
                    <a:pt x="1275149" y="1006809"/>
                  </a:lnTo>
                  <a:lnTo>
                    <a:pt x="1275845" y="1000366"/>
                  </a:lnTo>
                  <a:lnTo>
                    <a:pt x="1276541" y="995447"/>
                  </a:lnTo>
                  <a:lnTo>
                    <a:pt x="1277237" y="993080"/>
                  </a:lnTo>
                  <a:lnTo>
                    <a:pt x="1277934" y="992664"/>
                  </a:lnTo>
                  <a:lnTo>
                    <a:pt x="1278630" y="992381"/>
                  </a:lnTo>
                  <a:lnTo>
                    <a:pt x="1279326" y="992381"/>
                  </a:lnTo>
                  <a:lnTo>
                    <a:pt x="1280022" y="992381"/>
                  </a:lnTo>
                  <a:lnTo>
                    <a:pt x="1280718" y="992381"/>
                  </a:lnTo>
                  <a:lnTo>
                    <a:pt x="1281414" y="993032"/>
                  </a:lnTo>
                  <a:lnTo>
                    <a:pt x="1282111" y="995280"/>
                  </a:lnTo>
                  <a:lnTo>
                    <a:pt x="1282807" y="999282"/>
                  </a:lnTo>
                  <a:lnTo>
                    <a:pt x="1283503" y="1005778"/>
                  </a:lnTo>
                  <a:lnTo>
                    <a:pt x="1284199" y="1011732"/>
                  </a:lnTo>
                  <a:lnTo>
                    <a:pt x="1284895" y="1017888"/>
                  </a:lnTo>
                  <a:lnTo>
                    <a:pt x="1285591" y="1024043"/>
                  </a:lnTo>
                  <a:lnTo>
                    <a:pt x="1286288" y="1030076"/>
                  </a:lnTo>
                  <a:lnTo>
                    <a:pt x="1286984" y="1035240"/>
                  </a:lnTo>
                  <a:lnTo>
                    <a:pt x="1287680" y="1039482"/>
                  </a:lnTo>
                  <a:lnTo>
                    <a:pt x="1288376" y="1043290"/>
                  </a:lnTo>
                  <a:lnTo>
                    <a:pt x="1289072" y="1047414"/>
                  </a:lnTo>
                  <a:lnTo>
                    <a:pt x="1289769" y="1052153"/>
                  </a:lnTo>
                  <a:lnTo>
                    <a:pt x="1290465" y="1056892"/>
                  </a:lnTo>
                  <a:lnTo>
                    <a:pt x="1291161" y="1062207"/>
                  </a:lnTo>
                  <a:lnTo>
                    <a:pt x="1291857" y="1066841"/>
                  </a:lnTo>
                  <a:lnTo>
                    <a:pt x="1292553" y="1070125"/>
                  </a:lnTo>
                  <a:lnTo>
                    <a:pt x="1293249" y="1071231"/>
                  </a:lnTo>
                  <a:lnTo>
                    <a:pt x="1293946" y="1072170"/>
                  </a:lnTo>
                  <a:lnTo>
                    <a:pt x="1294642" y="1073109"/>
                  </a:lnTo>
                  <a:lnTo>
                    <a:pt x="1295338" y="1074048"/>
                  </a:lnTo>
                  <a:lnTo>
                    <a:pt x="1296034" y="1076590"/>
                  </a:lnTo>
                  <a:lnTo>
                    <a:pt x="1296730" y="1079874"/>
                  </a:lnTo>
                  <a:lnTo>
                    <a:pt x="1297426" y="1083157"/>
                  </a:lnTo>
                  <a:lnTo>
                    <a:pt x="1298123" y="1087430"/>
                  </a:lnTo>
                  <a:lnTo>
                    <a:pt x="1298819" y="1092483"/>
                  </a:lnTo>
                  <a:lnTo>
                    <a:pt x="1299515" y="1098112"/>
                  </a:lnTo>
                  <a:lnTo>
                    <a:pt x="1300211" y="1102849"/>
                  </a:lnTo>
                  <a:lnTo>
                    <a:pt x="1300907" y="1108162"/>
                  </a:lnTo>
                  <a:lnTo>
                    <a:pt x="1301604" y="1113969"/>
                  </a:lnTo>
                  <a:lnTo>
                    <a:pt x="1302300" y="1121114"/>
                  </a:lnTo>
                  <a:lnTo>
                    <a:pt x="1302996" y="1130710"/>
                  </a:lnTo>
                  <a:lnTo>
                    <a:pt x="1303692" y="1141931"/>
                  </a:lnTo>
                  <a:lnTo>
                    <a:pt x="1304388" y="1152747"/>
                  </a:lnTo>
                  <a:lnTo>
                    <a:pt x="1305084" y="1163562"/>
                  </a:lnTo>
                  <a:lnTo>
                    <a:pt x="1305781" y="1174377"/>
                  </a:lnTo>
                  <a:lnTo>
                    <a:pt x="1306477" y="1184904"/>
                  </a:lnTo>
                  <a:lnTo>
                    <a:pt x="1307173" y="1195432"/>
                  </a:lnTo>
                  <a:lnTo>
                    <a:pt x="1307869" y="1205503"/>
                  </a:lnTo>
                  <a:lnTo>
                    <a:pt x="1308565" y="1216507"/>
                  </a:lnTo>
                  <a:lnTo>
                    <a:pt x="1309261" y="1227034"/>
                  </a:lnTo>
                  <a:lnTo>
                    <a:pt x="1309958" y="1235867"/>
                  </a:lnTo>
                  <a:lnTo>
                    <a:pt x="1310654" y="1244917"/>
                  </a:lnTo>
                  <a:lnTo>
                    <a:pt x="1311350" y="1251020"/>
                  </a:lnTo>
                  <a:lnTo>
                    <a:pt x="1312046" y="1256151"/>
                  </a:lnTo>
                  <a:lnTo>
                    <a:pt x="1312742" y="1260015"/>
                  </a:lnTo>
                  <a:lnTo>
                    <a:pt x="1313438" y="1260628"/>
                  </a:lnTo>
                  <a:lnTo>
                    <a:pt x="1314135" y="1259315"/>
                  </a:lnTo>
                  <a:lnTo>
                    <a:pt x="1314831" y="1257720"/>
                  </a:lnTo>
                  <a:lnTo>
                    <a:pt x="1315527" y="1256124"/>
                  </a:lnTo>
                  <a:lnTo>
                    <a:pt x="1316223" y="1254529"/>
                  </a:lnTo>
                  <a:lnTo>
                    <a:pt x="1316919" y="1252933"/>
                  </a:lnTo>
                  <a:lnTo>
                    <a:pt x="1317616" y="1251338"/>
                  </a:lnTo>
                  <a:lnTo>
                    <a:pt x="1318312" y="1249127"/>
                  </a:lnTo>
                  <a:lnTo>
                    <a:pt x="1319008" y="1244704"/>
                  </a:lnTo>
                  <a:lnTo>
                    <a:pt x="1319704" y="1238745"/>
                  </a:lnTo>
                  <a:lnTo>
                    <a:pt x="1320400" y="1232644"/>
                  </a:lnTo>
                  <a:lnTo>
                    <a:pt x="1321096" y="1227239"/>
                  </a:lnTo>
                  <a:lnTo>
                    <a:pt x="1321793" y="1224315"/>
                  </a:lnTo>
                  <a:lnTo>
                    <a:pt x="1322489" y="1221607"/>
                  </a:lnTo>
                  <a:lnTo>
                    <a:pt x="1323185" y="1218899"/>
                  </a:lnTo>
                  <a:lnTo>
                    <a:pt x="1323881" y="1216807"/>
                  </a:lnTo>
                  <a:lnTo>
                    <a:pt x="1324577" y="1214714"/>
                  </a:lnTo>
                  <a:lnTo>
                    <a:pt x="1325273" y="1212006"/>
                  </a:lnTo>
                  <a:lnTo>
                    <a:pt x="1325970" y="1207362"/>
                  </a:lnTo>
                  <a:lnTo>
                    <a:pt x="1326666" y="1202363"/>
                  </a:lnTo>
                  <a:lnTo>
                    <a:pt x="1327362" y="1197529"/>
                  </a:lnTo>
                  <a:lnTo>
                    <a:pt x="1328058" y="1191767"/>
                  </a:lnTo>
                  <a:lnTo>
                    <a:pt x="1328754" y="1186581"/>
                  </a:lnTo>
                  <a:lnTo>
                    <a:pt x="1329451" y="1180818"/>
                  </a:lnTo>
                  <a:lnTo>
                    <a:pt x="1330147" y="1176566"/>
                  </a:lnTo>
                  <a:lnTo>
                    <a:pt x="1330843" y="1172595"/>
                  </a:lnTo>
                  <a:lnTo>
                    <a:pt x="1331539" y="1167022"/>
                  </a:lnTo>
                  <a:lnTo>
                    <a:pt x="1332235" y="1159696"/>
                  </a:lnTo>
                  <a:lnTo>
                    <a:pt x="1332931" y="1151589"/>
                  </a:lnTo>
                  <a:lnTo>
                    <a:pt x="1333628" y="1143211"/>
                  </a:lnTo>
                  <a:lnTo>
                    <a:pt x="1334324" y="1133940"/>
                  </a:lnTo>
                  <a:lnTo>
                    <a:pt x="1335020" y="1124144"/>
                  </a:lnTo>
                  <a:lnTo>
                    <a:pt x="1335716" y="1114925"/>
                  </a:lnTo>
                  <a:lnTo>
                    <a:pt x="1336412" y="1106503"/>
                  </a:lnTo>
                  <a:lnTo>
                    <a:pt x="1337108" y="1098733"/>
                  </a:lnTo>
                  <a:lnTo>
                    <a:pt x="1337805" y="1090355"/>
                  </a:lnTo>
                  <a:lnTo>
                    <a:pt x="1338501" y="1082825"/>
                  </a:lnTo>
                  <a:lnTo>
                    <a:pt x="1339197" y="1075294"/>
                  </a:lnTo>
                  <a:lnTo>
                    <a:pt x="1339893" y="1068671"/>
                  </a:lnTo>
                  <a:lnTo>
                    <a:pt x="1340589" y="1062048"/>
                  </a:lnTo>
                  <a:lnTo>
                    <a:pt x="1341285" y="1053899"/>
                  </a:lnTo>
                  <a:lnTo>
                    <a:pt x="1341982" y="1046128"/>
                  </a:lnTo>
                  <a:lnTo>
                    <a:pt x="1342678" y="1037761"/>
                  </a:lnTo>
                  <a:lnTo>
                    <a:pt x="1343374" y="1028997"/>
                  </a:lnTo>
                  <a:lnTo>
                    <a:pt x="1344070" y="1020778"/>
                  </a:lnTo>
                  <a:lnTo>
                    <a:pt x="1344766" y="1013201"/>
                  </a:lnTo>
                  <a:lnTo>
                    <a:pt x="1345463" y="1007830"/>
                  </a:lnTo>
                  <a:lnTo>
                    <a:pt x="1346159" y="1001885"/>
                  </a:lnTo>
                  <a:lnTo>
                    <a:pt x="1346855" y="998859"/>
                  </a:lnTo>
                  <a:lnTo>
                    <a:pt x="1347551" y="996025"/>
                  </a:lnTo>
                  <a:lnTo>
                    <a:pt x="1348247" y="993190"/>
                  </a:lnTo>
                  <a:lnTo>
                    <a:pt x="1348943" y="990936"/>
                  </a:lnTo>
                  <a:lnTo>
                    <a:pt x="1349640" y="988681"/>
                  </a:lnTo>
                  <a:lnTo>
                    <a:pt x="1350336" y="986134"/>
                  </a:lnTo>
                  <a:lnTo>
                    <a:pt x="1351032" y="983587"/>
                  </a:lnTo>
                  <a:lnTo>
                    <a:pt x="1351728" y="982559"/>
                  </a:lnTo>
                  <a:lnTo>
                    <a:pt x="1352424" y="981055"/>
                  </a:lnTo>
                  <a:lnTo>
                    <a:pt x="1353120" y="981248"/>
                  </a:lnTo>
                  <a:lnTo>
                    <a:pt x="1353817" y="983567"/>
                  </a:lnTo>
                  <a:lnTo>
                    <a:pt x="1354513" y="986066"/>
                  </a:lnTo>
                  <a:lnTo>
                    <a:pt x="1355209" y="990103"/>
                  </a:lnTo>
                  <a:lnTo>
                    <a:pt x="1355905" y="993614"/>
                  </a:lnTo>
                  <a:lnTo>
                    <a:pt x="1356601" y="998362"/>
                  </a:lnTo>
                  <a:lnTo>
                    <a:pt x="1357298" y="1001238"/>
                  </a:lnTo>
                  <a:lnTo>
                    <a:pt x="1357994" y="1003899"/>
                  </a:lnTo>
                  <a:lnTo>
                    <a:pt x="1358690" y="1006742"/>
                  </a:lnTo>
                  <a:lnTo>
                    <a:pt x="1359386" y="1007276"/>
                  </a:lnTo>
                  <a:lnTo>
                    <a:pt x="1360082" y="1007592"/>
                  </a:lnTo>
                  <a:lnTo>
                    <a:pt x="1360778" y="1008089"/>
                  </a:lnTo>
                  <a:lnTo>
                    <a:pt x="1361475" y="1010522"/>
                  </a:lnTo>
                  <a:lnTo>
                    <a:pt x="1362171" y="1013278"/>
                  </a:lnTo>
                  <a:lnTo>
                    <a:pt x="1362867" y="1015328"/>
                  </a:lnTo>
                  <a:lnTo>
                    <a:pt x="1363563" y="1017412"/>
                  </a:lnTo>
                  <a:lnTo>
                    <a:pt x="1364259" y="1019496"/>
                  </a:lnTo>
                  <a:lnTo>
                    <a:pt x="1364955" y="1021580"/>
                  </a:lnTo>
                  <a:lnTo>
                    <a:pt x="1365652" y="1022155"/>
                  </a:lnTo>
                  <a:lnTo>
                    <a:pt x="1366348" y="1019439"/>
                  </a:lnTo>
                  <a:lnTo>
                    <a:pt x="1367044" y="1016337"/>
                  </a:lnTo>
                  <a:lnTo>
                    <a:pt x="1367740" y="1014247"/>
                  </a:lnTo>
                  <a:lnTo>
                    <a:pt x="1368436" y="1012936"/>
                  </a:lnTo>
                  <a:lnTo>
                    <a:pt x="1369132" y="1011444"/>
                  </a:lnTo>
                  <a:lnTo>
                    <a:pt x="1369829" y="1011723"/>
                  </a:lnTo>
                  <a:lnTo>
                    <a:pt x="1370525" y="1012557"/>
                  </a:lnTo>
                  <a:lnTo>
                    <a:pt x="1371221" y="1013392"/>
                  </a:lnTo>
                  <a:lnTo>
                    <a:pt x="1371917" y="1012853"/>
                  </a:lnTo>
                  <a:lnTo>
                    <a:pt x="1372613" y="1011489"/>
                  </a:lnTo>
                  <a:lnTo>
                    <a:pt x="1373310" y="1011051"/>
                  </a:lnTo>
                  <a:lnTo>
                    <a:pt x="1374006" y="1010747"/>
                  </a:lnTo>
                  <a:lnTo>
                    <a:pt x="1374702" y="1010444"/>
                  </a:lnTo>
                  <a:lnTo>
                    <a:pt x="1375398" y="1009848"/>
                  </a:lnTo>
                  <a:lnTo>
                    <a:pt x="1376094" y="1009555"/>
                  </a:lnTo>
                  <a:lnTo>
                    <a:pt x="1376790" y="1014078"/>
                  </a:lnTo>
                  <a:lnTo>
                    <a:pt x="1377487" y="1019048"/>
                  </a:lnTo>
                  <a:lnTo>
                    <a:pt x="1378183" y="1024614"/>
                  </a:lnTo>
                  <a:lnTo>
                    <a:pt x="1378879" y="1031033"/>
                  </a:lnTo>
                  <a:lnTo>
                    <a:pt x="1379575" y="1037762"/>
                  </a:lnTo>
                  <a:lnTo>
                    <a:pt x="1380271" y="1044591"/>
                  </a:lnTo>
                  <a:lnTo>
                    <a:pt x="1380967" y="1050759"/>
                  </a:lnTo>
                  <a:lnTo>
                    <a:pt x="1381664" y="1058453"/>
                  </a:lnTo>
                  <a:lnTo>
                    <a:pt x="1382360" y="1065919"/>
                  </a:lnTo>
                  <a:lnTo>
                    <a:pt x="1383056" y="1073385"/>
                  </a:lnTo>
                  <a:lnTo>
                    <a:pt x="1383752" y="1080852"/>
                  </a:lnTo>
                  <a:lnTo>
                    <a:pt x="1384448" y="1087770"/>
                  </a:lnTo>
                  <a:lnTo>
                    <a:pt x="1385145" y="1094688"/>
                  </a:lnTo>
                  <a:lnTo>
                    <a:pt x="1385841" y="1102154"/>
                  </a:lnTo>
                  <a:lnTo>
                    <a:pt x="1386537" y="1109365"/>
                  </a:lnTo>
                  <a:lnTo>
                    <a:pt x="1387233" y="1115057"/>
                  </a:lnTo>
                  <a:lnTo>
                    <a:pt x="1387929" y="1120937"/>
                  </a:lnTo>
                  <a:lnTo>
                    <a:pt x="1388625" y="1125120"/>
                  </a:lnTo>
                  <a:lnTo>
                    <a:pt x="1389322" y="1127177"/>
                  </a:lnTo>
                  <a:lnTo>
                    <a:pt x="1390018" y="1129234"/>
                  </a:lnTo>
                  <a:lnTo>
                    <a:pt x="1390714" y="1131291"/>
                  </a:lnTo>
                  <a:lnTo>
                    <a:pt x="1391410" y="1133167"/>
                  </a:lnTo>
                  <a:lnTo>
                    <a:pt x="1392106" y="1133111"/>
                  </a:lnTo>
                  <a:lnTo>
                    <a:pt x="1392802" y="1133111"/>
                  </a:lnTo>
                  <a:lnTo>
                    <a:pt x="1393499" y="1133111"/>
                  </a:lnTo>
                  <a:lnTo>
                    <a:pt x="1394195" y="1133111"/>
                  </a:lnTo>
                  <a:lnTo>
                    <a:pt x="1394891" y="1135418"/>
                  </a:lnTo>
                  <a:lnTo>
                    <a:pt x="1395587" y="1138232"/>
                  </a:lnTo>
                  <a:lnTo>
                    <a:pt x="1396283" y="1140577"/>
                  </a:lnTo>
                  <a:lnTo>
                    <a:pt x="1396980" y="1142921"/>
                  </a:lnTo>
                  <a:lnTo>
                    <a:pt x="1397676" y="1144722"/>
                  </a:lnTo>
                  <a:lnTo>
                    <a:pt x="1398372" y="1147065"/>
                  </a:lnTo>
                  <a:lnTo>
                    <a:pt x="1399068" y="1150301"/>
                  </a:lnTo>
                  <a:lnTo>
                    <a:pt x="1399764" y="1153825"/>
                  </a:lnTo>
                  <a:lnTo>
                    <a:pt x="1400460" y="1157605"/>
                  </a:lnTo>
                  <a:lnTo>
                    <a:pt x="1401157" y="1161384"/>
                  </a:lnTo>
                  <a:lnTo>
                    <a:pt x="1401853" y="1168173"/>
                  </a:lnTo>
                  <a:lnTo>
                    <a:pt x="1402549" y="1175651"/>
                  </a:lnTo>
                  <a:lnTo>
                    <a:pt x="1403245" y="1183421"/>
                  </a:lnTo>
                  <a:lnTo>
                    <a:pt x="1403941" y="1191647"/>
                  </a:lnTo>
                  <a:lnTo>
                    <a:pt x="1404637" y="1200902"/>
                  </a:lnTo>
                  <a:lnTo>
                    <a:pt x="1405334" y="1209279"/>
                  </a:lnTo>
                  <a:lnTo>
                    <a:pt x="1406030" y="1217048"/>
                  </a:lnTo>
                  <a:lnTo>
                    <a:pt x="1406726" y="1224818"/>
                  </a:lnTo>
                  <a:lnTo>
                    <a:pt x="1407422" y="1232588"/>
                  </a:lnTo>
                  <a:lnTo>
                    <a:pt x="1408118" y="1241107"/>
                  </a:lnTo>
                  <a:lnTo>
                    <a:pt x="1408814" y="1249307"/>
                  </a:lnTo>
                  <a:lnTo>
                    <a:pt x="1409511" y="1256526"/>
                  </a:lnTo>
                  <a:lnTo>
                    <a:pt x="1410207" y="1263745"/>
                  </a:lnTo>
                  <a:lnTo>
                    <a:pt x="1410903" y="1270509"/>
                  </a:lnTo>
                  <a:lnTo>
                    <a:pt x="1411599" y="1277424"/>
                  </a:lnTo>
                  <a:lnTo>
                    <a:pt x="1412295" y="1281051"/>
                  </a:lnTo>
                  <a:lnTo>
                    <a:pt x="1412992" y="1284467"/>
                  </a:lnTo>
                  <a:lnTo>
                    <a:pt x="1413688" y="1287267"/>
                  </a:lnTo>
                  <a:lnTo>
                    <a:pt x="1414384" y="1290068"/>
                  </a:lnTo>
                  <a:lnTo>
                    <a:pt x="1415080" y="1290240"/>
                  </a:lnTo>
                  <a:lnTo>
                    <a:pt x="1415776" y="1287787"/>
                  </a:lnTo>
                  <a:lnTo>
                    <a:pt x="1416472" y="1283715"/>
                  </a:lnTo>
                  <a:lnTo>
                    <a:pt x="1417169" y="1279642"/>
                  </a:lnTo>
                  <a:lnTo>
                    <a:pt x="1417865" y="1273527"/>
                  </a:lnTo>
                  <a:lnTo>
                    <a:pt x="1418561" y="1264820"/>
                  </a:lnTo>
                  <a:lnTo>
                    <a:pt x="1419257" y="1255649"/>
                  </a:lnTo>
                  <a:lnTo>
                    <a:pt x="1419953" y="1246413"/>
                  </a:lnTo>
                  <a:lnTo>
                    <a:pt x="1420649" y="1236722"/>
                  </a:lnTo>
                  <a:lnTo>
                    <a:pt x="1421346" y="1227230"/>
                  </a:lnTo>
                  <a:lnTo>
                    <a:pt x="1422042" y="1214608"/>
                  </a:lnTo>
                  <a:lnTo>
                    <a:pt x="1422738" y="1201979"/>
                  </a:lnTo>
                  <a:lnTo>
                    <a:pt x="1423434" y="1188146"/>
                  </a:lnTo>
                  <a:lnTo>
                    <a:pt x="1424130" y="1174367"/>
                  </a:lnTo>
                  <a:lnTo>
                    <a:pt x="1424827" y="1160027"/>
                  </a:lnTo>
                  <a:lnTo>
                    <a:pt x="1425523" y="1145642"/>
                  </a:lnTo>
                  <a:lnTo>
                    <a:pt x="1426219" y="1131121"/>
                  </a:lnTo>
                  <a:lnTo>
                    <a:pt x="1426915" y="1116871"/>
                  </a:lnTo>
                  <a:lnTo>
                    <a:pt x="1427611" y="1102307"/>
                  </a:lnTo>
                  <a:lnTo>
                    <a:pt x="1428307" y="1087922"/>
                  </a:lnTo>
                  <a:lnTo>
                    <a:pt x="1429004" y="1075560"/>
                  </a:lnTo>
                  <a:lnTo>
                    <a:pt x="1429700" y="1062510"/>
                  </a:lnTo>
                  <a:lnTo>
                    <a:pt x="1430396" y="1049713"/>
                  </a:lnTo>
                  <a:lnTo>
                    <a:pt x="1431092" y="1036628"/>
                  </a:lnTo>
                  <a:lnTo>
                    <a:pt x="1431788" y="1023236"/>
                  </a:lnTo>
                  <a:lnTo>
                    <a:pt x="1432484" y="1010248"/>
                  </a:lnTo>
                  <a:lnTo>
                    <a:pt x="1433181" y="996598"/>
                  </a:lnTo>
                  <a:lnTo>
                    <a:pt x="1433877" y="983729"/>
                  </a:lnTo>
                  <a:lnTo>
                    <a:pt x="1434573" y="970841"/>
                  </a:lnTo>
                  <a:lnTo>
                    <a:pt x="1435269" y="958155"/>
                  </a:lnTo>
                  <a:lnTo>
                    <a:pt x="1435965" y="945267"/>
                  </a:lnTo>
                  <a:lnTo>
                    <a:pt x="1436661" y="933332"/>
                  </a:lnTo>
                  <a:lnTo>
                    <a:pt x="1437358" y="922413"/>
                  </a:lnTo>
                  <a:lnTo>
                    <a:pt x="1438054" y="911630"/>
                  </a:lnTo>
                  <a:lnTo>
                    <a:pt x="1438750" y="901814"/>
                  </a:lnTo>
                  <a:lnTo>
                    <a:pt x="1439446" y="891068"/>
                  </a:lnTo>
                  <a:lnTo>
                    <a:pt x="1440142" y="881991"/>
                  </a:lnTo>
                  <a:lnTo>
                    <a:pt x="1440839" y="872913"/>
                  </a:lnTo>
                  <a:lnTo>
                    <a:pt x="1441535" y="863835"/>
                  </a:lnTo>
                  <a:lnTo>
                    <a:pt x="1442231" y="855221"/>
                  </a:lnTo>
                  <a:lnTo>
                    <a:pt x="1442927" y="850418"/>
                  </a:lnTo>
                  <a:lnTo>
                    <a:pt x="1443623" y="846765"/>
                  </a:lnTo>
                  <a:lnTo>
                    <a:pt x="1444319" y="843370"/>
                  </a:lnTo>
                  <a:lnTo>
                    <a:pt x="1445016" y="839973"/>
                  </a:lnTo>
                  <a:lnTo>
                    <a:pt x="1445712" y="837803"/>
                  </a:lnTo>
                  <a:lnTo>
                    <a:pt x="1446408" y="836951"/>
                  </a:lnTo>
                  <a:lnTo>
                    <a:pt x="1447104" y="835644"/>
                  </a:lnTo>
                  <a:lnTo>
                    <a:pt x="1447800" y="834336"/>
                  </a:lnTo>
                  <a:lnTo>
                    <a:pt x="1448496" y="832413"/>
                  </a:lnTo>
                  <a:lnTo>
                    <a:pt x="1449193" y="831106"/>
                  </a:lnTo>
                  <a:lnTo>
                    <a:pt x="1449889" y="829798"/>
                  </a:lnTo>
                  <a:lnTo>
                    <a:pt x="1450585" y="829808"/>
                  </a:lnTo>
                  <a:lnTo>
                    <a:pt x="1451281" y="831702"/>
                  </a:lnTo>
                  <a:lnTo>
                    <a:pt x="1451977" y="835518"/>
                  </a:lnTo>
                  <a:lnTo>
                    <a:pt x="1452674" y="839334"/>
                  </a:lnTo>
                  <a:lnTo>
                    <a:pt x="1453370" y="845194"/>
                  </a:lnTo>
                  <a:lnTo>
                    <a:pt x="1454066" y="853645"/>
                  </a:lnTo>
                  <a:lnTo>
                    <a:pt x="1454762" y="862273"/>
                  </a:lnTo>
                  <a:lnTo>
                    <a:pt x="1455458" y="871221"/>
                  </a:lnTo>
                  <a:lnTo>
                    <a:pt x="1456154" y="880443"/>
                  </a:lnTo>
                  <a:lnTo>
                    <a:pt x="1456851" y="889209"/>
                  </a:lnTo>
                  <a:lnTo>
                    <a:pt x="1457547" y="901362"/>
                  </a:lnTo>
                  <a:lnTo>
                    <a:pt x="1458243" y="913523"/>
                  </a:lnTo>
                  <a:lnTo>
                    <a:pt x="1458939" y="927174"/>
                  </a:lnTo>
                  <a:lnTo>
                    <a:pt x="1459635" y="940771"/>
                  </a:lnTo>
                  <a:lnTo>
                    <a:pt x="1460331" y="954929"/>
                  </a:lnTo>
                  <a:lnTo>
                    <a:pt x="1461028" y="968816"/>
                  </a:lnTo>
                  <a:lnTo>
                    <a:pt x="1461724" y="982841"/>
                  </a:lnTo>
                  <a:lnTo>
                    <a:pt x="1462420" y="996774"/>
                  </a:lnTo>
                  <a:lnTo>
                    <a:pt x="1463116" y="1011022"/>
                  </a:lnTo>
                  <a:lnTo>
                    <a:pt x="1463812" y="1025092"/>
                  </a:lnTo>
                  <a:lnTo>
                    <a:pt x="1464509" y="1037138"/>
                  </a:lnTo>
                  <a:lnTo>
                    <a:pt x="1465205" y="1049690"/>
                  </a:lnTo>
                  <a:lnTo>
                    <a:pt x="1465901" y="1061990"/>
                  </a:lnTo>
                  <a:lnTo>
                    <a:pt x="1466597" y="1074290"/>
                  </a:lnTo>
                  <a:lnTo>
                    <a:pt x="1467293" y="1087184"/>
                  </a:lnTo>
                  <a:lnTo>
                    <a:pt x="1467989" y="1099675"/>
                  </a:lnTo>
                  <a:lnTo>
                    <a:pt x="1468686" y="1112827"/>
                  </a:lnTo>
                  <a:lnTo>
                    <a:pt x="1469382" y="1125200"/>
                  </a:lnTo>
                  <a:lnTo>
                    <a:pt x="1470078" y="1137590"/>
                  </a:lnTo>
                  <a:lnTo>
                    <a:pt x="1470774" y="1149491"/>
                  </a:lnTo>
                  <a:lnTo>
                    <a:pt x="1471470" y="1161338"/>
                  </a:lnTo>
                  <a:lnTo>
                    <a:pt x="1472166" y="1172232"/>
                  </a:lnTo>
                  <a:lnTo>
                    <a:pt x="1472863" y="1182110"/>
                  </a:lnTo>
                  <a:lnTo>
                    <a:pt x="1473559" y="1191549"/>
                  </a:lnTo>
                  <a:lnTo>
                    <a:pt x="1474255" y="1199727"/>
                  </a:lnTo>
                  <a:lnTo>
                    <a:pt x="1474951" y="1208381"/>
                  </a:lnTo>
                  <a:lnTo>
                    <a:pt x="1475647" y="1215366"/>
                  </a:lnTo>
                  <a:lnTo>
                    <a:pt x="1476343" y="1222351"/>
                  </a:lnTo>
                  <a:lnTo>
                    <a:pt x="1477040" y="1229336"/>
                  </a:lnTo>
                  <a:lnTo>
                    <a:pt x="1477736" y="1235857"/>
                  </a:lnTo>
                  <a:lnTo>
                    <a:pt x="1478432" y="1238568"/>
                  </a:lnTo>
                  <a:lnTo>
                    <a:pt x="1479128" y="1240127"/>
                  </a:lnTo>
                  <a:lnTo>
                    <a:pt x="1479824" y="1241431"/>
                  </a:lnTo>
                  <a:lnTo>
                    <a:pt x="1480521" y="1242734"/>
                  </a:lnTo>
                  <a:lnTo>
                    <a:pt x="1481217" y="1242812"/>
                  </a:lnTo>
                  <a:lnTo>
                    <a:pt x="1481913" y="1242027"/>
                  </a:lnTo>
                  <a:lnTo>
                    <a:pt x="1482609" y="1241241"/>
                  </a:lnTo>
                  <a:lnTo>
                    <a:pt x="1483305" y="1240456"/>
                  </a:lnTo>
                  <a:lnTo>
                    <a:pt x="1484001" y="1239671"/>
                  </a:lnTo>
                  <a:lnTo>
                    <a:pt x="1484698" y="1238886"/>
                  </a:lnTo>
                  <a:lnTo>
                    <a:pt x="1485394" y="1238101"/>
                  </a:lnTo>
                  <a:lnTo>
                    <a:pt x="1486090" y="1237316"/>
                  </a:lnTo>
                  <a:lnTo>
                    <a:pt x="1486786" y="1236847"/>
                  </a:lnTo>
                  <a:lnTo>
                    <a:pt x="1487482" y="1236378"/>
                  </a:lnTo>
                  <a:lnTo>
                    <a:pt x="1488178" y="1235908"/>
                  </a:lnTo>
                  <a:lnTo>
                    <a:pt x="1488875" y="1235439"/>
                  </a:lnTo>
                  <a:lnTo>
                    <a:pt x="1489571" y="1234970"/>
                  </a:lnTo>
                  <a:lnTo>
                    <a:pt x="1490267" y="1234788"/>
                  </a:lnTo>
                  <a:lnTo>
                    <a:pt x="1490963" y="1234606"/>
                  </a:lnTo>
                  <a:lnTo>
                    <a:pt x="1491659" y="1234606"/>
                  </a:lnTo>
                  <a:lnTo>
                    <a:pt x="1492356" y="1234606"/>
                  </a:lnTo>
                  <a:lnTo>
                    <a:pt x="1493052" y="1234606"/>
                  </a:lnTo>
                  <a:lnTo>
                    <a:pt x="1493748" y="1234606"/>
                  </a:lnTo>
                  <a:lnTo>
                    <a:pt x="1494444" y="1234787"/>
                  </a:lnTo>
                  <a:lnTo>
                    <a:pt x="1495140" y="1234969"/>
                  </a:lnTo>
                  <a:lnTo>
                    <a:pt x="1495836" y="1235150"/>
                  </a:lnTo>
                  <a:lnTo>
                    <a:pt x="1496533" y="1235647"/>
                  </a:lnTo>
                  <a:lnTo>
                    <a:pt x="1497229" y="1235963"/>
                  </a:lnTo>
                  <a:lnTo>
                    <a:pt x="1497925" y="1236279"/>
                  </a:lnTo>
                  <a:lnTo>
                    <a:pt x="1498621" y="1236595"/>
                  </a:lnTo>
                  <a:lnTo>
                    <a:pt x="1499317" y="1236911"/>
                  </a:lnTo>
                  <a:lnTo>
                    <a:pt x="1500013" y="1237226"/>
                  </a:lnTo>
                  <a:lnTo>
                    <a:pt x="1500710" y="1238011"/>
                  </a:lnTo>
                  <a:lnTo>
                    <a:pt x="1501406" y="1237815"/>
                  </a:lnTo>
                  <a:lnTo>
                    <a:pt x="1502102" y="1236511"/>
                  </a:lnTo>
                  <a:lnTo>
                    <a:pt x="1502798" y="1235207"/>
                  </a:lnTo>
                  <a:lnTo>
                    <a:pt x="1503494" y="1233904"/>
                  </a:lnTo>
                  <a:lnTo>
                    <a:pt x="1504190" y="1232903"/>
                  </a:lnTo>
                  <a:lnTo>
                    <a:pt x="1504887" y="1231904"/>
                  </a:lnTo>
                  <a:lnTo>
                    <a:pt x="1505583" y="1231651"/>
                  </a:lnTo>
                  <a:lnTo>
                    <a:pt x="1506279" y="1231077"/>
                  </a:lnTo>
                  <a:lnTo>
                    <a:pt x="1506975" y="1227694"/>
                  </a:lnTo>
                  <a:lnTo>
                    <a:pt x="1507671" y="1222632"/>
                  </a:lnTo>
                  <a:lnTo>
                    <a:pt x="1508368" y="1217194"/>
                  </a:lnTo>
                  <a:lnTo>
                    <a:pt x="1509064" y="1209359"/>
                  </a:lnTo>
                  <a:lnTo>
                    <a:pt x="1509760" y="1201297"/>
                  </a:lnTo>
                  <a:lnTo>
                    <a:pt x="1510456" y="1192821"/>
                  </a:lnTo>
                  <a:lnTo>
                    <a:pt x="1511152" y="1184344"/>
                  </a:lnTo>
                  <a:lnTo>
                    <a:pt x="1511848" y="1176343"/>
                  </a:lnTo>
                  <a:lnTo>
                    <a:pt x="1512545" y="1169084"/>
                  </a:lnTo>
                  <a:lnTo>
                    <a:pt x="1513241" y="1162393"/>
                  </a:lnTo>
                  <a:lnTo>
                    <a:pt x="1513937" y="1155703"/>
                  </a:lnTo>
                  <a:lnTo>
                    <a:pt x="1514633" y="1149012"/>
                  </a:lnTo>
                  <a:lnTo>
                    <a:pt x="1515329" y="1140303"/>
                  </a:lnTo>
                  <a:lnTo>
                    <a:pt x="1516025" y="1129433"/>
                  </a:lnTo>
                  <a:lnTo>
                    <a:pt x="1516722" y="1117853"/>
                  </a:lnTo>
                  <a:lnTo>
                    <a:pt x="1517418" y="1107820"/>
                  </a:lnTo>
                  <a:lnTo>
                    <a:pt x="1518114" y="1099344"/>
                  </a:lnTo>
                  <a:lnTo>
                    <a:pt x="1518810" y="1091163"/>
                  </a:lnTo>
                  <a:lnTo>
                    <a:pt x="1519506" y="1084651"/>
                  </a:lnTo>
                  <a:lnTo>
                    <a:pt x="1520203" y="1079065"/>
                  </a:lnTo>
                  <a:lnTo>
                    <a:pt x="1520899" y="1073388"/>
                  </a:lnTo>
                  <a:lnTo>
                    <a:pt x="1521595" y="1067711"/>
                  </a:lnTo>
                  <a:lnTo>
                    <a:pt x="1522291" y="1061717"/>
                  </a:lnTo>
                  <a:lnTo>
                    <a:pt x="1522987" y="1055169"/>
                  </a:lnTo>
                  <a:lnTo>
                    <a:pt x="1523683" y="1047726"/>
                  </a:lnTo>
                  <a:lnTo>
                    <a:pt x="1524380" y="1040283"/>
                  </a:lnTo>
                  <a:lnTo>
                    <a:pt x="1525076" y="1032840"/>
                  </a:lnTo>
                  <a:lnTo>
                    <a:pt x="1525772" y="1027155"/>
                  </a:lnTo>
                  <a:lnTo>
                    <a:pt x="1526468" y="1024520"/>
                  </a:lnTo>
                  <a:lnTo>
                    <a:pt x="1527164" y="1023518"/>
                  </a:lnTo>
                  <a:lnTo>
                    <a:pt x="1527860" y="1022950"/>
                  </a:lnTo>
                  <a:lnTo>
                    <a:pt x="1528557" y="1022382"/>
                  </a:lnTo>
                  <a:lnTo>
                    <a:pt x="1529253" y="1021814"/>
                  </a:lnTo>
                  <a:lnTo>
                    <a:pt x="1529949" y="1021065"/>
                  </a:lnTo>
                  <a:lnTo>
                    <a:pt x="1530645" y="1022075"/>
                  </a:lnTo>
                  <a:lnTo>
                    <a:pt x="1531341" y="1023943"/>
                  </a:lnTo>
                  <a:lnTo>
                    <a:pt x="1532038" y="1027404"/>
                  </a:lnTo>
                  <a:lnTo>
                    <a:pt x="1532734" y="1032025"/>
                  </a:lnTo>
                  <a:lnTo>
                    <a:pt x="1533430" y="1037541"/>
                  </a:lnTo>
                  <a:lnTo>
                    <a:pt x="1534126" y="1042163"/>
                  </a:lnTo>
                  <a:lnTo>
                    <a:pt x="1534822" y="1048122"/>
                  </a:lnTo>
                  <a:lnTo>
                    <a:pt x="1535518" y="1054080"/>
                  </a:lnTo>
                  <a:lnTo>
                    <a:pt x="1536215" y="1058419"/>
                  </a:lnTo>
                  <a:lnTo>
                    <a:pt x="1536911" y="1062859"/>
                  </a:lnTo>
                  <a:lnTo>
                    <a:pt x="1537607" y="1068406"/>
                  </a:lnTo>
                  <a:lnTo>
                    <a:pt x="1538303" y="1075314"/>
                  </a:lnTo>
                  <a:lnTo>
                    <a:pt x="1538999" y="1081939"/>
                  </a:lnTo>
                  <a:lnTo>
                    <a:pt x="1539695" y="1086751"/>
                  </a:lnTo>
                  <a:lnTo>
                    <a:pt x="1540392" y="1090503"/>
                  </a:lnTo>
                  <a:lnTo>
                    <a:pt x="1541088" y="1090154"/>
                  </a:lnTo>
                  <a:lnTo>
                    <a:pt x="1541784" y="1090128"/>
                  </a:lnTo>
                  <a:lnTo>
                    <a:pt x="1542480" y="1089508"/>
                  </a:lnTo>
                  <a:lnTo>
                    <a:pt x="1543176" y="1089112"/>
                  </a:lnTo>
                  <a:lnTo>
                    <a:pt x="1543872" y="1087975"/>
                  </a:lnTo>
                  <a:lnTo>
                    <a:pt x="1544569" y="1089977"/>
                  </a:lnTo>
                  <a:lnTo>
                    <a:pt x="1545265" y="1091348"/>
                  </a:lnTo>
                  <a:lnTo>
                    <a:pt x="1545961" y="1092566"/>
                  </a:lnTo>
                  <a:lnTo>
                    <a:pt x="1546657" y="1093921"/>
                  </a:lnTo>
                  <a:lnTo>
                    <a:pt x="1547353" y="1094795"/>
                  </a:lnTo>
                  <a:lnTo>
                    <a:pt x="1548050" y="1094927"/>
                  </a:lnTo>
                  <a:lnTo>
                    <a:pt x="1548746" y="1094491"/>
                  </a:lnTo>
                  <a:lnTo>
                    <a:pt x="1549442" y="1094263"/>
                  </a:lnTo>
                  <a:lnTo>
                    <a:pt x="1550138" y="1094721"/>
                  </a:lnTo>
                  <a:lnTo>
                    <a:pt x="1550834" y="1097845"/>
                  </a:lnTo>
                  <a:lnTo>
                    <a:pt x="1551530" y="1105832"/>
                  </a:lnTo>
                  <a:lnTo>
                    <a:pt x="1552227" y="1115097"/>
                  </a:lnTo>
                  <a:lnTo>
                    <a:pt x="1552923" y="1125792"/>
                  </a:lnTo>
                  <a:lnTo>
                    <a:pt x="1553619" y="1135208"/>
                  </a:lnTo>
                  <a:lnTo>
                    <a:pt x="1554315" y="1144329"/>
                  </a:lnTo>
                  <a:lnTo>
                    <a:pt x="1555011" y="1151780"/>
                  </a:lnTo>
                  <a:lnTo>
                    <a:pt x="1555707" y="1158304"/>
                  </a:lnTo>
                  <a:lnTo>
                    <a:pt x="1556404" y="1164921"/>
                  </a:lnTo>
                  <a:lnTo>
                    <a:pt x="1557100" y="1172106"/>
                  </a:lnTo>
                  <a:lnTo>
                    <a:pt x="1557796" y="1180148"/>
                  </a:lnTo>
                  <a:lnTo>
                    <a:pt x="1558492" y="1188745"/>
                  </a:lnTo>
                  <a:lnTo>
                    <a:pt x="1559188" y="1198238"/>
                  </a:lnTo>
                  <a:lnTo>
                    <a:pt x="1559885" y="1208549"/>
                  </a:lnTo>
                  <a:lnTo>
                    <a:pt x="1560581" y="1219886"/>
                  </a:lnTo>
                  <a:lnTo>
                    <a:pt x="1561277" y="1231559"/>
                  </a:lnTo>
                  <a:lnTo>
                    <a:pt x="1561973" y="1238588"/>
                  </a:lnTo>
                  <a:lnTo>
                    <a:pt x="1562669" y="1243984"/>
                  </a:lnTo>
                  <a:lnTo>
                    <a:pt x="1563365" y="1248946"/>
                  </a:lnTo>
                  <a:lnTo>
                    <a:pt x="1564062" y="1253908"/>
                  </a:lnTo>
                  <a:lnTo>
                    <a:pt x="1564758" y="1258870"/>
                  </a:lnTo>
                  <a:lnTo>
                    <a:pt x="1565454" y="1263832"/>
                  </a:lnTo>
                  <a:lnTo>
                    <a:pt x="1566150" y="1267034"/>
                  </a:lnTo>
                  <a:lnTo>
                    <a:pt x="1566846" y="1269378"/>
                  </a:lnTo>
                  <a:lnTo>
                    <a:pt x="1567542" y="1270130"/>
                  </a:lnTo>
                  <a:lnTo>
                    <a:pt x="1568239" y="1269903"/>
                  </a:lnTo>
                  <a:lnTo>
                    <a:pt x="1568935" y="1268780"/>
                  </a:lnTo>
                  <a:lnTo>
                    <a:pt x="1569631" y="1268553"/>
                  </a:lnTo>
                  <a:lnTo>
                    <a:pt x="1570327" y="1266131"/>
                  </a:lnTo>
                  <a:lnTo>
                    <a:pt x="1571023" y="1263140"/>
                  </a:lnTo>
                  <a:lnTo>
                    <a:pt x="1571719" y="1260109"/>
                  </a:lnTo>
                  <a:lnTo>
                    <a:pt x="1572416" y="1257959"/>
                  </a:lnTo>
                  <a:lnTo>
                    <a:pt x="1573112" y="1255808"/>
                  </a:lnTo>
                  <a:lnTo>
                    <a:pt x="1573808" y="1251841"/>
                  </a:lnTo>
                  <a:lnTo>
                    <a:pt x="1574504" y="1248157"/>
                  </a:lnTo>
                  <a:lnTo>
                    <a:pt x="1575200" y="1245982"/>
                  </a:lnTo>
                  <a:lnTo>
                    <a:pt x="1575897" y="1244868"/>
                  </a:lnTo>
                  <a:lnTo>
                    <a:pt x="1576593" y="1247105"/>
                  </a:lnTo>
                  <a:lnTo>
                    <a:pt x="1577289" y="1249342"/>
                  </a:lnTo>
                  <a:lnTo>
                    <a:pt x="1577985" y="1253012"/>
                  </a:lnTo>
                  <a:lnTo>
                    <a:pt x="1578681" y="1257469"/>
                  </a:lnTo>
                  <a:lnTo>
                    <a:pt x="1579377" y="1262198"/>
                  </a:lnTo>
                  <a:lnTo>
                    <a:pt x="1580074" y="1266184"/>
                  </a:lnTo>
                  <a:lnTo>
                    <a:pt x="1580770" y="1271027"/>
                  </a:lnTo>
                  <a:lnTo>
                    <a:pt x="1581466" y="1276257"/>
                  </a:lnTo>
                  <a:lnTo>
                    <a:pt x="1582162" y="1281349"/>
                  </a:lnTo>
                  <a:lnTo>
                    <a:pt x="1582858" y="1286629"/>
                  </a:lnTo>
                  <a:lnTo>
                    <a:pt x="1583554" y="1291908"/>
                  </a:lnTo>
                  <a:lnTo>
                    <a:pt x="1584251" y="1297188"/>
                  </a:lnTo>
                  <a:lnTo>
                    <a:pt x="1584947" y="1301059"/>
                  </a:lnTo>
                  <a:lnTo>
                    <a:pt x="1585643" y="1303957"/>
                  </a:lnTo>
                  <a:lnTo>
                    <a:pt x="1586339" y="1306804"/>
                  </a:lnTo>
                  <a:lnTo>
                    <a:pt x="1587035" y="1306948"/>
                  </a:lnTo>
                  <a:lnTo>
                    <a:pt x="1587732" y="1306980"/>
                  </a:lnTo>
                  <a:lnTo>
                    <a:pt x="1588428" y="1305428"/>
                  </a:lnTo>
                  <a:lnTo>
                    <a:pt x="1589124" y="1303781"/>
                  </a:lnTo>
                  <a:lnTo>
                    <a:pt x="1589820" y="1302134"/>
                  </a:lnTo>
                  <a:lnTo>
                    <a:pt x="1590516" y="1300487"/>
                  </a:lnTo>
                  <a:lnTo>
                    <a:pt x="1591212" y="1298840"/>
                  </a:lnTo>
                  <a:lnTo>
                    <a:pt x="1591909" y="1297193"/>
                  </a:lnTo>
                  <a:lnTo>
                    <a:pt x="1592605" y="1294978"/>
                  </a:lnTo>
                  <a:lnTo>
                    <a:pt x="1593301" y="1291905"/>
                  </a:lnTo>
                  <a:lnTo>
                    <a:pt x="1593997" y="1288833"/>
                  </a:lnTo>
                  <a:lnTo>
                    <a:pt x="1594693" y="1284812"/>
                  </a:lnTo>
                  <a:lnTo>
                    <a:pt x="1595389" y="1280002"/>
                  </a:lnTo>
                  <a:lnTo>
                    <a:pt x="1596086" y="1274487"/>
                  </a:lnTo>
                  <a:lnTo>
                    <a:pt x="1596782" y="1266337"/>
                  </a:lnTo>
                  <a:lnTo>
                    <a:pt x="1597478" y="1259780"/>
                  </a:lnTo>
                  <a:lnTo>
                    <a:pt x="1598174" y="1253223"/>
                  </a:lnTo>
                  <a:lnTo>
                    <a:pt x="1598870" y="1246666"/>
                  </a:lnTo>
                  <a:lnTo>
                    <a:pt x="1599566" y="1240108"/>
                  </a:lnTo>
                  <a:lnTo>
                    <a:pt x="1600263" y="1233551"/>
                  </a:lnTo>
                  <a:lnTo>
                    <a:pt x="1600959" y="1226994"/>
                  </a:lnTo>
                  <a:lnTo>
                    <a:pt x="1601655" y="1220437"/>
                  </a:lnTo>
                  <a:lnTo>
                    <a:pt x="1602351" y="1213880"/>
                  </a:lnTo>
                  <a:lnTo>
                    <a:pt x="1603047" y="1207323"/>
                  </a:lnTo>
                  <a:lnTo>
                    <a:pt x="1603744" y="1200584"/>
                  </a:lnTo>
                  <a:lnTo>
                    <a:pt x="1604440" y="1193845"/>
                  </a:lnTo>
                  <a:lnTo>
                    <a:pt x="1605136" y="1188298"/>
                  </a:lnTo>
                  <a:lnTo>
                    <a:pt x="1605832" y="1182928"/>
                  </a:lnTo>
                  <a:lnTo>
                    <a:pt x="1606528" y="1177797"/>
                  </a:lnTo>
                  <a:lnTo>
                    <a:pt x="1607224" y="1173857"/>
                  </a:lnTo>
                  <a:lnTo>
                    <a:pt x="1607921" y="1169917"/>
                  </a:lnTo>
                  <a:lnTo>
                    <a:pt x="1608617" y="1165795"/>
                  </a:lnTo>
                  <a:lnTo>
                    <a:pt x="1609313" y="1162310"/>
                  </a:lnTo>
                  <a:lnTo>
                    <a:pt x="1610009" y="1158826"/>
                  </a:lnTo>
                  <a:lnTo>
                    <a:pt x="1610705" y="1155342"/>
                  </a:lnTo>
                  <a:lnTo>
                    <a:pt x="1611401" y="1151857"/>
                  </a:lnTo>
                  <a:lnTo>
                    <a:pt x="1612098" y="1148373"/>
                  </a:lnTo>
                  <a:lnTo>
                    <a:pt x="1612794" y="1144888"/>
                  </a:lnTo>
                  <a:lnTo>
                    <a:pt x="1613490" y="1143375"/>
                  </a:lnTo>
                  <a:lnTo>
                    <a:pt x="1614186" y="1142528"/>
                  </a:lnTo>
                  <a:lnTo>
                    <a:pt x="1614882" y="1142528"/>
                  </a:lnTo>
                  <a:lnTo>
                    <a:pt x="1615579" y="1142346"/>
                  </a:lnTo>
                  <a:lnTo>
                    <a:pt x="1616275" y="1144134"/>
                  </a:lnTo>
                  <a:lnTo>
                    <a:pt x="1616971" y="1146479"/>
                  </a:lnTo>
                  <a:lnTo>
                    <a:pt x="1617667" y="1148823"/>
                  </a:lnTo>
                  <a:lnTo>
                    <a:pt x="1618363" y="1150987"/>
                  </a:lnTo>
                  <a:lnTo>
                    <a:pt x="1619059" y="1153150"/>
                  </a:lnTo>
                  <a:lnTo>
                    <a:pt x="1619756" y="1154997"/>
                  </a:lnTo>
                  <a:lnTo>
                    <a:pt x="1620452" y="1158044"/>
                  </a:lnTo>
                  <a:lnTo>
                    <a:pt x="1621148" y="1161378"/>
                  </a:lnTo>
                  <a:lnTo>
                    <a:pt x="1621844" y="1164118"/>
                  </a:lnTo>
                  <a:lnTo>
                    <a:pt x="1622540" y="1166856"/>
                  </a:lnTo>
                  <a:lnTo>
                    <a:pt x="1623236" y="1169140"/>
                  </a:lnTo>
                  <a:lnTo>
                    <a:pt x="1623933" y="1170030"/>
                  </a:lnTo>
                  <a:lnTo>
                    <a:pt x="1624629" y="1170737"/>
                  </a:lnTo>
                  <a:lnTo>
                    <a:pt x="1625325" y="1171445"/>
                  </a:lnTo>
                  <a:lnTo>
                    <a:pt x="1626021" y="1172153"/>
                  </a:lnTo>
                  <a:lnTo>
                    <a:pt x="1626717" y="1173177"/>
                  </a:lnTo>
                  <a:lnTo>
                    <a:pt x="1627414" y="1174200"/>
                  </a:lnTo>
                  <a:lnTo>
                    <a:pt x="1628110" y="1175224"/>
                  </a:lnTo>
                  <a:lnTo>
                    <a:pt x="1628806" y="1176247"/>
                  </a:lnTo>
                  <a:lnTo>
                    <a:pt x="1629502" y="1177271"/>
                  </a:lnTo>
                  <a:lnTo>
                    <a:pt x="1630198" y="1179241"/>
                  </a:lnTo>
                  <a:lnTo>
                    <a:pt x="1630894" y="1181184"/>
                  </a:lnTo>
                  <a:lnTo>
                    <a:pt x="1631591" y="1182803"/>
                  </a:lnTo>
                  <a:lnTo>
                    <a:pt x="1632287" y="1184966"/>
                  </a:lnTo>
                  <a:lnTo>
                    <a:pt x="1632983" y="1187129"/>
                  </a:lnTo>
                  <a:lnTo>
                    <a:pt x="1633679" y="1189293"/>
                  </a:lnTo>
                  <a:lnTo>
                    <a:pt x="1634375" y="1191456"/>
                  </a:lnTo>
                  <a:lnTo>
                    <a:pt x="1635071" y="1193619"/>
                  </a:lnTo>
                  <a:lnTo>
                    <a:pt x="1635768" y="1195782"/>
                  </a:lnTo>
                  <a:lnTo>
                    <a:pt x="1636464" y="1197946"/>
                  </a:lnTo>
                  <a:lnTo>
                    <a:pt x="1637160" y="1199793"/>
                  </a:lnTo>
                  <a:lnTo>
                    <a:pt x="1637856" y="1201640"/>
                  </a:lnTo>
                  <a:lnTo>
                    <a:pt x="1638552" y="1203361"/>
                  </a:lnTo>
                  <a:lnTo>
                    <a:pt x="1639248" y="1203361"/>
                  </a:lnTo>
                  <a:lnTo>
                    <a:pt x="1639945" y="1203542"/>
                  </a:lnTo>
                  <a:lnTo>
                    <a:pt x="1640641" y="1202532"/>
                  </a:lnTo>
                  <a:lnTo>
                    <a:pt x="1641337" y="1202202"/>
                  </a:lnTo>
                  <a:lnTo>
                    <a:pt x="1642033" y="1202202"/>
                  </a:lnTo>
                  <a:lnTo>
                    <a:pt x="1642729" y="1202202"/>
                  </a:lnTo>
                  <a:lnTo>
                    <a:pt x="1643426" y="1202202"/>
                  </a:lnTo>
                  <a:lnTo>
                    <a:pt x="1644122" y="1202384"/>
                  </a:lnTo>
                  <a:lnTo>
                    <a:pt x="1644818" y="1202672"/>
                  </a:lnTo>
                  <a:lnTo>
                    <a:pt x="1645514" y="1202960"/>
                  </a:lnTo>
                  <a:lnTo>
                    <a:pt x="1646210" y="1203247"/>
                  </a:lnTo>
                  <a:lnTo>
                    <a:pt x="1646906" y="1201759"/>
                  </a:lnTo>
                  <a:lnTo>
                    <a:pt x="1647603" y="1200576"/>
                  </a:lnTo>
                  <a:lnTo>
                    <a:pt x="1648299" y="1199685"/>
                  </a:lnTo>
                  <a:lnTo>
                    <a:pt x="1648995" y="1198889"/>
                  </a:lnTo>
                  <a:lnTo>
                    <a:pt x="1649691" y="1199736"/>
                  </a:lnTo>
                  <a:lnTo>
                    <a:pt x="1650387" y="1200279"/>
                  </a:lnTo>
                  <a:lnTo>
                    <a:pt x="1651083" y="1201308"/>
                  </a:lnTo>
                  <a:lnTo>
                    <a:pt x="1651780" y="1200368"/>
                  </a:lnTo>
                  <a:lnTo>
                    <a:pt x="1652476" y="1199052"/>
                  </a:lnTo>
                  <a:lnTo>
                    <a:pt x="1653172" y="1197736"/>
                  </a:lnTo>
                  <a:lnTo>
                    <a:pt x="1653868" y="1196420"/>
                  </a:lnTo>
                  <a:lnTo>
                    <a:pt x="1654564" y="1195104"/>
                  </a:lnTo>
                  <a:lnTo>
                    <a:pt x="1655261" y="1193800"/>
                  </a:lnTo>
                  <a:lnTo>
                    <a:pt x="1655957" y="1192496"/>
                  </a:lnTo>
                  <a:lnTo>
                    <a:pt x="1656653" y="1191193"/>
                  </a:lnTo>
                  <a:lnTo>
                    <a:pt x="1657349" y="1191978"/>
                  </a:lnTo>
                  <a:lnTo>
                    <a:pt x="1658045" y="1192475"/>
                  </a:lnTo>
                  <a:lnTo>
                    <a:pt x="1658741" y="1192791"/>
                  </a:lnTo>
                  <a:lnTo>
                    <a:pt x="1659438" y="1193107"/>
                  </a:lnTo>
                  <a:lnTo>
                    <a:pt x="1660134" y="1193423"/>
                  </a:lnTo>
                  <a:lnTo>
                    <a:pt x="1660830" y="1193739"/>
                  </a:lnTo>
                  <a:lnTo>
                    <a:pt x="1661526" y="1194054"/>
                  </a:lnTo>
                  <a:lnTo>
                    <a:pt x="1662222" y="1194054"/>
                  </a:lnTo>
                  <a:lnTo>
                    <a:pt x="1662918" y="1194054"/>
                  </a:lnTo>
                  <a:lnTo>
                    <a:pt x="1663615" y="1194054"/>
                  </a:lnTo>
                  <a:lnTo>
                    <a:pt x="1664311" y="1194054"/>
                  </a:lnTo>
                  <a:lnTo>
                    <a:pt x="1665007" y="1192376"/>
                  </a:lnTo>
                  <a:lnTo>
                    <a:pt x="1665703" y="1190031"/>
                  </a:lnTo>
                  <a:lnTo>
                    <a:pt x="1666399" y="1186138"/>
                  </a:lnTo>
                  <a:lnTo>
                    <a:pt x="1667095" y="1179970"/>
                  </a:lnTo>
                  <a:lnTo>
                    <a:pt x="1667792" y="1173803"/>
                  </a:lnTo>
                  <a:lnTo>
                    <a:pt x="1668488" y="1167636"/>
                  </a:lnTo>
                  <a:lnTo>
                    <a:pt x="1669184" y="1161468"/>
                  </a:lnTo>
                  <a:lnTo>
                    <a:pt x="1669880" y="1155301"/>
                  </a:lnTo>
                  <a:lnTo>
                    <a:pt x="1670576" y="1149134"/>
                  </a:lnTo>
                  <a:lnTo>
                    <a:pt x="1671273" y="1142326"/>
                  </a:lnTo>
                  <a:lnTo>
                    <a:pt x="1671969" y="1134737"/>
                  </a:lnTo>
                  <a:lnTo>
                    <a:pt x="1672665" y="1127163"/>
                  </a:lnTo>
                  <a:lnTo>
                    <a:pt x="1673361" y="1118441"/>
                  </a:lnTo>
                  <a:lnTo>
                    <a:pt x="1674057" y="1109845"/>
                  </a:lnTo>
                  <a:lnTo>
                    <a:pt x="1674753" y="1103151"/>
                  </a:lnTo>
                  <a:lnTo>
                    <a:pt x="1675450" y="1097276"/>
                  </a:lnTo>
                  <a:lnTo>
                    <a:pt x="1676146" y="1091851"/>
                  </a:lnTo>
                  <a:lnTo>
                    <a:pt x="1676842" y="1087611"/>
                  </a:lnTo>
                  <a:lnTo>
                    <a:pt x="1677538" y="1085581"/>
                  </a:lnTo>
                  <a:lnTo>
                    <a:pt x="1678234" y="1083550"/>
                  </a:lnTo>
                  <a:lnTo>
                    <a:pt x="1678930" y="1081518"/>
                  </a:lnTo>
                  <a:lnTo>
                    <a:pt x="1679627" y="1079487"/>
                  </a:lnTo>
                  <a:lnTo>
                    <a:pt x="1680323" y="1077168"/>
                  </a:lnTo>
                  <a:lnTo>
                    <a:pt x="1681019" y="1074850"/>
                  </a:lnTo>
                  <a:lnTo>
                    <a:pt x="1681715" y="1073331"/>
                  </a:lnTo>
                  <a:lnTo>
                    <a:pt x="1682411" y="1074636"/>
                  </a:lnTo>
                  <a:lnTo>
                    <a:pt x="1683108" y="1076080"/>
                  </a:lnTo>
                  <a:lnTo>
                    <a:pt x="1683804" y="1079604"/>
                  </a:lnTo>
                  <a:lnTo>
                    <a:pt x="1684500" y="1083032"/>
                  </a:lnTo>
                  <a:lnTo>
                    <a:pt x="1685196" y="1084698"/>
                  </a:lnTo>
                  <a:lnTo>
                    <a:pt x="1685892" y="1085001"/>
                  </a:lnTo>
                  <a:lnTo>
                    <a:pt x="1686588" y="1084260"/>
                  </a:lnTo>
                  <a:lnTo>
                    <a:pt x="1687285" y="1080899"/>
                  </a:lnTo>
                  <a:lnTo>
                    <a:pt x="1687981" y="1077825"/>
                  </a:lnTo>
                  <a:lnTo>
                    <a:pt x="1688677" y="1074750"/>
                  </a:lnTo>
                  <a:lnTo>
                    <a:pt x="1689373" y="1071676"/>
                  </a:lnTo>
                  <a:lnTo>
                    <a:pt x="1690069" y="1068021"/>
                  </a:lnTo>
                  <a:lnTo>
                    <a:pt x="1690765" y="1063648"/>
                  </a:lnTo>
                  <a:lnTo>
                    <a:pt x="1691462" y="1059274"/>
                  </a:lnTo>
                  <a:lnTo>
                    <a:pt x="1692158" y="1056092"/>
                  </a:lnTo>
                  <a:lnTo>
                    <a:pt x="1692854" y="1050821"/>
                  </a:lnTo>
                  <a:lnTo>
                    <a:pt x="1693550" y="1045838"/>
                  </a:lnTo>
                  <a:lnTo>
                    <a:pt x="1694246" y="1041036"/>
                  </a:lnTo>
                  <a:lnTo>
                    <a:pt x="1694943" y="1035492"/>
                  </a:lnTo>
                  <a:lnTo>
                    <a:pt x="1695639" y="1027790"/>
                  </a:lnTo>
                  <a:lnTo>
                    <a:pt x="1696335" y="1018997"/>
                  </a:lnTo>
                  <a:lnTo>
                    <a:pt x="1697031" y="1010620"/>
                  </a:lnTo>
                  <a:lnTo>
                    <a:pt x="1697727" y="1004231"/>
                  </a:lnTo>
                  <a:lnTo>
                    <a:pt x="1698423" y="997403"/>
                  </a:lnTo>
                  <a:lnTo>
                    <a:pt x="1699120" y="990575"/>
                  </a:lnTo>
                  <a:lnTo>
                    <a:pt x="1699816" y="983748"/>
                  </a:lnTo>
                  <a:lnTo>
                    <a:pt x="1700512" y="979090"/>
                  </a:lnTo>
                  <a:lnTo>
                    <a:pt x="1701208" y="976057"/>
                  </a:lnTo>
                  <a:lnTo>
                    <a:pt x="1701904" y="974572"/>
                  </a:lnTo>
                  <a:lnTo>
                    <a:pt x="1702600" y="974746"/>
                  </a:lnTo>
                  <a:lnTo>
                    <a:pt x="1703297" y="974465"/>
                  </a:lnTo>
                  <a:lnTo>
                    <a:pt x="1703993" y="974184"/>
                  </a:lnTo>
                  <a:lnTo>
                    <a:pt x="1704689" y="973307"/>
                  </a:lnTo>
                  <a:lnTo>
                    <a:pt x="1705385" y="973209"/>
                  </a:lnTo>
                  <a:lnTo>
                    <a:pt x="1706081" y="975953"/>
                  </a:lnTo>
                  <a:lnTo>
                    <a:pt x="1706777" y="982943"/>
                  </a:lnTo>
                  <a:lnTo>
                    <a:pt x="1707474" y="991001"/>
                  </a:lnTo>
                  <a:lnTo>
                    <a:pt x="1708170" y="999359"/>
                  </a:lnTo>
                  <a:lnTo>
                    <a:pt x="1708866" y="1008867"/>
                  </a:lnTo>
                  <a:lnTo>
                    <a:pt x="1709562" y="1018375"/>
                  </a:lnTo>
                  <a:lnTo>
                    <a:pt x="1710258" y="1027882"/>
                  </a:lnTo>
                  <a:lnTo>
                    <a:pt x="1710955" y="1036645"/>
                  </a:lnTo>
                  <a:lnTo>
                    <a:pt x="1711651" y="1044959"/>
                  </a:lnTo>
                  <a:lnTo>
                    <a:pt x="1712347" y="1051830"/>
                  </a:lnTo>
                  <a:lnTo>
                    <a:pt x="1713043" y="1056494"/>
                  </a:lnTo>
                  <a:lnTo>
                    <a:pt x="1713739" y="1061158"/>
                  </a:lnTo>
                  <a:lnTo>
                    <a:pt x="1714435" y="1065534"/>
                  </a:lnTo>
                  <a:lnTo>
                    <a:pt x="1715132" y="1069910"/>
                  </a:lnTo>
                  <a:lnTo>
                    <a:pt x="1715828" y="1074574"/>
                  </a:lnTo>
                  <a:lnTo>
                    <a:pt x="1716524" y="1079237"/>
                  </a:lnTo>
                  <a:lnTo>
                    <a:pt x="1717220" y="1083356"/>
                  </a:lnTo>
                  <a:lnTo>
                    <a:pt x="1717916" y="1086170"/>
                  </a:lnTo>
                  <a:lnTo>
                    <a:pt x="1718612" y="1088543"/>
                  </a:lnTo>
                  <a:lnTo>
                    <a:pt x="1719309" y="1088543"/>
                  </a:lnTo>
                  <a:lnTo>
                    <a:pt x="1720005" y="1088543"/>
                  </a:lnTo>
                  <a:lnTo>
                    <a:pt x="1720701" y="1088663"/>
                  </a:lnTo>
                  <a:lnTo>
                    <a:pt x="1721397" y="1090448"/>
                  </a:lnTo>
                  <a:lnTo>
                    <a:pt x="1722093" y="1092976"/>
                  </a:lnTo>
                  <a:lnTo>
                    <a:pt x="1722790" y="1098121"/>
                  </a:lnTo>
                  <a:lnTo>
                    <a:pt x="1723486" y="1102981"/>
                  </a:lnTo>
                  <a:lnTo>
                    <a:pt x="1724182" y="1107840"/>
                  </a:lnTo>
                  <a:lnTo>
                    <a:pt x="1724878" y="1112700"/>
                  </a:lnTo>
                  <a:lnTo>
                    <a:pt x="1725574" y="1118140"/>
                  </a:lnTo>
                  <a:lnTo>
                    <a:pt x="1726270" y="1124315"/>
                  </a:lnTo>
                  <a:lnTo>
                    <a:pt x="1726967" y="1130777"/>
                  </a:lnTo>
                  <a:lnTo>
                    <a:pt x="1727663" y="1135760"/>
                  </a:lnTo>
                  <a:lnTo>
                    <a:pt x="1728359" y="1140744"/>
                  </a:lnTo>
                  <a:lnTo>
                    <a:pt x="1729055" y="1145727"/>
                  </a:lnTo>
                  <a:lnTo>
                    <a:pt x="1729751" y="1150710"/>
                  </a:lnTo>
                  <a:lnTo>
                    <a:pt x="1730447" y="1156723"/>
                  </a:lnTo>
                  <a:lnTo>
                    <a:pt x="1731144" y="1164893"/>
                  </a:lnTo>
                  <a:lnTo>
                    <a:pt x="1731840" y="1174155"/>
                  </a:lnTo>
                  <a:lnTo>
                    <a:pt x="1732536" y="1182882"/>
                  </a:lnTo>
                  <a:lnTo>
                    <a:pt x="1733232" y="1187956"/>
                  </a:lnTo>
                  <a:lnTo>
                    <a:pt x="1733928" y="1193467"/>
                  </a:lnTo>
                  <a:lnTo>
                    <a:pt x="1734624" y="1198979"/>
                  </a:lnTo>
                  <a:lnTo>
                    <a:pt x="1735321" y="1204783"/>
                  </a:lnTo>
                  <a:lnTo>
                    <a:pt x="1736017" y="1210095"/>
                  </a:lnTo>
                  <a:lnTo>
                    <a:pt x="1736713" y="1214450"/>
                  </a:lnTo>
                  <a:lnTo>
                    <a:pt x="1737409" y="1218512"/>
                  </a:lnTo>
                  <a:lnTo>
                    <a:pt x="1738105" y="1223189"/>
                  </a:lnTo>
                  <a:lnTo>
                    <a:pt x="1738802" y="1228321"/>
                  </a:lnTo>
                  <a:lnTo>
                    <a:pt x="1739498" y="1231711"/>
                  </a:lnTo>
                  <a:lnTo>
                    <a:pt x="1740194" y="1235409"/>
                  </a:lnTo>
                  <a:lnTo>
                    <a:pt x="1740890" y="1238023"/>
                  </a:lnTo>
                  <a:lnTo>
                    <a:pt x="1741586" y="1237796"/>
                  </a:lnTo>
                  <a:lnTo>
                    <a:pt x="1742282" y="1233707"/>
                  </a:lnTo>
                  <a:lnTo>
                    <a:pt x="1742979" y="1229619"/>
                  </a:lnTo>
                  <a:lnTo>
                    <a:pt x="1743675" y="1225341"/>
                  </a:lnTo>
                  <a:lnTo>
                    <a:pt x="1744371" y="1220677"/>
                  </a:lnTo>
                  <a:lnTo>
                    <a:pt x="1745067" y="1216014"/>
                  </a:lnTo>
                  <a:lnTo>
                    <a:pt x="1745763" y="1211169"/>
                  </a:lnTo>
                  <a:lnTo>
                    <a:pt x="1746459" y="1206068"/>
                  </a:lnTo>
                  <a:lnTo>
                    <a:pt x="1747156" y="1200967"/>
                  </a:lnTo>
                  <a:lnTo>
                    <a:pt x="1747852" y="1196122"/>
                  </a:lnTo>
                  <a:lnTo>
                    <a:pt x="1748548" y="1191458"/>
                  </a:lnTo>
                  <a:lnTo>
                    <a:pt x="1749244" y="1187082"/>
                  </a:lnTo>
                  <a:lnTo>
                    <a:pt x="1749940" y="1184959"/>
                  </a:lnTo>
                  <a:lnTo>
                    <a:pt x="1750637" y="1183887"/>
                  </a:lnTo>
                  <a:lnTo>
                    <a:pt x="1751333" y="1180819"/>
                  </a:lnTo>
                  <a:lnTo>
                    <a:pt x="1752029" y="1177751"/>
                  </a:lnTo>
                  <a:lnTo>
                    <a:pt x="1752725" y="1175042"/>
                  </a:lnTo>
                  <a:lnTo>
                    <a:pt x="1753421" y="1170352"/>
                  </a:lnTo>
                  <a:lnTo>
                    <a:pt x="1754117" y="1167523"/>
                  </a:lnTo>
                  <a:lnTo>
                    <a:pt x="1754814" y="1165070"/>
                  </a:lnTo>
                  <a:lnTo>
                    <a:pt x="1755510" y="1161636"/>
                  </a:lnTo>
                  <a:lnTo>
                    <a:pt x="1756206" y="1155337"/>
                  </a:lnTo>
                  <a:lnTo>
                    <a:pt x="1756902" y="1148031"/>
                  </a:lnTo>
                  <a:lnTo>
                    <a:pt x="1757598" y="1141640"/>
                  </a:lnTo>
                  <a:lnTo>
                    <a:pt x="1758294" y="1134767"/>
                  </a:lnTo>
                  <a:lnTo>
                    <a:pt x="1758991" y="1126345"/>
                  </a:lnTo>
                  <a:lnTo>
                    <a:pt x="1759687" y="1117923"/>
                  </a:lnTo>
                  <a:lnTo>
                    <a:pt x="1760383" y="1109502"/>
                  </a:lnTo>
                  <a:lnTo>
                    <a:pt x="1761079" y="1100844"/>
                  </a:lnTo>
                  <a:lnTo>
                    <a:pt x="1761775" y="1092255"/>
                  </a:lnTo>
                  <a:lnTo>
                    <a:pt x="1762471" y="1083917"/>
                  </a:lnTo>
                  <a:lnTo>
                    <a:pt x="1763168" y="1076464"/>
                  </a:lnTo>
                  <a:lnTo>
                    <a:pt x="1763864" y="1070237"/>
                  </a:lnTo>
                  <a:lnTo>
                    <a:pt x="1764560" y="1063822"/>
                  </a:lnTo>
                  <a:lnTo>
                    <a:pt x="1765256" y="1058152"/>
                  </a:lnTo>
                  <a:lnTo>
                    <a:pt x="1765952" y="1052909"/>
                  </a:lnTo>
                  <a:lnTo>
                    <a:pt x="1766649" y="1049366"/>
                  </a:lnTo>
                  <a:lnTo>
                    <a:pt x="1767345" y="1044743"/>
                  </a:lnTo>
                  <a:lnTo>
                    <a:pt x="1768041" y="1039632"/>
                  </a:lnTo>
                  <a:lnTo>
                    <a:pt x="1768737" y="1036053"/>
                  </a:lnTo>
                  <a:lnTo>
                    <a:pt x="1769433" y="1034511"/>
                  </a:lnTo>
                  <a:lnTo>
                    <a:pt x="1770129" y="1032329"/>
                  </a:lnTo>
                  <a:lnTo>
                    <a:pt x="1770826" y="1031294"/>
                  </a:lnTo>
                  <a:lnTo>
                    <a:pt x="1771522" y="1028920"/>
                  </a:lnTo>
                  <a:lnTo>
                    <a:pt x="1772218" y="1028738"/>
                  </a:lnTo>
                  <a:lnTo>
                    <a:pt x="1772914" y="1029617"/>
                  </a:lnTo>
                  <a:lnTo>
                    <a:pt x="1773610" y="1030537"/>
                  </a:lnTo>
                  <a:lnTo>
                    <a:pt x="1774306" y="1030515"/>
                  </a:lnTo>
                  <a:lnTo>
                    <a:pt x="1775003" y="1031207"/>
                  </a:lnTo>
                  <a:lnTo>
                    <a:pt x="1775699" y="1032439"/>
                  </a:lnTo>
                  <a:lnTo>
                    <a:pt x="1776395" y="1032462"/>
                  </a:lnTo>
                  <a:lnTo>
                    <a:pt x="1777091" y="1031595"/>
                  </a:lnTo>
                  <a:lnTo>
                    <a:pt x="1777787" y="1031391"/>
                  </a:lnTo>
                  <a:lnTo>
                    <a:pt x="1778484" y="1030899"/>
                  </a:lnTo>
                  <a:lnTo>
                    <a:pt x="1779180" y="1030982"/>
                  </a:lnTo>
                  <a:lnTo>
                    <a:pt x="1779876" y="1031913"/>
                  </a:lnTo>
                  <a:lnTo>
                    <a:pt x="1780572" y="1031423"/>
                  </a:lnTo>
                  <a:lnTo>
                    <a:pt x="1781268" y="1030557"/>
                  </a:lnTo>
                  <a:lnTo>
                    <a:pt x="1781964" y="1028930"/>
                  </a:lnTo>
                  <a:lnTo>
                    <a:pt x="1782661" y="1026667"/>
                  </a:lnTo>
                  <a:lnTo>
                    <a:pt x="1783357" y="1022241"/>
                  </a:lnTo>
                  <a:lnTo>
                    <a:pt x="1784053" y="1017374"/>
                  </a:lnTo>
                  <a:lnTo>
                    <a:pt x="1784749" y="1010633"/>
                  </a:lnTo>
                  <a:lnTo>
                    <a:pt x="1785445" y="1001394"/>
                  </a:lnTo>
                  <a:lnTo>
                    <a:pt x="1786141" y="991435"/>
                  </a:lnTo>
                  <a:lnTo>
                    <a:pt x="1786838" y="984186"/>
                  </a:lnTo>
                  <a:lnTo>
                    <a:pt x="1787534" y="975517"/>
                  </a:lnTo>
                  <a:lnTo>
                    <a:pt x="1788230" y="966054"/>
                  </a:lnTo>
                  <a:lnTo>
                    <a:pt x="1788926" y="957256"/>
                  </a:lnTo>
                  <a:lnTo>
                    <a:pt x="1789622" y="945696"/>
                  </a:lnTo>
                  <a:lnTo>
                    <a:pt x="1790319" y="933422"/>
                  </a:lnTo>
                  <a:lnTo>
                    <a:pt x="1791015" y="922279"/>
                  </a:lnTo>
                  <a:lnTo>
                    <a:pt x="1791711" y="914112"/>
                  </a:lnTo>
                  <a:lnTo>
                    <a:pt x="1792407" y="906384"/>
                  </a:lnTo>
                  <a:lnTo>
                    <a:pt x="1793103" y="897741"/>
                  </a:lnTo>
                  <a:lnTo>
                    <a:pt x="1793799" y="889781"/>
                  </a:lnTo>
                  <a:lnTo>
                    <a:pt x="1794496" y="884796"/>
                  </a:lnTo>
                  <a:lnTo>
                    <a:pt x="1795192" y="878475"/>
                  </a:lnTo>
                  <a:lnTo>
                    <a:pt x="1795888" y="873530"/>
                  </a:lnTo>
                  <a:lnTo>
                    <a:pt x="1796584" y="869403"/>
                  </a:lnTo>
                  <a:lnTo>
                    <a:pt x="1797280" y="864978"/>
                  </a:lnTo>
                  <a:lnTo>
                    <a:pt x="1797976" y="861676"/>
                  </a:lnTo>
                  <a:lnTo>
                    <a:pt x="1798673" y="856904"/>
                  </a:lnTo>
                  <a:lnTo>
                    <a:pt x="1799369" y="852867"/>
                  </a:lnTo>
                  <a:lnTo>
                    <a:pt x="1800065" y="849400"/>
                  </a:lnTo>
                  <a:lnTo>
                    <a:pt x="1800761" y="845465"/>
                  </a:lnTo>
                  <a:lnTo>
                    <a:pt x="1801457" y="841668"/>
                  </a:lnTo>
                  <a:lnTo>
                    <a:pt x="1802153" y="835390"/>
                  </a:lnTo>
                  <a:lnTo>
                    <a:pt x="1802850" y="830122"/>
                  </a:lnTo>
                  <a:lnTo>
                    <a:pt x="1803546" y="824964"/>
                  </a:lnTo>
                  <a:lnTo>
                    <a:pt x="1804242" y="820258"/>
                  </a:lnTo>
                  <a:lnTo>
                    <a:pt x="1804938" y="813792"/>
                  </a:lnTo>
                  <a:lnTo>
                    <a:pt x="1805634" y="809431"/>
                  </a:lnTo>
                  <a:lnTo>
                    <a:pt x="1806331" y="804189"/>
                  </a:lnTo>
                  <a:lnTo>
                    <a:pt x="1807027" y="800285"/>
                  </a:lnTo>
                  <a:lnTo>
                    <a:pt x="1807723" y="793521"/>
                  </a:lnTo>
                  <a:lnTo>
                    <a:pt x="1808419" y="785207"/>
                  </a:lnTo>
                  <a:lnTo>
                    <a:pt x="1809115" y="776244"/>
                  </a:lnTo>
                  <a:lnTo>
                    <a:pt x="1809811" y="768543"/>
                  </a:lnTo>
                  <a:lnTo>
                    <a:pt x="1810508" y="763307"/>
                  </a:lnTo>
                  <a:lnTo>
                    <a:pt x="1811204" y="757835"/>
                  </a:lnTo>
                  <a:lnTo>
                    <a:pt x="1811900" y="754157"/>
                  </a:lnTo>
                  <a:lnTo>
                    <a:pt x="1812596" y="751211"/>
                  </a:lnTo>
                  <a:lnTo>
                    <a:pt x="1813292" y="748016"/>
                  </a:lnTo>
                  <a:lnTo>
                    <a:pt x="1813988" y="742769"/>
                  </a:lnTo>
                  <a:lnTo>
                    <a:pt x="1814685" y="736421"/>
                  </a:lnTo>
                  <a:lnTo>
                    <a:pt x="1815381" y="730463"/>
                  </a:lnTo>
                  <a:lnTo>
                    <a:pt x="1816077" y="725925"/>
                  </a:lnTo>
                  <a:lnTo>
                    <a:pt x="1816773" y="723016"/>
                  </a:lnTo>
                  <a:lnTo>
                    <a:pt x="1817469" y="720867"/>
                  </a:lnTo>
                  <a:lnTo>
                    <a:pt x="1818166" y="719937"/>
                  </a:lnTo>
                  <a:lnTo>
                    <a:pt x="1818862" y="722486"/>
                  </a:lnTo>
                  <a:lnTo>
                    <a:pt x="1819558" y="726670"/>
                  </a:lnTo>
                  <a:lnTo>
                    <a:pt x="1820254" y="730927"/>
                  </a:lnTo>
                  <a:lnTo>
                    <a:pt x="1820950" y="734533"/>
                  </a:lnTo>
                  <a:lnTo>
                    <a:pt x="1821646" y="737454"/>
                  </a:lnTo>
                  <a:lnTo>
                    <a:pt x="1822343" y="739935"/>
                  </a:lnTo>
                  <a:lnTo>
                    <a:pt x="1823039" y="744801"/>
                  </a:lnTo>
                  <a:lnTo>
                    <a:pt x="1823735" y="750355"/>
                  </a:lnTo>
                  <a:lnTo>
                    <a:pt x="1824431" y="760151"/>
                  </a:lnTo>
                  <a:lnTo>
                    <a:pt x="1825127" y="771439"/>
                  </a:lnTo>
                  <a:lnTo>
                    <a:pt x="1825823" y="782498"/>
                  </a:lnTo>
                  <a:lnTo>
                    <a:pt x="1826520" y="793407"/>
                  </a:lnTo>
                  <a:lnTo>
                    <a:pt x="1827216" y="803013"/>
                  </a:lnTo>
                  <a:lnTo>
                    <a:pt x="1827912" y="813187"/>
                  </a:lnTo>
                  <a:lnTo>
                    <a:pt x="1828608" y="822945"/>
                  </a:lnTo>
                  <a:lnTo>
                    <a:pt x="1829304" y="831315"/>
                  </a:lnTo>
                  <a:lnTo>
                    <a:pt x="1830000" y="838259"/>
                  </a:lnTo>
                  <a:lnTo>
                    <a:pt x="1830697" y="847482"/>
                  </a:lnTo>
                  <a:lnTo>
                    <a:pt x="1831393" y="855988"/>
                  </a:lnTo>
                  <a:lnTo>
                    <a:pt x="1832089" y="864490"/>
                  </a:lnTo>
                  <a:lnTo>
                    <a:pt x="1832785" y="873415"/>
                  </a:lnTo>
                  <a:lnTo>
                    <a:pt x="1833481" y="880392"/>
                  </a:lnTo>
                  <a:lnTo>
                    <a:pt x="1834178" y="888241"/>
                  </a:lnTo>
                  <a:lnTo>
                    <a:pt x="1834874" y="894129"/>
                  </a:lnTo>
                  <a:lnTo>
                    <a:pt x="1835570" y="897929"/>
                  </a:lnTo>
                  <a:lnTo>
                    <a:pt x="1836266" y="901366"/>
                  </a:lnTo>
                  <a:lnTo>
                    <a:pt x="1836962" y="903783"/>
                  </a:lnTo>
                  <a:lnTo>
                    <a:pt x="1837658" y="905546"/>
                  </a:lnTo>
                  <a:lnTo>
                    <a:pt x="1838355" y="907380"/>
                  </a:lnTo>
                  <a:lnTo>
                    <a:pt x="1839051" y="910096"/>
                  </a:lnTo>
                  <a:lnTo>
                    <a:pt x="1839747" y="913712"/>
                  </a:lnTo>
                  <a:lnTo>
                    <a:pt x="1840443" y="917049"/>
                  </a:lnTo>
                  <a:lnTo>
                    <a:pt x="1841139" y="919792"/>
                  </a:lnTo>
                  <a:lnTo>
                    <a:pt x="1841835" y="923186"/>
                  </a:lnTo>
                  <a:lnTo>
                    <a:pt x="1842532" y="926835"/>
                  </a:lnTo>
                  <a:lnTo>
                    <a:pt x="1843228" y="932207"/>
                  </a:lnTo>
                  <a:lnTo>
                    <a:pt x="1843924" y="937082"/>
                  </a:lnTo>
                  <a:lnTo>
                    <a:pt x="1844620" y="942667"/>
                  </a:lnTo>
                  <a:lnTo>
                    <a:pt x="1845316" y="948506"/>
                  </a:lnTo>
                  <a:lnTo>
                    <a:pt x="1846013" y="954606"/>
                  </a:lnTo>
                  <a:lnTo>
                    <a:pt x="1846709" y="961355"/>
                  </a:lnTo>
                  <a:lnTo>
                    <a:pt x="1847405" y="966471"/>
                  </a:lnTo>
                  <a:lnTo>
                    <a:pt x="1848101" y="972161"/>
                  </a:lnTo>
                  <a:lnTo>
                    <a:pt x="1848797" y="976095"/>
                  </a:lnTo>
                  <a:lnTo>
                    <a:pt x="1849493" y="981219"/>
                  </a:lnTo>
                  <a:lnTo>
                    <a:pt x="1850190" y="986173"/>
                  </a:lnTo>
                  <a:lnTo>
                    <a:pt x="1850886" y="989712"/>
                  </a:lnTo>
                  <a:lnTo>
                    <a:pt x="1851582" y="993251"/>
                  </a:lnTo>
                  <a:lnTo>
                    <a:pt x="1852278" y="995720"/>
                  </a:lnTo>
                  <a:lnTo>
                    <a:pt x="1852974" y="998188"/>
                  </a:lnTo>
                  <a:lnTo>
                    <a:pt x="1853670" y="998930"/>
                  </a:lnTo>
                  <a:lnTo>
                    <a:pt x="1854367" y="998845"/>
                  </a:lnTo>
                  <a:lnTo>
                    <a:pt x="1855063" y="997471"/>
                  </a:lnTo>
                  <a:lnTo>
                    <a:pt x="1855759" y="997033"/>
                  </a:lnTo>
                  <a:lnTo>
                    <a:pt x="1856455" y="998082"/>
                  </a:lnTo>
                  <a:lnTo>
                    <a:pt x="1857151" y="997244"/>
                  </a:lnTo>
                  <a:lnTo>
                    <a:pt x="1857848" y="998276"/>
                  </a:lnTo>
                  <a:lnTo>
                    <a:pt x="1858544" y="999298"/>
                  </a:lnTo>
                  <a:lnTo>
                    <a:pt x="1859240" y="1001091"/>
                  </a:lnTo>
                  <a:lnTo>
                    <a:pt x="1859936" y="1001114"/>
                  </a:lnTo>
                  <a:lnTo>
                    <a:pt x="1860632" y="1001595"/>
                  </a:lnTo>
                  <a:lnTo>
                    <a:pt x="1861328" y="1003387"/>
                  </a:lnTo>
                  <a:lnTo>
                    <a:pt x="1862025" y="1004603"/>
                  </a:lnTo>
                  <a:lnTo>
                    <a:pt x="1862721" y="1007009"/>
                  </a:lnTo>
                  <a:lnTo>
                    <a:pt x="1863417" y="1009416"/>
                  </a:lnTo>
                  <a:lnTo>
                    <a:pt x="1864113" y="1012239"/>
                  </a:lnTo>
                  <a:lnTo>
                    <a:pt x="1864809" y="1016929"/>
                  </a:lnTo>
                  <a:lnTo>
                    <a:pt x="1865505" y="1022355"/>
                  </a:lnTo>
                  <a:lnTo>
                    <a:pt x="1866202" y="1026383"/>
                  </a:lnTo>
                  <a:lnTo>
                    <a:pt x="1866898" y="1029898"/>
                  </a:lnTo>
                  <a:lnTo>
                    <a:pt x="1867594" y="1035034"/>
                  </a:lnTo>
                  <a:lnTo>
                    <a:pt x="1868290" y="1039666"/>
                  </a:lnTo>
                  <a:lnTo>
                    <a:pt x="1868986" y="1044330"/>
                  </a:lnTo>
                  <a:lnTo>
                    <a:pt x="1869682" y="1048706"/>
                  </a:lnTo>
                  <a:lnTo>
                    <a:pt x="1870379" y="1053369"/>
                  </a:lnTo>
                  <a:lnTo>
                    <a:pt x="1871075" y="1059996"/>
                  </a:lnTo>
                  <a:lnTo>
                    <a:pt x="1871771" y="1066707"/>
                  </a:lnTo>
                  <a:lnTo>
                    <a:pt x="1872467" y="1073586"/>
                  </a:lnTo>
                  <a:lnTo>
                    <a:pt x="1873163" y="1081899"/>
                  </a:lnTo>
                  <a:lnTo>
                    <a:pt x="1873860" y="1090213"/>
                  </a:lnTo>
                  <a:lnTo>
                    <a:pt x="1874556" y="1098446"/>
                  </a:lnTo>
                  <a:lnTo>
                    <a:pt x="1875252" y="1105156"/>
                  </a:lnTo>
                  <a:lnTo>
                    <a:pt x="1875948" y="1112171"/>
                  </a:lnTo>
                  <a:lnTo>
                    <a:pt x="1876644" y="1116720"/>
                  </a:lnTo>
                  <a:lnTo>
                    <a:pt x="1877340" y="1120674"/>
                  </a:lnTo>
                  <a:lnTo>
                    <a:pt x="1878037" y="1123757"/>
                  </a:lnTo>
                  <a:lnTo>
                    <a:pt x="1878733" y="1125787"/>
                  </a:lnTo>
                  <a:lnTo>
                    <a:pt x="1879429" y="1129710"/>
                  </a:lnTo>
                  <a:lnTo>
                    <a:pt x="1880125" y="1133533"/>
                  </a:lnTo>
                  <a:lnTo>
                    <a:pt x="1880821" y="1136779"/>
                  </a:lnTo>
                  <a:lnTo>
                    <a:pt x="1881517" y="1138329"/>
                  </a:lnTo>
                  <a:lnTo>
                    <a:pt x="1882214" y="1137765"/>
                  </a:lnTo>
                  <a:lnTo>
                    <a:pt x="1882910" y="1137972"/>
                  </a:lnTo>
                  <a:lnTo>
                    <a:pt x="1883606" y="1137761"/>
                  </a:lnTo>
                  <a:lnTo>
                    <a:pt x="1884302" y="1139151"/>
                  </a:lnTo>
                  <a:lnTo>
                    <a:pt x="1884998" y="1141400"/>
                  </a:lnTo>
                  <a:lnTo>
                    <a:pt x="1885695" y="1145112"/>
                  </a:lnTo>
                  <a:lnTo>
                    <a:pt x="1886391" y="1149388"/>
                  </a:lnTo>
                  <a:lnTo>
                    <a:pt x="1887087" y="1155118"/>
                  </a:lnTo>
                  <a:lnTo>
                    <a:pt x="1887783" y="1160233"/>
                  </a:lnTo>
                  <a:lnTo>
                    <a:pt x="1888479" y="1165348"/>
                  </a:lnTo>
                  <a:lnTo>
                    <a:pt x="1889175" y="1171608"/>
                  </a:lnTo>
                  <a:lnTo>
                    <a:pt x="1889872" y="1176920"/>
                  </a:lnTo>
                  <a:lnTo>
                    <a:pt x="1890568" y="1181856"/>
                  </a:lnTo>
                  <a:lnTo>
                    <a:pt x="1891264" y="1187367"/>
                  </a:lnTo>
                  <a:lnTo>
                    <a:pt x="1891960" y="1191740"/>
                  </a:lnTo>
                  <a:lnTo>
                    <a:pt x="1892656" y="1198248"/>
                  </a:lnTo>
                  <a:lnTo>
                    <a:pt x="1893352" y="1202964"/>
                  </a:lnTo>
                  <a:lnTo>
                    <a:pt x="1894049" y="1206723"/>
                  </a:lnTo>
                  <a:lnTo>
                    <a:pt x="1894745" y="1207598"/>
                  </a:lnTo>
                  <a:lnTo>
                    <a:pt x="1895441" y="1205269"/>
                  </a:lnTo>
                  <a:lnTo>
                    <a:pt x="1896137" y="1201433"/>
                  </a:lnTo>
                  <a:lnTo>
                    <a:pt x="1896833" y="1195224"/>
                  </a:lnTo>
                  <a:lnTo>
                    <a:pt x="1897529" y="1188877"/>
                  </a:lnTo>
                  <a:lnTo>
                    <a:pt x="1898226" y="1181823"/>
                  </a:lnTo>
                  <a:lnTo>
                    <a:pt x="1898922" y="1175056"/>
                  </a:lnTo>
                  <a:lnTo>
                    <a:pt x="1899618" y="1168289"/>
                  </a:lnTo>
                  <a:lnTo>
                    <a:pt x="1900314" y="1160568"/>
                  </a:lnTo>
                  <a:lnTo>
                    <a:pt x="1901010" y="1151062"/>
                  </a:lnTo>
                  <a:lnTo>
                    <a:pt x="1901707" y="1142011"/>
                  </a:lnTo>
                  <a:lnTo>
                    <a:pt x="1902403" y="1133389"/>
                  </a:lnTo>
                  <a:lnTo>
                    <a:pt x="1903099" y="1123299"/>
                  </a:lnTo>
                  <a:lnTo>
                    <a:pt x="1903795" y="1112756"/>
                  </a:lnTo>
                  <a:lnTo>
                    <a:pt x="1904491" y="1102468"/>
                  </a:lnTo>
                  <a:lnTo>
                    <a:pt x="1905187" y="1092725"/>
                  </a:lnTo>
                  <a:lnTo>
                    <a:pt x="1905884" y="1083790"/>
                  </a:lnTo>
                  <a:lnTo>
                    <a:pt x="1906580" y="1073161"/>
                  </a:lnTo>
                  <a:lnTo>
                    <a:pt x="1907276" y="1063543"/>
                  </a:lnTo>
                  <a:lnTo>
                    <a:pt x="1907972" y="1053283"/>
                  </a:lnTo>
                  <a:lnTo>
                    <a:pt x="1908668" y="1043791"/>
                  </a:lnTo>
                  <a:lnTo>
                    <a:pt x="1909364" y="1034300"/>
                  </a:lnTo>
                  <a:lnTo>
                    <a:pt x="1910061" y="1024505"/>
                  </a:lnTo>
                  <a:lnTo>
                    <a:pt x="1910757" y="1015269"/>
                  </a:lnTo>
                  <a:lnTo>
                    <a:pt x="1911453" y="1006803"/>
                  </a:lnTo>
                  <a:lnTo>
                    <a:pt x="1912149" y="999219"/>
                  </a:lnTo>
                  <a:lnTo>
                    <a:pt x="1912845" y="991408"/>
                  </a:lnTo>
                  <a:lnTo>
                    <a:pt x="1913542" y="983419"/>
                  </a:lnTo>
                  <a:lnTo>
                    <a:pt x="1914238" y="976411"/>
                  </a:lnTo>
                  <a:lnTo>
                    <a:pt x="1914934" y="969358"/>
                  </a:lnTo>
                  <a:lnTo>
                    <a:pt x="1915630" y="962885"/>
                  </a:lnTo>
                  <a:lnTo>
                    <a:pt x="1916326" y="956725"/>
                  </a:lnTo>
                  <a:lnTo>
                    <a:pt x="1917022" y="952160"/>
                  </a:lnTo>
                  <a:lnTo>
                    <a:pt x="1917719" y="949788"/>
                  </a:lnTo>
                  <a:lnTo>
                    <a:pt x="1918415" y="949320"/>
                  </a:lnTo>
                  <a:lnTo>
                    <a:pt x="1919111" y="949319"/>
                  </a:lnTo>
                  <a:lnTo>
                    <a:pt x="1919807" y="949319"/>
                  </a:lnTo>
                  <a:lnTo>
                    <a:pt x="1920503" y="949319"/>
                  </a:lnTo>
                  <a:lnTo>
                    <a:pt x="1921199" y="945675"/>
                  </a:lnTo>
                  <a:lnTo>
                    <a:pt x="1921896" y="940275"/>
                  </a:lnTo>
                  <a:lnTo>
                    <a:pt x="1922592" y="934850"/>
                  </a:lnTo>
                  <a:lnTo>
                    <a:pt x="1923288" y="929655"/>
                  </a:lnTo>
                  <a:lnTo>
                    <a:pt x="1923984" y="926031"/>
                  </a:lnTo>
                  <a:lnTo>
                    <a:pt x="1924680" y="921221"/>
                  </a:lnTo>
                  <a:lnTo>
                    <a:pt x="1925377" y="916866"/>
                  </a:lnTo>
                  <a:lnTo>
                    <a:pt x="1926073" y="912804"/>
                  </a:lnTo>
                  <a:lnTo>
                    <a:pt x="1926769" y="908219"/>
                  </a:lnTo>
                  <a:lnTo>
                    <a:pt x="1927465" y="904121"/>
                  </a:lnTo>
                  <a:lnTo>
                    <a:pt x="1928161" y="899517"/>
                  </a:lnTo>
                  <a:lnTo>
                    <a:pt x="1928857" y="893562"/>
                  </a:lnTo>
                  <a:lnTo>
                    <a:pt x="1929554" y="887606"/>
                  </a:lnTo>
                  <a:lnTo>
                    <a:pt x="1930250" y="883257"/>
                  </a:lnTo>
                  <a:lnTo>
                    <a:pt x="1930946" y="881210"/>
                  </a:lnTo>
                  <a:lnTo>
                    <a:pt x="1931642" y="880806"/>
                  </a:lnTo>
                  <a:lnTo>
                    <a:pt x="1932338" y="880986"/>
                  </a:lnTo>
                  <a:lnTo>
                    <a:pt x="1933034" y="879095"/>
                  </a:lnTo>
                  <a:lnTo>
                    <a:pt x="1933731" y="876689"/>
                  </a:lnTo>
                  <a:lnTo>
                    <a:pt x="1934427" y="874150"/>
                  </a:lnTo>
                  <a:lnTo>
                    <a:pt x="1935123" y="872405"/>
                  </a:lnTo>
                  <a:lnTo>
                    <a:pt x="1935819" y="870665"/>
                  </a:lnTo>
                  <a:lnTo>
                    <a:pt x="1936515" y="869770"/>
                  </a:lnTo>
                  <a:lnTo>
                    <a:pt x="1937211" y="868181"/>
                  </a:lnTo>
                  <a:lnTo>
                    <a:pt x="1937908" y="865151"/>
                  </a:lnTo>
                  <a:lnTo>
                    <a:pt x="1938604" y="861827"/>
                  </a:lnTo>
                  <a:lnTo>
                    <a:pt x="1939300" y="859485"/>
                  </a:lnTo>
                  <a:lnTo>
                    <a:pt x="1939996" y="856941"/>
                  </a:lnTo>
                  <a:lnTo>
                    <a:pt x="1940692" y="854552"/>
                  </a:lnTo>
                  <a:lnTo>
                    <a:pt x="1941389" y="851067"/>
                  </a:lnTo>
                  <a:lnTo>
                    <a:pt x="1942085" y="849502"/>
                  </a:lnTo>
                  <a:lnTo>
                    <a:pt x="1942781" y="848972"/>
                  </a:lnTo>
                  <a:lnTo>
                    <a:pt x="1943477" y="851914"/>
                  </a:lnTo>
                  <a:lnTo>
                    <a:pt x="1944173" y="855151"/>
                  </a:lnTo>
                  <a:lnTo>
                    <a:pt x="1944869" y="857925"/>
                  </a:lnTo>
                  <a:lnTo>
                    <a:pt x="1945566" y="860698"/>
                  </a:lnTo>
                  <a:lnTo>
                    <a:pt x="1946262" y="863600"/>
                  </a:lnTo>
                  <a:lnTo>
                    <a:pt x="1946958" y="866647"/>
                  </a:lnTo>
                  <a:lnTo>
                    <a:pt x="1947654" y="871648"/>
                  </a:lnTo>
                  <a:lnTo>
                    <a:pt x="1948350" y="876358"/>
                  </a:lnTo>
                  <a:lnTo>
                    <a:pt x="1949046" y="882316"/>
                  </a:lnTo>
                  <a:lnTo>
                    <a:pt x="1949743" y="887292"/>
                  </a:lnTo>
                  <a:lnTo>
                    <a:pt x="1950439" y="892085"/>
                  </a:lnTo>
                  <a:lnTo>
                    <a:pt x="1951135" y="896635"/>
                  </a:lnTo>
                  <a:lnTo>
                    <a:pt x="1951831" y="900871"/>
                  </a:lnTo>
                  <a:lnTo>
                    <a:pt x="1952527" y="903513"/>
                  </a:lnTo>
                  <a:lnTo>
                    <a:pt x="1953224" y="903638"/>
                  </a:lnTo>
                  <a:lnTo>
                    <a:pt x="1953920" y="902743"/>
                  </a:lnTo>
                  <a:lnTo>
                    <a:pt x="1954616" y="901379"/>
                  </a:lnTo>
                  <a:lnTo>
                    <a:pt x="1955312" y="900309"/>
                  </a:lnTo>
                  <a:lnTo>
                    <a:pt x="1956008" y="899238"/>
                  </a:lnTo>
                  <a:lnTo>
                    <a:pt x="1956704" y="900943"/>
                  </a:lnTo>
                  <a:lnTo>
                    <a:pt x="1957401" y="904099"/>
                  </a:lnTo>
                  <a:lnTo>
                    <a:pt x="1958097" y="906018"/>
                  </a:lnTo>
                  <a:lnTo>
                    <a:pt x="1958793" y="910465"/>
                  </a:lnTo>
                  <a:lnTo>
                    <a:pt x="1959489" y="912929"/>
                  </a:lnTo>
                  <a:lnTo>
                    <a:pt x="1960185" y="914961"/>
                  </a:lnTo>
                  <a:lnTo>
                    <a:pt x="1960881" y="916992"/>
                  </a:lnTo>
                  <a:lnTo>
                    <a:pt x="1961578" y="919022"/>
                  </a:lnTo>
                  <a:lnTo>
                    <a:pt x="1962274" y="921577"/>
                  </a:lnTo>
                  <a:lnTo>
                    <a:pt x="1962970" y="924481"/>
                  </a:lnTo>
                  <a:lnTo>
                    <a:pt x="1963666" y="930026"/>
                  </a:lnTo>
                  <a:lnTo>
                    <a:pt x="1964362" y="935982"/>
                  </a:lnTo>
                  <a:lnTo>
                    <a:pt x="1965058" y="941937"/>
                  </a:lnTo>
                  <a:lnTo>
                    <a:pt x="1965755" y="947893"/>
                  </a:lnTo>
                  <a:lnTo>
                    <a:pt x="1966451" y="953849"/>
                  </a:lnTo>
                  <a:lnTo>
                    <a:pt x="1967147" y="958618"/>
                  </a:lnTo>
                  <a:lnTo>
                    <a:pt x="1967843" y="964740"/>
                  </a:lnTo>
                  <a:lnTo>
                    <a:pt x="1968539" y="973646"/>
                  </a:lnTo>
                  <a:lnTo>
                    <a:pt x="1969236" y="983773"/>
                  </a:lnTo>
                  <a:lnTo>
                    <a:pt x="1969932" y="994148"/>
                  </a:lnTo>
                  <a:lnTo>
                    <a:pt x="1970628" y="1005673"/>
                  </a:lnTo>
                  <a:lnTo>
                    <a:pt x="1971324" y="1017467"/>
                  </a:lnTo>
                  <a:lnTo>
                    <a:pt x="1972020" y="1029465"/>
                  </a:lnTo>
                  <a:lnTo>
                    <a:pt x="1972716" y="1042157"/>
                  </a:lnTo>
                  <a:lnTo>
                    <a:pt x="1973413" y="1055713"/>
                  </a:lnTo>
                  <a:lnTo>
                    <a:pt x="1974109" y="1068531"/>
                  </a:lnTo>
                  <a:lnTo>
                    <a:pt x="1974805" y="1081416"/>
                  </a:lnTo>
                  <a:lnTo>
                    <a:pt x="1975501" y="1094503"/>
                  </a:lnTo>
                  <a:lnTo>
                    <a:pt x="1976197" y="1106924"/>
                  </a:lnTo>
                  <a:lnTo>
                    <a:pt x="1976893" y="1119600"/>
                  </a:lnTo>
                  <a:lnTo>
                    <a:pt x="1977590" y="1131793"/>
                  </a:lnTo>
                  <a:lnTo>
                    <a:pt x="1978286" y="1141685"/>
                  </a:lnTo>
                  <a:lnTo>
                    <a:pt x="1978982" y="1148748"/>
                  </a:lnTo>
                  <a:lnTo>
                    <a:pt x="1979678" y="1154746"/>
                  </a:lnTo>
                  <a:lnTo>
                    <a:pt x="1980374" y="1160921"/>
                  </a:lnTo>
                  <a:lnTo>
                    <a:pt x="1981071" y="1167096"/>
                  </a:lnTo>
                  <a:lnTo>
                    <a:pt x="1981767" y="1172884"/>
                  </a:lnTo>
                  <a:lnTo>
                    <a:pt x="1982463" y="1177457"/>
                  </a:lnTo>
                  <a:lnTo>
                    <a:pt x="1983159" y="1180788"/>
                  </a:lnTo>
                  <a:lnTo>
                    <a:pt x="1983855" y="1184024"/>
                  </a:lnTo>
                  <a:lnTo>
                    <a:pt x="1984551" y="1186804"/>
                  </a:lnTo>
                  <a:lnTo>
                    <a:pt x="1985248" y="1189872"/>
                  </a:lnTo>
                  <a:lnTo>
                    <a:pt x="1985944" y="1192560"/>
                  </a:lnTo>
                  <a:lnTo>
                    <a:pt x="1986640" y="1192816"/>
                  </a:lnTo>
                  <a:lnTo>
                    <a:pt x="1987336" y="1192816"/>
                  </a:lnTo>
                  <a:lnTo>
                    <a:pt x="1988032" y="1192816"/>
                  </a:lnTo>
                  <a:lnTo>
                    <a:pt x="1988728" y="1192911"/>
                  </a:lnTo>
                  <a:lnTo>
                    <a:pt x="1989425" y="1192911"/>
                  </a:lnTo>
                  <a:lnTo>
                    <a:pt x="1990121" y="1192608"/>
                  </a:lnTo>
                  <a:lnTo>
                    <a:pt x="1990817" y="1192011"/>
                  </a:lnTo>
                  <a:lnTo>
                    <a:pt x="1991513" y="1191415"/>
                  </a:lnTo>
                  <a:lnTo>
                    <a:pt x="1992209" y="1191112"/>
                  </a:lnTo>
                  <a:lnTo>
                    <a:pt x="1992905" y="1191416"/>
                  </a:lnTo>
                  <a:lnTo>
                    <a:pt x="1993602" y="1191245"/>
                  </a:lnTo>
                  <a:lnTo>
                    <a:pt x="1994298" y="1187715"/>
                  </a:lnTo>
                  <a:lnTo>
                    <a:pt x="1994994" y="1185052"/>
                  </a:lnTo>
                  <a:lnTo>
                    <a:pt x="1995690" y="1181882"/>
                  </a:lnTo>
                  <a:lnTo>
                    <a:pt x="1996386" y="1177926"/>
                  </a:lnTo>
                  <a:lnTo>
                    <a:pt x="1997083" y="1175280"/>
                  </a:lnTo>
                  <a:lnTo>
                    <a:pt x="1997779" y="1172634"/>
                  </a:lnTo>
                  <a:lnTo>
                    <a:pt x="1998475" y="1169988"/>
                  </a:lnTo>
                  <a:lnTo>
                    <a:pt x="1999171" y="1166829"/>
                  </a:lnTo>
                  <a:lnTo>
                    <a:pt x="1999867" y="1163602"/>
                  </a:lnTo>
                  <a:lnTo>
                    <a:pt x="2000563" y="1160832"/>
                  </a:lnTo>
                  <a:lnTo>
                    <a:pt x="2001260" y="1158061"/>
                  </a:lnTo>
                  <a:lnTo>
                    <a:pt x="2001956" y="1155290"/>
                  </a:lnTo>
                  <a:lnTo>
                    <a:pt x="2002652" y="1151857"/>
                  </a:lnTo>
                  <a:lnTo>
                    <a:pt x="2003348" y="1147180"/>
                  </a:lnTo>
                  <a:lnTo>
                    <a:pt x="2004044" y="1142733"/>
                  </a:lnTo>
                  <a:lnTo>
                    <a:pt x="2004740" y="1139203"/>
                  </a:lnTo>
                  <a:lnTo>
                    <a:pt x="2005437" y="1134979"/>
                  </a:lnTo>
                  <a:lnTo>
                    <a:pt x="2006133" y="1130980"/>
                  </a:lnTo>
                  <a:lnTo>
                    <a:pt x="2006829" y="1128331"/>
                  </a:lnTo>
                  <a:lnTo>
                    <a:pt x="2007525" y="1125427"/>
                  </a:lnTo>
                  <a:lnTo>
                    <a:pt x="2008221" y="1122523"/>
                  </a:lnTo>
                  <a:lnTo>
                    <a:pt x="2008918" y="1119875"/>
                  </a:lnTo>
                  <a:lnTo>
                    <a:pt x="2009614" y="1117530"/>
                  </a:lnTo>
                  <a:lnTo>
                    <a:pt x="2010310" y="1115185"/>
                  </a:lnTo>
                  <a:lnTo>
                    <a:pt x="2011006" y="1112584"/>
                  </a:lnTo>
                  <a:lnTo>
                    <a:pt x="2011702" y="1110240"/>
                  </a:lnTo>
                  <a:lnTo>
                    <a:pt x="2012398" y="1107895"/>
                  </a:lnTo>
                  <a:lnTo>
                    <a:pt x="2013095" y="1106189"/>
                  </a:lnTo>
                  <a:lnTo>
                    <a:pt x="2013791" y="1106189"/>
                  </a:lnTo>
                  <a:lnTo>
                    <a:pt x="2014487" y="1106189"/>
                  </a:lnTo>
                  <a:lnTo>
                    <a:pt x="2015183" y="1106445"/>
                  </a:lnTo>
                  <a:lnTo>
                    <a:pt x="2015879" y="1106989"/>
                  </a:lnTo>
                  <a:lnTo>
                    <a:pt x="2016575" y="1107277"/>
                  </a:lnTo>
                  <a:lnTo>
                    <a:pt x="2017272" y="1107565"/>
                  </a:lnTo>
                  <a:lnTo>
                    <a:pt x="2017968" y="1108108"/>
                  </a:lnTo>
                  <a:lnTo>
                    <a:pt x="2018664" y="1108956"/>
                  </a:lnTo>
                  <a:lnTo>
                    <a:pt x="2019360" y="1109499"/>
                  </a:lnTo>
                  <a:lnTo>
                    <a:pt x="2020056" y="1109061"/>
                  </a:lnTo>
                  <a:lnTo>
                    <a:pt x="2020753" y="1106025"/>
                  </a:lnTo>
                  <a:lnTo>
                    <a:pt x="2021449" y="1100109"/>
                  </a:lnTo>
                  <a:lnTo>
                    <a:pt x="2022145" y="1096286"/>
                  </a:lnTo>
                  <a:lnTo>
                    <a:pt x="2022841" y="1091802"/>
                  </a:lnTo>
                  <a:lnTo>
                    <a:pt x="2023537" y="1086377"/>
                  </a:lnTo>
                  <a:lnTo>
                    <a:pt x="2024233" y="1082632"/>
                  </a:lnTo>
                  <a:lnTo>
                    <a:pt x="2024930" y="1078678"/>
                  </a:lnTo>
                  <a:lnTo>
                    <a:pt x="2025626" y="1074740"/>
                  </a:lnTo>
                  <a:lnTo>
                    <a:pt x="2026322" y="1071091"/>
                  </a:lnTo>
                  <a:lnTo>
                    <a:pt x="2027018" y="1065922"/>
                  </a:lnTo>
                  <a:lnTo>
                    <a:pt x="2027714" y="1059498"/>
                  </a:lnTo>
                  <a:lnTo>
                    <a:pt x="2028410" y="1052484"/>
                  </a:lnTo>
                  <a:lnTo>
                    <a:pt x="2029107" y="1045752"/>
                  </a:lnTo>
                  <a:lnTo>
                    <a:pt x="2029803" y="1040524"/>
                  </a:lnTo>
                  <a:lnTo>
                    <a:pt x="2030499" y="1035785"/>
                  </a:lnTo>
                  <a:lnTo>
                    <a:pt x="2031195" y="1033368"/>
                  </a:lnTo>
                  <a:lnTo>
                    <a:pt x="2031891" y="1034223"/>
                  </a:lnTo>
                  <a:lnTo>
                    <a:pt x="2032587" y="1033922"/>
                  </a:lnTo>
                  <a:lnTo>
                    <a:pt x="2033284" y="1033036"/>
                  </a:lnTo>
                  <a:lnTo>
                    <a:pt x="2033980" y="1033036"/>
                  </a:lnTo>
                  <a:lnTo>
                    <a:pt x="2034676" y="1031517"/>
                  </a:lnTo>
                  <a:lnTo>
                    <a:pt x="2035372" y="1030370"/>
                  </a:lnTo>
                  <a:lnTo>
                    <a:pt x="2036068" y="1028767"/>
                  </a:lnTo>
                  <a:lnTo>
                    <a:pt x="2036765" y="1026709"/>
                  </a:lnTo>
                  <a:lnTo>
                    <a:pt x="2037461" y="1026338"/>
                  </a:lnTo>
                  <a:lnTo>
                    <a:pt x="2038157" y="1028791"/>
                  </a:lnTo>
                  <a:lnTo>
                    <a:pt x="2038853" y="1032800"/>
                  </a:lnTo>
                  <a:lnTo>
                    <a:pt x="2039549" y="1034776"/>
                  </a:lnTo>
                  <a:lnTo>
                    <a:pt x="2040245" y="1035232"/>
                  </a:lnTo>
                  <a:lnTo>
                    <a:pt x="2040942" y="1035694"/>
                  </a:lnTo>
                  <a:lnTo>
                    <a:pt x="2041638" y="1035610"/>
                  </a:lnTo>
                  <a:lnTo>
                    <a:pt x="2042334" y="1033883"/>
                  </a:lnTo>
                  <a:lnTo>
                    <a:pt x="2043030" y="1032796"/>
                  </a:lnTo>
                  <a:lnTo>
                    <a:pt x="2043726" y="1033355"/>
                  </a:lnTo>
                  <a:lnTo>
                    <a:pt x="2044422" y="1033659"/>
                  </a:lnTo>
                  <a:lnTo>
                    <a:pt x="2045119" y="1034254"/>
                  </a:lnTo>
                  <a:lnTo>
                    <a:pt x="2045815" y="1035306"/>
                  </a:lnTo>
                  <a:lnTo>
                    <a:pt x="2046511" y="1036614"/>
                  </a:lnTo>
                  <a:lnTo>
                    <a:pt x="2047207" y="1037922"/>
                  </a:lnTo>
                  <a:lnTo>
                    <a:pt x="2047903" y="1038974"/>
                  </a:lnTo>
                  <a:lnTo>
                    <a:pt x="2048600" y="1039386"/>
                  </a:lnTo>
                  <a:lnTo>
                    <a:pt x="2049296" y="1038350"/>
                  </a:lnTo>
                  <a:lnTo>
                    <a:pt x="2049992" y="1036779"/>
                  </a:lnTo>
                  <a:lnTo>
                    <a:pt x="2050688" y="1035030"/>
                  </a:lnTo>
                  <a:lnTo>
                    <a:pt x="2051384" y="1034352"/>
                  </a:lnTo>
                  <a:lnTo>
                    <a:pt x="2052080" y="1033931"/>
                  </a:lnTo>
                  <a:lnTo>
                    <a:pt x="2052777" y="1033509"/>
                  </a:lnTo>
                  <a:lnTo>
                    <a:pt x="2053473" y="1032831"/>
                  </a:lnTo>
                  <a:lnTo>
                    <a:pt x="2054169" y="1032426"/>
                  </a:lnTo>
                  <a:lnTo>
                    <a:pt x="2054865" y="1030957"/>
                  </a:lnTo>
                  <a:lnTo>
                    <a:pt x="2055561" y="1031231"/>
                  </a:lnTo>
                  <a:lnTo>
                    <a:pt x="2056257" y="1032025"/>
                  </a:lnTo>
                  <a:lnTo>
                    <a:pt x="2056954" y="1034910"/>
                  </a:lnTo>
                  <a:lnTo>
                    <a:pt x="2057650" y="1039549"/>
                  </a:lnTo>
                  <a:lnTo>
                    <a:pt x="2058346" y="1045105"/>
                  </a:lnTo>
                  <a:lnTo>
                    <a:pt x="2059042" y="1051602"/>
                  </a:lnTo>
                  <a:lnTo>
                    <a:pt x="2059738" y="1058099"/>
                  </a:lnTo>
                  <a:lnTo>
                    <a:pt x="2060434" y="1066030"/>
                  </a:lnTo>
                  <a:lnTo>
                    <a:pt x="2061131" y="1074417"/>
                  </a:lnTo>
                  <a:lnTo>
                    <a:pt x="2061827" y="1081537"/>
                  </a:lnTo>
                  <a:lnTo>
                    <a:pt x="2062523" y="1091156"/>
                  </a:lnTo>
                  <a:lnTo>
                    <a:pt x="2063219" y="1103366"/>
                  </a:lnTo>
                  <a:lnTo>
                    <a:pt x="2063915" y="1118922"/>
                  </a:lnTo>
                  <a:lnTo>
                    <a:pt x="2064612" y="1133994"/>
                  </a:lnTo>
                  <a:lnTo>
                    <a:pt x="2065308" y="1148046"/>
                  </a:lnTo>
                  <a:lnTo>
                    <a:pt x="2066004" y="1161120"/>
                  </a:lnTo>
                  <a:lnTo>
                    <a:pt x="2066700" y="1172764"/>
                  </a:lnTo>
                  <a:lnTo>
                    <a:pt x="2067396" y="1181811"/>
                  </a:lnTo>
                  <a:lnTo>
                    <a:pt x="2068092" y="1189500"/>
                  </a:lnTo>
                  <a:lnTo>
                    <a:pt x="2068789" y="1197033"/>
                  </a:lnTo>
                  <a:lnTo>
                    <a:pt x="2069485" y="1204607"/>
                  </a:lnTo>
                  <a:lnTo>
                    <a:pt x="2070181" y="1211590"/>
                  </a:lnTo>
                  <a:lnTo>
                    <a:pt x="2070877" y="1218572"/>
                  </a:lnTo>
                  <a:lnTo>
                    <a:pt x="2071573" y="1225555"/>
                  </a:lnTo>
                  <a:lnTo>
                    <a:pt x="2072269" y="1232495"/>
                  </a:lnTo>
                  <a:lnTo>
                    <a:pt x="2072966" y="1237265"/>
                  </a:lnTo>
                  <a:lnTo>
                    <a:pt x="2073662" y="1239469"/>
                  </a:lnTo>
                  <a:lnTo>
                    <a:pt x="2074358" y="1240829"/>
                  </a:lnTo>
                  <a:lnTo>
                    <a:pt x="2075054" y="1243925"/>
                  </a:lnTo>
                  <a:lnTo>
                    <a:pt x="2075750" y="1248706"/>
                  </a:lnTo>
                  <a:lnTo>
                    <a:pt x="2076447" y="1254737"/>
                  </a:lnTo>
                  <a:lnTo>
                    <a:pt x="2077143" y="1259802"/>
                  </a:lnTo>
                  <a:lnTo>
                    <a:pt x="2077839" y="1266243"/>
                  </a:lnTo>
                  <a:lnTo>
                    <a:pt x="2078535" y="1271135"/>
                  </a:lnTo>
                  <a:lnTo>
                    <a:pt x="2079231" y="1274344"/>
                  </a:lnTo>
                  <a:lnTo>
                    <a:pt x="2079927" y="1276501"/>
                  </a:lnTo>
                  <a:lnTo>
                    <a:pt x="2080624" y="1279661"/>
                  </a:lnTo>
                  <a:lnTo>
                    <a:pt x="2081320" y="1279226"/>
                  </a:lnTo>
                  <a:lnTo>
                    <a:pt x="2082016" y="1278011"/>
                  </a:lnTo>
                  <a:lnTo>
                    <a:pt x="2082712" y="1277125"/>
                  </a:lnTo>
                  <a:lnTo>
                    <a:pt x="2083408" y="1277430"/>
                  </a:lnTo>
                  <a:lnTo>
                    <a:pt x="2084104" y="1278016"/>
                  </a:lnTo>
                  <a:lnTo>
                    <a:pt x="2084801" y="1278523"/>
                  </a:lnTo>
                  <a:lnTo>
                    <a:pt x="2085497" y="1278601"/>
                  </a:lnTo>
                  <a:lnTo>
                    <a:pt x="2086193" y="1278601"/>
                  </a:lnTo>
                  <a:lnTo>
                    <a:pt x="2086889" y="1276179"/>
                  </a:lnTo>
                  <a:lnTo>
                    <a:pt x="2087585" y="1273078"/>
                  </a:lnTo>
                  <a:lnTo>
                    <a:pt x="2088282" y="1269976"/>
                  </a:lnTo>
                  <a:lnTo>
                    <a:pt x="2088978" y="1266406"/>
                  </a:lnTo>
                  <a:lnTo>
                    <a:pt x="2089674" y="1260936"/>
                  </a:lnTo>
                  <a:lnTo>
                    <a:pt x="2090370" y="1257038"/>
                  </a:lnTo>
                  <a:lnTo>
                    <a:pt x="2091066" y="1251027"/>
                  </a:lnTo>
                  <a:lnTo>
                    <a:pt x="2091762" y="1247196"/>
                  </a:lnTo>
                  <a:lnTo>
                    <a:pt x="2092459" y="1243393"/>
                  </a:lnTo>
                  <a:lnTo>
                    <a:pt x="2093155" y="1238423"/>
                  </a:lnTo>
                  <a:lnTo>
                    <a:pt x="2093851" y="1232326"/>
                  </a:lnTo>
                  <a:lnTo>
                    <a:pt x="2094547" y="1224988"/>
                  </a:lnTo>
                  <a:lnTo>
                    <a:pt x="2095243" y="1217385"/>
                  </a:lnTo>
                  <a:lnTo>
                    <a:pt x="2095939" y="1209373"/>
                  </a:lnTo>
                  <a:lnTo>
                    <a:pt x="2096636" y="1200545"/>
                  </a:lnTo>
                  <a:lnTo>
                    <a:pt x="2097332" y="1193995"/>
                  </a:lnTo>
                  <a:lnTo>
                    <a:pt x="2098028" y="1186742"/>
                  </a:lnTo>
                  <a:lnTo>
                    <a:pt x="2098724" y="1178828"/>
                  </a:lnTo>
                  <a:lnTo>
                    <a:pt x="2099420" y="1167855"/>
                  </a:lnTo>
                  <a:lnTo>
                    <a:pt x="2100116" y="1156692"/>
                  </a:lnTo>
                  <a:lnTo>
                    <a:pt x="2100813" y="1146381"/>
                  </a:lnTo>
                  <a:lnTo>
                    <a:pt x="2101509" y="1138069"/>
                  </a:lnTo>
                  <a:lnTo>
                    <a:pt x="2102205" y="1130287"/>
                  </a:lnTo>
                  <a:lnTo>
                    <a:pt x="2102901" y="1124332"/>
                  </a:lnTo>
                  <a:lnTo>
                    <a:pt x="2103597" y="1119713"/>
                  </a:lnTo>
                  <a:lnTo>
                    <a:pt x="2104294" y="1115602"/>
                  </a:lnTo>
                  <a:lnTo>
                    <a:pt x="2104990" y="1113384"/>
                  </a:lnTo>
                  <a:lnTo>
                    <a:pt x="2105686" y="1112214"/>
                  </a:lnTo>
                  <a:lnTo>
                    <a:pt x="2106382" y="1110962"/>
                  </a:lnTo>
                  <a:lnTo>
                    <a:pt x="2107078" y="1110375"/>
                  </a:lnTo>
                  <a:lnTo>
                    <a:pt x="2107774" y="1110508"/>
                  </a:lnTo>
                  <a:lnTo>
                    <a:pt x="2108471" y="1109932"/>
                  </a:lnTo>
                  <a:lnTo>
                    <a:pt x="2109167" y="1111482"/>
                  </a:lnTo>
                  <a:lnTo>
                    <a:pt x="2109863" y="1113883"/>
                  </a:lnTo>
                  <a:lnTo>
                    <a:pt x="2110559" y="1116352"/>
                  </a:lnTo>
                  <a:lnTo>
                    <a:pt x="2111255" y="1117282"/>
                  </a:lnTo>
                  <a:lnTo>
                    <a:pt x="2111951" y="1116109"/>
                  </a:lnTo>
                  <a:lnTo>
                    <a:pt x="2112648" y="1114280"/>
                  </a:lnTo>
                  <a:lnTo>
                    <a:pt x="2113344" y="1111367"/>
                  </a:lnTo>
                  <a:lnTo>
                    <a:pt x="2114040" y="1109620"/>
                  </a:lnTo>
                  <a:lnTo>
                    <a:pt x="2114736" y="1107907"/>
                  </a:lnTo>
                  <a:lnTo>
                    <a:pt x="2115432" y="1107536"/>
                  </a:lnTo>
                  <a:lnTo>
                    <a:pt x="2116129" y="1105869"/>
                  </a:lnTo>
                  <a:lnTo>
                    <a:pt x="2116825" y="1107341"/>
                  </a:lnTo>
                  <a:lnTo>
                    <a:pt x="2117521" y="1109593"/>
                  </a:lnTo>
                  <a:lnTo>
                    <a:pt x="2118217" y="1111516"/>
                  </a:lnTo>
                  <a:lnTo>
                    <a:pt x="2118913" y="1112503"/>
                  </a:lnTo>
                  <a:lnTo>
                    <a:pt x="2119609" y="1112955"/>
                  </a:lnTo>
                  <a:lnTo>
                    <a:pt x="2120306" y="1113485"/>
                  </a:lnTo>
                  <a:lnTo>
                    <a:pt x="2121002" y="1115234"/>
                  </a:lnTo>
                  <a:lnTo>
                    <a:pt x="2121698" y="1116982"/>
                  </a:lnTo>
                  <a:lnTo>
                    <a:pt x="2122394" y="1120082"/>
                  </a:lnTo>
                  <a:lnTo>
                    <a:pt x="2123090" y="1124458"/>
                  </a:lnTo>
                  <a:lnTo>
                    <a:pt x="2123786" y="1128834"/>
                  </a:lnTo>
                  <a:lnTo>
                    <a:pt x="2124483" y="1134133"/>
                  </a:lnTo>
                  <a:lnTo>
                    <a:pt x="2125179" y="1140756"/>
                  </a:lnTo>
                  <a:lnTo>
                    <a:pt x="2125875" y="1147790"/>
                  </a:lnTo>
                  <a:lnTo>
                    <a:pt x="2126571" y="1156175"/>
                  </a:lnTo>
                  <a:lnTo>
                    <a:pt x="2127267" y="1164748"/>
                  </a:lnTo>
                  <a:lnTo>
                    <a:pt x="2127963" y="1174075"/>
                  </a:lnTo>
                  <a:lnTo>
                    <a:pt x="2128660" y="1183385"/>
                  </a:lnTo>
                  <a:lnTo>
                    <a:pt x="2129356" y="1193255"/>
                  </a:lnTo>
                  <a:lnTo>
                    <a:pt x="2130052" y="1203265"/>
                  </a:lnTo>
                  <a:lnTo>
                    <a:pt x="2130748" y="1212295"/>
                  </a:lnTo>
                  <a:lnTo>
                    <a:pt x="2131444" y="1220300"/>
                  </a:lnTo>
                  <a:lnTo>
                    <a:pt x="2132141" y="1228952"/>
                  </a:lnTo>
                  <a:lnTo>
                    <a:pt x="2132837" y="1236306"/>
                  </a:lnTo>
                  <a:lnTo>
                    <a:pt x="2133533" y="1242807"/>
                  </a:lnTo>
                  <a:lnTo>
                    <a:pt x="2134229" y="1248632"/>
                  </a:lnTo>
                  <a:lnTo>
                    <a:pt x="2134925" y="1255034"/>
                  </a:lnTo>
                  <a:lnTo>
                    <a:pt x="2135621" y="1261682"/>
                  </a:lnTo>
                  <a:lnTo>
                    <a:pt x="2136318" y="1266031"/>
                  </a:lnTo>
                  <a:lnTo>
                    <a:pt x="2137014" y="1268414"/>
                  </a:lnTo>
                  <a:lnTo>
                    <a:pt x="2137710" y="1270886"/>
                  </a:lnTo>
                  <a:lnTo>
                    <a:pt x="2138406" y="1271644"/>
                  </a:lnTo>
                  <a:lnTo>
                    <a:pt x="2139102" y="1271814"/>
                  </a:lnTo>
                  <a:lnTo>
                    <a:pt x="2139798" y="1272216"/>
                  </a:lnTo>
                  <a:lnTo>
                    <a:pt x="2140495" y="1270679"/>
                  </a:lnTo>
                  <a:lnTo>
                    <a:pt x="2141191" y="1269836"/>
                  </a:lnTo>
                  <a:lnTo>
                    <a:pt x="2141887" y="1268783"/>
                  </a:lnTo>
                  <a:lnTo>
                    <a:pt x="2142583" y="1267064"/>
                  </a:lnTo>
                  <a:lnTo>
                    <a:pt x="2143279" y="1265124"/>
                  </a:lnTo>
                  <a:lnTo>
                    <a:pt x="2143976" y="1264376"/>
                  </a:lnTo>
                  <a:lnTo>
                    <a:pt x="2144672" y="1261904"/>
                  </a:lnTo>
                  <a:lnTo>
                    <a:pt x="2145368" y="1257783"/>
                  </a:lnTo>
                  <a:lnTo>
                    <a:pt x="2146064" y="1254102"/>
                  </a:lnTo>
                  <a:lnTo>
                    <a:pt x="2146760" y="1252465"/>
                  </a:lnTo>
                  <a:lnTo>
                    <a:pt x="2147456" y="1251968"/>
                  </a:lnTo>
                  <a:lnTo>
                    <a:pt x="2148153" y="1251470"/>
                  </a:lnTo>
                  <a:lnTo>
                    <a:pt x="2148849" y="1250973"/>
                  </a:lnTo>
                  <a:lnTo>
                    <a:pt x="2149545" y="1250792"/>
                  </a:lnTo>
                  <a:lnTo>
                    <a:pt x="2150241" y="1250610"/>
                  </a:lnTo>
                  <a:lnTo>
                    <a:pt x="2150937" y="1250141"/>
                  </a:lnTo>
                  <a:lnTo>
                    <a:pt x="2151633" y="1249853"/>
                  </a:lnTo>
                  <a:lnTo>
                    <a:pt x="2152330" y="1248703"/>
                  </a:lnTo>
                  <a:lnTo>
                    <a:pt x="2153026" y="1246071"/>
                  </a:lnTo>
                  <a:lnTo>
                    <a:pt x="2153722" y="1243439"/>
                  </a:lnTo>
                  <a:lnTo>
                    <a:pt x="2154418" y="1240550"/>
                  </a:lnTo>
                  <a:lnTo>
                    <a:pt x="2155114" y="1237918"/>
                  </a:lnTo>
                  <a:lnTo>
                    <a:pt x="2155811" y="1235286"/>
                  </a:lnTo>
                  <a:lnTo>
                    <a:pt x="2156507" y="1232397"/>
                  </a:lnTo>
                  <a:lnTo>
                    <a:pt x="2157203" y="1229509"/>
                  </a:lnTo>
                  <a:lnTo>
                    <a:pt x="2157899" y="1226908"/>
                  </a:lnTo>
                  <a:lnTo>
                    <a:pt x="2158595" y="1223711"/>
                  </a:lnTo>
                  <a:lnTo>
                    <a:pt x="2159291" y="1220515"/>
                  </a:lnTo>
                  <a:lnTo>
                    <a:pt x="2159988" y="1216575"/>
                  </a:lnTo>
                  <a:lnTo>
                    <a:pt x="2160684" y="1213178"/>
                  </a:lnTo>
                  <a:lnTo>
                    <a:pt x="2161380" y="1209166"/>
                  </a:lnTo>
                  <a:lnTo>
                    <a:pt x="2162076" y="1204899"/>
                  </a:lnTo>
                  <a:lnTo>
                    <a:pt x="2162772" y="1200420"/>
                  </a:lnTo>
                  <a:lnTo>
                    <a:pt x="2163468" y="1194186"/>
                  </a:lnTo>
                  <a:lnTo>
                    <a:pt x="2164165" y="1186999"/>
                  </a:lnTo>
                  <a:lnTo>
                    <a:pt x="2164861" y="1180380"/>
                  </a:lnTo>
                  <a:lnTo>
                    <a:pt x="2165557" y="1175165"/>
                  </a:lnTo>
                  <a:lnTo>
                    <a:pt x="2166253" y="1171487"/>
                  </a:lnTo>
                  <a:lnTo>
                    <a:pt x="2166949" y="1167809"/>
                  </a:lnTo>
                  <a:lnTo>
                    <a:pt x="2167645" y="1164131"/>
                  </a:lnTo>
                  <a:lnTo>
                    <a:pt x="2168342" y="1160453"/>
                  </a:lnTo>
                  <a:lnTo>
                    <a:pt x="2169038" y="1156609"/>
                  </a:lnTo>
                  <a:lnTo>
                    <a:pt x="2169734" y="1152171"/>
                  </a:lnTo>
                  <a:lnTo>
                    <a:pt x="2170430" y="1147157"/>
                  </a:lnTo>
                  <a:lnTo>
                    <a:pt x="2171126" y="1141823"/>
                  </a:lnTo>
                  <a:lnTo>
                    <a:pt x="2171823" y="1138669"/>
                  </a:lnTo>
                  <a:lnTo>
                    <a:pt x="2172519" y="1135513"/>
                  </a:lnTo>
                  <a:lnTo>
                    <a:pt x="2173215" y="1133186"/>
                  </a:lnTo>
                  <a:lnTo>
                    <a:pt x="2173911" y="1133737"/>
                  </a:lnTo>
                  <a:lnTo>
                    <a:pt x="2174607" y="1135768"/>
                  </a:lnTo>
                  <a:lnTo>
                    <a:pt x="2175303" y="1137799"/>
                  </a:lnTo>
                  <a:lnTo>
                    <a:pt x="2176000" y="1138949"/>
                  </a:lnTo>
                  <a:lnTo>
                    <a:pt x="2176696" y="1139405"/>
                  </a:lnTo>
                  <a:lnTo>
                    <a:pt x="2177392" y="1140153"/>
                  </a:lnTo>
                  <a:lnTo>
                    <a:pt x="2178088" y="1140793"/>
                  </a:lnTo>
                  <a:lnTo>
                    <a:pt x="2178784" y="1139054"/>
                  </a:lnTo>
                  <a:lnTo>
                    <a:pt x="2179480" y="1138096"/>
                  </a:lnTo>
                  <a:lnTo>
                    <a:pt x="2180177" y="1138388"/>
                  </a:lnTo>
                  <a:lnTo>
                    <a:pt x="2180873" y="1138815"/>
                  </a:lnTo>
                  <a:lnTo>
                    <a:pt x="2181569" y="1138734"/>
                  </a:lnTo>
                  <a:lnTo>
                    <a:pt x="2182265" y="1137643"/>
                  </a:lnTo>
                  <a:lnTo>
                    <a:pt x="2182961" y="1137120"/>
                  </a:lnTo>
                  <a:lnTo>
                    <a:pt x="2183658" y="1137453"/>
                  </a:lnTo>
                  <a:lnTo>
                    <a:pt x="2184354" y="1136338"/>
                  </a:lnTo>
                  <a:lnTo>
                    <a:pt x="2185050" y="1134066"/>
                  </a:lnTo>
                  <a:lnTo>
                    <a:pt x="2185746" y="1129590"/>
                  </a:lnTo>
                  <a:lnTo>
                    <a:pt x="2186442" y="1123440"/>
                  </a:lnTo>
                  <a:lnTo>
                    <a:pt x="2187138" y="1116252"/>
                  </a:lnTo>
                  <a:lnTo>
                    <a:pt x="2187835" y="1109926"/>
                  </a:lnTo>
                  <a:lnTo>
                    <a:pt x="2188531" y="1105147"/>
                  </a:lnTo>
                  <a:lnTo>
                    <a:pt x="2189227" y="1101627"/>
                  </a:lnTo>
                  <a:lnTo>
                    <a:pt x="2189923" y="1098107"/>
                  </a:lnTo>
                  <a:lnTo>
                    <a:pt x="2190619" y="1094587"/>
                  </a:lnTo>
                  <a:lnTo>
                    <a:pt x="2191315" y="1090430"/>
                  </a:lnTo>
                  <a:lnTo>
                    <a:pt x="2192012" y="1085765"/>
                  </a:lnTo>
                  <a:lnTo>
                    <a:pt x="2192708" y="1079226"/>
                  </a:lnTo>
                  <a:lnTo>
                    <a:pt x="2193404" y="1070662"/>
                  </a:lnTo>
                  <a:lnTo>
                    <a:pt x="2194100" y="1061246"/>
                  </a:lnTo>
                  <a:lnTo>
                    <a:pt x="2194796" y="1053355"/>
                  </a:lnTo>
                  <a:lnTo>
                    <a:pt x="2195492" y="1046085"/>
                  </a:lnTo>
                  <a:lnTo>
                    <a:pt x="2196189" y="1039234"/>
                  </a:lnTo>
                  <a:lnTo>
                    <a:pt x="2196885" y="1033552"/>
                  </a:lnTo>
                  <a:lnTo>
                    <a:pt x="2197581" y="1028383"/>
                  </a:lnTo>
                  <a:lnTo>
                    <a:pt x="2198277" y="1022623"/>
                  </a:lnTo>
                  <a:lnTo>
                    <a:pt x="2198973" y="1017393"/>
                  </a:lnTo>
                  <a:lnTo>
                    <a:pt x="2199670" y="1012294"/>
                  </a:lnTo>
                  <a:lnTo>
                    <a:pt x="2200366" y="1007194"/>
                  </a:lnTo>
                  <a:lnTo>
                    <a:pt x="2201062" y="1001790"/>
                  </a:lnTo>
                  <a:lnTo>
                    <a:pt x="2201758" y="995685"/>
                  </a:lnTo>
                  <a:lnTo>
                    <a:pt x="2202454" y="989989"/>
                  </a:lnTo>
                  <a:lnTo>
                    <a:pt x="2203150" y="985667"/>
                  </a:lnTo>
                  <a:lnTo>
                    <a:pt x="2203847" y="983024"/>
                  </a:lnTo>
                  <a:lnTo>
                    <a:pt x="2204543" y="981122"/>
                  </a:lnTo>
                  <a:lnTo>
                    <a:pt x="2205239" y="979345"/>
                  </a:lnTo>
                  <a:lnTo>
                    <a:pt x="2205935" y="977569"/>
                  </a:lnTo>
                  <a:lnTo>
                    <a:pt x="2206631" y="977681"/>
                  </a:lnTo>
                  <a:lnTo>
                    <a:pt x="2207327" y="978625"/>
                  </a:lnTo>
                  <a:lnTo>
                    <a:pt x="2208024" y="979388"/>
                  </a:lnTo>
                  <a:lnTo>
                    <a:pt x="2208720" y="980227"/>
                  </a:lnTo>
                  <a:lnTo>
                    <a:pt x="2209416" y="979930"/>
                  </a:lnTo>
                  <a:lnTo>
                    <a:pt x="2210112" y="978608"/>
                  </a:lnTo>
                  <a:lnTo>
                    <a:pt x="2210808" y="977287"/>
                  </a:lnTo>
                  <a:lnTo>
                    <a:pt x="2211505" y="975966"/>
                  </a:lnTo>
                  <a:lnTo>
                    <a:pt x="2212201" y="976534"/>
                  </a:lnTo>
                  <a:lnTo>
                    <a:pt x="2212897" y="977283"/>
                  </a:lnTo>
                  <a:lnTo>
                    <a:pt x="2213593" y="978141"/>
                  </a:lnTo>
                  <a:lnTo>
                    <a:pt x="2214289" y="981377"/>
                  </a:lnTo>
                  <a:lnTo>
                    <a:pt x="2214985" y="983833"/>
                  </a:lnTo>
                  <a:lnTo>
                    <a:pt x="2215682" y="985038"/>
                  </a:lnTo>
                  <a:lnTo>
                    <a:pt x="2216378" y="987138"/>
                  </a:lnTo>
                  <a:lnTo>
                    <a:pt x="2217074" y="989122"/>
                  </a:lnTo>
                  <a:lnTo>
                    <a:pt x="2217770" y="990530"/>
                  </a:lnTo>
                  <a:lnTo>
                    <a:pt x="2218466" y="991368"/>
                  </a:lnTo>
                  <a:lnTo>
                    <a:pt x="2219162" y="991350"/>
                  </a:lnTo>
                  <a:lnTo>
                    <a:pt x="2219859" y="992782"/>
                  </a:lnTo>
                  <a:lnTo>
                    <a:pt x="2220555" y="995236"/>
                  </a:lnTo>
                  <a:lnTo>
                    <a:pt x="2221251" y="999893"/>
                  </a:lnTo>
                  <a:lnTo>
                    <a:pt x="2221947" y="1006224"/>
                  </a:lnTo>
                  <a:lnTo>
                    <a:pt x="2222643" y="1013700"/>
                  </a:lnTo>
                  <a:lnTo>
                    <a:pt x="2223339" y="1020888"/>
                  </a:lnTo>
                  <a:lnTo>
                    <a:pt x="2224036" y="1026334"/>
                  </a:lnTo>
                  <a:lnTo>
                    <a:pt x="2224732" y="1029853"/>
                  </a:lnTo>
                  <a:lnTo>
                    <a:pt x="2225428" y="1033373"/>
                  </a:lnTo>
                  <a:lnTo>
                    <a:pt x="2226124" y="1036893"/>
                  </a:lnTo>
                  <a:lnTo>
                    <a:pt x="2226820" y="1041050"/>
                  </a:lnTo>
                  <a:lnTo>
                    <a:pt x="2227517" y="1045715"/>
                  </a:lnTo>
                  <a:lnTo>
                    <a:pt x="2228213" y="1051826"/>
                  </a:lnTo>
                  <a:lnTo>
                    <a:pt x="2228909" y="1056450"/>
                  </a:lnTo>
                  <a:lnTo>
                    <a:pt x="2229605" y="1060617"/>
                  </a:lnTo>
                  <a:lnTo>
                    <a:pt x="2230301" y="1062794"/>
                  </a:lnTo>
                  <a:lnTo>
                    <a:pt x="2230997" y="1064457"/>
                  </a:lnTo>
                  <a:lnTo>
                    <a:pt x="2231694" y="1065159"/>
                  </a:lnTo>
                  <a:lnTo>
                    <a:pt x="2232390" y="1064690"/>
                  </a:lnTo>
                  <a:lnTo>
                    <a:pt x="2233086" y="1063663"/>
                  </a:lnTo>
                  <a:lnTo>
                    <a:pt x="2233782" y="1060392"/>
                  </a:lnTo>
                  <a:lnTo>
                    <a:pt x="2234478" y="1059438"/>
                  </a:lnTo>
                  <a:lnTo>
                    <a:pt x="2235174" y="1059694"/>
                  </a:lnTo>
                  <a:lnTo>
                    <a:pt x="2235871" y="1060254"/>
                  </a:lnTo>
                  <a:lnTo>
                    <a:pt x="2236567" y="1061561"/>
                  </a:lnTo>
                  <a:lnTo>
                    <a:pt x="2237263" y="1063893"/>
                  </a:lnTo>
                  <a:lnTo>
                    <a:pt x="2237959" y="1065407"/>
                  </a:lnTo>
                  <a:lnTo>
                    <a:pt x="2238655" y="1064888"/>
                  </a:lnTo>
                  <a:lnTo>
                    <a:pt x="2239352" y="1065057"/>
                  </a:lnTo>
                  <a:lnTo>
                    <a:pt x="2240048" y="1066481"/>
                  </a:lnTo>
                  <a:lnTo>
                    <a:pt x="2240744" y="1067347"/>
                  </a:lnTo>
                  <a:lnTo>
                    <a:pt x="2241440" y="1067401"/>
                  </a:lnTo>
                  <a:lnTo>
                    <a:pt x="2242136" y="1066745"/>
                  </a:lnTo>
                  <a:lnTo>
                    <a:pt x="2242832" y="1066114"/>
                  </a:lnTo>
                  <a:lnTo>
                    <a:pt x="2243529" y="1065942"/>
                  </a:lnTo>
                  <a:lnTo>
                    <a:pt x="2244225" y="1068257"/>
                  </a:lnTo>
                  <a:lnTo>
                    <a:pt x="2244921" y="1068828"/>
                  </a:lnTo>
                  <a:lnTo>
                    <a:pt x="2245617" y="1069399"/>
                  </a:lnTo>
                  <a:lnTo>
                    <a:pt x="2246313" y="1069971"/>
                  </a:lnTo>
                  <a:lnTo>
                    <a:pt x="2247009" y="1070542"/>
                  </a:lnTo>
                  <a:lnTo>
                    <a:pt x="2247706" y="1067911"/>
                  </a:lnTo>
                  <a:lnTo>
                    <a:pt x="2248402" y="1066472"/>
                  </a:lnTo>
                  <a:lnTo>
                    <a:pt x="2249098" y="1066308"/>
                  </a:lnTo>
                  <a:lnTo>
                    <a:pt x="2249794" y="1065257"/>
                  </a:lnTo>
                  <a:lnTo>
                    <a:pt x="2250490" y="1064644"/>
                  </a:lnTo>
                  <a:lnTo>
                    <a:pt x="2251187" y="1063222"/>
                  </a:lnTo>
                  <a:lnTo>
                    <a:pt x="2251883" y="1061410"/>
                  </a:lnTo>
                  <a:lnTo>
                    <a:pt x="2252579" y="1059627"/>
                  </a:lnTo>
                  <a:lnTo>
                    <a:pt x="2253275" y="1057070"/>
                  </a:lnTo>
                  <a:lnTo>
                    <a:pt x="2253971" y="1054513"/>
                  </a:lnTo>
                  <a:lnTo>
                    <a:pt x="2254667" y="1051137"/>
                  </a:lnTo>
                  <a:lnTo>
                    <a:pt x="2255364" y="1047761"/>
                  </a:lnTo>
                  <a:lnTo>
                    <a:pt x="2256060" y="1044203"/>
                  </a:lnTo>
                  <a:lnTo>
                    <a:pt x="2256756" y="1042239"/>
                  </a:lnTo>
                  <a:lnTo>
                    <a:pt x="2257452" y="1039533"/>
                  </a:lnTo>
                  <a:lnTo>
                    <a:pt x="2258148" y="1036810"/>
                  </a:lnTo>
                  <a:lnTo>
                    <a:pt x="2258844" y="1034033"/>
                  </a:lnTo>
                  <a:lnTo>
                    <a:pt x="2259541" y="1031953"/>
                  </a:lnTo>
                  <a:lnTo>
                    <a:pt x="2260237" y="1030815"/>
                  </a:lnTo>
                  <a:lnTo>
                    <a:pt x="2260933" y="1029954"/>
                  </a:lnTo>
                  <a:lnTo>
                    <a:pt x="2261629" y="1030502"/>
                  </a:lnTo>
                  <a:lnTo>
                    <a:pt x="2262325" y="1033901"/>
                  </a:lnTo>
                  <a:lnTo>
                    <a:pt x="2263021" y="1037675"/>
                  </a:lnTo>
                  <a:lnTo>
                    <a:pt x="2263718" y="1043653"/>
                  </a:lnTo>
                  <a:lnTo>
                    <a:pt x="2264414" y="1052592"/>
                  </a:lnTo>
                  <a:lnTo>
                    <a:pt x="2265110" y="1061918"/>
                  </a:lnTo>
                  <a:lnTo>
                    <a:pt x="2265806" y="1070013"/>
                  </a:lnTo>
                  <a:lnTo>
                    <a:pt x="2266502" y="1077352"/>
                  </a:lnTo>
                  <a:lnTo>
                    <a:pt x="2267199" y="1084691"/>
                  </a:lnTo>
                  <a:lnTo>
                    <a:pt x="2267895" y="1091184"/>
                  </a:lnTo>
                  <a:lnTo>
                    <a:pt x="2268591" y="1098158"/>
                  </a:lnTo>
                  <a:lnTo>
                    <a:pt x="2269287" y="1108796"/>
                  </a:lnTo>
                  <a:lnTo>
                    <a:pt x="2269983" y="1118784"/>
                  </a:lnTo>
                  <a:lnTo>
                    <a:pt x="2270679" y="1127190"/>
                  </a:lnTo>
                  <a:lnTo>
                    <a:pt x="2271376" y="1135293"/>
                  </a:lnTo>
                  <a:lnTo>
                    <a:pt x="2272072" y="1142649"/>
                  </a:lnTo>
                  <a:lnTo>
                    <a:pt x="2272768" y="1148021"/>
                  </a:lnTo>
                  <a:lnTo>
                    <a:pt x="2273464" y="1154462"/>
                  </a:lnTo>
                  <a:lnTo>
                    <a:pt x="2274160" y="1160205"/>
                  </a:lnTo>
                  <a:lnTo>
                    <a:pt x="2274856" y="1163655"/>
                  </a:lnTo>
                  <a:lnTo>
                    <a:pt x="2275553" y="1167492"/>
                  </a:lnTo>
                  <a:lnTo>
                    <a:pt x="2276249" y="1172276"/>
                  </a:lnTo>
                  <a:lnTo>
                    <a:pt x="2276945" y="1178791"/>
                  </a:lnTo>
                  <a:lnTo>
                    <a:pt x="2277641" y="1181194"/>
                  </a:lnTo>
                  <a:lnTo>
                    <a:pt x="2278337" y="1183424"/>
                  </a:lnTo>
                  <a:lnTo>
                    <a:pt x="2279034" y="1182403"/>
                  </a:lnTo>
                  <a:lnTo>
                    <a:pt x="2279730" y="1178027"/>
                  </a:lnTo>
                  <a:lnTo>
                    <a:pt x="2280426" y="1173714"/>
                  </a:lnTo>
                  <a:lnTo>
                    <a:pt x="2281122" y="1169339"/>
                  </a:lnTo>
                  <a:lnTo>
                    <a:pt x="2281818" y="1164963"/>
                  </a:lnTo>
                  <a:lnTo>
                    <a:pt x="2282514" y="1160587"/>
                  </a:lnTo>
                  <a:lnTo>
                    <a:pt x="2283211" y="1157454"/>
                  </a:lnTo>
                  <a:lnTo>
                    <a:pt x="2283907" y="1151705"/>
                  </a:lnTo>
                  <a:lnTo>
                    <a:pt x="2284603" y="1146930"/>
                  </a:lnTo>
                  <a:lnTo>
                    <a:pt x="2285299" y="1140793"/>
                  </a:lnTo>
                  <a:lnTo>
                    <a:pt x="2285995" y="1133858"/>
                  </a:lnTo>
                  <a:lnTo>
                    <a:pt x="2286691" y="1127754"/>
                  </a:lnTo>
                  <a:lnTo>
                    <a:pt x="2287388" y="1121709"/>
                  </a:lnTo>
                  <a:lnTo>
                    <a:pt x="2288084" y="1116146"/>
                  </a:lnTo>
                  <a:lnTo>
                    <a:pt x="2288780" y="1111028"/>
                  </a:lnTo>
                  <a:lnTo>
                    <a:pt x="2289476" y="1105701"/>
                  </a:lnTo>
                  <a:lnTo>
                    <a:pt x="2290172" y="1101710"/>
                  </a:lnTo>
                  <a:lnTo>
                    <a:pt x="2290868" y="1097837"/>
                  </a:lnTo>
                  <a:lnTo>
                    <a:pt x="2291565" y="1095064"/>
                  </a:lnTo>
                  <a:lnTo>
                    <a:pt x="2292261" y="1090697"/>
                  </a:lnTo>
                  <a:lnTo>
                    <a:pt x="2292957" y="1086216"/>
                  </a:lnTo>
                  <a:lnTo>
                    <a:pt x="2293653" y="1082194"/>
                  </a:lnTo>
                  <a:lnTo>
                    <a:pt x="2294349" y="1078640"/>
                  </a:lnTo>
                  <a:lnTo>
                    <a:pt x="2295046" y="1074529"/>
                  </a:lnTo>
                  <a:lnTo>
                    <a:pt x="2295742" y="1072147"/>
                  </a:lnTo>
                  <a:lnTo>
                    <a:pt x="2296438" y="1069027"/>
                  </a:lnTo>
                  <a:lnTo>
                    <a:pt x="2297134" y="1063744"/>
                  </a:lnTo>
                  <a:lnTo>
                    <a:pt x="2297830" y="1054738"/>
                  </a:lnTo>
                  <a:lnTo>
                    <a:pt x="2298526" y="1045862"/>
                  </a:lnTo>
                  <a:lnTo>
                    <a:pt x="2299223" y="1035741"/>
                  </a:lnTo>
                  <a:lnTo>
                    <a:pt x="2299919" y="1025174"/>
                  </a:lnTo>
                  <a:lnTo>
                    <a:pt x="2300615" y="1016112"/>
                  </a:lnTo>
                  <a:lnTo>
                    <a:pt x="2301311" y="1008599"/>
                  </a:lnTo>
                  <a:lnTo>
                    <a:pt x="2302007" y="1002880"/>
                  </a:lnTo>
                  <a:lnTo>
                    <a:pt x="2302703" y="995886"/>
                  </a:lnTo>
                  <a:lnTo>
                    <a:pt x="2303400" y="988670"/>
                  </a:lnTo>
                  <a:lnTo>
                    <a:pt x="2304096" y="981603"/>
                  </a:lnTo>
                  <a:lnTo>
                    <a:pt x="2304792" y="973178"/>
                  </a:lnTo>
                  <a:lnTo>
                    <a:pt x="2305488" y="964198"/>
                  </a:lnTo>
                  <a:lnTo>
                    <a:pt x="2306184" y="956077"/>
                  </a:lnTo>
                  <a:lnTo>
                    <a:pt x="2306881" y="947542"/>
                  </a:lnTo>
                  <a:lnTo>
                    <a:pt x="2307577" y="940729"/>
                  </a:lnTo>
                  <a:lnTo>
                    <a:pt x="2308273" y="936263"/>
                  </a:lnTo>
                  <a:lnTo>
                    <a:pt x="2308969" y="932835"/>
                  </a:lnTo>
                  <a:lnTo>
                    <a:pt x="2309665" y="929310"/>
                  </a:lnTo>
                  <a:lnTo>
                    <a:pt x="2310361" y="925945"/>
                  </a:lnTo>
                  <a:lnTo>
                    <a:pt x="2311058" y="921073"/>
                  </a:lnTo>
                  <a:lnTo>
                    <a:pt x="2311754" y="916103"/>
                  </a:lnTo>
                  <a:lnTo>
                    <a:pt x="2312450" y="909038"/>
                  </a:lnTo>
                  <a:lnTo>
                    <a:pt x="2313146" y="906048"/>
                  </a:lnTo>
                  <a:lnTo>
                    <a:pt x="2313842" y="904469"/>
                  </a:lnTo>
                  <a:lnTo>
                    <a:pt x="2314538" y="905555"/>
                  </a:lnTo>
                  <a:lnTo>
                    <a:pt x="2315235" y="907426"/>
                  </a:lnTo>
                  <a:lnTo>
                    <a:pt x="2315931" y="909688"/>
                  </a:lnTo>
                  <a:lnTo>
                    <a:pt x="2316627" y="912335"/>
                  </a:lnTo>
                  <a:lnTo>
                    <a:pt x="2317323" y="914309"/>
                  </a:lnTo>
                  <a:lnTo>
                    <a:pt x="2318019" y="916285"/>
                  </a:lnTo>
                  <a:lnTo>
                    <a:pt x="2318716" y="916914"/>
                  </a:lnTo>
                  <a:lnTo>
                    <a:pt x="2319412" y="919668"/>
                  </a:lnTo>
                  <a:lnTo>
                    <a:pt x="2320108" y="920323"/>
                  </a:lnTo>
                  <a:lnTo>
                    <a:pt x="2320804" y="921513"/>
                  </a:lnTo>
                  <a:lnTo>
                    <a:pt x="2321500" y="924664"/>
                  </a:lnTo>
                  <a:lnTo>
                    <a:pt x="2322196" y="928320"/>
                  </a:lnTo>
                  <a:lnTo>
                    <a:pt x="2322893" y="934469"/>
                  </a:lnTo>
                  <a:lnTo>
                    <a:pt x="2323589" y="937808"/>
                  </a:lnTo>
                  <a:lnTo>
                    <a:pt x="2324285" y="940657"/>
                  </a:lnTo>
                  <a:lnTo>
                    <a:pt x="2324981" y="944351"/>
                  </a:lnTo>
                  <a:lnTo>
                    <a:pt x="2325677" y="948342"/>
                  </a:lnTo>
                  <a:lnTo>
                    <a:pt x="2326373" y="951358"/>
                  </a:lnTo>
                  <a:lnTo>
                    <a:pt x="2327070" y="953566"/>
                  </a:lnTo>
                  <a:lnTo>
                    <a:pt x="2327766" y="958308"/>
                  </a:lnTo>
                  <a:lnTo>
                    <a:pt x="2328462" y="963907"/>
                  </a:lnTo>
                  <a:lnTo>
                    <a:pt x="2329158" y="968775"/>
                  </a:lnTo>
                  <a:lnTo>
                    <a:pt x="2329854" y="973036"/>
                  </a:lnTo>
                  <a:lnTo>
                    <a:pt x="2330550" y="981669"/>
                  </a:lnTo>
                  <a:lnTo>
                    <a:pt x="2331247" y="988381"/>
                  </a:lnTo>
                  <a:lnTo>
                    <a:pt x="2331943" y="995847"/>
                  </a:lnTo>
                  <a:lnTo>
                    <a:pt x="2332639" y="1004522"/>
                  </a:lnTo>
                  <a:lnTo>
                    <a:pt x="2333335" y="1014685"/>
                  </a:lnTo>
                  <a:lnTo>
                    <a:pt x="2334031" y="1022572"/>
                  </a:lnTo>
                  <a:lnTo>
                    <a:pt x="2334728" y="1029931"/>
                  </a:lnTo>
                  <a:lnTo>
                    <a:pt x="2335424" y="1037997"/>
                  </a:lnTo>
                  <a:lnTo>
                    <a:pt x="2336120" y="1045482"/>
                  </a:lnTo>
                  <a:lnTo>
                    <a:pt x="2336816" y="1053112"/>
                  </a:lnTo>
                  <a:lnTo>
                    <a:pt x="2337512" y="1059885"/>
                  </a:lnTo>
                  <a:lnTo>
                    <a:pt x="2338208" y="1067933"/>
                  </a:lnTo>
                  <a:lnTo>
                    <a:pt x="2338905" y="1077050"/>
                  </a:lnTo>
                  <a:lnTo>
                    <a:pt x="2339601" y="1085460"/>
                  </a:lnTo>
                  <a:lnTo>
                    <a:pt x="2340297" y="1093808"/>
                  </a:lnTo>
                  <a:lnTo>
                    <a:pt x="2340993" y="1101983"/>
                  </a:lnTo>
                  <a:lnTo>
                    <a:pt x="2341689" y="1107437"/>
                  </a:lnTo>
                  <a:lnTo>
                    <a:pt x="2342385" y="1112683"/>
                  </a:lnTo>
                  <a:lnTo>
                    <a:pt x="2343082" y="1116208"/>
                  </a:lnTo>
                  <a:lnTo>
                    <a:pt x="2343778" y="1118754"/>
                  </a:lnTo>
                  <a:lnTo>
                    <a:pt x="2344474" y="1120346"/>
                  </a:lnTo>
                  <a:lnTo>
                    <a:pt x="2345170" y="1123393"/>
                  </a:lnTo>
                  <a:lnTo>
                    <a:pt x="2345866" y="1126206"/>
                  </a:lnTo>
                  <a:lnTo>
                    <a:pt x="2346563" y="1129742"/>
                  </a:lnTo>
                  <a:lnTo>
                    <a:pt x="2347259" y="1132084"/>
                  </a:lnTo>
                  <a:lnTo>
                    <a:pt x="2347955" y="1135370"/>
                  </a:lnTo>
                  <a:lnTo>
                    <a:pt x="2348651" y="1136608"/>
                  </a:lnTo>
                  <a:lnTo>
                    <a:pt x="2349347" y="1133271"/>
                  </a:lnTo>
                  <a:lnTo>
                    <a:pt x="2350043" y="1130575"/>
                  </a:lnTo>
                  <a:lnTo>
                    <a:pt x="2350740" y="1128305"/>
                  </a:lnTo>
                  <a:lnTo>
                    <a:pt x="2351436" y="1123581"/>
                  </a:lnTo>
                  <a:lnTo>
                    <a:pt x="2352132" y="1120075"/>
                  </a:lnTo>
                  <a:lnTo>
                    <a:pt x="2352828" y="1116140"/>
                  </a:lnTo>
                  <a:lnTo>
                    <a:pt x="2353524" y="1111445"/>
                  </a:lnTo>
                  <a:lnTo>
                    <a:pt x="2354220" y="1105961"/>
                  </a:lnTo>
                  <a:lnTo>
                    <a:pt x="2354917" y="1099585"/>
                  </a:lnTo>
                  <a:lnTo>
                    <a:pt x="2355613" y="1092753"/>
                  </a:lnTo>
                  <a:lnTo>
                    <a:pt x="2356309" y="1087338"/>
                  </a:lnTo>
                  <a:lnTo>
                    <a:pt x="2357005" y="1079683"/>
                  </a:lnTo>
                  <a:lnTo>
                    <a:pt x="2357701" y="1071392"/>
                  </a:lnTo>
                  <a:lnTo>
                    <a:pt x="2358397" y="1060365"/>
                  </a:lnTo>
                  <a:lnTo>
                    <a:pt x="2359094" y="1053730"/>
                  </a:lnTo>
                  <a:lnTo>
                    <a:pt x="2359790" y="1050022"/>
                  </a:lnTo>
                  <a:lnTo>
                    <a:pt x="2360486" y="1045512"/>
                  </a:lnTo>
                  <a:lnTo>
                    <a:pt x="2361182" y="1038282"/>
                  </a:lnTo>
                  <a:lnTo>
                    <a:pt x="2361878" y="1034467"/>
                  </a:lnTo>
                  <a:lnTo>
                    <a:pt x="2362575" y="1030989"/>
                  </a:lnTo>
                  <a:lnTo>
                    <a:pt x="2363271" y="1026742"/>
                  </a:lnTo>
                  <a:lnTo>
                    <a:pt x="2363967" y="1021585"/>
                  </a:lnTo>
                  <a:lnTo>
                    <a:pt x="2364663" y="1016144"/>
                  </a:lnTo>
                  <a:lnTo>
                    <a:pt x="2365359" y="1011373"/>
                  </a:lnTo>
                  <a:lnTo>
                    <a:pt x="2366055" y="1004611"/>
                  </a:lnTo>
                  <a:lnTo>
                    <a:pt x="2366752" y="997634"/>
                  </a:lnTo>
                  <a:lnTo>
                    <a:pt x="2367448" y="987748"/>
                  </a:lnTo>
                  <a:lnTo>
                    <a:pt x="2368144" y="977047"/>
                  </a:lnTo>
                  <a:lnTo>
                    <a:pt x="2368840" y="966529"/>
                  </a:lnTo>
                  <a:lnTo>
                    <a:pt x="2369536" y="957570"/>
                  </a:lnTo>
                  <a:lnTo>
                    <a:pt x="2370232" y="948606"/>
                  </a:lnTo>
                  <a:lnTo>
                    <a:pt x="2370929" y="938205"/>
                  </a:lnTo>
                  <a:lnTo>
                    <a:pt x="2371625" y="928864"/>
                  </a:lnTo>
                  <a:lnTo>
                    <a:pt x="2372321" y="919318"/>
                  </a:lnTo>
                  <a:lnTo>
                    <a:pt x="2373017" y="909962"/>
                  </a:lnTo>
                  <a:lnTo>
                    <a:pt x="2373713" y="902186"/>
                  </a:lnTo>
                  <a:lnTo>
                    <a:pt x="2374410" y="893595"/>
                  </a:lnTo>
                  <a:lnTo>
                    <a:pt x="2375106" y="886416"/>
                  </a:lnTo>
                  <a:lnTo>
                    <a:pt x="2375802" y="881094"/>
                  </a:lnTo>
                  <a:lnTo>
                    <a:pt x="2376498" y="874374"/>
                  </a:lnTo>
                  <a:lnTo>
                    <a:pt x="2377194" y="870328"/>
                  </a:lnTo>
                  <a:lnTo>
                    <a:pt x="2377890" y="868567"/>
                  </a:lnTo>
                  <a:lnTo>
                    <a:pt x="2378587" y="867144"/>
                  </a:lnTo>
                  <a:lnTo>
                    <a:pt x="2379283" y="864838"/>
                  </a:lnTo>
                  <a:lnTo>
                    <a:pt x="2379979" y="861363"/>
                  </a:lnTo>
                  <a:lnTo>
                    <a:pt x="2380675" y="857330"/>
                  </a:lnTo>
                  <a:lnTo>
                    <a:pt x="2381371" y="854500"/>
                  </a:lnTo>
                  <a:lnTo>
                    <a:pt x="2382067" y="849620"/>
                  </a:lnTo>
                  <a:lnTo>
                    <a:pt x="2382764" y="845460"/>
                  </a:lnTo>
                  <a:lnTo>
                    <a:pt x="2383460" y="841110"/>
                  </a:lnTo>
                  <a:lnTo>
                    <a:pt x="2384156" y="838720"/>
                  </a:lnTo>
                  <a:lnTo>
                    <a:pt x="2384852" y="839803"/>
                  </a:lnTo>
                  <a:lnTo>
                    <a:pt x="2385548" y="840540"/>
                  </a:lnTo>
                  <a:lnTo>
                    <a:pt x="2386244" y="841425"/>
                  </a:lnTo>
                  <a:lnTo>
                    <a:pt x="2386941" y="844399"/>
                  </a:lnTo>
                  <a:lnTo>
                    <a:pt x="2387637" y="846254"/>
                  </a:lnTo>
                  <a:lnTo>
                    <a:pt x="2388333" y="849471"/>
                  </a:lnTo>
                  <a:lnTo>
                    <a:pt x="2389029" y="854600"/>
                  </a:lnTo>
                  <a:lnTo>
                    <a:pt x="2389725" y="861471"/>
                  </a:lnTo>
                  <a:lnTo>
                    <a:pt x="2390422" y="867737"/>
                  </a:lnTo>
                  <a:lnTo>
                    <a:pt x="2391118" y="874559"/>
                  </a:lnTo>
                  <a:lnTo>
                    <a:pt x="2391814" y="881480"/>
                  </a:lnTo>
                  <a:lnTo>
                    <a:pt x="2392510" y="890033"/>
                  </a:lnTo>
                  <a:lnTo>
                    <a:pt x="2393206" y="898651"/>
                  </a:lnTo>
                  <a:lnTo>
                    <a:pt x="2393902" y="908653"/>
                  </a:lnTo>
                  <a:lnTo>
                    <a:pt x="2394599" y="917542"/>
                  </a:lnTo>
                  <a:lnTo>
                    <a:pt x="2395295" y="922851"/>
                  </a:lnTo>
                  <a:lnTo>
                    <a:pt x="2395991" y="928218"/>
                  </a:lnTo>
                  <a:lnTo>
                    <a:pt x="2396687" y="932889"/>
                  </a:lnTo>
                  <a:lnTo>
                    <a:pt x="2397383" y="934590"/>
                  </a:lnTo>
                  <a:lnTo>
                    <a:pt x="2398079" y="936235"/>
                  </a:lnTo>
                  <a:lnTo>
                    <a:pt x="2398776" y="935343"/>
                  </a:lnTo>
                  <a:lnTo>
                    <a:pt x="2399472" y="934841"/>
                  </a:lnTo>
                  <a:lnTo>
                    <a:pt x="2400168" y="936574"/>
                  </a:lnTo>
                  <a:lnTo>
                    <a:pt x="2400864" y="938547"/>
                  </a:lnTo>
                  <a:lnTo>
                    <a:pt x="2401560" y="940988"/>
                  </a:lnTo>
                  <a:lnTo>
                    <a:pt x="2402257" y="943560"/>
                  </a:lnTo>
                  <a:lnTo>
                    <a:pt x="2402953" y="948749"/>
                  </a:lnTo>
                  <a:lnTo>
                    <a:pt x="2403649" y="954297"/>
                  </a:lnTo>
                  <a:lnTo>
                    <a:pt x="2404345" y="959047"/>
                  </a:lnTo>
                  <a:lnTo>
                    <a:pt x="2405041" y="965525"/>
                  </a:lnTo>
                  <a:lnTo>
                    <a:pt x="2405737" y="972092"/>
                  </a:lnTo>
                  <a:lnTo>
                    <a:pt x="2406434" y="979409"/>
                  </a:lnTo>
                  <a:lnTo>
                    <a:pt x="2407130" y="987905"/>
                  </a:lnTo>
                  <a:lnTo>
                    <a:pt x="2407826" y="996875"/>
                  </a:lnTo>
                  <a:lnTo>
                    <a:pt x="2408522" y="1005655"/>
                  </a:lnTo>
                  <a:lnTo>
                    <a:pt x="2409218" y="1011783"/>
                  </a:lnTo>
                  <a:lnTo>
                    <a:pt x="2409914" y="1020546"/>
                  </a:lnTo>
                  <a:lnTo>
                    <a:pt x="2410611" y="1028509"/>
                  </a:lnTo>
                  <a:lnTo>
                    <a:pt x="2411307" y="1034843"/>
                  </a:lnTo>
                  <a:lnTo>
                    <a:pt x="2412003" y="1043603"/>
                  </a:lnTo>
                  <a:lnTo>
                    <a:pt x="2412699" y="1052797"/>
                  </a:lnTo>
                  <a:lnTo>
                    <a:pt x="2413395" y="1061470"/>
                  </a:lnTo>
                  <a:lnTo>
                    <a:pt x="2414092" y="1070663"/>
                  </a:lnTo>
                  <a:lnTo>
                    <a:pt x="2414788" y="1081558"/>
                  </a:lnTo>
                  <a:lnTo>
                    <a:pt x="2415484" y="1092876"/>
                  </a:lnTo>
                  <a:lnTo>
                    <a:pt x="2416180" y="1105527"/>
                  </a:lnTo>
                  <a:lnTo>
                    <a:pt x="2416876" y="1116975"/>
                  </a:lnTo>
                  <a:lnTo>
                    <a:pt x="2417572" y="1130594"/>
                  </a:lnTo>
                  <a:lnTo>
                    <a:pt x="2418269" y="1146204"/>
                  </a:lnTo>
                  <a:lnTo>
                    <a:pt x="2418965" y="1162234"/>
                  </a:lnTo>
                  <a:lnTo>
                    <a:pt x="2419661" y="1177960"/>
                  </a:lnTo>
                  <a:lnTo>
                    <a:pt x="2420357" y="1192690"/>
                  </a:lnTo>
                  <a:lnTo>
                    <a:pt x="2421053" y="1207436"/>
                  </a:lnTo>
                  <a:lnTo>
                    <a:pt x="2421749" y="1221402"/>
                  </a:lnTo>
                  <a:lnTo>
                    <a:pt x="2422446" y="1233942"/>
                  </a:lnTo>
                  <a:lnTo>
                    <a:pt x="2423142" y="1246062"/>
                  </a:lnTo>
                  <a:lnTo>
                    <a:pt x="2423838" y="1256941"/>
                  </a:lnTo>
                  <a:lnTo>
                    <a:pt x="2424534" y="1266669"/>
                  </a:lnTo>
                  <a:lnTo>
                    <a:pt x="2425230" y="1275906"/>
                  </a:lnTo>
                  <a:lnTo>
                    <a:pt x="2425926" y="1283137"/>
                  </a:lnTo>
                  <a:lnTo>
                    <a:pt x="2426623" y="1290890"/>
                  </a:lnTo>
                  <a:lnTo>
                    <a:pt x="2427319" y="1298844"/>
                  </a:lnTo>
                  <a:lnTo>
                    <a:pt x="2428015" y="1305803"/>
                  </a:lnTo>
                  <a:lnTo>
                    <a:pt x="2428711" y="1311215"/>
                  </a:lnTo>
                  <a:lnTo>
                    <a:pt x="2429407" y="1315815"/>
                  </a:lnTo>
                  <a:lnTo>
                    <a:pt x="2430104" y="1319618"/>
                  </a:lnTo>
                  <a:lnTo>
                    <a:pt x="2430800" y="1324034"/>
                  </a:lnTo>
                  <a:lnTo>
                    <a:pt x="2431496" y="1327816"/>
                  </a:lnTo>
                  <a:lnTo>
                    <a:pt x="2432139" y="1333315"/>
                  </a:lnTo>
                  <a:lnTo>
                    <a:pt x="2448782" y="1333315"/>
                  </a:lnTo>
                  <a:lnTo>
                    <a:pt x="2448900" y="1331945"/>
                  </a:lnTo>
                  <a:lnTo>
                    <a:pt x="2449596" y="1322313"/>
                  </a:lnTo>
                  <a:lnTo>
                    <a:pt x="2450293" y="1311326"/>
                  </a:lnTo>
                  <a:lnTo>
                    <a:pt x="2450989" y="1299822"/>
                  </a:lnTo>
                  <a:lnTo>
                    <a:pt x="2451685" y="1287805"/>
                  </a:lnTo>
                  <a:lnTo>
                    <a:pt x="2452381" y="1275897"/>
                  </a:lnTo>
                  <a:lnTo>
                    <a:pt x="2453077" y="1262029"/>
                  </a:lnTo>
                  <a:lnTo>
                    <a:pt x="2453773" y="1246502"/>
                  </a:lnTo>
                  <a:lnTo>
                    <a:pt x="2454470" y="1230524"/>
                  </a:lnTo>
                  <a:lnTo>
                    <a:pt x="2455166" y="1215673"/>
                  </a:lnTo>
                  <a:lnTo>
                    <a:pt x="2455862" y="1200998"/>
                  </a:lnTo>
                  <a:lnTo>
                    <a:pt x="2456558" y="1186146"/>
                  </a:lnTo>
                  <a:lnTo>
                    <a:pt x="2457254" y="1172425"/>
                  </a:lnTo>
                  <a:lnTo>
                    <a:pt x="2457951" y="1159980"/>
                  </a:lnTo>
                  <a:lnTo>
                    <a:pt x="2458647" y="1145897"/>
                  </a:lnTo>
                  <a:lnTo>
                    <a:pt x="2459343" y="1131959"/>
                  </a:lnTo>
                  <a:lnTo>
                    <a:pt x="2460039" y="1117147"/>
                  </a:lnTo>
                  <a:lnTo>
                    <a:pt x="2460735" y="1102192"/>
                  </a:lnTo>
                  <a:lnTo>
                    <a:pt x="2461431" y="1091063"/>
                  </a:lnTo>
                  <a:lnTo>
                    <a:pt x="2462128" y="1079964"/>
                  </a:lnTo>
                  <a:lnTo>
                    <a:pt x="2462824" y="1068782"/>
                  </a:lnTo>
                  <a:lnTo>
                    <a:pt x="2463520" y="1056740"/>
                  </a:lnTo>
                  <a:lnTo>
                    <a:pt x="2464216" y="1046363"/>
                  </a:lnTo>
                  <a:lnTo>
                    <a:pt x="2464912" y="1035439"/>
                  </a:lnTo>
                  <a:lnTo>
                    <a:pt x="2465608" y="1024515"/>
                  </a:lnTo>
                  <a:lnTo>
                    <a:pt x="2466305" y="1015228"/>
                  </a:lnTo>
                  <a:lnTo>
                    <a:pt x="2467001" y="1006826"/>
                  </a:lnTo>
                  <a:lnTo>
                    <a:pt x="2467697" y="997224"/>
                  </a:lnTo>
                  <a:lnTo>
                    <a:pt x="2468393" y="988038"/>
                  </a:lnTo>
                  <a:lnTo>
                    <a:pt x="2469089" y="979669"/>
                  </a:lnTo>
                  <a:lnTo>
                    <a:pt x="2469786" y="972680"/>
                  </a:lnTo>
                  <a:lnTo>
                    <a:pt x="2470482" y="966777"/>
                  </a:lnTo>
                  <a:lnTo>
                    <a:pt x="2471178" y="960616"/>
                  </a:lnTo>
                  <a:lnTo>
                    <a:pt x="2471874" y="951886"/>
                  </a:lnTo>
                  <a:lnTo>
                    <a:pt x="2472570" y="944346"/>
                  </a:lnTo>
                  <a:lnTo>
                    <a:pt x="2473266" y="939283"/>
                  </a:lnTo>
                  <a:lnTo>
                    <a:pt x="2473963" y="934583"/>
                  </a:lnTo>
                  <a:lnTo>
                    <a:pt x="2474659" y="928952"/>
                  </a:lnTo>
                  <a:lnTo>
                    <a:pt x="2475355" y="924320"/>
                  </a:lnTo>
                  <a:lnTo>
                    <a:pt x="2476051" y="921917"/>
                  </a:lnTo>
                  <a:lnTo>
                    <a:pt x="2476747" y="920673"/>
                  </a:lnTo>
                  <a:lnTo>
                    <a:pt x="2477443" y="920411"/>
                  </a:lnTo>
                  <a:lnTo>
                    <a:pt x="2478140" y="919689"/>
                  </a:lnTo>
                  <a:lnTo>
                    <a:pt x="2478836" y="923571"/>
                  </a:lnTo>
                  <a:lnTo>
                    <a:pt x="2479532" y="928116"/>
                  </a:lnTo>
                  <a:lnTo>
                    <a:pt x="2480228" y="935159"/>
                  </a:lnTo>
                  <a:lnTo>
                    <a:pt x="2480924" y="942551"/>
                  </a:lnTo>
                  <a:lnTo>
                    <a:pt x="2481621" y="948788"/>
                  </a:lnTo>
                  <a:lnTo>
                    <a:pt x="2482317" y="955930"/>
                  </a:lnTo>
                  <a:lnTo>
                    <a:pt x="2483013" y="962374"/>
                  </a:lnTo>
                  <a:lnTo>
                    <a:pt x="2483709" y="966124"/>
                  </a:lnTo>
                  <a:lnTo>
                    <a:pt x="2484405" y="969142"/>
                  </a:lnTo>
                  <a:lnTo>
                    <a:pt x="2485101" y="973584"/>
                  </a:lnTo>
                  <a:lnTo>
                    <a:pt x="2485798" y="978081"/>
                  </a:lnTo>
                  <a:lnTo>
                    <a:pt x="2486494" y="982192"/>
                  </a:lnTo>
                  <a:lnTo>
                    <a:pt x="2487190" y="986618"/>
                  </a:lnTo>
                  <a:lnTo>
                    <a:pt x="2487886" y="989174"/>
                  </a:lnTo>
                  <a:lnTo>
                    <a:pt x="2488582" y="991748"/>
                  </a:lnTo>
                  <a:lnTo>
                    <a:pt x="2489278" y="993585"/>
                  </a:lnTo>
                  <a:lnTo>
                    <a:pt x="2489975" y="995747"/>
                  </a:lnTo>
                  <a:lnTo>
                    <a:pt x="2490671" y="997012"/>
                  </a:lnTo>
                  <a:lnTo>
                    <a:pt x="2491367" y="998386"/>
                  </a:lnTo>
                  <a:lnTo>
                    <a:pt x="2492063" y="999421"/>
                  </a:lnTo>
                  <a:lnTo>
                    <a:pt x="2492759" y="1000240"/>
                  </a:lnTo>
                  <a:lnTo>
                    <a:pt x="2493455" y="1003547"/>
                  </a:lnTo>
                  <a:lnTo>
                    <a:pt x="2494152" y="1009433"/>
                  </a:lnTo>
                  <a:lnTo>
                    <a:pt x="2494848" y="1016630"/>
                  </a:lnTo>
                  <a:lnTo>
                    <a:pt x="2495544" y="1023344"/>
                  </a:lnTo>
                  <a:lnTo>
                    <a:pt x="2496240" y="1029589"/>
                  </a:lnTo>
                  <a:lnTo>
                    <a:pt x="2496936" y="1033593"/>
                  </a:lnTo>
                  <a:lnTo>
                    <a:pt x="2497633" y="1035163"/>
                  </a:lnTo>
                  <a:lnTo>
                    <a:pt x="2498329" y="1037049"/>
                  </a:lnTo>
                  <a:lnTo>
                    <a:pt x="2499025" y="1039961"/>
                  </a:lnTo>
                  <a:lnTo>
                    <a:pt x="2499721" y="1042943"/>
                  </a:lnTo>
                  <a:lnTo>
                    <a:pt x="2500417" y="1047141"/>
                  </a:lnTo>
                  <a:lnTo>
                    <a:pt x="2501113" y="1050782"/>
                  </a:lnTo>
                  <a:lnTo>
                    <a:pt x="2501810" y="1053505"/>
                  </a:lnTo>
                  <a:lnTo>
                    <a:pt x="2502506" y="1055750"/>
                  </a:lnTo>
                  <a:lnTo>
                    <a:pt x="2503202" y="1058682"/>
                  </a:lnTo>
                  <a:lnTo>
                    <a:pt x="2503898" y="1059845"/>
                  </a:lnTo>
                  <a:lnTo>
                    <a:pt x="2504594" y="1060526"/>
                  </a:lnTo>
                  <a:lnTo>
                    <a:pt x="2505290" y="1059808"/>
                  </a:lnTo>
                  <a:lnTo>
                    <a:pt x="2505987" y="1057284"/>
                  </a:lnTo>
                  <a:lnTo>
                    <a:pt x="2506683" y="1055892"/>
                  </a:lnTo>
                  <a:lnTo>
                    <a:pt x="2507379" y="1056697"/>
                  </a:lnTo>
                  <a:lnTo>
                    <a:pt x="2508075" y="1058155"/>
                  </a:lnTo>
                  <a:lnTo>
                    <a:pt x="2508771" y="1057557"/>
                  </a:lnTo>
                  <a:lnTo>
                    <a:pt x="2509468" y="1057244"/>
                  </a:lnTo>
                  <a:lnTo>
                    <a:pt x="2510164" y="1057547"/>
                  </a:lnTo>
                  <a:lnTo>
                    <a:pt x="2510860" y="1056248"/>
                  </a:lnTo>
                  <a:lnTo>
                    <a:pt x="2511556" y="1053894"/>
                  </a:lnTo>
                  <a:lnTo>
                    <a:pt x="2512252" y="1051638"/>
                  </a:lnTo>
                  <a:lnTo>
                    <a:pt x="2512948" y="1047742"/>
                  </a:lnTo>
                  <a:lnTo>
                    <a:pt x="2513645" y="1043364"/>
                  </a:lnTo>
                  <a:lnTo>
                    <a:pt x="2514341" y="1036512"/>
                  </a:lnTo>
                  <a:lnTo>
                    <a:pt x="2515037" y="1028671"/>
                  </a:lnTo>
                  <a:lnTo>
                    <a:pt x="2515733" y="1018819"/>
                  </a:lnTo>
                  <a:lnTo>
                    <a:pt x="2516429" y="1012675"/>
                  </a:lnTo>
                  <a:lnTo>
                    <a:pt x="2517125" y="1006849"/>
                  </a:lnTo>
                  <a:lnTo>
                    <a:pt x="2517822" y="1000101"/>
                  </a:lnTo>
                  <a:lnTo>
                    <a:pt x="2518518" y="995465"/>
                  </a:lnTo>
                  <a:lnTo>
                    <a:pt x="2519214" y="992948"/>
                  </a:lnTo>
                  <a:lnTo>
                    <a:pt x="2519910" y="990838"/>
                  </a:lnTo>
                  <a:lnTo>
                    <a:pt x="2520606" y="986823"/>
                  </a:lnTo>
                  <a:lnTo>
                    <a:pt x="2521302" y="981440"/>
                  </a:lnTo>
                  <a:lnTo>
                    <a:pt x="2521999" y="977682"/>
                  </a:lnTo>
                  <a:lnTo>
                    <a:pt x="2522695" y="973731"/>
                  </a:lnTo>
                  <a:lnTo>
                    <a:pt x="2523391" y="972828"/>
                  </a:lnTo>
                  <a:lnTo>
                    <a:pt x="2524087" y="972809"/>
                  </a:lnTo>
                  <a:lnTo>
                    <a:pt x="2524783" y="972058"/>
                  </a:lnTo>
                  <a:lnTo>
                    <a:pt x="2525480" y="969377"/>
                  </a:lnTo>
                  <a:lnTo>
                    <a:pt x="2526176" y="965784"/>
                  </a:lnTo>
                  <a:lnTo>
                    <a:pt x="2526872" y="960772"/>
                  </a:lnTo>
                  <a:lnTo>
                    <a:pt x="2527568" y="955053"/>
                  </a:lnTo>
                  <a:lnTo>
                    <a:pt x="2528264" y="949604"/>
                  </a:lnTo>
                  <a:lnTo>
                    <a:pt x="2528960" y="942307"/>
                  </a:lnTo>
                  <a:lnTo>
                    <a:pt x="2529657" y="934352"/>
                  </a:lnTo>
                  <a:lnTo>
                    <a:pt x="2530353" y="925362"/>
                  </a:lnTo>
                  <a:lnTo>
                    <a:pt x="2531049" y="917771"/>
                  </a:lnTo>
                  <a:lnTo>
                    <a:pt x="2531745" y="912573"/>
                  </a:lnTo>
                  <a:lnTo>
                    <a:pt x="2532441" y="907898"/>
                  </a:lnTo>
                  <a:lnTo>
                    <a:pt x="2533137" y="903974"/>
                  </a:lnTo>
                  <a:lnTo>
                    <a:pt x="2533834" y="899289"/>
                  </a:lnTo>
                  <a:lnTo>
                    <a:pt x="2534530" y="895033"/>
                  </a:lnTo>
                  <a:lnTo>
                    <a:pt x="2535226" y="892190"/>
                  </a:lnTo>
                  <a:lnTo>
                    <a:pt x="2535922" y="888917"/>
                  </a:lnTo>
                  <a:lnTo>
                    <a:pt x="2536618" y="885460"/>
                  </a:lnTo>
                  <a:lnTo>
                    <a:pt x="2537315" y="881710"/>
                  </a:lnTo>
                  <a:lnTo>
                    <a:pt x="2538011" y="878096"/>
                  </a:lnTo>
                  <a:lnTo>
                    <a:pt x="2538707" y="877072"/>
                  </a:lnTo>
                  <a:lnTo>
                    <a:pt x="2539403" y="876583"/>
                  </a:lnTo>
                  <a:lnTo>
                    <a:pt x="2540099" y="876144"/>
                  </a:lnTo>
                  <a:lnTo>
                    <a:pt x="2540795" y="875609"/>
                  </a:lnTo>
                  <a:lnTo>
                    <a:pt x="2541492" y="876636"/>
                  </a:lnTo>
                  <a:lnTo>
                    <a:pt x="2542188" y="879960"/>
                  </a:lnTo>
                  <a:lnTo>
                    <a:pt x="2542884" y="882459"/>
                  </a:lnTo>
                  <a:lnTo>
                    <a:pt x="2543580" y="885212"/>
                  </a:lnTo>
                  <a:lnTo>
                    <a:pt x="2544276" y="889201"/>
                  </a:lnTo>
                  <a:lnTo>
                    <a:pt x="2544972" y="893253"/>
                  </a:lnTo>
                  <a:lnTo>
                    <a:pt x="2545669" y="896550"/>
                  </a:lnTo>
                  <a:lnTo>
                    <a:pt x="2546365" y="900014"/>
                  </a:lnTo>
                  <a:lnTo>
                    <a:pt x="2547061" y="902563"/>
                  </a:lnTo>
                  <a:lnTo>
                    <a:pt x="2547757" y="906462"/>
                  </a:lnTo>
                  <a:lnTo>
                    <a:pt x="2548453" y="908643"/>
                  </a:lnTo>
                  <a:lnTo>
                    <a:pt x="2549150" y="909774"/>
                  </a:lnTo>
                  <a:lnTo>
                    <a:pt x="2549846" y="910000"/>
                  </a:lnTo>
                  <a:lnTo>
                    <a:pt x="2550542" y="910550"/>
                  </a:lnTo>
                  <a:lnTo>
                    <a:pt x="2551238" y="912213"/>
                  </a:lnTo>
                  <a:lnTo>
                    <a:pt x="2551934" y="911840"/>
                  </a:lnTo>
                  <a:lnTo>
                    <a:pt x="2552630" y="910876"/>
                  </a:lnTo>
                  <a:lnTo>
                    <a:pt x="2553327" y="910916"/>
                  </a:lnTo>
                  <a:lnTo>
                    <a:pt x="2554023" y="910455"/>
                  </a:lnTo>
                  <a:lnTo>
                    <a:pt x="2554719" y="910319"/>
                  </a:lnTo>
                  <a:lnTo>
                    <a:pt x="2555415" y="910590"/>
                  </a:lnTo>
                  <a:lnTo>
                    <a:pt x="2556111" y="910575"/>
                  </a:lnTo>
                  <a:lnTo>
                    <a:pt x="2556807" y="911009"/>
                  </a:lnTo>
                  <a:lnTo>
                    <a:pt x="2557504" y="912714"/>
                  </a:lnTo>
                  <a:lnTo>
                    <a:pt x="2558200" y="913774"/>
                  </a:lnTo>
                  <a:lnTo>
                    <a:pt x="2558896" y="916352"/>
                  </a:lnTo>
                  <a:lnTo>
                    <a:pt x="2559592" y="919290"/>
                  </a:lnTo>
                  <a:lnTo>
                    <a:pt x="2560288" y="924020"/>
                  </a:lnTo>
                  <a:lnTo>
                    <a:pt x="2560984" y="930807"/>
                  </a:lnTo>
                  <a:lnTo>
                    <a:pt x="2561681" y="937699"/>
                  </a:lnTo>
                  <a:lnTo>
                    <a:pt x="2562377" y="944189"/>
                  </a:lnTo>
                  <a:lnTo>
                    <a:pt x="2563073" y="951646"/>
                  </a:lnTo>
                  <a:lnTo>
                    <a:pt x="2563769" y="957303"/>
                  </a:lnTo>
                  <a:lnTo>
                    <a:pt x="2564465" y="962380"/>
                  </a:lnTo>
                  <a:lnTo>
                    <a:pt x="2565162" y="966426"/>
                  </a:lnTo>
                  <a:lnTo>
                    <a:pt x="2565858" y="971032"/>
                  </a:lnTo>
                  <a:lnTo>
                    <a:pt x="2566554" y="976828"/>
                  </a:lnTo>
                  <a:lnTo>
                    <a:pt x="2567250" y="982426"/>
                  </a:lnTo>
                  <a:lnTo>
                    <a:pt x="2567946" y="987451"/>
                  </a:lnTo>
                  <a:lnTo>
                    <a:pt x="2568642" y="993912"/>
                  </a:lnTo>
                  <a:lnTo>
                    <a:pt x="2569339" y="1000454"/>
                  </a:lnTo>
                  <a:lnTo>
                    <a:pt x="2570035" y="1005352"/>
                  </a:lnTo>
                  <a:lnTo>
                    <a:pt x="2570731" y="1007478"/>
                  </a:lnTo>
                  <a:lnTo>
                    <a:pt x="2571427" y="1008979"/>
                  </a:lnTo>
                  <a:lnTo>
                    <a:pt x="2572123" y="1011678"/>
                  </a:lnTo>
                  <a:lnTo>
                    <a:pt x="2572819" y="1016157"/>
                  </a:lnTo>
                  <a:lnTo>
                    <a:pt x="2573516" y="1021088"/>
                  </a:lnTo>
                  <a:lnTo>
                    <a:pt x="2574212" y="1024372"/>
                  </a:lnTo>
                  <a:lnTo>
                    <a:pt x="2574908" y="1028476"/>
                  </a:lnTo>
                  <a:lnTo>
                    <a:pt x="2575604" y="1031860"/>
                  </a:lnTo>
                  <a:lnTo>
                    <a:pt x="2576300" y="1034091"/>
                  </a:lnTo>
                  <a:lnTo>
                    <a:pt x="2576997" y="1035480"/>
                  </a:lnTo>
                  <a:lnTo>
                    <a:pt x="2577693" y="1034791"/>
                  </a:lnTo>
                  <a:lnTo>
                    <a:pt x="2578389" y="1034178"/>
                  </a:lnTo>
                  <a:lnTo>
                    <a:pt x="2579085" y="1032323"/>
                  </a:lnTo>
                  <a:lnTo>
                    <a:pt x="2579781" y="1029812"/>
                  </a:lnTo>
                  <a:lnTo>
                    <a:pt x="2580477" y="1028449"/>
                  </a:lnTo>
                  <a:lnTo>
                    <a:pt x="2581174" y="1028875"/>
                  </a:lnTo>
                  <a:lnTo>
                    <a:pt x="2581870" y="1030270"/>
                  </a:lnTo>
                  <a:lnTo>
                    <a:pt x="2582566" y="1032862"/>
                  </a:lnTo>
                  <a:lnTo>
                    <a:pt x="2583262" y="1034469"/>
                  </a:lnTo>
                  <a:lnTo>
                    <a:pt x="2583958" y="1038018"/>
                  </a:lnTo>
                  <a:lnTo>
                    <a:pt x="2584654" y="1042372"/>
                  </a:lnTo>
                  <a:lnTo>
                    <a:pt x="2585351" y="1046727"/>
                  </a:lnTo>
                  <a:lnTo>
                    <a:pt x="2586047" y="1051523"/>
                  </a:lnTo>
                  <a:lnTo>
                    <a:pt x="2586743" y="1056948"/>
                  </a:lnTo>
                  <a:lnTo>
                    <a:pt x="2587439" y="1059754"/>
                  </a:lnTo>
                  <a:lnTo>
                    <a:pt x="2588135" y="1062533"/>
                  </a:lnTo>
                  <a:lnTo>
                    <a:pt x="2588831" y="1064736"/>
                  </a:lnTo>
                  <a:lnTo>
                    <a:pt x="2589528" y="1066939"/>
                  </a:lnTo>
                  <a:lnTo>
                    <a:pt x="2590224" y="1068573"/>
                  </a:lnTo>
                  <a:lnTo>
                    <a:pt x="2590920" y="1069351"/>
                  </a:lnTo>
                  <a:lnTo>
                    <a:pt x="2591616" y="1071122"/>
                  </a:lnTo>
                  <a:lnTo>
                    <a:pt x="2592312" y="1074294"/>
                  </a:lnTo>
                  <a:lnTo>
                    <a:pt x="2593009" y="1075180"/>
                  </a:lnTo>
                  <a:lnTo>
                    <a:pt x="2593705" y="1074923"/>
                  </a:lnTo>
                  <a:lnTo>
                    <a:pt x="2594401" y="1069495"/>
                  </a:lnTo>
                  <a:lnTo>
                    <a:pt x="2595097" y="1063005"/>
                  </a:lnTo>
                  <a:lnTo>
                    <a:pt x="2595793" y="1056900"/>
                  </a:lnTo>
                  <a:lnTo>
                    <a:pt x="2596489" y="1049542"/>
                  </a:lnTo>
                  <a:lnTo>
                    <a:pt x="2597186" y="1043890"/>
                  </a:lnTo>
                  <a:lnTo>
                    <a:pt x="2597882" y="1041656"/>
                  </a:lnTo>
                  <a:lnTo>
                    <a:pt x="2598578" y="1039439"/>
                  </a:lnTo>
                  <a:lnTo>
                    <a:pt x="2599274" y="1038451"/>
                  </a:lnTo>
                  <a:lnTo>
                    <a:pt x="2599970" y="1037464"/>
                  </a:lnTo>
                  <a:lnTo>
                    <a:pt x="2600666" y="1037224"/>
                  </a:lnTo>
                  <a:lnTo>
                    <a:pt x="2601363" y="1036985"/>
                  </a:lnTo>
                  <a:lnTo>
                    <a:pt x="2602059" y="1036090"/>
                  </a:lnTo>
                  <a:lnTo>
                    <a:pt x="2602755" y="1034111"/>
                  </a:lnTo>
                  <a:lnTo>
                    <a:pt x="2603451" y="1033216"/>
                  </a:lnTo>
                  <a:lnTo>
                    <a:pt x="2604147" y="1031880"/>
                  </a:lnTo>
                  <a:lnTo>
                    <a:pt x="2604844" y="1033257"/>
                  </a:lnTo>
                  <a:lnTo>
                    <a:pt x="2605540" y="1035074"/>
                  </a:lnTo>
                  <a:lnTo>
                    <a:pt x="2606236" y="1037448"/>
                  </a:lnTo>
                  <a:lnTo>
                    <a:pt x="2606932" y="1042489"/>
                  </a:lnTo>
                  <a:lnTo>
                    <a:pt x="2607628" y="1046030"/>
                  </a:lnTo>
                  <a:lnTo>
                    <a:pt x="2608324" y="1046333"/>
                  </a:lnTo>
                  <a:lnTo>
                    <a:pt x="2609021" y="1046490"/>
                  </a:lnTo>
                  <a:lnTo>
                    <a:pt x="2609717" y="1046647"/>
                  </a:lnTo>
                  <a:lnTo>
                    <a:pt x="2610413" y="1046236"/>
                  </a:lnTo>
                  <a:lnTo>
                    <a:pt x="2611109" y="1044779"/>
                  </a:lnTo>
                  <a:lnTo>
                    <a:pt x="2611805" y="1044520"/>
                  </a:lnTo>
                  <a:lnTo>
                    <a:pt x="2612501" y="1044262"/>
                  </a:lnTo>
                  <a:lnTo>
                    <a:pt x="2613198" y="1043383"/>
                  </a:lnTo>
                  <a:lnTo>
                    <a:pt x="2613894" y="1041104"/>
                  </a:lnTo>
                  <a:lnTo>
                    <a:pt x="2614590" y="1040422"/>
                  </a:lnTo>
                  <a:lnTo>
                    <a:pt x="2615286" y="1039490"/>
                  </a:lnTo>
                  <a:lnTo>
                    <a:pt x="2615982" y="1039310"/>
                  </a:lnTo>
                  <a:lnTo>
                    <a:pt x="2616678" y="1037491"/>
                  </a:lnTo>
                  <a:lnTo>
                    <a:pt x="2617375" y="1035138"/>
                  </a:lnTo>
                  <a:lnTo>
                    <a:pt x="2618071" y="1032313"/>
                  </a:lnTo>
                  <a:lnTo>
                    <a:pt x="2618767" y="1031369"/>
                  </a:lnTo>
                  <a:lnTo>
                    <a:pt x="2619463" y="1030409"/>
                  </a:lnTo>
                  <a:lnTo>
                    <a:pt x="2620159" y="1028834"/>
                  </a:lnTo>
                  <a:lnTo>
                    <a:pt x="2620856" y="1027258"/>
                  </a:lnTo>
                  <a:lnTo>
                    <a:pt x="2621552" y="1027780"/>
                  </a:lnTo>
                  <a:lnTo>
                    <a:pt x="2622248" y="1027780"/>
                  </a:lnTo>
                  <a:lnTo>
                    <a:pt x="2622944" y="1030975"/>
                  </a:lnTo>
                  <a:lnTo>
                    <a:pt x="2623640" y="1035624"/>
                  </a:lnTo>
                  <a:lnTo>
                    <a:pt x="2624336" y="1041754"/>
                  </a:lnTo>
                  <a:lnTo>
                    <a:pt x="2625033" y="1047890"/>
                  </a:lnTo>
                  <a:lnTo>
                    <a:pt x="2625729" y="1053457"/>
                  </a:lnTo>
                  <a:lnTo>
                    <a:pt x="2626425" y="1059024"/>
                  </a:lnTo>
                  <a:lnTo>
                    <a:pt x="2627121" y="1065615"/>
                  </a:lnTo>
                  <a:lnTo>
                    <a:pt x="2627817" y="1072206"/>
                  </a:lnTo>
                  <a:lnTo>
                    <a:pt x="2628513" y="1078269"/>
                  </a:lnTo>
                  <a:lnTo>
                    <a:pt x="2629210" y="1084340"/>
                  </a:lnTo>
                  <a:lnTo>
                    <a:pt x="2629906" y="1091278"/>
                  </a:lnTo>
                  <a:lnTo>
                    <a:pt x="2630602" y="1097778"/>
                  </a:lnTo>
                  <a:lnTo>
                    <a:pt x="2631298" y="1104111"/>
                  </a:lnTo>
                  <a:lnTo>
                    <a:pt x="2631994" y="1110448"/>
                  </a:lnTo>
                  <a:lnTo>
                    <a:pt x="2632691" y="1113500"/>
                  </a:lnTo>
                  <a:lnTo>
                    <a:pt x="2633387" y="1114432"/>
                  </a:lnTo>
                  <a:lnTo>
                    <a:pt x="2634083" y="1112160"/>
                  </a:lnTo>
                  <a:lnTo>
                    <a:pt x="2634779" y="1110827"/>
                  </a:lnTo>
                  <a:lnTo>
                    <a:pt x="2635475" y="1110235"/>
                  </a:lnTo>
                  <a:lnTo>
                    <a:pt x="2636171" y="1108437"/>
                  </a:lnTo>
                  <a:lnTo>
                    <a:pt x="2636868" y="1106478"/>
                  </a:lnTo>
                  <a:lnTo>
                    <a:pt x="2637564" y="1104111"/>
                  </a:lnTo>
                  <a:lnTo>
                    <a:pt x="2638260" y="1101308"/>
                  </a:lnTo>
                  <a:lnTo>
                    <a:pt x="2638956" y="1098747"/>
                  </a:lnTo>
                  <a:lnTo>
                    <a:pt x="2639652" y="1096379"/>
                  </a:lnTo>
                  <a:lnTo>
                    <a:pt x="2640348" y="1091390"/>
                  </a:lnTo>
                  <a:lnTo>
                    <a:pt x="2641045" y="1085541"/>
                  </a:lnTo>
                  <a:lnTo>
                    <a:pt x="2641741" y="1080086"/>
                  </a:lnTo>
                  <a:lnTo>
                    <a:pt x="2642437" y="1071395"/>
                  </a:lnTo>
                  <a:lnTo>
                    <a:pt x="2643133" y="1063427"/>
                  </a:lnTo>
                  <a:lnTo>
                    <a:pt x="2643829" y="1057797"/>
                  </a:lnTo>
                  <a:lnTo>
                    <a:pt x="2644526" y="1052110"/>
                  </a:lnTo>
                  <a:lnTo>
                    <a:pt x="2645222" y="1045552"/>
                  </a:lnTo>
                  <a:lnTo>
                    <a:pt x="2645918" y="1041723"/>
                  </a:lnTo>
                  <a:lnTo>
                    <a:pt x="2646614" y="1039648"/>
                  </a:lnTo>
                  <a:lnTo>
                    <a:pt x="2647310" y="1037933"/>
                  </a:lnTo>
                  <a:lnTo>
                    <a:pt x="2648006" y="1035610"/>
                  </a:lnTo>
                  <a:lnTo>
                    <a:pt x="2648703" y="1033535"/>
                  </a:lnTo>
                  <a:lnTo>
                    <a:pt x="2649399" y="1031750"/>
                  </a:lnTo>
                  <a:lnTo>
                    <a:pt x="2650095" y="1025205"/>
                  </a:lnTo>
                  <a:lnTo>
                    <a:pt x="2650791" y="1018648"/>
                  </a:lnTo>
                  <a:lnTo>
                    <a:pt x="2651487" y="1010670"/>
                  </a:lnTo>
                  <a:lnTo>
                    <a:pt x="2652183" y="1003197"/>
                  </a:lnTo>
                  <a:lnTo>
                    <a:pt x="2652880" y="994307"/>
                  </a:lnTo>
                  <a:lnTo>
                    <a:pt x="2653576" y="986845"/>
                  </a:lnTo>
                  <a:lnTo>
                    <a:pt x="2654272" y="977548"/>
                  </a:lnTo>
                  <a:lnTo>
                    <a:pt x="2654968" y="968894"/>
                  </a:lnTo>
                  <a:lnTo>
                    <a:pt x="2655664" y="961438"/>
                  </a:lnTo>
                  <a:lnTo>
                    <a:pt x="2656360" y="952472"/>
                  </a:lnTo>
                  <a:lnTo>
                    <a:pt x="2657057" y="940690"/>
                  </a:lnTo>
                  <a:lnTo>
                    <a:pt x="2657753" y="929190"/>
                  </a:lnTo>
                  <a:lnTo>
                    <a:pt x="2658449" y="916473"/>
                  </a:lnTo>
                  <a:lnTo>
                    <a:pt x="2659145" y="902705"/>
                  </a:lnTo>
                  <a:lnTo>
                    <a:pt x="2659841" y="887080"/>
                  </a:lnTo>
                  <a:lnTo>
                    <a:pt x="2660538" y="872280"/>
                  </a:lnTo>
                  <a:lnTo>
                    <a:pt x="2661234" y="857840"/>
                  </a:lnTo>
                  <a:lnTo>
                    <a:pt x="2661930" y="843268"/>
                  </a:lnTo>
                  <a:lnTo>
                    <a:pt x="2662626" y="828587"/>
                  </a:lnTo>
                  <a:lnTo>
                    <a:pt x="2663322" y="815486"/>
                  </a:lnTo>
                  <a:lnTo>
                    <a:pt x="2664018" y="803098"/>
                  </a:lnTo>
                  <a:lnTo>
                    <a:pt x="2664715" y="791680"/>
                  </a:lnTo>
                  <a:lnTo>
                    <a:pt x="2665411" y="781585"/>
                  </a:lnTo>
                  <a:lnTo>
                    <a:pt x="2666107" y="773033"/>
                  </a:lnTo>
                  <a:lnTo>
                    <a:pt x="2666803" y="765925"/>
                  </a:lnTo>
                  <a:lnTo>
                    <a:pt x="2667499" y="760160"/>
                  </a:lnTo>
                  <a:lnTo>
                    <a:pt x="2668195" y="756416"/>
                  </a:lnTo>
                  <a:lnTo>
                    <a:pt x="2668892" y="753228"/>
                  </a:lnTo>
                  <a:lnTo>
                    <a:pt x="2669588" y="754856"/>
                  </a:lnTo>
                  <a:lnTo>
                    <a:pt x="2670284" y="754995"/>
                  </a:lnTo>
                  <a:lnTo>
                    <a:pt x="2670980" y="755009"/>
                  </a:lnTo>
                  <a:lnTo>
                    <a:pt x="2671676" y="756538"/>
                  </a:lnTo>
                  <a:lnTo>
                    <a:pt x="2672373" y="757277"/>
                  </a:lnTo>
                  <a:lnTo>
                    <a:pt x="2673069" y="756133"/>
                  </a:lnTo>
                  <a:lnTo>
                    <a:pt x="2673765" y="752602"/>
                  </a:lnTo>
                  <a:lnTo>
                    <a:pt x="2674461" y="749036"/>
                  </a:lnTo>
                  <a:lnTo>
                    <a:pt x="2675157" y="745082"/>
                  </a:lnTo>
                  <a:lnTo>
                    <a:pt x="2675853" y="741487"/>
                  </a:lnTo>
                  <a:lnTo>
                    <a:pt x="2676550" y="739980"/>
                  </a:lnTo>
                  <a:lnTo>
                    <a:pt x="2677246" y="737817"/>
                  </a:lnTo>
                  <a:lnTo>
                    <a:pt x="2677942" y="737191"/>
                  </a:lnTo>
                  <a:lnTo>
                    <a:pt x="2678638" y="736762"/>
                  </a:lnTo>
                  <a:lnTo>
                    <a:pt x="2679334" y="736007"/>
                  </a:lnTo>
                  <a:lnTo>
                    <a:pt x="2680030" y="735036"/>
                  </a:lnTo>
                  <a:lnTo>
                    <a:pt x="2680727" y="736774"/>
                  </a:lnTo>
                  <a:lnTo>
                    <a:pt x="2681423" y="736486"/>
                  </a:lnTo>
                  <a:lnTo>
                    <a:pt x="2682119" y="736343"/>
                  </a:lnTo>
                  <a:lnTo>
                    <a:pt x="2682815" y="737192"/>
                  </a:lnTo>
                  <a:lnTo>
                    <a:pt x="2683511" y="739141"/>
                  </a:lnTo>
                  <a:lnTo>
                    <a:pt x="2684207" y="742847"/>
                  </a:lnTo>
                  <a:lnTo>
                    <a:pt x="2684904" y="746825"/>
                  </a:lnTo>
                  <a:lnTo>
                    <a:pt x="2685600" y="750451"/>
                  </a:lnTo>
                  <a:lnTo>
                    <a:pt x="2686296" y="752836"/>
                  </a:lnTo>
                  <a:lnTo>
                    <a:pt x="2686992" y="755467"/>
                  </a:lnTo>
                  <a:lnTo>
                    <a:pt x="2687688" y="758734"/>
                  </a:lnTo>
                  <a:lnTo>
                    <a:pt x="2688385" y="765463"/>
                  </a:lnTo>
                  <a:lnTo>
                    <a:pt x="2689081" y="772839"/>
                  </a:lnTo>
                  <a:lnTo>
                    <a:pt x="2689777" y="783319"/>
                  </a:lnTo>
                  <a:lnTo>
                    <a:pt x="2690473" y="796398"/>
                  </a:lnTo>
                  <a:lnTo>
                    <a:pt x="2691169" y="808570"/>
                  </a:lnTo>
                  <a:lnTo>
                    <a:pt x="2691865" y="823769"/>
                  </a:lnTo>
                  <a:lnTo>
                    <a:pt x="2692562" y="839692"/>
                  </a:lnTo>
                  <a:lnTo>
                    <a:pt x="2693258" y="853665"/>
                  </a:lnTo>
                  <a:lnTo>
                    <a:pt x="2693954" y="867946"/>
                  </a:lnTo>
                  <a:lnTo>
                    <a:pt x="2694650" y="881744"/>
                  </a:lnTo>
                  <a:lnTo>
                    <a:pt x="2695346" y="896664"/>
                  </a:lnTo>
                  <a:lnTo>
                    <a:pt x="2696042" y="912913"/>
                  </a:lnTo>
                  <a:lnTo>
                    <a:pt x="2696739" y="928574"/>
                  </a:lnTo>
                  <a:lnTo>
                    <a:pt x="2697435" y="945129"/>
                  </a:lnTo>
                  <a:lnTo>
                    <a:pt x="2698131" y="960521"/>
                  </a:lnTo>
                  <a:lnTo>
                    <a:pt x="2698827" y="972522"/>
                  </a:lnTo>
                  <a:lnTo>
                    <a:pt x="2699523" y="984663"/>
                  </a:lnTo>
                  <a:lnTo>
                    <a:pt x="2700220" y="995691"/>
                  </a:lnTo>
                  <a:lnTo>
                    <a:pt x="2700916" y="1006225"/>
                  </a:lnTo>
                  <a:lnTo>
                    <a:pt x="2701612" y="1014310"/>
                  </a:lnTo>
                  <a:lnTo>
                    <a:pt x="2702308" y="1019607"/>
                  </a:lnTo>
                  <a:lnTo>
                    <a:pt x="2703004" y="1023172"/>
                  </a:lnTo>
                  <a:lnTo>
                    <a:pt x="2703700" y="1026144"/>
                  </a:lnTo>
                  <a:lnTo>
                    <a:pt x="2704397" y="1027995"/>
                  </a:lnTo>
                  <a:lnTo>
                    <a:pt x="2705093" y="1028115"/>
                  </a:lnTo>
                  <a:lnTo>
                    <a:pt x="2705789" y="1028037"/>
                  </a:lnTo>
                  <a:lnTo>
                    <a:pt x="2706485" y="1027289"/>
                  </a:lnTo>
                  <a:lnTo>
                    <a:pt x="2707181" y="1024791"/>
                  </a:lnTo>
                  <a:lnTo>
                    <a:pt x="2707877" y="1022743"/>
                  </a:lnTo>
                  <a:lnTo>
                    <a:pt x="2708574" y="1023103"/>
                  </a:lnTo>
                  <a:lnTo>
                    <a:pt x="2709270" y="1025657"/>
                  </a:lnTo>
                  <a:lnTo>
                    <a:pt x="2709966" y="1027972"/>
                  </a:lnTo>
                  <a:lnTo>
                    <a:pt x="2710662" y="1030915"/>
                  </a:lnTo>
                  <a:lnTo>
                    <a:pt x="2711358" y="1033987"/>
                  </a:lnTo>
                  <a:lnTo>
                    <a:pt x="2712055" y="1038553"/>
                  </a:lnTo>
                  <a:lnTo>
                    <a:pt x="2712751" y="1045297"/>
                  </a:lnTo>
                  <a:lnTo>
                    <a:pt x="2713447" y="1051725"/>
                  </a:lnTo>
                  <a:lnTo>
                    <a:pt x="2714143" y="1059427"/>
                  </a:lnTo>
                  <a:lnTo>
                    <a:pt x="2714839" y="1067908"/>
                  </a:lnTo>
                  <a:lnTo>
                    <a:pt x="2715535" y="1076914"/>
                  </a:lnTo>
                  <a:lnTo>
                    <a:pt x="2716232" y="1084760"/>
                  </a:lnTo>
                  <a:lnTo>
                    <a:pt x="2716928" y="1092928"/>
                  </a:lnTo>
                  <a:lnTo>
                    <a:pt x="2717624" y="1102363"/>
                  </a:lnTo>
                  <a:lnTo>
                    <a:pt x="2718320" y="1110579"/>
                  </a:lnTo>
                  <a:lnTo>
                    <a:pt x="2719016" y="1118402"/>
                  </a:lnTo>
                  <a:lnTo>
                    <a:pt x="2719712" y="1123976"/>
                  </a:lnTo>
                  <a:lnTo>
                    <a:pt x="2720409" y="1128879"/>
                  </a:lnTo>
                  <a:lnTo>
                    <a:pt x="2721105" y="1138141"/>
                  </a:lnTo>
                  <a:lnTo>
                    <a:pt x="2721801" y="1147609"/>
                  </a:lnTo>
                  <a:lnTo>
                    <a:pt x="2722497" y="1156871"/>
                  </a:lnTo>
                  <a:lnTo>
                    <a:pt x="2723193" y="1161596"/>
                  </a:lnTo>
                  <a:lnTo>
                    <a:pt x="2723889" y="1162361"/>
                  </a:lnTo>
                  <a:lnTo>
                    <a:pt x="2724586" y="1162962"/>
                  </a:lnTo>
                  <a:lnTo>
                    <a:pt x="2725282" y="1160687"/>
                  </a:lnTo>
                  <a:lnTo>
                    <a:pt x="2725978" y="1153350"/>
                  </a:lnTo>
                  <a:lnTo>
                    <a:pt x="2726674" y="1147079"/>
                  </a:lnTo>
                  <a:lnTo>
                    <a:pt x="2727370" y="1140620"/>
                  </a:lnTo>
                  <a:lnTo>
                    <a:pt x="2728067" y="1130916"/>
                  </a:lnTo>
                  <a:lnTo>
                    <a:pt x="2728763" y="1121830"/>
                  </a:lnTo>
                  <a:lnTo>
                    <a:pt x="2729459" y="1112572"/>
                  </a:lnTo>
                  <a:lnTo>
                    <a:pt x="2730155" y="1102517"/>
                  </a:lnTo>
                  <a:lnTo>
                    <a:pt x="2730851" y="1092082"/>
                  </a:lnTo>
                  <a:lnTo>
                    <a:pt x="2731547" y="1080132"/>
                  </a:lnTo>
                  <a:lnTo>
                    <a:pt x="2732244" y="1069489"/>
                  </a:lnTo>
                  <a:lnTo>
                    <a:pt x="2732940" y="1058085"/>
                  </a:lnTo>
                  <a:lnTo>
                    <a:pt x="2733636" y="1047384"/>
                  </a:lnTo>
                  <a:lnTo>
                    <a:pt x="2734332" y="1038859"/>
                  </a:lnTo>
                  <a:lnTo>
                    <a:pt x="2735028" y="1028524"/>
                  </a:lnTo>
                  <a:lnTo>
                    <a:pt x="2735724" y="1017738"/>
                  </a:lnTo>
                  <a:lnTo>
                    <a:pt x="2736421" y="1009675"/>
                  </a:lnTo>
                  <a:lnTo>
                    <a:pt x="2737117" y="1003351"/>
                  </a:lnTo>
                  <a:lnTo>
                    <a:pt x="2737813" y="997941"/>
                  </a:lnTo>
                  <a:lnTo>
                    <a:pt x="2738509" y="994823"/>
                  </a:lnTo>
                  <a:lnTo>
                    <a:pt x="2739205" y="994060"/>
                  </a:lnTo>
                  <a:lnTo>
                    <a:pt x="2739902" y="995734"/>
                  </a:lnTo>
                  <a:lnTo>
                    <a:pt x="2740598" y="998542"/>
                  </a:lnTo>
                  <a:lnTo>
                    <a:pt x="2741294" y="997970"/>
                  </a:lnTo>
                  <a:lnTo>
                    <a:pt x="2741990" y="994908"/>
                  </a:lnTo>
                  <a:lnTo>
                    <a:pt x="2742686" y="992542"/>
                  </a:lnTo>
                  <a:lnTo>
                    <a:pt x="2743382" y="990620"/>
                  </a:lnTo>
                  <a:lnTo>
                    <a:pt x="2744079" y="987027"/>
                  </a:lnTo>
                  <a:lnTo>
                    <a:pt x="2744775" y="984143"/>
                  </a:lnTo>
                  <a:lnTo>
                    <a:pt x="2745471" y="982034"/>
                  </a:lnTo>
                  <a:lnTo>
                    <a:pt x="2746167" y="978515"/>
                  </a:lnTo>
                  <a:lnTo>
                    <a:pt x="2746863" y="973731"/>
                  </a:lnTo>
                  <a:lnTo>
                    <a:pt x="2747559" y="965853"/>
                  </a:lnTo>
                  <a:lnTo>
                    <a:pt x="2748256" y="957169"/>
                  </a:lnTo>
                  <a:lnTo>
                    <a:pt x="2748952" y="947586"/>
                  </a:lnTo>
                  <a:lnTo>
                    <a:pt x="2749648" y="936616"/>
                  </a:lnTo>
                  <a:lnTo>
                    <a:pt x="2750344" y="923950"/>
                  </a:lnTo>
                  <a:lnTo>
                    <a:pt x="2751040" y="910961"/>
                  </a:lnTo>
                  <a:lnTo>
                    <a:pt x="2751736" y="899318"/>
                  </a:lnTo>
                  <a:lnTo>
                    <a:pt x="2752433" y="887871"/>
                  </a:lnTo>
                  <a:lnTo>
                    <a:pt x="2753129" y="875128"/>
                  </a:lnTo>
                  <a:lnTo>
                    <a:pt x="2753825" y="863401"/>
                  </a:lnTo>
                  <a:lnTo>
                    <a:pt x="2754521" y="851576"/>
                  </a:lnTo>
                  <a:lnTo>
                    <a:pt x="2755217" y="839537"/>
                  </a:lnTo>
                  <a:lnTo>
                    <a:pt x="2755914" y="829870"/>
                  </a:lnTo>
                  <a:lnTo>
                    <a:pt x="2756610" y="819907"/>
                  </a:lnTo>
                  <a:lnTo>
                    <a:pt x="2757306" y="811216"/>
                  </a:lnTo>
                  <a:lnTo>
                    <a:pt x="2758002" y="801127"/>
                  </a:lnTo>
                  <a:lnTo>
                    <a:pt x="2758698" y="793930"/>
                  </a:lnTo>
                  <a:lnTo>
                    <a:pt x="2759394" y="789316"/>
                  </a:lnTo>
                  <a:lnTo>
                    <a:pt x="2760091" y="784529"/>
                  </a:lnTo>
                  <a:lnTo>
                    <a:pt x="2760787" y="780690"/>
                  </a:lnTo>
                  <a:lnTo>
                    <a:pt x="2761483" y="778540"/>
                  </a:lnTo>
                  <a:lnTo>
                    <a:pt x="2762179" y="775393"/>
                  </a:lnTo>
                  <a:lnTo>
                    <a:pt x="2762875" y="772105"/>
                  </a:lnTo>
                  <a:lnTo>
                    <a:pt x="2763571" y="771743"/>
                  </a:lnTo>
                  <a:lnTo>
                    <a:pt x="2764268" y="772323"/>
                  </a:lnTo>
                  <a:lnTo>
                    <a:pt x="2764964" y="773695"/>
                  </a:lnTo>
                  <a:lnTo>
                    <a:pt x="2765660" y="776229"/>
                  </a:lnTo>
                  <a:lnTo>
                    <a:pt x="2766356" y="778395"/>
                  </a:lnTo>
                  <a:lnTo>
                    <a:pt x="2767052" y="779917"/>
                  </a:lnTo>
                  <a:lnTo>
                    <a:pt x="2767749" y="780106"/>
                  </a:lnTo>
                  <a:lnTo>
                    <a:pt x="2768445" y="781623"/>
                  </a:lnTo>
                  <a:lnTo>
                    <a:pt x="2769141" y="784364"/>
                  </a:lnTo>
                  <a:lnTo>
                    <a:pt x="2769837" y="788289"/>
                  </a:lnTo>
                  <a:lnTo>
                    <a:pt x="2770533" y="793993"/>
                  </a:lnTo>
                  <a:lnTo>
                    <a:pt x="2771229" y="801686"/>
                  </a:lnTo>
                  <a:lnTo>
                    <a:pt x="2771926" y="807327"/>
                  </a:lnTo>
                  <a:lnTo>
                    <a:pt x="2772622" y="813352"/>
                  </a:lnTo>
                  <a:lnTo>
                    <a:pt x="2773318" y="819589"/>
                  </a:lnTo>
                  <a:lnTo>
                    <a:pt x="2774014" y="825172"/>
                  </a:lnTo>
                  <a:lnTo>
                    <a:pt x="2774710" y="829129"/>
                  </a:lnTo>
                  <a:lnTo>
                    <a:pt x="2775406" y="831268"/>
                  </a:lnTo>
                  <a:lnTo>
                    <a:pt x="2776103" y="832316"/>
                  </a:lnTo>
                  <a:lnTo>
                    <a:pt x="2776799" y="836879"/>
                  </a:lnTo>
                  <a:lnTo>
                    <a:pt x="2777495" y="843983"/>
                  </a:lnTo>
                  <a:lnTo>
                    <a:pt x="2778191" y="852728"/>
                  </a:lnTo>
                  <a:lnTo>
                    <a:pt x="2778887" y="860634"/>
                  </a:lnTo>
                  <a:lnTo>
                    <a:pt x="2779583" y="869519"/>
                  </a:lnTo>
                  <a:lnTo>
                    <a:pt x="2780280" y="878640"/>
                  </a:lnTo>
                  <a:lnTo>
                    <a:pt x="2780976" y="887019"/>
                  </a:lnTo>
                  <a:lnTo>
                    <a:pt x="2781672" y="896257"/>
                  </a:lnTo>
                  <a:lnTo>
                    <a:pt x="2782368" y="905804"/>
                  </a:lnTo>
                  <a:lnTo>
                    <a:pt x="2783064" y="914363"/>
                  </a:lnTo>
                  <a:lnTo>
                    <a:pt x="2783761" y="923836"/>
                  </a:lnTo>
                  <a:lnTo>
                    <a:pt x="2784457" y="933940"/>
                  </a:lnTo>
                  <a:lnTo>
                    <a:pt x="2785153" y="944278"/>
                  </a:lnTo>
                  <a:lnTo>
                    <a:pt x="2785849" y="954384"/>
                  </a:lnTo>
                  <a:lnTo>
                    <a:pt x="2786545" y="964458"/>
                  </a:lnTo>
                  <a:lnTo>
                    <a:pt x="2787241" y="972506"/>
                  </a:lnTo>
                  <a:lnTo>
                    <a:pt x="2787938" y="978946"/>
                  </a:lnTo>
                  <a:lnTo>
                    <a:pt x="2788634" y="984954"/>
                  </a:lnTo>
                  <a:lnTo>
                    <a:pt x="2789330" y="990756"/>
                  </a:lnTo>
                  <a:lnTo>
                    <a:pt x="2790026" y="996558"/>
                  </a:lnTo>
                  <a:lnTo>
                    <a:pt x="2790722" y="1002818"/>
                  </a:lnTo>
                  <a:lnTo>
                    <a:pt x="2791418" y="1007830"/>
                  </a:lnTo>
                  <a:lnTo>
                    <a:pt x="2792115" y="1010262"/>
                  </a:lnTo>
                  <a:lnTo>
                    <a:pt x="2792811" y="1012169"/>
                  </a:lnTo>
                  <a:lnTo>
                    <a:pt x="2793507" y="1016096"/>
                  </a:lnTo>
                  <a:lnTo>
                    <a:pt x="2794203" y="1019200"/>
                  </a:lnTo>
                  <a:lnTo>
                    <a:pt x="2794899" y="1019992"/>
                  </a:lnTo>
                  <a:lnTo>
                    <a:pt x="2795596" y="1018452"/>
                  </a:lnTo>
                  <a:lnTo>
                    <a:pt x="2796292" y="1014948"/>
                  </a:lnTo>
                  <a:lnTo>
                    <a:pt x="2796988" y="1010793"/>
                  </a:lnTo>
                  <a:lnTo>
                    <a:pt x="2797684" y="1007370"/>
                  </a:lnTo>
                  <a:lnTo>
                    <a:pt x="2798380" y="1003321"/>
                  </a:lnTo>
                  <a:lnTo>
                    <a:pt x="2799076" y="998627"/>
                  </a:lnTo>
                  <a:lnTo>
                    <a:pt x="2799773" y="992593"/>
                  </a:lnTo>
                  <a:lnTo>
                    <a:pt x="2800469" y="984377"/>
                  </a:lnTo>
                  <a:lnTo>
                    <a:pt x="2801165" y="975269"/>
                  </a:lnTo>
                  <a:lnTo>
                    <a:pt x="2801861" y="965204"/>
                  </a:lnTo>
                  <a:lnTo>
                    <a:pt x="2802557" y="955347"/>
                  </a:lnTo>
                  <a:lnTo>
                    <a:pt x="2803253" y="946950"/>
                  </a:lnTo>
                  <a:lnTo>
                    <a:pt x="2803950" y="937225"/>
                  </a:lnTo>
                  <a:lnTo>
                    <a:pt x="2804646" y="926239"/>
                  </a:lnTo>
                  <a:lnTo>
                    <a:pt x="2805342" y="915804"/>
                  </a:lnTo>
                  <a:lnTo>
                    <a:pt x="2806038" y="905567"/>
                  </a:lnTo>
                  <a:lnTo>
                    <a:pt x="2806734" y="896024"/>
                  </a:lnTo>
                  <a:lnTo>
                    <a:pt x="2807431" y="887506"/>
                  </a:lnTo>
                  <a:lnTo>
                    <a:pt x="2808127" y="878694"/>
                  </a:lnTo>
                  <a:lnTo>
                    <a:pt x="2808823" y="869312"/>
                  </a:lnTo>
                  <a:lnTo>
                    <a:pt x="2809519" y="860190"/>
                  </a:lnTo>
                  <a:lnTo>
                    <a:pt x="2810215" y="853045"/>
                  </a:lnTo>
                  <a:lnTo>
                    <a:pt x="2810911" y="847238"/>
                  </a:lnTo>
                  <a:lnTo>
                    <a:pt x="2811608" y="841948"/>
                  </a:lnTo>
                  <a:lnTo>
                    <a:pt x="2812304" y="838038"/>
                  </a:lnTo>
                  <a:lnTo>
                    <a:pt x="2813000" y="836142"/>
                  </a:lnTo>
                  <a:lnTo>
                    <a:pt x="2813696" y="833352"/>
                  </a:lnTo>
                  <a:lnTo>
                    <a:pt x="2814392" y="829497"/>
                  </a:lnTo>
                  <a:lnTo>
                    <a:pt x="2815088" y="824828"/>
                  </a:lnTo>
                  <a:lnTo>
                    <a:pt x="2815785" y="819222"/>
                  </a:lnTo>
                  <a:lnTo>
                    <a:pt x="2816481" y="813254"/>
                  </a:lnTo>
                  <a:lnTo>
                    <a:pt x="2817177" y="807924"/>
                  </a:lnTo>
                  <a:lnTo>
                    <a:pt x="2817873" y="803264"/>
                  </a:lnTo>
                  <a:lnTo>
                    <a:pt x="2818569" y="800017"/>
                  </a:lnTo>
                  <a:lnTo>
                    <a:pt x="2819265" y="794249"/>
                  </a:lnTo>
                  <a:lnTo>
                    <a:pt x="2819962" y="789249"/>
                  </a:lnTo>
                  <a:lnTo>
                    <a:pt x="2820658" y="782938"/>
                  </a:lnTo>
                  <a:lnTo>
                    <a:pt x="2821354" y="778321"/>
                  </a:lnTo>
                  <a:lnTo>
                    <a:pt x="2822050" y="774399"/>
                  </a:lnTo>
                  <a:lnTo>
                    <a:pt x="2822746" y="769734"/>
                  </a:lnTo>
                  <a:lnTo>
                    <a:pt x="2823443" y="765199"/>
                  </a:lnTo>
                  <a:lnTo>
                    <a:pt x="2824139" y="760090"/>
                  </a:lnTo>
                  <a:lnTo>
                    <a:pt x="2824835" y="754751"/>
                  </a:lnTo>
                  <a:lnTo>
                    <a:pt x="2825531" y="750456"/>
                  </a:lnTo>
                  <a:lnTo>
                    <a:pt x="2826227" y="746021"/>
                  </a:lnTo>
                  <a:lnTo>
                    <a:pt x="2826923" y="740959"/>
                  </a:lnTo>
                  <a:lnTo>
                    <a:pt x="2827620" y="737972"/>
                  </a:lnTo>
                  <a:lnTo>
                    <a:pt x="2828316" y="733833"/>
                  </a:lnTo>
                  <a:lnTo>
                    <a:pt x="2829012" y="730539"/>
                  </a:lnTo>
                  <a:lnTo>
                    <a:pt x="2829708" y="730571"/>
                  </a:lnTo>
                  <a:lnTo>
                    <a:pt x="2830404" y="731703"/>
                  </a:lnTo>
                  <a:lnTo>
                    <a:pt x="2831100" y="733058"/>
                  </a:lnTo>
                  <a:lnTo>
                    <a:pt x="2831797" y="734640"/>
                  </a:lnTo>
                  <a:lnTo>
                    <a:pt x="2832493" y="737096"/>
                  </a:lnTo>
                  <a:lnTo>
                    <a:pt x="2833189" y="738826"/>
                  </a:lnTo>
                  <a:lnTo>
                    <a:pt x="2833885" y="741419"/>
                  </a:lnTo>
                  <a:lnTo>
                    <a:pt x="2834581" y="742886"/>
                  </a:lnTo>
                  <a:lnTo>
                    <a:pt x="2835278" y="746503"/>
                  </a:lnTo>
                  <a:lnTo>
                    <a:pt x="2835974" y="750402"/>
                  </a:lnTo>
                  <a:lnTo>
                    <a:pt x="2836670" y="754842"/>
                  </a:lnTo>
                  <a:lnTo>
                    <a:pt x="2837366" y="762054"/>
                  </a:lnTo>
                  <a:lnTo>
                    <a:pt x="2838062" y="768307"/>
                  </a:lnTo>
                  <a:lnTo>
                    <a:pt x="2838758" y="774013"/>
                  </a:lnTo>
                  <a:lnTo>
                    <a:pt x="2839455" y="779066"/>
                  </a:lnTo>
                  <a:lnTo>
                    <a:pt x="2840151" y="782901"/>
                  </a:lnTo>
                  <a:lnTo>
                    <a:pt x="2840847" y="786270"/>
                  </a:lnTo>
                  <a:lnTo>
                    <a:pt x="2841543" y="788844"/>
                  </a:lnTo>
                  <a:lnTo>
                    <a:pt x="2842239" y="791787"/>
                  </a:lnTo>
                  <a:lnTo>
                    <a:pt x="2842935" y="792639"/>
                  </a:lnTo>
                  <a:lnTo>
                    <a:pt x="2843632" y="794401"/>
                  </a:lnTo>
                  <a:lnTo>
                    <a:pt x="2844328" y="796281"/>
                  </a:lnTo>
                  <a:lnTo>
                    <a:pt x="2845024" y="798849"/>
                  </a:lnTo>
                  <a:lnTo>
                    <a:pt x="2845720" y="798910"/>
                  </a:lnTo>
                  <a:lnTo>
                    <a:pt x="2846416" y="798910"/>
                  </a:lnTo>
                  <a:lnTo>
                    <a:pt x="2847112" y="799368"/>
                  </a:lnTo>
                  <a:lnTo>
                    <a:pt x="2847809" y="795943"/>
                  </a:lnTo>
                  <a:lnTo>
                    <a:pt x="2848505" y="790204"/>
                  </a:lnTo>
                  <a:lnTo>
                    <a:pt x="2849201" y="784951"/>
                  </a:lnTo>
                  <a:lnTo>
                    <a:pt x="2849897" y="782969"/>
                  </a:lnTo>
                  <a:lnTo>
                    <a:pt x="2850593" y="781026"/>
                  </a:lnTo>
                  <a:lnTo>
                    <a:pt x="2851290" y="779281"/>
                  </a:lnTo>
                  <a:lnTo>
                    <a:pt x="2851986" y="776695"/>
                  </a:lnTo>
                  <a:lnTo>
                    <a:pt x="2852682" y="774328"/>
                  </a:lnTo>
                  <a:lnTo>
                    <a:pt x="2853378" y="772613"/>
                  </a:lnTo>
                  <a:lnTo>
                    <a:pt x="2854074" y="771153"/>
                  </a:lnTo>
                  <a:lnTo>
                    <a:pt x="2854770" y="770171"/>
                  </a:lnTo>
                  <a:lnTo>
                    <a:pt x="2855467" y="767142"/>
                  </a:lnTo>
                  <a:lnTo>
                    <a:pt x="2856163" y="765709"/>
                  </a:lnTo>
                  <a:lnTo>
                    <a:pt x="2856859" y="763745"/>
                  </a:lnTo>
                  <a:lnTo>
                    <a:pt x="2857555" y="761298"/>
                  </a:lnTo>
                  <a:lnTo>
                    <a:pt x="2858251" y="761855"/>
                  </a:lnTo>
                  <a:lnTo>
                    <a:pt x="2858947" y="763358"/>
                  </a:lnTo>
                  <a:lnTo>
                    <a:pt x="2859644" y="765257"/>
                  </a:lnTo>
                  <a:lnTo>
                    <a:pt x="2860340" y="766628"/>
                  </a:lnTo>
                  <a:lnTo>
                    <a:pt x="2861036" y="767038"/>
                  </a:lnTo>
                  <a:lnTo>
                    <a:pt x="2861732" y="768149"/>
                  </a:lnTo>
                  <a:lnTo>
                    <a:pt x="2862428" y="770389"/>
                  </a:lnTo>
                  <a:lnTo>
                    <a:pt x="2863125" y="773577"/>
                  </a:lnTo>
                  <a:lnTo>
                    <a:pt x="2863821" y="777375"/>
                  </a:lnTo>
                  <a:lnTo>
                    <a:pt x="2864517" y="778062"/>
                  </a:lnTo>
                  <a:lnTo>
                    <a:pt x="2865213" y="777083"/>
                  </a:lnTo>
                  <a:lnTo>
                    <a:pt x="2865909" y="776991"/>
                  </a:lnTo>
                  <a:lnTo>
                    <a:pt x="2866605" y="778553"/>
                  </a:lnTo>
                  <a:lnTo>
                    <a:pt x="2867302" y="780330"/>
                  </a:lnTo>
                  <a:lnTo>
                    <a:pt x="2867998" y="782028"/>
                  </a:lnTo>
                  <a:lnTo>
                    <a:pt x="2868694" y="783978"/>
                  </a:lnTo>
                  <a:lnTo>
                    <a:pt x="2869390" y="786410"/>
                  </a:lnTo>
                  <a:lnTo>
                    <a:pt x="2870086" y="791973"/>
                  </a:lnTo>
                  <a:lnTo>
                    <a:pt x="2870782" y="795019"/>
                  </a:lnTo>
                  <a:lnTo>
                    <a:pt x="2871479" y="799336"/>
                  </a:lnTo>
                  <a:lnTo>
                    <a:pt x="2872175" y="803747"/>
                  </a:lnTo>
                  <a:lnTo>
                    <a:pt x="2872871" y="806344"/>
                  </a:lnTo>
                  <a:lnTo>
                    <a:pt x="2873567" y="809046"/>
                  </a:lnTo>
                  <a:lnTo>
                    <a:pt x="2874263" y="812862"/>
                  </a:lnTo>
                  <a:lnTo>
                    <a:pt x="2874960" y="816193"/>
                  </a:lnTo>
                  <a:lnTo>
                    <a:pt x="2875656" y="819157"/>
                  </a:lnTo>
                  <a:lnTo>
                    <a:pt x="2876352" y="820943"/>
                  </a:lnTo>
                  <a:lnTo>
                    <a:pt x="2877048" y="823326"/>
                  </a:lnTo>
                  <a:lnTo>
                    <a:pt x="2877744" y="824648"/>
                  </a:lnTo>
                  <a:lnTo>
                    <a:pt x="2878440" y="827649"/>
                  </a:lnTo>
                  <a:lnTo>
                    <a:pt x="2879137" y="829626"/>
                  </a:lnTo>
                  <a:lnTo>
                    <a:pt x="2879833" y="831140"/>
                  </a:lnTo>
                  <a:lnTo>
                    <a:pt x="2880529" y="830904"/>
                  </a:lnTo>
                  <a:lnTo>
                    <a:pt x="2881225" y="831067"/>
                  </a:lnTo>
                  <a:lnTo>
                    <a:pt x="2881921" y="829868"/>
                  </a:lnTo>
                  <a:lnTo>
                    <a:pt x="2882617" y="828176"/>
                  </a:lnTo>
                  <a:lnTo>
                    <a:pt x="2883314" y="828628"/>
                  </a:lnTo>
                  <a:lnTo>
                    <a:pt x="2884010" y="829948"/>
                  </a:lnTo>
                  <a:lnTo>
                    <a:pt x="2884706" y="831318"/>
                  </a:lnTo>
                  <a:lnTo>
                    <a:pt x="2885402" y="832805"/>
                  </a:lnTo>
                  <a:lnTo>
                    <a:pt x="2886098" y="835927"/>
                  </a:lnTo>
                  <a:lnTo>
                    <a:pt x="2886794" y="838975"/>
                  </a:lnTo>
                  <a:lnTo>
                    <a:pt x="2887491" y="842507"/>
                  </a:lnTo>
                  <a:lnTo>
                    <a:pt x="2888187" y="844384"/>
                  </a:lnTo>
                  <a:lnTo>
                    <a:pt x="2888883" y="845408"/>
                  </a:lnTo>
                  <a:lnTo>
                    <a:pt x="2889579" y="846835"/>
                  </a:lnTo>
                  <a:lnTo>
                    <a:pt x="2890275" y="849686"/>
                  </a:lnTo>
                  <a:lnTo>
                    <a:pt x="2890972" y="853159"/>
                  </a:lnTo>
                  <a:lnTo>
                    <a:pt x="2891668" y="856856"/>
                  </a:lnTo>
                  <a:lnTo>
                    <a:pt x="2892364" y="859475"/>
                  </a:lnTo>
                  <a:lnTo>
                    <a:pt x="2893060" y="860245"/>
                  </a:lnTo>
                  <a:lnTo>
                    <a:pt x="2893756" y="858060"/>
                  </a:lnTo>
                  <a:lnTo>
                    <a:pt x="2894452" y="854901"/>
                  </a:lnTo>
                  <a:lnTo>
                    <a:pt x="2895149" y="851283"/>
                  </a:lnTo>
                  <a:lnTo>
                    <a:pt x="2895845" y="847934"/>
                  </a:lnTo>
                  <a:lnTo>
                    <a:pt x="2896541" y="845100"/>
                  </a:lnTo>
                  <a:lnTo>
                    <a:pt x="2897237" y="842117"/>
                  </a:lnTo>
                  <a:lnTo>
                    <a:pt x="2897933" y="839125"/>
                  </a:lnTo>
                  <a:lnTo>
                    <a:pt x="2898629" y="835431"/>
                  </a:lnTo>
                  <a:lnTo>
                    <a:pt x="2899326" y="831675"/>
                  </a:lnTo>
                  <a:lnTo>
                    <a:pt x="2900022" y="828035"/>
                  </a:lnTo>
                  <a:lnTo>
                    <a:pt x="2900718" y="822575"/>
                  </a:lnTo>
                  <a:lnTo>
                    <a:pt x="2901414" y="815977"/>
                  </a:lnTo>
                  <a:lnTo>
                    <a:pt x="2902110" y="808606"/>
                  </a:lnTo>
                  <a:lnTo>
                    <a:pt x="2902807" y="803746"/>
                  </a:lnTo>
                  <a:lnTo>
                    <a:pt x="2903503" y="800010"/>
                  </a:lnTo>
                  <a:lnTo>
                    <a:pt x="2904199" y="796723"/>
                  </a:lnTo>
                  <a:lnTo>
                    <a:pt x="2904895" y="791878"/>
                  </a:lnTo>
                  <a:lnTo>
                    <a:pt x="2905591" y="786160"/>
                  </a:lnTo>
                  <a:lnTo>
                    <a:pt x="2906287" y="780279"/>
                  </a:lnTo>
                  <a:lnTo>
                    <a:pt x="2906984" y="773766"/>
                  </a:lnTo>
                  <a:lnTo>
                    <a:pt x="2907680" y="766321"/>
                  </a:lnTo>
                  <a:lnTo>
                    <a:pt x="2908376" y="758136"/>
                  </a:lnTo>
                  <a:lnTo>
                    <a:pt x="2909072" y="749673"/>
                  </a:lnTo>
                  <a:lnTo>
                    <a:pt x="2909768" y="740748"/>
                  </a:lnTo>
                  <a:lnTo>
                    <a:pt x="2910464" y="734027"/>
                  </a:lnTo>
                  <a:lnTo>
                    <a:pt x="2911161" y="728975"/>
                  </a:lnTo>
                  <a:lnTo>
                    <a:pt x="2911857" y="723857"/>
                  </a:lnTo>
                  <a:lnTo>
                    <a:pt x="2912553" y="719038"/>
                  </a:lnTo>
                  <a:lnTo>
                    <a:pt x="2913249" y="712917"/>
                  </a:lnTo>
                  <a:lnTo>
                    <a:pt x="2913945" y="705815"/>
                  </a:lnTo>
                  <a:lnTo>
                    <a:pt x="2914641" y="698766"/>
                  </a:lnTo>
                  <a:lnTo>
                    <a:pt x="2915338" y="691193"/>
                  </a:lnTo>
                  <a:lnTo>
                    <a:pt x="2916034" y="682636"/>
                  </a:lnTo>
                  <a:lnTo>
                    <a:pt x="2916730" y="674819"/>
                  </a:lnTo>
                  <a:lnTo>
                    <a:pt x="2917426" y="665856"/>
                  </a:lnTo>
                  <a:lnTo>
                    <a:pt x="2918122" y="657306"/>
                  </a:lnTo>
                  <a:lnTo>
                    <a:pt x="2918819" y="649864"/>
                  </a:lnTo>
                  <a:lnTo>
                    <a:pt x="2919515" y="642918"/>
                  </a:lnTo>
                  <a:lnTo>
                    <a:pt x="2920211" y="635437"/>
                  </a:lnTo>
                  <a:lnTo>
                    <a:pt x="2920907" y="625912"/>
                  </a:lnTo>
                  <a:lnTo>
                    <a:pt x="2921603" y="616721"/>
                  </a:lnTo>
                  <a:lnTo>
                    <a:pt x="2922299" y="608841"/>
                  </a:lnTo>
                  <a:lnTo>
                    <a:pt x="2922996" y="599710"/>
                  </a:lnTo>
                  <a:lnTo>
                    <a:pt x="2923692" y="591453"/>
                  </a:lnTo>
                  <a:lnTo>
                    <a:pt x="2924388" y="583589"/>
                  </a:lnTo>
                  <a:lnTo>
                    <a:pt x="2925084" y="576452"/>
                  </a:lnTo>
                  <a:lnTo>
                    <a:pt x="2925780" y="569535"/>
                  </a:lnTo>
                  <a:lnTo>
                    <a:pt x="2926476" y="564534"/>
                  </a:lnTo>
                  <a:lnTo>
                    <a:pt x="2927173" y="558751"/>
                  </a:lnTo>
                  <a:lnTo>
                    <a:pt x="2927869" y="554807"/>
                  </a:lnTo>
                  <a:lnTo>
                    <a:pt x="2928565" y="553047"/>
                  </a:lnTo>
                  <a:lnTo>
                    <a:pt x="2929261" y="549922"/>
                  </a:lnTo>
                  <a:lnTo>
                    <a:pt x="2929957" y="547060"/>
                  </a:lnTo>
                  <a:lnTo>
                    <a:pt x="2930654" y="544471"/>
                  </a:lnTo>
                  <a:lnTo>
                    <a:pt x="2931350" y="541497"/>
                  </a:lnTo>
                  <a:lnTo>
                    <a:pt x="2932046" y="537428"/>
                  </a:lnTo>
                  <a:lnTo>
                    <a:pt x="2932742" y="532636"/>
                  </a:lnTo>
                  <a:lnTo>
                    <a:pt x="2933438" y="528443"/>
                  </a:lnTo>
                  <a:lnTo>
                    <a:pt x="2934134" y="524738"/>
                  </a:lnTo>
                  <a:lnTo>
                    <a:pt x="2934831" y="522250"/>
                  </a:lnTo>
                  <a:lnTo>
                    <a:pt x="2935527" y="519689"/>
                  </a:lnTo>
                  <a:lnTo>
                    <a:pt x="2936223" y="518128"/>
                  </a:lnTo>
                  <a:lnTo>
                    <a:pt x="2936919" y="517846"/>
                  </a:lnTo>
                  <a:lnTo>
                    <a:pt x="2937615" y="518747"/>
                  </a:lnTo>
                  <a:lnTo>
                    <a:pt x="2938311" y="517983"/>
                  </a:lnTo>
                  <a:lnTo>
                    <a:pt x="2939008" y="515877"/>
                  </a:lnTo>
                  <a:lnTo>
                    <a:pt x="2939704" y="515532"/>
                  </a:lnTo>
                  <a:lnTo>
                    <a:pt x="2940400" y="516296"/>
                  </a:lnTo>
                  <a:lnTo>
                    <a:pt x="2941096" y="516445"/>
                  </a:lnTo>
                  <a:lnTo>
                    <a:pt x="2941792" y="518464"/>
                  </a:lnTo>
                  <a:lnTo>
                    <a:pt x="2942489" y="522090"/>
                  </a:lnTo>
                  <a:lnTo>
                    <a:pt x="2943185" y="528323"/>
                  </a:lnTo>
                  <a:lnTo>
                    <a:pt x="2943881" y="535560"/>
                  </a:lnTo>
                  <a:lnTo>
                    <a:pt x="2944577" y="543719"/>
                  </a:lnTo>
                  <a:lnTo>
                    <a:pt x="2945273" y="550195"/>
                  </a:lnTo>
                  <a:lnTo>
                    <a:pt x="2945969" y="556628"/>
                  </a:lnTo>
                  <a:lnTo>
                    <a:pt x="2946666" y="563592"/>
                  </a:lnTo>
                  <a:lnTo>
                    <a:pt x="2947362" y="570167"/>
                  </a:lnTo>
                  <a:lnTo>
                    <a:pt x="2948058" y="575070"/>
                  </a:lnTo>
                  <a:lnTo>
                    <a:pt x="2948754" y="582314"/>
                  </a:lnTo>
                  <a:lnTo>
                    <a:pt x="2949450" y="590258"/>
                  </a:lnTo>
                  <a:lnTo>
                    <a:pt x="2950146" y="598559"/>
                  </a:lnTo>
                  <a:lnTo>
                    <a:pt x="2950843" y="606770"/>
                  </a:lnTo>
                  <a:lnTo>
                    <a:pt x="2951539" y="616693"/>
                  </a:lnTo>
                  <a:lnTo>
                    <a:pt x="2952235" y="626291"/>
                  </a:lnTo>
                  <a:lnTo>
                    <a:pt x="2952931" y="636346"/>
                  </a:lnTo>
                  <a:lnTo>
                    <a:pt x="2953627" y="645330"/>
                  </a:lnTo>
                  <a:lnTo>
                    <a:pt x="2954323" y="653841"/>
                  </a:lnTo>
                  <a:lnTo>
                    <a:pt x="2955020" y="662691"/>
                  </a:lnTo>
                  <a:lnTo>
                    <a:pt x="2955716" y="672914"/>
                  </a:lnTo>
                  <a:lnTo>
                    <a:pt x="2956412" y="682790"/>
                  </a:lnTo>
                  <a:lnTo>
                    <a:pt x="2957108" y="689939"/>
                  </a:lnTo>
                  <a:lnTo>
                    <a:pt x="2957804" y="696276"/>
                  </a:lnTo>
                  <a:lnTo>
                    <a:pt x="2958501" y="705806"/>
                  </a:lnTo>
                  <a:lnTo>
                    <a:pt x="2959197" y="715487"/>
                  </a:lnTo>
                  <a:lnTo>
                    <a:pt x="2959893" y="725129"/>
                  </a:lnTo>
                  <a:lnTo>
                    <a:pt x="2960589" y="733639"/>
                  </a:lnTo>
                  <a:lnTo>
                    <a:pt x="2961285" y="742705"/>
                  </a:lnTo>
                  <a:lnTo>
                    <a:pt x="2961981" y="750594"/>
                  </a:lnTo>
                  <a:lnTo>
                    <a:pt x="2962678" y="758345"/>
                  </a:lnTo>
                  <a:lnTo>
                    <a:pt x="2963374" y="765031"/>
                  </a:lnTo>
                  <a:lnTo>
                    <a:pt x="2964070" y="770689"/>
                  </a:lnTo>
                  <a:lnTo>
                    <a:pt x="2964766" y="777863"/>
                  </a:lnTo>
                  <a:lnTo>
                    <a:pt x="2965462" y="785375"/>
                  </a:lnTo>
                  <a:lnTo>
                    <a:pt x="2966158" y="793190"/>
                  </a:lnTo>
                  <a:lnTo>
                    <a:pt x="2966855" y="801904"/>
                  </a:lnTo>
                  <a:lnTo>
                    <a:pt x="2967551" y="813143"/>
                  </a:lnTo>
                  <a:lnTo>
                    <a:pt x="2968247" y="824692"/>
                  </a:lnTo>
                  <a:lnTo>
                    <a:pt x="2968943" y="835007"/>
                  </a:lnTo>
                  <a:lnTo>
                    <a:pt x="2969639" y="843472"/>
                  </a:lnTo>
                  <a:lnTo>
                    <a:pt x="2970336" y="851061"/>
                  </a:lnTo>
                  <a:lnTo>
                    <a:pt x="2971032" y="858416"/>
                  </a:lnTo>
                  <a:lnTo>
                    <a:pt x="2971728" y="865565"/>
                  </a:lnTo>
                  <a:lnTo>
                    <a:pt x="2972424" y="872231"/>
                  </a:lnTo>
                  <a:lnTo>
                    <a:pt x="2973120" y="877741"/>
                  </a:lnTo>
                  <a:lnTo>
                    <a:pt x="2973816" y="883927"/>
                  </a:lnTo>
                  <a:lnTo>
                    <a:pt x="2974513" y="891472"/>
                  </a:lnTo>
                  <a:lnTo>
                    <a:pt x="2975209" y="897455"/>
                  </a:lnTo>
                  <a:lnTo>
                    <a:pt x="2975905" y="901983"/>
                  </a:lnTo>
                  <a:lnTo>
                    <a:pt x="2976601" y="905500"/>
                  </a:lnTo>
                  <a:lnTo>
                    <a:pt x="2977297" y="908237"/>
                  </a:lnTo>
                  <a:lnTo>
                    <a:pt x="2977993" y="910338"/>
                  </a:lnTo>
                  <a:lnTo>
                    <a:pt x="2978690" y="910764"/>
                  </a:lnTo>
                  <a:lnTo>
                    <a:pt x="2979386" y="910928"/>
                  </a:lnTo>
                  <a:lnTo>
                    <a:pt x="2980082" y="912415"/>
                  </a:lnTo>
                  <a:lnTo>
                    <a:pt x="2980778" y="915312"/>
                  </a:lnTo>
                  <a:lnTo>
                    <a:pt x="2981474" y="918475"/>
                  </a:lnTo>
                  <a:lnTo>
                    <a:pt x="2982170" y="921800"/>
                  </a:lnTo>
                  <a:lnTo>
                    <a:pt x="2982867" y="925125"/>
                  </a:lnTo>
                  <a:lnTo>
                    <a:pt x="2983563" y="929823"/>
                  </a:lnTo>
                  <a:lnTo>
                    <a:pt x="2984259" y="933798"/>
                  </a:lnTo>
                  <a:lnTo>
                    <a:pt x="2984955" y="937439"/>
                  </a:lnTo>
                  <a:lnTo>
                    <a:pt x="2985651" y="941262"/>
                  </a:lnTo>
                  <a:lnTo>
                    <a:pt x="2986348" y="946611"/>
                  </a:lnTo>
                  <a:lnTo>
                    <a:pt x="2987044" y="953281"/>
                  </a:lnTo>
                  <a:lnTo>
                    <a:pt x="2987740" y="960764"/>
                  </a:lnTo>
                  <a:lnTo>
                    <a:pt x="2988436" y="969204"/>
                  </a:lnTo>
                  <a:lnTo>
                    <a:pt x="2989132" y="978136"/>
                  </a:lnTo>
                  <a:lnTo>
                    <a:pt x="2989828" y="986792"/>
                  </a:lnTo>
                  <a:lnTo>
                    <a:pt x="2990525" y="994045"/>
                  </a:lnTo>
                  <a:lnTo>
                    <a:pt x="2991221" y="1000772"/>
                  </a:lnTo>
                  <a:lnTo>
                    <a:pt x="2991917" y="1008460"/>
                  </a:lnTo>
                  <a:lnTo>
                    <a:pt x="2992613" y="1018428"/>
                  </a:lnTo>
                  <a:lnTo>
                    <a:pt x="2993309" y="1027561"/>
                  </a:lnTo>
                  <a:lnTo>
                    <a:pt x="2994005" y="1035152"/>
                  </a:lnTo>
                  <a:lnTo>
                    <a:pt x="2994702" y="1042517"/>
                  </a:lnTo>
                  <a:lnTo>
                    <a:pt x="2995398" y="1050127"/>
                  </a:lnTo>
                  <a:lnTo>
                    <a:pt x="2996094" y="1055482"/>
                  </a:lnTo>
                  <a:lnTo>
                    <a:pt x="2996790" y="1058378"/>
                  </a:lnTo>
                  <a:lnTo>
                    <a:pt x="2997486" y="1061189"/>
                  </a:lnTo>
                  <a:lnTo>
                    <a:pt x="2998183" y="1064083"/>
                  </a:lnTo>
                  <a:lnTo>
                    <a:pt x="2998879" y="1064423"/>
                  </a:lnTo>
                  <a:lnTo>
                    <a:pt x="2999575" y="1065243"/>
                  </a:lnTo>
                  <a:lnTo>
                    <a:pt x="3000271" y="1066604"/>
                  </a:lnTo>
                  <a:lnTo>
                    <a:pt x="3000967" y="1067283"/>
                  </a:lnTo>
                  <a:lnTo>
                    <a:pt x="3001663" y="1067078"/>
                  </a:lnTo>
                  <a:lnTo>
                    <a:pt x="3002360" y="1065257"/>
                  </a:lnTo>
                  <a:lnTo>
                    <a:pt x="3003056" y="1060722"/>
                  </a:lnTo>
                  <a:lnTo>
                    <a:pt x="3003752" y="1055845"/>
                  </a:lnTo>
                  <a:lnTo>
                    <a:pt x="3004448" y="1050465"/>
                  </a:lnTo>
                  <a:lnTo>
                    <a:pt x="3005144" y="1046284"/>
                  </a:lnTo>
                  <a:lnTo>
                    <a:pt x="3005840" y="1042695"/>
                  </a:lnTo>
                  <a:lnTo>
                    <a:pt x="3006537" y="1040501"/>
                  </a:lnTo>
                  <a:lnTo>
                    <a:pt x="3007233" y="1039478"/>
                  </a:lnTo>
                  <a:lnTo>
                    <a:pt x="3007929" y="1038456"/>
                  </a:lnTo>
                  <a:lnTo>
                    <a:pt x="3008625" y="1038168"/>
                  </a:lnTo>
                  <a:lnTo>
                    <a:pt x="3009321" y="1038969"/>
                  </a:lnTo>
                  <a:lnTo>
                    <a:pt x="3010017" y="1038060"/>
                  </a:lnTo>
                  <a:lnTo>
                    <a:pt x="3010714" y="1036500"/>
                  </a:lnTo>
                  <a:lnTo>
                    <a:pt x="3011410" y="1035940"/>
                  </a:lnTo>
                  <a:lnTo>
                    <a:pt x="3012106" y="1036886"/>
                  </a:lnTo>
                  <a:lnTo>
                    <a:pt x="3012802" y="1039594"/>
                  </a:lnTo>
                  <a:lnTo>
                    <a:pt x="3013498" y="1043351"/>
                  </a:lnTo>
                  <a:lnTo>
                    <a:pt x="3014195" y="1047851"/>
                  </a:lnTo>
                  <a:lnTo>
                    <a:pt x="3014891" y="1053444"/>
                  </a:lnTo>
                  <a:lnTo>
                    <a:pt x="3015587" y="1057580"/>
                  </a:lnTo>
                  <a:lnTo>
                    <a:pt x="3016283" y="1061248"/>
                  </a:lnTo>
                  <a:lnTo>
                    <a:pt x="3016979" y="1064938"/>
                  </a:lnTo>
                  <a:lnTo>
                    <a:pt x="3017675" y="1068627"/>
                  </a:lnTo>
                  <a:lnTo>
                    <a:pt x="3018372" y="1072317"/>
                  </a:lnTo>
                  <a:lnTo>
                    <a:pt x="3019068" y="1075703"/>
                  </a:lnTo>
                  <a:lnTo>
                    <a:pt x="3019764" y="1078773"/>
                  </a:lnTo>
                  <a:lnTo>
                    <a:pt x="3020460" y="1081843"/>
                  </a:lnTo>
                  <a:lnTo>
                    <a:pt x="3021156" y="1084731"/>
                  </a:lnTo>
                  <a:lnTo>
                    <a:pt x="3021852" y="1087619"/>
                  </a:lnTo>
                  <a:lnTo>
                    <a:pt x="3022549" y="1089263"/>
                  </a:lnTo>
                  <a:lnTo>
                    <a:pt x="3023245" y="1088944"/>
                  </a:lnTo>
                  <a:lnTo>
                    <a:pt x="3023941" y="1087144"/>
                  </a:lnTo>
                  <a:lnTo>
                    <a:pt x="3024637" y="1085343"/>
                  </a:lnTo>
                  <a:lnTo>
                    <a:pt x="3025333" y="1083845"/>
                  </a:lnTo>
                  <a:lnTo>
                    <a:pt x="3026030" y="1082347"/>
                  </a:lnTo>
                  <a:lnTo>
                    <a:pt x="3026726" y="1079699"/>
                  </a:lnTo>
                  <a:lnTo>
                    <a:pt x="3027422" y="1077354"/>
                  </a:lnTo>
                  <a:lnTo>
                    <a:pt x="3028118" y="1073958"/>
                  </a:lnTo>
                  <a:lnTo>
                    <a:pt x="3028814" y="1070654"/>
                  </a:lnTo>
                  <a:lnTo>
                    <a:pt x="3029510" y="1066380"/>
                  </a:lnTo>
                  <a:lnTo>
                    <a:pt x="3030207" y="1062106"/>
                  </a:lnTo>
                  <a:lnTo>
                    <a:pt x="3030903" y="1057586"/>
                  </a:lnTo>
                  <a:lnTo>
                    <a:pt x="3031599" y="1053886"/>
                  </a:lnTo>
                  <a:lnTo>
                    <a:pt x="3032295" y="1049775"/>
                  </a:lnTo>
                  <a:lnTo>
                    <a:pt x="3032991" y="1045957"/>
                  </a:lnTo>
                  <a:lnTo>
                    <a:pt x="3033687" y="1043016"/>
                  </a:lnTo>
                  <a:lnTo>
                    <a:pt x="3034384" y="1042713"/>
                  </a:lnTo>
                  <a:lnTo>
                    <a:pt x="3035080" y="1039174"/>
                  </a:lnTo>
                  <a:lnTo>
                    <a:pt x="3035776" y="1035343"/>
                  </a:lnTo>
                  <a:lnTo>
                    <a:pt x="3036472" y="1032822"/>
                  </a:lnTo>
                  <a:lnTo>
                    <a:pt x="3037168" y="1029435"/>
                  </a:lnTo>
                  <a:lnTo>
                    <a:pt x="3037865" y="1026386"/>
                  </a:lnTo>
                  <a:lnTo>
                    <a:pt x="3038561" y="1023136"/>
                  </a:lnTo>
                  <a:lnTo>
                    <a:pt x="3039257" y="1020693"/>
                  </a:lnTo>
                  <a:lnTo>
                    <a:pt x="3039953" y="1018803"/>
                  </a:lnTo>
                  <a:lnTo>
                    <a:pt x="3040649" y="1016772"/>
                  </a:lnTo>
                  <a:lnTo>
                    <a:pt x="3041345" y="1013744"/>
                  </a:lnTo>
                  <a:lnTo>
                    <a:pt x="3042042" y="1011359"/>
                  </a:lnTo>
                  <a:lnTo>
                    <a:pt x="3042738" y="1008961"/>
                  </a:lnTo>
                  <a:lnTo>
                    <a:pt x="3043434" y="1005803"/>
                  </a:lnTo>
                  <a:lnTo>
                    <a:pt x="3044130" y="1001532"/>
                  </a:lnTo>
                  <a:lnTo>
                    <a:pt x="3044826" y="995857"/>
                  </a:lnTo>
                  <a:lnTo>
                    <a:pt x="3045522" y="991920"/>
                  </a:lnTo>
                  <a:lnTo>
                    <a:pt x="3046219" y="986724"/>
                  </a:lnTo>
                  <a:lnTo>
                    <a:pt x="3046915" y="980799"/>
                  </a:lnTo>
                  <a:lnTo>
                    <a:pt x="3047611" y="976630"/>
                  </a:lnTo>
                  <a:lnTo>
                    <a:pt x="3048307" y="971015"/>
                  </a:lnTo>
                  <a:lnTo>
                    <a:pt x="3049003" y="966066"/>
                  </a:lnTo>
                  <a:lnTo>
                    <a:pt x="3049699" y="960052"/>
                  </a:lnTo>
                  <a:lnTo>
                    <a:pt x="3050396" y="953376"/>
                  </a:lnTo>
                  <a:lnTo>
                    <a:pt x="3051092" y="947851"/>
                  </a:lnTo>
                  <a:lnTo>
                    <a:pt x="3051788" y="943418"/>
                  </a:lnTo>
                  <a:lnTo>
                    <a:pt x="3052484" y="935765"/>
                  </a:lnTo>
                  <a:lnTo>
                    <a:pt x="3053180" y="928336"/>
                  </a:lnTo>
                  <a:lnTo>
                    <a:pt x="3053877" y="921158"/>
                  </a:lnTo>
                  <a:lnTo>
                    <a:pt x="3054573" y="914865"/>
                  </a:lnTo>
                  <a:lnTo>
                    <a:pt x="3055269" y="907913"/>
                  </a:lnTo>
                  <a:lnTo>
                    <a:pt x="3055965" y="901286"/>
                  </a:lnTo>
                  <a:lnTo>
                    <a:pt x="3056661" y="896786"/>
                  </a:lnTo>
                  <a:lnTo>
                    <a:pt x="3057357" y="891671"/>
                  </a:lnTo>
                  <a:lnTo>
                    <a:pt x="3058054" y="886555"/>
                  </a:lnTo>
                  <a:lnTo>
                    <a:pt x="3058750" y="880929"/>
                  </a:lnTo>
                  <a:lnTo>
                    <a:pt x="3059446" y="875807"/>
                  </a:lnTo>
                  <a:lnTo>
                    <a:pt x="3060142" y="871394"/>
                  </a:lnTo>
                  <a:lnTo>
                    <a:pt x="3060838" y="867012"/>
                  </a:lnTo>
                  <a:lnTo>
                    <a:pt x="3061534" y="862886"/>
                  </a:lnTo>
                  <a:lnTo>
                    <a:pt x="3062231" y="859063"/>
                  </a:lnTo>
                  <a:lnTo>
                    <a:pt x="3062927" y="856473"/>
                  </a:lnTo>
                  <a:lnTo>
                    <a:pt x="3063623" y="854185"/>
                  </a:lnTo>
                  <a:lnTo>
                    <a:pt x="3064319" y="852896"/>
                  </a:lnTo>
                  <a:lnTo>
                    <a:pt x="3065015" y="851989"/>
                  </a:lnTo>
                  <a:lnTo>
                    <a:pt x="3065712" y="849443"/>
                  </a:lnTo>
                  <a:lnTo>
                    <a:pt x="3066408" y="845897"/>
                  </a:lnTo>
                  <a:lnTo>
                    <a:pt x="3067104" y="843096"/>
                  </a:lnTo>
                  <a:lnTo>
                    <a:pt x="3067800" y="840450"/>
                  </a:lnTo>
                  <a:lnTo>
                    <a:pt x="3068496" y="837531"/>
                  </a:lnTo>
                  <a:lnTo>
                    <a:pt x="3069192" y="835000"/>
                  </a:lnTo>
                  <a:lnTo>
                    <a:pt x="3069889" y="831789"/>
                  </a:lnTo>
                  <a:lnTo>
                    <a:pt x="3070585" y="830509"/>
                  </a:lnTo>
                  <a:lnTo>
                    <a:pt x="3071281" y="828006"/>
                  </a:lnTo>
                  <a:lnTo>
                    <a:pt x="3071977" y="824827"/>
                  </a:lnTo>
                  <a:lnTo>
                    <a:pt x="3072673" y="822966"/>
                  </a:lnTo>
                  <a:lnTo>
                    <a:pt x="3073369" y="822006"/>
                  </a:lnTo>
                  <a:lnTo>
                    <a:pt x="3074066" y="820759"/>
                  </a:lnTo>
                  <a:lnTo>
                    <a:pt x="3074762" y="818084"/>
                  </a:lnTo>
                  <a:lnTo>
                    <a:pt x="3075458" y="815328"/>
                  </a:lnTo>
                  <a:lnTo>
                    <a:pt x="3076154" y="813350"/>
                  </a:lnTo>
                  <a:lnTo>
                    <a:pt x="3076850" y="812365"/>
                  </a:lnTo>
                  <a:lnTo>
                    <a:pt x="3077546" y="810634"/>
                  </a:lnTo>
                  <a:lnTo>
                    <a:pt x="3078243" y="807454"/>
                  </a:lnTo>
                  <a:lnTo>
                    <a:pt x="3078939" y="803776"/>
                  </a:lnTo>
                  <a:lnTo>
                    <a:pt x="3079635" y="800315"/>
                  </a:lnTo>
                  <a:lnTo>
                    <a:pt x="3080331" y="796167"/>
                  </a:lnTo>
                  <a:lnTo>
                    <a:pt x="3081027" y="791970"/>
                  </a:lnTo>
                  <a:lnTo>
                    <a:pt x="3081724" y="790053"/>
                  </a:lnTo>
                  <a:lnTo>
                    <a:pt x="3082420" y="788091"/>
                  </a:lnTo>
                  <a:lnTo>
                    <a:pt x="3083116" y="784324"/>
                  </a:lnTo>
                  <a:lnTo>
                    <a:pt x="3083812" y="781022"/>
                  </a:lnTo>
                  <a:lnTo>
                    <a:pt x="3084508" y="776794"/>
                  </a:lnTo>
                  <a:lnTo>
                    <a:pt x="3085204" y="774233"/>
                  </a:lnTo>
                  <a:lnTo>
                    <a:pt x="3085901" y="772209"/>
                  </a:lnTo>
                  <a:lnTo>
                    <a:pt x="3086597" y="769964"/>
                  </a:lnTo>
                  <a:lnTo>
                    <a:pt x="3087293" y="766710"/>
                  </a:lnTo>
                  <a:lnTo>
                    <a:pt x="3087989" y="764389"/>
                  </a:lnTo>
                  <a:lnTo>
                    <a:pt x="3088685" y="762281"/>
                  </a:lnTo>
                  <a:lnTo>
                    <a:pt x="3089381" y="761606"/>
                  </a:lnTo>
                  <a:lnTo>
                    <a:pt x="3090078" y="759069"/>
                  </a:lnTo>
                  <a:lnTo>
                    <a:pt x="3090774" y="757105"/>
                  </a:lnTo>
                  <a:lnTo>
                    <a:pt x="3091470" y="754815"/>
                  </a:lnTo>
                  <a:lnTo>
                    <a:pt x="3092166" y="750096"/>
                  </a:lnTo>
                  <a:lnTo>
                    <a:pt x="3092862" y="745735"/>
                  </a:lnTo>
                  <a:lnTo>
                    <a:pt x="3093559" y="741631"/>
                  </a:lnTo>
                  <a:lnTo>
                    <a:pt x="3094255" y="739203"/>
                  </a:lnTo>
                  <a:lnTo>
                    <a:pt x="3094951" y="739725"/>
                  </a:lnTo>
                  <a:lnTo>
                    <a:pt x="3095647" y="739764"/>
                  </a:lnTo>
                  <a:lnTo>
                    <a:pt x="3096343" y="739469"/>
                  </a:lnTo>
                  <a:lnTo>
                    <a:pt x="3097039" y="737960"/>
                  </a:lnTo>
                  <a:lnTo>
                    <a:pt x="3097736" y="735296"/>
                  </a:lnTo>
                  <a:lnTo>
                    <a:pt x="3098432" y="732007"/>
                  </a:lnTo>
                  <a:lnTo>
                    <a:pt x="3099128" y="729327"/>
                  </a:lnTo>
                  <a:lnTo>
                    <a:pt x="3099824" y="726186"/>
                  </a:lnTo>
                  <a:lnTo>
                    <a:pt x="3100520" y="725812"/>
                  </a:lnTo>
                  <a:lnTo>
                    <a:pt x="3101216" y="728611"/>
                  </a:lnTo>
                  <a:lnTo>
                    <a:pt x="3101913" y="729922"/>
                  </a:lnTo>
                  <a:lnTo>
                    <a:pt x="3102609" y="731625"/>
                  </a:lnTo>
                  <a:lnTo>
                    <a:pt x="3103305" y="734761"/>
                  </a:lnTo>
                  <a:lnTo>
                    <a:pt x="3104001" y="738236"/>
                  </a:lnTo>
                  <a:lnTo>
                    <a:pt x="3104697" y="741899"/>
                  </a:lnTo>
                  <a:lnTo>
                    <a:pt x="3105394" y="747201"/>
                  </a:lnTo>
                  <a:lnTo>
                    <a:pt x="3106090" y="754405"/>
                  </a:lnTo>
                  <a:lnTo>
                    <a:pt x="3106786" y="762553"/>
                  </a:lnTo>
                  <a:lnTo>
                    <a:pt x="3107482" y="769461"/>
                  </a:lnTo>
                  <a:lnTo>
                    <a:pt x="3108178" y="776253"/>
                  </a:lnTo>
                  <a:lnTo>
                    <a:pt x="3108874" y="780564"/>
                  </a:lnTo>
                  <a:lnTo>
                    <a:pt x="3109571" y="785740"/>
                  </a:lnTo>
                  <a:lnTo>
                    <a:pt x="3110267" y="791621"/>
                  </a:lnTo>
                  <a:lnTo>
                    <a:pt x="3110963" y="795700"/>
                  </a:lnTo>
                  <a:lnTo>
                    <a:pt x="3111659" y="798913"/>
                  </a:lnTo>
                  <a:lnTo>
                    <a:pt x="3112355" y="802832"/>
                  </a:lnTo>
                  <a:lnTo>
                    <a:pt x="3113051" y="805953"/>
                  </a:lnTo>
                  <a:lnTo>
                    <a:pt x="3113748" y="809578"/>
                  </a:lnTo>
                  <a:lnTo>
                    <a:pt x="3114444" y="815400"/>
                  </a:lnTo>
                  <a:lnTo>
                    <a:pt x="3115140" y="820623"/>
                  </a:lnTo>
                  <a:lnTo>
                    <a:pt x="3115836" y="824313"/>
                  </a:lnTo>
                  <a:lnTo>
                    <a:pt x="3116532" y="826043"/>
                  </a:lnTo>
                  <a:lnTo>
                    <a:pt x="3117228" y="827268"/>
                  </a:lnTo>
                  <a:lnTo>
                    <a:pt x="3117925" y="828362"/>
                  </a:lnTo>
                  <a:lnTo>
                    <a:pt x="3118621" y="828707"/>
                  </a:lnTo>
                  <a:lnTo>
                    <a:pt x="3119317" y="829568"/>
                  </a:lnTo>
                  <a:lnTo>
                    <a:pt x="3120013" y="829236"/>
                  </a:lnTo>
                  <a:lnTo>
                    <a:pt x="3120709" y="828556"/>
                  </a:lnTo>
                  <a:lnTo>
                    <a:pt x="3121406" y="827445"/>
                  </a:lnTo>
                  <a:lnTo>
                    <a:pt x="3122102" y="825550"/>
                  </a:lnTo>
                  <a:lnTo>
                    <a:pt x="3122798" y="823179"/>
                  </a:lnTo>
                  <a:lnTo>
                    <a:pt x="3123494" y="820996"/>
                  </a:lnTo>
                  <a:lnTo>
                    <a:pt x="3124190" y="816768"/>
                  </a:lnTo>
                  <a:lnTo>
                    <a:pt x="3124886" y="811196"/>
                  </a:lnTo>
                  <a:lnTo>
                    <a:pt x="3125583" y="808089"/>
                  </a:lnTo>
                  <a:lnTo>
                    <a:pt x="3126279" y="805169"/>
                  </a:lnTo>
                  <a:lnTo>
                    <a:pt x="3126975" y="802717"/>
                  </a:lnTo>
                  <a:lnTo>
                    <a:pt x="3127671" y="801695"/>
                  </a:lnTo>
                  <a:lnTo>
                    <a:pt x="3128367" y="801262"/>
                  </a:lnTo>
                  <a:lnTo>
                    <a:pt x="3129063" y="800885"/>
                  </a:lnTo>
                  <a:lnTo>
                    <a:pt x="3129760" y="799979"/>
                  </a:lnTo>
                  <a:lnTo>
                    <a:pt x="3130456" y="796263"/>
                  </a:lnTo>
                  <a:lnTo>
                    <a:pt x="3131152" y="791340"/>
                  </a:lnTo>
                  <a:lnTo>
                    <a:pt x="3131848" y="785995"/>
                  </a:lnTo>
                  <a:lnTo>
                    <a:pt x="3132544" y="781371"/>
                  </a:lnTo>
                  <a:lnTo>
                    <a:pt x="3133241" y="777874"/>
                  </a:lnTo>
                  <a:lnTo>
                    <a:pt x="3133937" y="775396"/>
                  </a:lnTo>
                  <a:lnTo>
                    <a:pt x="3134633" y="773566"/>
                  </a:lnTo>
                  <a:lnTo>
                    <a:pt x="3135329" y="770588"/>
                  </a:lnTo>
                  <a:lnTo>
                    <a:pt x="3136025" y="764478"/>
                  </a:lnTo>
                  <a:lnTo>
                    <a:pt x="3136721" y="756977"/>
                  </a:lnTo>
                  <a:lnTo>
                    <a:pt x="3137418" y="752690"/>
                  </a:lnTo>
                  <a:lnTo>
                    <a:pt x="3138114" y="747585"/>
                  </a:lnTo>
                  <a:lnTo>
                    <a:pt x="3138810" y="742636"/>
                  </a:lnTo>
                  <a:lnTo>
                    <a:pt x="3139506" y="735754"/>
                  </a:lnTo>
                  <a:lnTo>
                    <a:pt x="3140202" y="728167"/>
                  </a:lnTo>
                  <a:lnTo>
                    <a:pt x="3140898" y="719747"/>
                  </a:lnTo>
                  <a:lnTo>
                    <a:pt x="3141595" y="711765"/>
                  </a:lnTo>
                  <a:lnTo>
                    <a:pt x="3142291" y="702805"/>
                  </a:lnTo>
                  <a:lnTo>
                    <a:pt x="3142987" y="698493"/>
                  </a:lnTo>
                  <a:lnTo>
                    <a:pt x="3143683" y="694612"/>
                  </a:lnTo>
                  <a:lnTo>
                    <a:pt x="3144379" y="690737"/>
                  </a:lnTo>
                  <a:lnTo>
                    <a:pt x="3145075" y="686327"/>
                  </a:lnTo>
                  <a:lnTo>
                    <a:pt x="3145772" y="682503"/>
                  </a:lnTo>
                  <a:lnTo>
                    <a:pt x="3146468" y="681886"/>
                  </a:lnTo>
                  <a:lnTo>
                    <a:pt x="3147164" y="681211"/>
                  </a:lnTo>
                  <a:lnTo>
                    <a:pt x="3147860" y="680309"/>
                  </a:lnTo>
                  <a:lnTo>
                    <a:pt x="3148556" y="677287"/>
                  </a:lnTo>
                  <a:lnTo>
                    <a:pt x="3149253" y="674363"/>
                  </a:lnTo>
                  <a:lnTo>
                    <a:pt x="3149949" y="670964"/>
                  </a:lnTo>
                  <a:lnTo>
                    <a:pt x="3150645" y="669554"/>
                  </a:lnTo>
                  <a:lnTo>
                    <a:pt x="3151341" y="670563"/>
                  </a:lnTo>
                  <a:lnTo>
                    <a:pt x="3152037" y="673184"/>
                  </a:lnTo>
                  <a:lnTo>
                    <a:pt x="3152733" y="676453"/>
                  </a:lnTo>
                  <a:lnTo>
                    <a:pt x="3153430" y="677529"/>
                  </a:lnTo>
                  <a:lnTo>
                    <a:pt x="3154126" y="679164"/>
                  </a:lnTo>
                  <a:lnTo>
                    <a:pt x="3154822" y="682771"/>
                  </a:lnTo>
                  <a:lnTo>
                    <a:pt x="3155518" y="687640"/>
                  </a:lnTo>
                  <a:lnTo>
                    <a:pt x="3156214" y="691496"/>
                  </a:lnTo>
                  <a:lnTo>
                    <a:pt x="3156910" y="693184"/>
                  </a:lnTo>
                  <a:lnTo>
                    <a:pt x="3157607" y="694503"/>
                  </a:lnTo>
                  <a:lnTo>
                    <a:pt x="3158303" y="696216"/>
                  </a:lnTo>
                  <a:lnTo>
                    <a:pt x="3158999" y="701190"/>
                  </a:lnTo>
                  <a:lnTo>
                    <a:pt x="3159695" y="707934"/>
                  </a:lnTo>
                  <a:lnTo>
                    <a:pt x="3160391" y="714337"/>
                  </a:lnTo>
                  <a:lnTo>
                    <a:pt x="3161088" y="718384"/>
                  </a:lnTo>
                  <a:lnTo>
                    <a:pt x="3161784" y="721600"/>
                  </a:lnTo>
                  <a:lnTo>
                    <a:pt x="3162480" y="724344"/>
                  </a:lnTo>
                  <a:lnTo>
                    <a:pt x="3163176" y="724958"/>
                  </a:lnTo>
                  <a:lnTo>
                    <a:pt x="3163872" y="725951"/>
                  </a:lnTo>
                  <a:lnTo>
                    <a:pt x="3164568" y="726632"/>
                  </a:lnTo>
                  <a:lnTo>
                    <a:pt x="3165265" y="726978"/>
                  </a:lnTo>
                  <a:lnTo>
                    <a:pt x="3165961" y="726692"/>
                  </a:lnTo>
                  <a:lnTo>
                    <a:pt x="3166657" y="727515"/>
                  </a:lnTo>
                  <a:lnTo>
                    <a:pt x="3167353" y="730815"/>
                  </a:lnTo>
                  <a:lnTo>
                    <a:pt x="3168049" y="734801"/>
                  </a:lnTo>
                  <a:lnTo>
                    <a:pt x="3168745" y="737245"/>
                  </a:lnTo>
                  <a:lnTo>
                    <a:pt x="3169442" y="736844"/>
                  </a:lnTo>
                  <a:lnTo>
                    <a:pt x="3170138" y="735443"/>
                  </a:lnTo>
                  <a:lnTo>
                    <a:pt x="3170834" y="734896"/>
                  </a:lnTo>
                  <a:lnTo>
                    <a:pt x="3171530" y="736172"/>
                  </a:lnTo>
                  <a:lnTo>
                    <a:pt x="3172226" y="739560"/>
                  </a:lnTo>
                  <a:lnTo>
                    <a:pt x="3172922" y="740965"/>
                  </a:lnTo>
                  <a:lnTo>
                    <a:pt x="3173619" y="745965"/>
                  </a:lnTo>
                  <a:lnTo>
                    <a:pt x="3174315" y="753158"/>
                  </a:lnTo>
                  <a:lnTo>
                    <a:pt x="3175011" y="762702"/>
                  </a:lnTo>
                  <a:lnTo>
                    <a:pt x="3175707" y="771110"/>
                  </a:lnTo>
                  <a:lnTo>
                    <a:pt x="3176403" y="778307"/>
                  </a:lnTo>
                  <a:lnTo>
                    <a:pt x="3177100" y="783408"/>
                  </a:lnTo>
                  <a:lnTo>
                    <a:pt x="3177796" y="787177"/>
                  </a:lnTo>
                  <a:lnTo>
                    <a:pt x="3178492" y="788925"/>
                  </a:lnTo>
                  <a:lnTo>
                    <a:pt x="3179188" y="791726"/>
                  </a:lnTo>
                  <a:lnTo>
                    <a:pt x="3179884" y="795804"/>
                  </a:lnTo>
                  <a:lnTo>
                    <a:pt x="3180580" y="799761"/>
                  </a:lnTo>
                  <a:lnTo>
                    <a:pt x="3181277" y="805113"/>
                  </a:lnTo>
                  <a:lnTo>
                    <a:pt x="3181973" y="809342"/>
                  </a:lnTo>
                  <a:lnTo>
                    <a:pt x="3182669" y="813039"/>
                  </a:lnTo>
                  <a:lnTo>
                    <a:pt x="3183365" y="815368"/>
                  </a:lnTo>
                  <a:lnTo>
                    <a:pt x="3184061" y="820065"/>
                  </a:lnTo>
                  <a:lnTo>
                    <a:pt x="3184757" y="823728"/>
                  </a:lnTo>
                  <a:lnTo>
                    <a:pt x="3185454" y="825363"/>
                  </a:lnTo>
                  <a:lnTo>
                    <a:pt x="3186150" y="824805"/>
                  </a:lnTo>
                  <a:lnTo>
                    <a:pt x="3186846" y="825002"/>
                  </a:lnTo>
                  <a:lnTo>
                    <a:pt x="3187542" y="823691"/>
                  </a:lnTo>
                  <a:lnTo>
                    <a:pt x="3188238" y="824186"/>
                  </a:lnTo>
                  <a:lnTo>
                    <a:pt x="3188935" y="826223"/>
                  </a:lnTo>
                  <a:lnTo>
                    <a:pt x="3189631" y="828051"/>
                  </a:lnTo>
                  <a:lnTo>
                    <a:pt x="3190327" y="828999"/>
                  </a:lnTo>
                  <a:lnTo>
                    <a:pt x="3191023" y="829819"/>
                  </a:lnTo>
                  <a:lnTo>
                    <a:pt x="3191719" y="829834"/>
                  </a:lnTo>
                  <a:lnTo>
                    <a:pt x="3192415" y="831481"/>
                  </a:lnTo>
                  <a:lnTo>
                    <a:pt x="3193112" y="835282"/>
                  </a:lnTo>
                  <a:lnTo>
                    <a:pt x="3193808" y="840053"/>
                  </a:lnTo>
                  <a:lnTo>
                    <a:pt x="3194504" y="842559"/>
                  </a:lnTo>
                  <a:lnTo>
                    <a:pt x="3195200" y="844161"/>
                  </a:lnTo>
                  <a:lnTo>
                    <a:pt x="3195896" y="850950"/>
                  </a:lnTo>
                  <a:lnTo>
                    <a:pt x="3196592" y="859435"/>
                  </a:lnTo>
                  <a:lnTo>
                    <a:pt x="3197289" y="868652"/>
                  </a:lnTo>
                  <a:lnTo>
                    <a:pt x="3197985" y="877579"/>
                  </a:lnTo>
                  <a:lnTo>
                    <a:pt x="3198681" y="887802"/>
                  </a:lnTo>
                  <a:lnTo>
                    <a:pt x="3199377" y="897770"/>
                  </a:lnTo>
                  <a:lnTo>
                    <a:pt x="3200073" y="907490"/>
                  </a:lnTo>
                  <a:lnTo>
                    <a:pt x="3200770" y="915673"/>
                  </a:lnTo>
                  <a:lnTo>
                    <a:pt x="3201466" y="925328"/>
                  </a:lnTo>
                  <a:lnTo>
                    <a:pt x="3202162" y="934853"/>
                  </a:lnTo>
                  <a:lnTo>
                    <a:pt x="3202858" y="941868"/>
                  </a:lnTo>
                  <a:lnTo>
                    <a:pt x="3203554" y="948432"/>
                  </a:lnTo>
                  <a:lnTo>
                    <a:pt x="3204250" y="956568"/>
                  </a:lnTo>
                  <a:lnTo>
                    <a:pt x="3204947" y="965619"/>
                  </a:lnTo>
                  <a:lnTo>
                    <a:pt x="3205643" y="974869"/>
                  </a:lnTo>
                  <a:lnTo>
                    <a:pt x="3206339" y="984618"/>
                  </a:lnTo>
                  <a:lnTo>
                    <a:pt x="3207035" y="992566"/>
                  </a:lnTo>
                  <a:lnTo>
                    <a:pt x="3207731" y="998094"/>
                  </a:lnTo>
                  <a:lnTo>
                    <a:pt x="3208427" y="1004876"/>
                  </a:lnTo>
                  <a:lnTo>
                    <a:pt x="3209124" y="1010062"/>
                  </a:lnTo>
                  <a:lnTo>
                    <a:pt x="3209820" y="1012085"/>
                  </a:lnTo>
                  <a:lnTo>
                    <a:pt x="3210516" y="1014015"/>
                  </a:lnTo>
                  <a:lnTo>
                    <a:pt x="3211212" y="1017399"/>
                  </a:lnTo>
                  <a:lnTo>
                    <a:pt x="3211908" y="1021949"/>
                  </a:lnTo>
                  <a:lnTo>
                    <a:pt x="3212604" y="1027559"/>
                  </a:lnTo>
                  <a:lnTo>
                    <a:pt x="3213301" y="1036054"/>
                  </a:lnTo>
                  <a:lnTo>
                    <a:pt x="3213997" y="1043462"/>
                  </a:lnTo>
                  <a:lnTo>
                    <a:pt x="3214693" y="1049936"/>
                  </a:lnTo>
                  <a:lnTo>
                    <a:pt x="3215389" y="1057088"/>
                  </a:lnTo>
                  <a:lnTo>
                    <a:pt x="3216085" y="1063902"/>
                  </a:lnTo>
                  <a:lnTo>
                    <a:pt x="3216782" y="1067811"/>
                  </a:lnTo>
                  <a:lnTo>
                    <a:pt x="3217478" y="1072654"/>
                  </a:lnTo>
                  <a:lnTo>
                    <a:pt x="3218174" y="1077577"/>
                  </a:lnTo>
                  <a:lnTo>
                    <a:pt x="3218870" y="1082349"/>
                  </a:lnTo>
                  <a:lnTo>
                    <a:pt x="3219566" y="1086066"/>
                  </a:lnTo>
                  <a:lnTo>
                    <a:pt x="3220262" y="1088637"/>
                  </a:lnTo>
                  <a:lnTo>
                    <a:pt x="3220959" y="1092438"/>
                  </a:lnTo>
                  <a:lnTo>
                    <a:pt x="3221655" y="1097132"/>
                  </a:lnTo>
                  <a:lnTo>
                    <a:pt x="3222351" y="1099971"/>
                  </a:lnTo>
                  <a:lnTo>
                    <a:pt x="3223047" y="1103729"/>
                  </a:lnTo>
                  <a:lnTo>
                    <a:pt x="3223743" y="1104515"/>
                  </a:lnTo>
                  <a:lnTo>
                    <a:pt x="3224439" y="1105859"/>
                  </a:lnTo>
                  <a:lnTo>
                    <a:pt x="3225136" y="1107155"/>
                  </a:lnTo>
                  <a:lnTo>
                    <a:pt x="3225832" y="1106616"/>
                  </a:lnTo>
                  <a:lnTo>
                    <a:pt x="3226528" y="1104690"/>
                  </a:lnTo>
                  <a:lnTo>
                    <a:pt x="3227224" y="1104468"/>
                  </a:lnTo>
                  <a:lnTo>
                    <a:pt x="3227920" y="1102796"/>
                  </a:lnTo>
                  <a:lnTo>
                    <a:pt x="3228617" y="1099137"/>
                  </a:lnTo>
                  <a:lnTo>
                    <a:pt x="3229313" y="1094916"/>
                  </a:lnTo>
                  <a:lnTo>
                    <a:pt x="3230009" y="1089813"/>
                  </a:lnTo>
                  <a:lnTo>
                    <a:pt x="3230705" y="1087311"/>
                  </a:lnTo>
                  <a:lnTo>
                    <a:pt x="3231401" y="1080067"/>
                  </a:lnTo>
                  <a:lnTo>
                    <a:pt x="3232097" y="1072297"/>
                  </a:lnTo>
                  <a:lnTo>
                    <a:pt x="3232794" y="1064004"/>
                  </a:lnTo>
                  <a:lnTo>
                    <a:pt x="3233490" y="1053461"/>
                  </a:lnTo>
                  <a:lnTo>
                    <a:pt x="3234186" y="1042625"/>
                  </a:lnTo>
                  <a:lnTo>
                    <a:pt x="3234882" y="1031333"/>
                  </a:lnTo>
                  <a:lnTo>
                    <a:pt x="3235578" y="1021037"/>
                  </a:lnTo>
                  <a:lnTo>
                    <a:pt x="3236274" y="1013030"/>
                  </a:lnTo>
                  <a:lnTo>
                    <a:pt x="3236971" y="1006155"/>
                  </a:lnTo>
                  <a:lnTo>
                    <a:pt x="3237667" y="999280"/>
                  </a:lnTo>
                  <a:lnTo>
                    <a:pt x="3238363" y="993569"/>
                  </a:lnTo>
                  <a:lnTo>
                    <a:pt x="3239059" y="985952"/>
                  </a:lnTo>
                  <a:lnTo>
                    <a:pt x="3239755" y="977817"/>
                  </a:lnTo>
                  <a:lnTo>
                    <a:pt x="3240451" y="970650"/>
                  </a:lnTo>
                  <a:lnTo>
                    <a:pt x="3241148" y="962467"/>
                  </a:lnTo>
                  <a:lnTo>
                    <a:pt x="3241844" y="953996"/>
                  </a:lnTo>
                  <a:lnTo>
                    <a:pt x="3242540" y="946776"/>
                  </a:lnTo>
                  <a:lnTo>
                    <a:pt x="3243236" y="940214"/>
                  </a:lnTo>
                  <a:lnTo>
                    <a:pt x="3243932" y="936212"/>
                  </a:lnTo>
                  <a:lnTo>
                    <a:pt x="3244629" y="930652"/>
                  </a:lnTo>
                  <a:lnTo>
                    <a:pt x="3245325" y="925591"/>
                  </a:lnTo>
                  <a:lnTo>
                    <a:pt x="3246021" y="919306"/>
                  </a:lnTo>
                  <a:lnTo>
                    <a:pt x="3246717" y="912286"/>
                  </a:lnTo>
                  <a:lnTo>
                    <a:pt x="3247413" y="905553"/>
                  </a:lnTo>
                  <a:lnTo>
                    <a:pt x="3248109" y="898820"/>
                  </a:lnTo>
                  <a:lnTo>
                    <a:pt x="3248806" y="892867"/>
                  </a:lnTo>
                  <a:lnTo>
                    <a:pt x="3249502" y="890664"/>
                  </a:lnTo>
                  <a:lnTo>
                    <a:pt x="3250198" y="889612"/>
                  </a:lnTo>
                  <a:lnTo>
                    <a:pt x="3250894" y="888561"/>
                  </a:lnTo>
                  <a:lnTo>
                    <a:pt x="3251590" y="888810"/>
                  </a:lnTo>
                  <a:lnTo>
                    <a:pt x="3252286" y="890245"/>
                  </a:lnTo>
                  <a:lnTo>
                    <a:pt x="3252983" y="890494"/>
                  </a:lnTo>
                  <a:lnTo>
                    <a:pt x="3253679" y="891948"/>
                  </a:lnTo>
                  <a:lnTo>
                    <a:pt x="3254375" y="894282"/>
                  </a:lnTo>
                  <a:lnTo>
                    <a:pt x="3255071" y="899357"/>
                  </a:lnTo>
                  <a:lnTo>
                    <a:pt x="3255767" y="907517"/>
                  </a:lnTo>
                  <a:lnTo>
                    <a:pt x="3256464" y="916012"/>
                  </a:lnTo>
                  <a:lnTo>
                    <a:pt x="3257160" y="924507"/>
                  </a:lnTo>
                  <a:lnTo>
                    <a:pt x="3257856" y="932747"/>
                  </a:lnTo>
                  <a:lnTo>
                    <a:pt x="3258552" y="940804"/>
                  </a:lnTo>
                  <a:lnTo>
                    <a:pt x="3259248" y="948862"/>
                  </a:lnTo>
                  <a:lnTo>
                    <a:pt x="3259944" y="956633"/>
                  </a:lnTo>
                  <a:lnTo>
                    <a:pt x="3260641" y="964403"/>
                  </a:lnTo>
                  <a:lnTo>
                    <a:pt x="3261337" y="972399"/>
                  </a:lnTo>
                  <a:lnTo>
                    <a:pt x="3262033" y="981344"/>
                  </a:lnTo>
                  <a:lnTo>
                    <a:pt x="3262729" y="989401"/>
                  </a:lnTo>
                  <a:lnTo>
                    <a:pt x="3263425" y="998046"/>
                  </a:lnTo>
                  <a:lnTo>
                    <a:pt x="3264121" y="1005110"/>
                  </a:lnTo>
                  <a:lnTo>
                    <a:pt x="3264818" y="1011766"/>
                  </a:lnTo>
                  <a:lnTo>
                    <a:pt x="3265514" y="1019095"/>
                  </a:lnTo>
                  <a:lnTo>
                    <a:pt x="3266210" y="1023643"/>
                  </a:lnTo>
                  <a:lnTo>
                    <a:pt x="3266906" y="1027747"/>
                  </a:lnTo>
                  <a:lnTo>
                    <a:pt x="3267602" y="1032033"/>
                  </a:lnTo>
                  <a:lnTo>
                    <a:pt x="3268299" y="1036841"/>
                  </a:lnTo>
                  <a:lnTo>
                    <a:pt x="3268995" y="1044192"/>
                  </a:lnTo>
                  <a:lnTo>
                    <a:pt x="3269691" y="1051544"/>
                  </a:lnTo>
                  <a:lnTo>
                    <a:pt x="3270387" y="1058895"/>
                  </a:lnTo>
                  <a:lnTo>
                    <a:pt x="3271083" y="1065498"/>
                  </a:lnTo>
                  <a:lnTo>
                    <a:pt x="3271779" y="1071910"/>
                  </a:lnTo>
                  <a:lnTo>
                    <a:pt x="3272476" y="1077190"/>
                  </a:lnTo>
                  <a:lnTo>
                    <a:pt x="3273172" y="1082147"/>
                  </a:lnTo>
                  <a:lnTo>
                    <a:pt x="3273868" y="1085369"/>
                  </a:lnTo>
                  <a:lnTo>
                    <a:pt x="3274564" y="1091846"/>
                  </a:lnTo>
                  <a:lnTo>
                    <a:pt x="3275260" y="1098841"/>
                  </a:lnTo>
                  <a:lnTo>
                    <a:pt x="3275956" y="1104869"/>
                  </a:lnTo>
                  <a:lnTo>
                    <a:pt x="3276653" y="1111456"/>
                  </a:lnTo>
                  <a:lnTo>
                    <a:pt x="3277349" y="1118331"/>
                  </a:lnTo>
                  <a:lnTo>
                    <a:pt x="3278045" y="1125025"/>
                  </a:lnTo>
                  <a:lnTo>
                    <a:pt x="3278741" y="1131227"/>
                  </a:lnTo>
                  <a:lnTo>
                    <a:pt x="3279437" y="1133222"/>
                  </a:lnTo>
                  <a:lnTo>
                    <a:pt x="3280133" y="1135814"/>
                  </a:lnTo>
                  <a:lnTo>
                    <a:pt x="3280830" y="1138664"/>
                  </a:lnTo>
                  <a:lnTo>
                    <a:pt x="3281526" y="1142346"/>
                  </a:lnTo>
                  <a:lnTo>
                    <a:pt x="3282222" y="1146027"/>
                  </a:lnTo>
                  <a:lnTo>
                    <a:pt x="3282918" y="1149134"/>
                  </a:lnTo>
                  <a:lnTo>
                    <a:pt x="3283614" y="1150964"/>
                  </a:lnTo>
                  <a:lnTo>
                    <a:pt x="3284311" y="1153291"/>
                  </a:lnTo>
                  <a:lnTo>
                    <a:pt x="3285007" y="1150075"/>
                  </a:lnTo>
                  <a:lnTo>
                    <a:pt x="3285703" y="1145709"/>
                  </a:lnTo>
                  <a:lnTo>
                    <a:pt x="3286399" y="1141342"/>
                  </a:lnTo>
                  <a:lnTo>
                    <a:pt x="3287095" y="1136976"/>
                  </a:lnTo>
                  <a:lnTo>
                    <a:pt x="3287791" y="1132609"/>
                  </a:lnTo>
                  <a:lnTo>
                    <a:pt x="3288488" y="1128243"/>
                  </a:lnTo>
                  <a:lnTo>
                    <a:pt x="3289184" y="1123573"/>
                  </a:lnTo>
                  <a:lnTo>
                    <a:pt x="3289880" y="1120319"/>
                  </a:lnTo>
                  <a:lnTo>
                    <a:pt x="3290576" y="1116365"/>
                  </a:lnTo>
                  <a:lnTo>
                    <a:pt x="3291272" y="1111446"/>
                  </a:lnTo>
                  <a:lnTo>
                    <a:pt x="3291968" y="1105512"/>
                  </a:lnTo>
                  <a:lnTo>
                    <a:pt x="3292665" y="1098620"/>
                  </a:lnTo>
                  <a:lnTo>
                    <a:pt x="3293361" y="1091983"/>
                  </a:lnTo>
                  <a:lnTo>
                    <a:pt x="3294057" y="1086855"/>
                  </a:lnTo>
                  <a:lnTo>
                    <a:pt x="3294753" y="1082010"/>
                  </a:lnTo>
                  <a:lnTo>
                    <a:pt x="3295449" y="1077936"/>
                  </a:lnTo>
                  <a:lnTo>
                    <a:pt x="3296146" y="1073560"/>
                  </a:lnTo>
                  <a:lnTo>
                    <a:pt x="3296842" y="1069184"/>
                  </a:lnTo>
                  <a:lnTo>
                    <a:pt x="3297538" y="1063421"/>
                  </a:lnTo>
                  <a:lnTo>
                    <a:pt x="3298234" y="1056965"/>
                  </a:lnTo>
                  <a:lnTo>
                    <a:pt x="3298930" y="1051916"/>
                  </a:lnTo>
                  <a:lnTo>
                    <a:pt x="3299626" y="1048637"/>
                  </a:lnTo>
                  <a:lnTo>
                    <a:pt x="3300323" y="1045358"/>
                  </a:lnTo>
                  <a:lnTo>
                    <a:pt x="3301019" y="1041824"/>
                  </a:lnTo>
                  <a:lnTo>
                    <a:pt x="3301715" y="1038470"/>
                  </a:lnTo>
                  <a:lnTo>
                    <a:pt x="3302411" y="1035897"/>
                  </a:lnTo>
                  <a:lnTo>
                    <a:pt x="3303107" y="1033143"/>
                  </a:lnTo>
                  <a:lnTo>
                    <a:pt x="3303803" y="1029608"/>
                  </a:lnTo>
                  <a:lnTo>
                    <a:pt x="3304500" y="1026073"/>
                  </a:lnTo>
                  <a:lnTo>
                    <a:pt x="3305196" y="1023097"/>
                  </a:lnTo>
                  <a:lnTo>
                    <a:pt x="3305892" y="1021445"/>
                  </a:lnTo>
                  <a:lnTo>
                    <a:pt x="3306588" y="1019958"/>
                  </a:lnTo>
                  <a:lnTo>
                    <a:pt x="3307284" y="1018470"/>
                  </a:lnTo>
                  <a:lnTo>
                    <a:pt x="3307980" y="1018066"/>
                  </a:lnTo>
                  <a:lnTo>
                    <a:pt x="3308677" y="1016901"/>
                  </a:lnTo>
                  <a:lnTo>
                    <a:pt x="3309373" y="1014429"/>
                  </a:lnTo>
                  <a:lnTo>
                    <a:pt x="3310069" y="1010607"/>
                  </a:lnTo>
                  <a:lnTo>
                    <a:pt x="3310765" y="1006785"/>
                  </a:lnTo>
                  <a:lnTo>
                    <a:pt x="3311461" y="1002962"/>
                  </a:lnTo>
                  <a:lnTo>
                    <a:pt x="3312158" y="999139"/>
                  </a:lnTo>
                  <a:lnTo>
                    <a:pt x="3312854" y="995604"/>
                  </a:lnTo>
                  <a:lnTo>
                    <a:pt x="3313550" y="993210"/>
                  </a:lnTo>
                  <a:lnTo>
                    <a:pt x="3314246" y="991180"/>
                  </a:lnTo>
                  <a:lnTo>
                    <a:pt x="3314942" y="989221"/>
                  </a:lnTo>
                  <a:lnTo>
                    <a:pt x="3315638" y="985827"/>
                  </a:lnTo>
                  <a:lnTo>
                    <a:pt x="3316335" y="982251"/>
                  </a:lnTo>
                  <a:lnTo>
                    <a:pt x="3317031" y="977147"/>
                  </a:lnTo>
                  <a:lnTo>
                    <a:pt x="3317727" y="971834"/>
                  </a:lnTo>
                  <a:lnTo>
                    <a:pt x="3318423" y="966877"/>
                  </a:lnTo>
                  <a:lnTo>
                    <a:pt x="3319119" y="963908"/>
                  </a:lnTo>
                  <a:lnTo>
                    <a:pt x="3319815" y="960333"/>
                  </a:lnTo>
                  <a:lnTo>
                    <a:pt x="3320512" y="957419"/>
                  </a:lnTo>
                  <a:lnTo>
                    <a:pt x="3321208" y="954367"/>
                  </a:lnTo>
                  <a:lnTo>
                    <a:pt x="3321904" y="950311"/>
                  </a:lnTo>
                  <a:lnTo>
                    <a:pt x="3322600" y="945935"/>
                  </a:lnTo>
                  <a:lnTo>
                    <a:pt x="3323296" y="941378"/>
                  </a:lnTo>
                  <a:lnTo>
                    <a:pt x="3323993" y="936821"/>
                  </a:lnTo>
                  <a:lnTo>
                    <a:pt x="3324689" y="932264"/>
                  </a:lnTo>
                  <a:lnTo>
                    <a:pt x="3325385" y="926101"/>
                  </a:lnTo>
                  <a:lnTo>
                    <a:pt x="3326081" y="919646"/>
                  </a:lnTo>
                  <a:lnTo>
                    <a:pt x="3326777" y="913767"/>
                  </a:lnTo>
                  <a:lnTo>
                    <a:pt x="3327473" y="910018"/>
                  </a:lnTo>
                  <a:lnTo>
                    <a:pt x="3328170" y="907435"/>
                  </a:lnTo>
                  <a:lnTo>
                    <a:pt x="3328866" y="903528"/>
                  </a:lnTo>
                  <a:lnTo>
                    <a:pt x="3329562" y="898695"/>
                  </a:lnTo>
                  <a:lnTo>
                    <a:pt x="3330258" y="894320"/>
                  </a:lnTo>
                  <a:lnTo>
                    <a:pt x="3330954" y="890097"/>
                  </a:lnTo>
                  <a:lnTo>
                    <a:pt x="3331650" y="884924"/>
                  </a:lnTo>
                  <a:lnTo>
                    <a:pt x="3332347" y="880282"/>
                  </a:lnTo>
                  <a:lnTo>
                    <a:pt x="3333043" y="877082"/>
                  </a:lnTo>
                  <a:lnTo>
                    <a:pt x="3333739" y="874876"/>
                  </a:lnTo>
                  <a:lnTo>
                    <a:pt x="3334435" y="872420"/>
                  </a:lnTo>
                  <a:lnTo>
                    <a:pt x="3335131" y="870314"/>
                  </a:lnTo>
                  <a:lnTo>
                    <a:pt x="3335828" y="869770"/>
                  </a:lnTo>
                  <a:lnTo>
                    <a:pt x="3336524" y="870330"/>
                  </a:lnTo>
                  <a:lnTo>
                    <a:pt x="3337220" y="870309"/>
                  </a:lnTo>
                  <a:lnTo>
                    <a:pt x="3337916" y="867329"/>
                  </a:lnTo>
                  <a:lnTo>
                    <a:pt x="3338612" y="864348"/>
                  </a:lnTo>
                  <a:lnTo>
                    <a:pt x="3339308" y="864668"/>
                  </a:lnTo>
                  <a:lnTo>
                    <a:pt x="3340005" y="863539"/>
                  </a:lnTo>
                  <a:lnTo>
                    <a:pt x="3340701" y="861849"/>
                  </a:lnTo>
                  <a:lnTo>
                    <a:pt x="3341397" y="858906"/>
                  </a:lnTo>
                  <a:lnTo>
                    <a:pt x="3342093" y="856041"/>
                  </a:lnTo>
                  <a:lnTo>
                    <a:pt x="3342789" y="853698"/>
                  </a:lnTo>
                  <a:lnTo>
                    <a:pt x="3343485" y="850272"/>
                  </a:lnTo>
                  <a:lnTo>
                    <a:pt x="3344182" y="846411"/>
                  </a:lnTo>
                  <a:lnTo>
                    <a:pt x="3344878" y="843631"/>
                  </a:lnTo>
                  <a:lnTo>
                    <a:pt x="3345574" y="839928"/>
                  </a:lnTo>
                  <a:lnTo>
                    <a:pt x="3346270" y="834990"/>
                  </a:lnTo>
                  <a:lnTo>
                    <a:pt x="3346966" y="828496"/>
                  </a:lnTo>
                  <a:lnTo>
                    <a:pt x="3347662" y="822050"/>
                  </a:lnTo>
                  <a:lnTo>
                    <a:pt x="3348359" y="815509"/>
                  </a:lnTo>
                  <a:lnTo>
                    <a:pt x="3349055" y="807721"/>
                  </a:lnTo>
                  <a:lnTo>
                    <a:pt x="3349751" y="798076"/>
                  </a:lnTo>
                  <a:lnTo>
                    <a:pt x="3350447" y="791499"/>
                  </a:lnTo>
                  <a:lnTo>
                    <a:pt x="3351143" y="786366"/>
                  </a:lnTo>
                  <a:lnTo>
                    <a:pt x="3351840" y="781049"/>
                  </a:lnTo>
                  <a:lnTo>
                    <a:pt x="3352536" y="776791"/>
                  </a:lnTo>
                  <a:lnTo>
                    <a:pt x="3353232" y="773138"/>
                  </a:lnTo>
                  <a:lnTo>
                    <a:pt x="3353928" y="768845"/>
                  </a:lnTo>
                  <a:lnTo>
                    <a:pt x="3354624" y="764153"/>
                  </a:lnTo>
                  <a:lnTo>
                    <a:pt x="3355320" y="759618"/>
                  </a:lnTo>
                  <a:lnTo>
                    <a:pt x="3356017" y="756899"/>
                  </a:lnTo>
                  <a:lnTo>
                    <a:pt x="3356713" y="755947"/>
                  </a:lnTo>
                  <a:lnTo>
                    <a:pt x="3357409" y="757706"/>
                  </a:lnTo>
                  <a:lnTo>
                    <a:pt x="3358105" y="760140"/>
                  </a:lnTo>
                  <a:lnTo>
                    <a:pt x="3358801" y="764590"/>
                  </a:lnTo>
                  <a:lnTo>
                    <a:pt x="3359497" y="769450"/>
                  </a:lnTo>
                  <a:lnTo>
                    <a:pt x="3360194" y="775684"/>
                  </a:lnTo>
                  <a:lnTo>
                    <a:pt x="3360890" y="781615"/>
                  </a:lnTo>
                  <a:lnTo>
                    <a:pt x="3361586" y="787219"/>
                  </a:lnTo>
                  <a:lnTo>
                    <a:pt x="3362282" y="793518"/>
                  </a:lnTo>
                  <a:lnTo>
                    <a:pt x="3362978" y="800116"/>
                  </a:lnTo>
                  <a:lnTo>
                    <a:pt x="3363675" y="806883"/>
                  </a:lnTo>
                  <a:lnTo>
                    <a:pt x="3364371" y="815646"/>
                  </a:lnTo>
                  <a:lnTo>
                    <a:pt x="3365067" y="826460"/>
                  </a:lnTo>
                  <a:lnTo>
                    <a:pt x="3365763" y="836239"/>
                  </a:lnTo>
                  <a:lnTo>
                    <a:pt x="3366459" y="845079"/>
                  </a:lnTo>
                  <a:lnTo>
                    <a:pt x="3367155" y="854916"/>
                  </a:lnTo>
                  <a:lnTo>
                    <a:pt x="3367852" y="863934"/>
                  </a:lnTo>
                  <a:lnTo>
                    <a:pt x="3368548" y="872610"/>
                  </a:lnTo>
                  <a:lnTo>
                    <a:pt x="3369244" y="880801"/>
                  </a:lnTo>
                  <a:lnTo>
                    <a:pt x="3369940" y="889169"/>
                  </a:lnTo>
                  <a:lnTo>
                    <a:pt x="3370636" y="897187"/>
                  </a:lnTo>
                  <a:lnTo>
                    <a:pt x="3371332" y="903642"/>
                  </a:lnTo>
                  <a:lnTo>
                    <a:pt x="3372029" y="909505"/>
                  </a:lnTo>
                  <a:lnTo>
                    <a:pt x="3372725" y="917001"/>
                  </a:lnTo>
                  <a:lnTo>
                    <a:pt x="3373421" y="926676"/>
                  </a:lnTo>
                  <a:lnTo>
                    <a:pt x="3374117" y="938111"/>
                  </a:lnTo>
                  <a:lnTo>
                    <a:pt x="3374813" y="948703"/>
                  </a:lnTo>
                  <a:lnTo>
                    <a:pt x="3375509" y="962384"/>
                  </a:lnTo>
                  <a:lnTo>
                    <a:pt x="3376206" y="976531"/>
                  </a:lnTo>
                  <a:lnTo>
                    <a:pt x="3376902" y="992024"/>
                  </a:lnTo>
                  <a:lnTo>
                    <a:pt x="3377598" y="1010332"/>
                  </a:lnTo>
                  <a:lnTo>
                    <a:pt x="3378294" y="1027255"/>
                  </a:lnTo>
                  <a:lnTo>
                    <a:pt x="3378990" y="1044056"/>
                  </a:lnTo>
                  <a:lnTo>
                    <a:pt x="3379687" y="1063359"/>
                  </a:lnTo>
                  <a:lnTo>
                    <a:pt x="3380383" y="1083915"/>
                  </a:lnTo>
                  <a:lnTo>
                    <a:pt x="3381079" y="1104878"/>
                  </a:lnTo>
                  <a:lnTo>
                    <a:pt x="3381775" y="1127628"/>
                  </a:lnTo>
                  <a:lnTo>
                    <a:pt x="3382471" y="1150932"/>
                  </a:lnTo>
                  <a:lnTo>
                    <a:pt x="3383167" y="1173780"/>
                  </a:lnTo>
                  <a:lnTo>
                    <a:pt x="3383864" y="1196309"/>
                  </a:lnTo>
                  <a:lnTo>
                    <a:pt x="3384560" y="1217222"/>
                  </a:lnTo>
                  <a:lnTo>
                    <a:pt x="3385256" y="1239186"/>
                  </a:lnTo>
                  <a:lnTo>
                    <a:pt x="3385952" y="1259550"/>
                  </a:lnTo>
                  <a:lnTo>
                    <a:pt x="3386648" y="1279348"/>
                  </a:lnTo>
                  <a:lnTo>
                    <a:pt x="3387344" y="1298543"/>
                  </a:lnTo>
                  <a:lnTo>
                    <a:pt x="3388041" y="1317569"/>
                  </a:lnTo>
                  <a:lnTo>
                    <a:pt x="3388614" y="1333315"/>
                  </a:lnTo>
                  <a:lnTo>
                    <a:pt x="3423121" y="1333315"/>
                  </a:lnTo>
                  <a:lnTo>
                    <a:pt x="3423546" y="1331530"/>
                  </a:lnTo>
                  <a:lnTo>
                    <a:pt x="3424242" y="1329280"/>
                  </a:lnTo>
                  <a:lnTo>
                    <a:pt x="3424938" y="1323363"/>
                  </a:lnTo>
                  <a:lnTo>
                    <a:pt x="3425634" y="1317553"/>
                  </a:lnTo>
                  <a:lnTo>
                    <a:pt x="3426330" y="1312607"/>
                  </a:lnTo>
                  <a:lnTo>
                    <a:pt x="3427026" y="1306779"/>
                  </a:lnTo>
                  <a:lnTo>
                    <a:pt x="3427723" y="1299787"/>
                  </a:lnTo>
                  <a:lnTo>
                    <a:pt x="3428419" y="1293384"/>
                  </a:lnTo>
                  <a:lnTo>
                    <a:pt x="3429115" y="1288079"/>
                  </a:lnTo>
                  <a:lnTo>
                    <a:pt x="3429811" y="1283704"/>
                  </a:lnTo>
                  <a:lnTo>
                    <a:pt x="3430507" y="1278416"/>
                  </a:lnTo>
                  <a:lnTo>
                    <a:pt x="3431204" y="1274249"/>
                  </a:lnTo>
                  <a:lnTo>
                    <a:pt x="3431900" y="1272660"/>
                  </a:lnTo>
                  <a:lnTo>
                    <a:pt x="3432596" y="1267425"/>
                  </a:lnTo>
                  <a:lnTo>
                    <a:pt x="3433292" y="1263160"/>
                  </a:lnTo>
                  <a:lnTo>
                    <a:pt x="3433988" y="1258770"/>
                  </a:lnTo>
                  <a:lnTo>
                    <a:pt x="3434684" y="1252867"/>
                  </a:lnTo>
                  <a:lnTo>
                    <a:pt x="3435381" y="1248628"/>
                  </a:lnTo>
                  <a:lnTo>
                    <a:pt x="3436077" y="1246084"/>
                  </a:lnTo>
                  <a:lnTo>
                    <a:pt x="3436773" y="1243403"/>
                  </a:lnTo>
                  <a:lnTo>
                    <a:pt x="3437469" y="1242450"/>
                  </a:lnTo>
                  <a:lnTo>
                    <a:pt x="3438165" y="1243905"/>
                  </a:lnTo>
                  <a:lnTo>
                    <a:pt x="3438861" y="1245936"/>
                  </a:lnTo>
                  <a:lnTo>
                    <a:pt x="3439558" y="1247110"/>
                  </a:lnTo>
                  <a:lnTo>
                    <a:pt x="3440254" y="1249998"/>
                  </a:lnTo>
                  <a:lnTo>
                    <a:pt x="3440950" y="1252030"/>
                  </a:lnTo>
                  <a:lnTo>
                    <a:pt x="3441646" y="1253675"/>
                  </a:lnTo>
                  <a:lnTo>
                    <a:pt x="3442342" y="1252520"/>
                  </a:lnTo>
                  <a:lnTo>
                    <a:pt x="3443038" y="1251071"/>
                  </a:lnTo>
                  <a:lnTo>
                    <a:pt x="3443735" y="1252215"/>
                  </a:lnTo>
                  <a:lnTo>
                    <a:pt x="3444431" y="1253975"/>
                  </a:lnTo>
                  <a:lnTo>
                    <a:pt x="3445127" y="1255735"/>
                  </a:lnTo>
                  <a:lnTo>
                    <a:pt x="3445823" y="1257494"/>
                  </a:lnTo>
                  <a:lnTo>
                    <a:pt x="3446519" y="1258639"/>
                  </a:lnTo>
                  <a:lnTo>
                    <a:pt x="3447216" y="1261256"/>
                  </a:lnTo>
                  <a:lnTo>
                    <a:pt x="3447912" y="1263873"/>
                  </a:lnTo>
                  <a:lnTo>
                    <a:pt x="3448608" y="1266946"/>
                  </a:lnTo>
                  <a:lnTo>
                    <a:pt x="3449304" y="1269162"/>
                  </a:lnTo>
                  <a:lnTo>
                    <a:pt x="3450000" y="1272229"/>
                  </a:lnTo>
                  <a:lnTo>
                    <a:pt x="3450696" y="1275296"/>
                  </a:lnTo>
                  <a:lnTo>
                    <a:pt x="3451393" y="1279221"/>
                  </a:lnTo>
                  <a:lnTo>
                    <a:pt x="3452089" y="1282890"/>
                  </a:lnTo>
                  <a:lnTo>
                    <a:pt x="3452785" y="1285507"/>
                  </a:lnTo>
                  <a:lnTo>
                    <a:pt x="3453481" y="1288124"/>
                  </a:lnTo>
                  <a:lnTo>
                    <a:pt x="3454177" y="1290742"/>
                  </a:lnTo>
                  <a:lnTo>
                    <a:pt x="3454873" y="1292743"/>
                  </a:lnTo>
                  <a:lnTo>
                    <a:pt x="3455570" y="1294746"/>
                  </a:lnTo>
                  <a:lnTo>
                    <a:pt x="3456266" y="1296171"/>
                  </a:lnTo>
                  <a:lnTo>
                    <a:pt x="3456962" y="1297029"/>
                  </a:lnTo>
                  <a:lnTo>
                    <a:pt x="3457658" y="1297029"/>
                  </a:lnTo>
                  <a:lnTo>
                    <a:pt x="3458354" y="1296630"/>
                  </a:lnTo>
                  <a:lnTo>
                    <a:pt x="3459051" y="1299015"/>
                  </a:lnTo>
                  <a:lnTo>
                    <a:pt x="3459747" y="1300218"/>
                  </a:lnTo>
                  <a:lnTo>
                    <a:pt x="3460443" y="1303372"/>
                  </a:lnTo>
                  <a:lnTo>
                    <a:pt x="3461139" y="1307925"/>
                  </a:lnTo>
                  <a:lnTo>
                    <a:pt x="3461835" y="1313244"/>
                  </a:lnTo>
                  <a:lnTo>
                    <a:pt x="3462531" y="1318575"/>
                  </a:lnTo>
                  <a:lnTo>
                    <a:pt x="3463228" y="1324687"/>
                  </a:lnTo>
                  <a:lnTo>
                    <a:pt x="3463924" y="1331404"/>
                  </a:lnTo>
                  <a:lnTo>
                    <a:pt x="3464168" y="1333315"/>
                  </a:lnTo>
                  <a:lnTo>
                    <a:pt x="3484559" y="1333315"/>
                  </a:lnTo>
                  <a:lnTo>
                    <a:pt x="3484809" y="1329097"/>
                  </a:lnTo>
                  <a:lnTo>
                    <a:pt x="3485505" y="1317751"/>
                  </a:lnTo>
                  <a:lnTo>
                    <a:pt x="3486201" y="1307208"/>
                  </a:lnTo>
                  <a:lnTo>
                    <a:pt x="3486898" y="1296665"/>
                  </a:lnTo>
                  <a:lnTo>
                    <a:pt x="3487594" y="1286122"/>
                  </a:lnTo>
                  <a:lnTo>
                    <a:pt x="3488290" y="1274897"/>
                  </a:lnTo>
                  <a:lnTo>
                    <a:pt x="3488986" y="1261875"/>
                  </a:lnTo>
                  <a:lnTo>
                    <a:pt x="3489682" y="1246191"/>
                  </a:lnTo>
                  <a:lnTo>
                    <a:pt x="3490378" y="1231301"/>
                  </a:lnTo>
                  <a:lnTo>
                    <a:pt x="3491075" y="1215515"/>
                  </a:lnTo>
                  <a:lnTo>
                    <a:pt x="3491771" y="1198961"/>
                  </a:lnTo>
                  <a:lnTo>
                    <a:pt x="3492467" y="1184125"/>
                  </a:lnTo>
                  <a:lnTo>
                    <a:pt x="3493163" y="1169602"/>
                  </a:lnTo>
                  <a:lnTo>
                    <a:pt x="3493859" y="1157638"/>
                  </a:lnTo>
                  <a:lnTo>
                    <a:pt x="3494555" y="1147669"/>
                  </a:lnTo>
                  <a:lnTo>
                    <a:pt x="3495252" y="1138222"/>
                  </a:lnTo>
                  <a:lnTo>
                    <a:pt x="3495948" y="1129026"/>
                  </a:lnTo>
                  <a:lnTo>
                    <a:pt x="3496644" y="1119831"/>
                  </a:lnTo>
                  <a:lnTo>
                    <a:pt x="3497340" y="1110059"/>
                  </a:lnTo>
                  <a:lnTo>
                    <a:pt x="3498036" y="1101144"/>
                  </a:lnTo>
                  <a:lnTo>
                    <a:pt x="3498733" y="1091780"/>
                  </a:lnTo>
                  <a:lnTo>
                    <a:pt x="3499429" y="1083378"/>
                  </a:lnTo>
                  <a:lnTo>
                    <a:pt x="3500125" y="1078819"/>
                  </a:lnTo>
                  <a:lnTo>
                    <a:pt x="3500821" y="1074543"/>
                  </a:lnTo>
                  <a:lnTo>
                    <a:pt x="3501517" y="1071976"/>
                  </a:lnTo>
                  <a:lnTo>
                    <a:pt x="3502213" y="1070300"/>
                  </a:lnTo>
                  <a:lnTo>
                    <a:pt x="3502910" y="1066688"/>
                  </a:lnTo>
                  <a:lnTo>
                    <a:pt x="3503606" y="1061439"/>
                  </a:lnTo>
                  <a:lnTo>
                    <a:pt x="3504302" y="1055615"/>
                  </a:lnTo>
                  <a:lnTo>
                    <a:pt x="3504998" y="1050366"/>
                  </a:lnTo>
                  <a:lnTo>
                    <a:pt x="3505694" y="1045686"/>
                  </a:lnTo>
                  <a:lnTo>
                    <a:pt x="3506390" y="1042913"/>
                  </a:lnTo>
                  <a:lnTo>
                    <a:pt x="3507087" y="1041121"/>
                  </a:lnTo>
                  <a:lnTo>
                    <a:pt x="3507783" y="1039330"/>
                  </a:lnTo>
                  <a:lnTo>
                    <a:pt x="3508479" y="1037204"/>
                  </a:lnTo>
                  <a:lnTo>
                    <a:pt x="3509175" y="1035161"/>
                  </a:lnTo>
                  <a:lnTo>
                    <a:pt x="3509871" y="1033178"/>
                  </a:lnTo>
                  <a:lnTo>
                    <a:pt x="3510567" y="1030098"/>
                  </a:lnTo>
                  <a:lnTo>
                    <a:pt x="3511264" y="1029164"/>
                  </a:lnTo>
                  <a:lnTo>
                    <a:pt x="3511960" y="1028230"/>
                  </a:lnTo>
                  <a:lnTo>
                    <a:pt x="3512656" y="1027864"/>
                  </a:lnTo>
                  <a:lnTo>
                    <a:pt x="3513352" y="1028626"/>
                  </a:lnTo>
                  <a:lnTo>
                    <a:pt x="3514048" y="1031476"/>
                  </a:lnTo>
                  <a:lnTo>
                    <a:pt x="3514745" y="1034515"/>
                  </a:lnTo>
                  <a:lnTo>
                    <a:pt x="3515441" y="1037519"/>
                  </a:lnTo>
                  <a:lnTo>
                    <a:pt x="3516137" y="1041342"/>
                  </a:lnTo>
                  <a:lnTo>
                    <a:pt x="3516833" y="1043476"/>
                  </a:lnTo>
                  <a:lnTo>
                    <a:pt x="3517529" y="1047383"/>
                  </a:lnTo>
                  <a:lnTo>
                    <a:pt x="3518225" y="1052884"/>
                  </a:lnTo>
                  <a:lnTo>
                    <a:pt x="3518922" y="1062150"/>
                  </a:lnTo>
                  <a:lnTo>
                    <a:pt x="3519618" y="1074353"/>
                  </a:lnTo>
                  <a:lnTo>
                    <a:pt x="3520314" y="1087790"/>
                  </a:lnTo>
                  <a:lnTo>
                    <a:pt x="3521010" y="1100812"/>
                  </a:lnTo>
                  <a:lnTo>
                    <a:pt x="3521706" y="1113032"/>
                  </a:lnTo>
                  <a:lnTo>
                    <a:pt x="3522402" y="1123575"/>
                  </a:lnTo>
                  <a:lnTo>
                    <a:pt x="3523099" y="1134937"/>
                  </a:lnTo>
                  <a:lnTo>
                    <a:pt x="3523795" y="1146162"/>
                  </a:lnTo>
                  <a:lnTo>
                    <a:pt x="3524491" y="1159184"/>
                  </a:lnTo>
                  <a:lnTo>
                    <a:pt x="3525187" y="1174868"/>
                  </a:lnTo>
                  <a:lnTo>
                    <a:pt x="3525883" y="1189757"/>
                  </a:lnTo>
                  <a:lnTo>
                    <a:pt x="3526580" y="1205544"/>
                  </a:lnTo>
                  <a:lnTo>
                    <a:pt x="3527276" y="1222099"/>
                  </a:lnTo>
                  <a:lnTo>
                    <a:pt x="3527972" y="1235508"/>
                  </a:lnTo>
                  <a:lnTo>
                    <a:pt x="3528668" y="1247787"/>
                  </a:lnTo>
                  <a:lnTo>
                    <a:pt x="3529364" y="1256314"/>
                  </a:lnTo>
                  <a:lnTo>
                    <a:pt x="3530060" y="1262848"/>
                  </a:lnTo>
                  <a:lnTo>
                    <a:pt x="3530757" y="1268402"/>
                  </a:lnTo>
                  <a:lnTo>
                    <a:pt x="3531453" y="1274232"/>
                  </a:lnTo>
                  <a:lnTo>
                    <a:pt x="3532149" y="1280063"/>
                  </a:lnTo>
                  <a:lnTo>
                    <a:pt x="3532845" y="1286470"/>
                  </a:lnTo>
                  <a:lnTo>
                    <a:pt x="3533541" y="1292317"/>
                  </a:lnTo>
                  <a:lnTo>
                    <a:pt x="3534237" y="1298614"/>
                  </a:lnTo>
                  <a:lnTo>
                    <a:pt x="3534934" y="1303343"/>
                  </a:lnTo>
                  <a:lnTo>
                    <a:pt x="3535630" y="1305215"/>
                  </a:lnTo>
                  <a:lnTo>
                    <a:pt x="3536326" y="1306804"/>
                  </a:lnTo>
                  <a:lnTo>
                    <a:pt x="3537022" y="1306684"/>
                  </a:lnTo>
                  <a:lnTo>
                    <a:pt x="3537718" y="1305176"/>
                  </a:lnTo>
                  <a:lnTo>
                    <a:pt x="3538414" y="1305605"/>
                  </a:lnTo>
                  <a:lnTo>
                    <a:pt x="3539111" y="1308488"/>
                  </a:lnTo>
                  <a:lnTo>
                    <a:pt x="3539807" y="1312263"/>
                  </a:lnTo>
                  <a:lnTo>
                    <a:pt x="3540503" y="1315463"/>
                  </a:lnTo>
                  <a:lnTo>
                    <a:pt x="3541199" y="1318275"/>
                  </a:lnTo>
                  <a:lnTo>
                    <a:pt x="3541895" y="1320229"/>
                  </a:lnTo>
                  <a:lnTo>
                    <a:pt x="3542592" y="1322184"/>
                  </a:lnTo>
                  <a:lnTo>
                    <a:pt x="3543288" y="1324139"/>
                  </a:lnTo>
                  <a:lnTo>
                    <a:pt x="3543984" y="1326428"/>
                  </a:lnTo>
                  <a:lnTo>
                    <a:pt x="3544680" y="1326509"/>
                  </a:lnTo>
                  <a:lnTo>
                    <a:pt x="3545376" y="1326119"/>
                  </a:lnTo>
                  <a:lnTo>
                    <a:pt x="3546072" y="1324579"/>
                  </a:lnTo>
                  <a:lnTo>
                    <a:pt x="3546769" y="1322158"/>
                  </a:lnTo>
                  <a:lnTo>
                    <a:pt x="3547465" y="1319737"/>
                  </a:lnTo>
                  <a:lnTo>
                    <a:pt x="3548161" y="1317316"/>
                  </a:lnTo>
                  <a:lnTo>
                    <a:pt x="3548857" y="1313198"/>
                  </a:lnTo>
                  <a:lnTo>
                    <a:pt x="3549553" y="1306135"/>
                  </a:lnTo>
                  <a:lnTo>
                    <a:pt x="3550249" y="1298891"/>
                  </a:lnTo>
                  <a:lnTo>
                    <a:pt x="3550946" y="1292466"/>
                  </a:lnTo>
                  <a:lnTo>
                    <a:pt x="3551642" y="1285725"/>
                  </a:lnTo>
                  <a:lnTo>
                    <a:pt x="3552338" y="1278984"/>
                  </a:lnTo>
                  <a:lnTo>
                    <a:pt x="3553034" y="1272244"/>
                  </a:lnTo>
                  <a:lnTo>
                    <a:pt x="3553730" y="1265503"/>
                  </a:lnTo>
                  <a:lnTo>
                    <a:pt x="3554427" y="1257502"/>
                  </a:lnTo>
                  <a:lnTo>
                    <a:pt x="3555123" y="1250232"/>
                  </a:lnTo>
                  <a:lnTo>
                    <a:pt x="3555819" y="1242856"/>
                  </a:lnTo>
                  <a:lnTo>
                    <a:pt x="3556515" y="1236724"/>
                  </a:lnTo>
                  <a:lnTo>
                    <a:pt x="3557211" y="1231693"/>
                  </a:lnTo>
                  <a:lnTo>
                    <a:pt x="3557907" y="1227768"/>
                  </a:lnTo>
                  <a:lnTo>
                    <a:pt x="3558604" y="1223025"/>
                  </a:lnTo>
                  <a:lnTo>
                    <a:pt x="3559300" y="1219100"/>
                  </a:lnTo>
                  <a:lnTo>
                    <a:pt x="3559996" y="1215176"/>
                  </a:lnTo>
                  <a:lnTo>
                    <a:pt x="3560692" y="1211507"/>
                  </a:lnTo>
                  <a:lnTo>
                    <a:pt x="3561388" y="1208142"/>
                  </a:lnTo>
                  <a:lnTo>
                    <a:pt x="3562084" y="1204777"/>
                  </a:lnTo>
                  <a:lnTo>
                    <a:pt x="3562781" y="1201411"/>
                  </a:lnTo>
                  <a:lnTo>
                    <a:pt x="3563477" y="1199472"/>
                  </a:lnTo>
                  <a:lnTo>
                    <a:pt x="3564173" y="1197533"/>
                  </a:lnTo>
                  <a:lnTo>
                    <a:pt x="3564869" y="1196785"/>
                  </a:lnTo>
                  <a:lnTo>
                    <a:pt x="3565565" y="1196036"/>
                  </a:lnTo>
                  <a:lnTo>
                    <a:pt x="3566261" y="1195185"/>
                  </a:lnTo>
                  <a:lnTo>
                    <a:pt x="3566958" y="1194625"/>
                  </a:lnTo>
                  <a:lnTo>
                    <a:pt x="3567654" y="1194066"/>
                  </a:lnTo>
                  <a:lnTo>
                    <a:pt x="3568350" y="1193219"/>
                  </a:lnTo>
                  <a:lnTo>
                    <a:pt x="3569046" y="1193219"/>
                  </a:lnTo>
                  <a:lnTo>
                    <a:pt x="3569742" y="1193219"/>
                  </a:lnTo>
                  <a:lnTo>
                    <a:pt x="3570439" y="1193475"/>
                  </a:lnTo>
                  <a:lnTo>
                    <a:pt x="3571135" y="1193762"/>
                  </a:lnTo>
                  <a:lnTo>
                    <a:pt x="3571831" y="1194050"/>
                  </a:lnTo>
                  <a:lnTo>
                    <a:pt x="3572527" y="1193475"/>
                  </a:lnTo>
                  <a:lnTo>
                    <a:pt x="3573223" y="1191916"/>
                  </a:lnTo>
                  <a:lnTo>
                    <a:pt x="3573919" y="1190356"/>
                  </a:lnTo>
                  <a:lnTo>
                    <a:pt x="3574616" y="1188796"/>
                  </a:lnTo>
                  <a:lnTo>
                    <a:pt x="3575312" y="1186921"/>
                  </a:lnTo>
                  <a:lnTo>
                    <a:pt x="3576008" y="1185045"/>
                  </a:lnTo>
                  <a:lnTo>
                    <a:pt x="3576704" y="1182560"/>
                  </a:lnTo>
                  <a:lnTo>
                    <a:pt x="3577400" y="1178471"/>
                  </a:lnTo>
                  <a:lnTo>
                    <a:pt x="3578096" y="1174383"/>
                  </a:lnTo>
                  <a:lnTo>
                    <a:pt x="3578793" y="1168930"/>
                  </a:lnTo>
                  <a:lnTo>
                    <a:pt x="3579489" y="1163050"/>
                  </a:lnTo>
                  <a:lnTo>
                    <a:pt x="3580185" y="1159552"/>
                  </a:lnTo>
                  <a:lnTo>
                    <a:pt x="3580881" y="1156577"/>
                  </a:lnTo>
                  <a:lnTo>
                    <a:pt x="3581577" y="1154751"/>
                  </a:lnTo>
                  <a:lnTo>
                    <a:pt x="3582274" y="1153807"/>
                  </a:lnTo>
                  <a:lnTo>
                    <a:pt x="3582970" y="1151960"/>
                  </a:lnTo>
                  <a:lnTo>
                    <a:pt x="3583666" y="1151016"/>
                  </a:lnTo>
                  <a:lnTo>
                    <a:pt x="3584362" y="1150071"/>
                  </a:lnTo>
                  <a:lnTo>
                    <a:pt x="3585058" y="1149127"/>
                  </a:lnTo>
                  <a:lnTo>
                    <a:pt x="3585754" y="1148364"/>
                  </a:lnTo>
                  <a:lnTo>
                    <a:pt x="3586451" y="1148349"/>
                  </a:lnTo>
                  <a:lnTo>
                    <a:pt x="3587147" y="1148992"/>
                  </a:lnTo>
                  <a:lnTo>
                    <a:pt x="3587843" y="1151085"/>
                  </a:lnTo>
                  <a:lnTo>
                    <a:pt x="3588539" y="1153178"/>
                  </a:lnTo>
                  <a:lnTo>
                    <a:pt x="3589235" y="1157086"/>
                  </a:lnTo>
                  <a:lnTo>
                    <a:pt x="3589931" y="1161209"/>
                  </a:lnTo>
                  <a:lnTo>
                    <a:pt x="3590628" y="1163062"/>
                  </a:lnTo>
                  <a:lnTo>
                    <a:pt x="3591324" y="1163606"/>
                  </a:lnTo>
                  <a:lnTo>
                    <a:pt x="3592020" y="1162905"/>
                  </a:lnTo>
                  <a:lnTo>
                    <a:pt x="3592716" y="1160848"/>
                  </a:lnTo>
                  <a:lnTo>
                    <a:pt x="3593412" y="1160596"/>
                  </a:lnTo>
                  <a:lnTo>
                    <a:pt x="3594109" y="1160596"/>
                  </a:lnTo>
                  <a:lnTo>
                    <a:pt x="3594805" y="1160853"/>
                  </a:lnTo>
                  <a:lnTo>
                    <a:pt x="3595501" y="1161109"/>
                  </a:lnTo>
                  <a:lnTo>
                    <a:pt x="3596197" y="1161109"/>
                  </a:lnTo>
                  <a:lnTo>
                    <a:pt x="3596893" y="1160261"/>
                  </a:lnTo>
                  <a:lnTo>
                    <a:pt x="3597589" y="1159414"/>
                  </a:lnTo>
                  <a:lnTo>
                    <a:pt x="3598286" y="1158385"/>
                  </a:lnTo>
                  <a:lnTo>
                    <a:pt x="3598982" y="1157357"/>
                  </a:lnTo>
                  <a:lnTo>
                    <a:pt x="3599678" y="1156328"/>
                  </a:lnTo>
                  <a:lnTo>
                    <a:pt x="3600374" y="1155299"/>
                  </a:lnTo>
                  <a:lnTo>
                    <a:pt x="3601070" y="1154271"/>
                  </a:lnTo>
                  <a:lnTo>
                    <a:pt x="3601766" y="1153802"/>
                  </a:lnTo>
                  <a:lnTo>
                    <a:pt x="3602463" y="1153332"/>
                  </a:lnTo>
                  <a:lnTo>
                    <a:pt x="3603159" y="1152863"/>
                  </a:lnTo>
                  <a:lnTo>
                    <a:pt x="3603855" y="1152682"/>
                  </a:lnTo>
                  <a:lnTo>
                    <a:pt x="3604551" y="1152212"/>
                  </a:lnTo>
                  <a:lnTo>
                    <a:pt x="3605247" y="1151427"/>
                  </a:lnTo>
                  <a:lnTo>
                    <a:pt x="3605943" y="1150703"/>
                  </a:lnTo>
                  <a:lnTo>
                    <a:pt x="3606640" y="1150233"/>
                  </a:lnTo>
                  <a:lnTo>
                    <a:pt x="3607336" y="1149764"/>
                  </a:lnTo>
                  <a:lnTo>
                    <a:pt x="3608032" y="1150157"/>
                  </a:lnTo>
                  <a:lnTo>
                    <a:pt x="3608728" y="1152033"/>
                  </a:lnTo>
                  <a:lnTo>
                    <a:pt x="3609424" y="1153908"/>
                  </a:lnTo>
                  <a:lnTo>
                    <a:pt x="3610121" y="1155784"/>
                  </a:lnTo>
                  <a:lnTo>
                    <a:pt x="3610817" y="1157659"/>
                  </a:lnTo>
                  <a:lnTo>
                    <a:pt x="3611513" y="1159535"/>
                  </a:lnTo>
                  <a:lnTo>
                    <a:pt x="3612209" y="1161839"/>
                  </a:lnTo>
                  <a:lnTo>
                    <a:pt x="3612905" y="1165745"/>
                  </a:lnTo>
                  <a:lnTo>
                    <a:pt x="3613601" y="1169652"/>
                  </a:lnTo>
                  <a:lnTo>
                    <a:pt x="3614298" y="1174924"/>
                  </a:lnTo>
                  <a:lnTo>
                    <a:pt x="3614994" y="1180622"/>
                  </a:lnTo>
                  <a:lnTo>
                    <a:pt x="3615690" y="1186064"/>
                  </a:lnTo>
                  <a:lnTo>
                    <a:pt x="3616386" y="1190887"/>
                  </a:lnTo>
                  <a:lnTo>
                    <a:pt x="3617082" y="1195710"/>
                  </a:lnTo>
                  <a:lnTo>
                    <a:pt x="3617778" y="1200533"/>
                  </a:lnTo>
                  <a:lnTo>
                    <a:pt x="3618475" y="1206574"/>
                  </a:lnTo>
                  <a:lnTo>
                    <a:pt x="3619171" y="1211712"/>
                  </a:lnTo>
                  <a:lnTo>
                    <a:pt x="3619867" y="1216851"/>
                  </a:lnTo>
                  <a:lnTo>
                    <a:pt x="3620563" y="1221990"/>
                  </a:lnTo>
                  <a:lnTo>
                    <a:pt x="3621259" y="1227128"/>
                  </a:lnTo>
                  <a:lnTo>
                    <a:pt x="3621956" y="1231519"/>
                  </a:lnTo>
                  <a:lnTo>
                    <a:pt x="3622652" y="1235567"/>
                  </a:lnTo>
                  <a:lnTo>
                    <a:pt x="3623348" y="1238348"/>
                  </a:lnTo>
                  <a:lnTo>
                    <a:pt x="3624044" y="1239678"/>
                  </a:lnTo>
                  <a:lnTo>
                    <a:pt x="3624740" y="1238299"/>
                  </a:lnTo>
                  <a:lnTo>
                    <a:pt x="3625436" y="1236991"/>
                  </a:lnTo>
                  <a:lnTo>
                    <a:pt x="3626133" y="1236395"/>
                  </a:lnTo>
                  <a:lnTo>
                    <a:pt x="3626829" y="1236395"/>
                  </a:lnTo>
                  <a:lnTo>
                    <a:pt x="3627525" y="1236395"/>
                  </a:lnTo>
                  <a:lnTo>
                    <a:pt x="3628221" y="1236651"/>
                  </a:lnTo>
                  <a:lnTo>
                    <a:pt x="3628917" y="1233509"/>
                  </a:lnTo>
                  <a:lnTo>
                    <a:pt x="3629613" y="1229133"/>
                  </a:lnTo>
                  <a:lnTo>
                    <a:pt x="3630310" y="1224501"/>
                  </a:lnTo>
                  <a:lnTo>
                    <a:pt x="3631006" y="1219870"/>
                  </a:lnTo>
                  <a:lnTo>
                    <a:pt x="3631702" y="1215238"/>
                  </a:lnTo>
                  <a:lnTo>
                    <a:pt x="3632398" y="1211149"/>
                  </a:lnTo>
                  <a:lnTo>
                    <a:pt x="3633094" y="1207061"/>
                  </a:lnTo>
                  <a:lnTo>
                    <a:pt x="3633790" y="1202867"/>
                  </a:lnTo>
                  <a:lnTo>
                    <a:pt x="3634487" y="1197931"/>
                  </a:lnTo>
                  <a:lnTo>
                    <a:pt x="3635183" y="1193641"/>
                  </a:lnTo>
                  <a:lnTo>
                    <a:pt x="3635879" y="1187656"/>
                  </a:lnTo>
                  <a:lnTo>
                    <a:pt x="3636575" y="1181404"/>
                  </a:lnTo>
                  <a:lnTo>
                    <a:pt x="3637271" y="1172979"/>
                  </a:lnTo>
                  <a:lnTo>
                    <a:pt x="3637968" y="1163874"/>
                  </a:lnTo>
                  <a:lnTo>
                    <a:pt x="3638664" y="1154056"/>
                  </a:lnTo>
                  <a:lnTo>
                    <a:pt x="3639360" y="1144885"/>
                  </a:lnTo>
                  <a:lnTo>
                    <a:pt x="3640056" y="1136391"/>
                  </a:lnTo>
                  <a:lnTo>
                    <a:pt x="3640752" y="1128212"/>
                  </a:lnTo>
                  <a:lnTo>
                    <a:pt x="3641448" y="1119680"/>
                  </a:lnTo>
                  <a:lnTo>
                    <a:pt x="3642145" y="1110165"/>
                  </a:lnTo>
                  <a:lnTo>
                    <a:pt x="3642841" y="1100651"/>
                  </a:lnTo>
                  <a:lnTo>
                    <a:pt x="3643537" y="1091137"/>
                  </a:lnTo>
                  <a:lnTo>
                    <a:pt x="3644233" y="1081622"/>
                  </a:lnTo>
                  <a:lnTo>
                    <a:pt x="3644929" y="1073431"/>
                  </a:lnTo>
                  <a:lnTo>
                    <a:pt x="3645625" y="1065310"/>
                  </a:lnTo>
                  <a:lnTo>
                    <a:pt x="3646322" y="1058861"/>
                  </a:lnTo>
                  <a:lnTo>
                    <a:pt x="3647018" y="1052488"/>
                  </a:lnTo>
                  <a:lnTo>
                    <a:pt x="3647714" y="1048487"/>
                  </a:lnTo>
                  <a:lnTo>
                    <a:pt x="3648410" y="1045461"/>
                  </a:lnTo>
                  <a:lnTo>
                    <a:pt x="3649106" y="1043585"/>
                  </a:lnTo>
                  <a:lnTo>
                    <a:pt x="3649803" y="1041966"/>
                  </a:lnTo>
                  <a:lnTo>
                    <a:pt x="3650499" y="1040346"/>
                  </a:lnTo>
                  <a:lnTo>
                    <a:pt x="3651195" y="1038727"/>
                  </a:lnTo>
                  <a:lnTo>
                    <a:pt x="3651891" y="1037720"/>
                  </a:lnTo>
                  <a:lnTo>
                    <a:pt x="3652587" y="1038506"/>
                  </a:lnTo>
                  <a:lnTo>
                    <a:pt x="3653283" y="1039291"/>
                  </a:lnTo>
                  <a:lnTo>
                    <a:pt x="3653980" y="1040016"/>
                  </a:lnTo>
                  <a:lnTo>
                    <a:pt x="3654676" y="1041044"/>
                  </a:lnTo>
                  <a:lnTo>
                    <a:pt x="3655372" y="1042366"/>
                  </a:lnTo>
                  <a:lnTo>
                    <a:pt x="3656068" y="1043644"/>
                  </a:lnTo>
                  <a:lnTo>
                    <a:pt x="3656764" y="1042328"/>
                  </a:lnTo>
                  <a:lnTo>
                    <a:pt x="3657460" y="1041304"/>
                  </a:lnTo>
                  <a:lnTo>
                    <a:pt x="3658157" y="1040280"/>
                  </a:lnTo>
                  <a:lnTo>
                    <a:pt x="3658853" y="1038180"/>
                  </a:lnTo>
                  <a:lnTo>
                    <a:pt x="3659549" y="1036850"/>
                  </a:lnTo>
                  <a:lnTo>
                    <a:pt x="3660245" y="1037029"/>
                  </a:lnTo>
                  <a:lnTo>
                    <a:pt x="3660941" y="1037497"/>
                  </a:lnTo>
                  <a:lnTo>
                    <a:pt x="3661638" y="1038277"/>
                  </a:lnTo>
                  <a:lnTo>
                    <a:pt x="3662334" y="1039915"/>
                  </a:lnTo>
                  <a:lnTo>
                    <a:pt x="3663030" y="1041084"/>
                  </a:lnTo>
                  <a:lnTo>
                    <a:pt x="3663726" y="1041749"/>
                  </a:lnTo>
                  <a:lnTo>
                    <a:pt x="3664422" y="1042901"/>
                  </a:lnTo>
                  <a:lnTo>
                    <a:pt x="3665118" y="1045034"/>
                  </a:lnTo>
                  <a:lnTo>
                    <a:pt x="3665815" y="1047167"/>
                  </a:lnTo>
                  <a:lnTo>
                    <a:pt x="3666511" y="1048639"/>
                  </a:lnTo>
                  <a:lnTo>
                    <a:pt x="3667207" y="1050772"/>
                  </a:lnTo>
                  <a:lnTo>
                    <a:pt x="3667903" y="1052906"/>
                  </a:lnTo>
                  <a:lnTo>
                    <a:pt x="3668599" y="1055039"/>
                  </a:lnTo>
                  <a:lnTo>
                    <a:pt x="3669295" y="1058600"/>
                  </a:lnTo>
                  <a:lnTo>
                    <a:pt x="3669992" y="1062105"/>
                  </a:lnTo>
                  <a:lnTo>
                    <a:pt x="3670688" y="1064620"/>
                  </a:lnTo>
                  <a:lnTo>
                    <a:pt x="3671384" y="1066758"/>
                  </a:lnTo>
                  <a:lnTo>
                    <a:pt x="3672080" y="1067326"/>
                  </a:lnTo>
                  <a:lnTo>
                    <a:pt x="3672776" y="1068051"/>
                  </a:lnTo>
                  <a:lnTo>
                    <a:pt x="3673472" y="1069324"/>
                  </a:lnTo>
                  <a:lnTo>
                    <a:pt x="3674169" y="1072314"/>
                  </a:lnTo>
                  <a:lnTo>
                    <a:pt x="3674865" y="1074657"/>
                  </a:lnTo>
                  <a:lnTo>
                    <a:pt x="3675561" y="1076324"/>
                  </a:lnTo>
                  <a:lnTo>
                    <a:pt x="3676257" y="1077991"/>
                  </a:lnTo>
                  <a:lnTo>
                    <a:pt x="3676953" y="1081125"/>
                  </a:lnTo>
                  <a:lnTo>
                    <a:pt x="3677650" y="1085838"/>
                  </a:lnTo>
                  <a:lnTo>
                    <a:pt x="3678346" y="1089975"/>
                  </a:lnTo>
                  <a:lnTo>
                    <a:pt x="3679042" y="1094111"/>
                  </a:lnTo>
                  <a:lnTo>
                    <a:pt x="3679738" y="1098248"/>
                  </a:lnTo>
                  <a:lnTo>
                    <a:pt x="3680434" y="1101714"/>
                  </a:lnTo>
                  <a:lnTo>
                    <a:pt x="3681130" y="1104990"/>
                  </a:lnTo>
                  <a:lnTo>
                    <a:pt x="3681827" y="1107916"/>
                  </a:lnTo>
                  <a:lnTo>
                    <a:pt x="3682523" y="1113264"/>
                  </a:lnTo>
                  <a:lnTo>
                    <a:pt x="3683219" y="1117724"/>
                  </a:lnTo>
                  <a:lnTo>
                    <a:pt x="3683915" y="1121779"/>
                  </a:lnTo>
                  <a:lnTo>
                    <a:pt x="3684611" y="1124380"/>
                  </a:lnTo>
                  <a:lnTo>
                    <a:pt x="3685307" y="1126724"/>
                  </a:lnTo>
                  <a:lnTo>
                    <a:pt x="3686004" y="1129069"/>
                  </a:lnTo>
                  <a:lnTo>
                    <a:pt x="3686700" y="1131414"/>
                  </a:lnTo>
                  <a:lnTo>
                    <a:pt x="3687396" y="1133206"/>
                  </a:lnTo>
                  <a:lnTo>
                    <a:pt x="3688092" y="1133206"/>
                  </a:lnTo>
                  <a:lnTo>
                    <a:pt x="3688788" y="1133206"/>
                  </a:lnTo>
                  <a:lnTo>
                    <a:pt x="3689485" y="1132950"/>
                  </a:lnTo>
                  <a:lnTo>
                    <a:pt x="3690181" y="1132390"/>
                  </a:lnTo>
                  <a:lnTo>
                    <a:pt x="3690877" y="1131539"/>
                  </a:lnTo>
                  <a:lnTo>
                    <a:pt x="3691573" y="1130730"/>
                  </a:lnTo>
                  <a:lnTo>
                    <a:pt x="3692269" y="1132515"/>
                  </a:lnTo>
                  <a:lnTo>
                    <a:pt x="3692965" y="1134008"/>
                  </a:lnTo>
                  <a:lnTo>
                    <a:pt x="3693662" y="1135501"/>
                  </a:lnTo>
                  <a:lnTo>
                    <a:pt x="3694358" y="1137888"/>
                  </a:lnTo>
                  <a:lnTo>
                    <a:pt x="3695054" y="1140956"/>
                  </a:lnTo>
                  <a:lnTo>
                    <a:pt x="3695750" y="1143410"/>
                  </a:lnTo>
                  <a:lnTo>
                    <a:pt x="3696446" y="1145286"/>
                  </a:lnTo>
                  <a:lnTo>
                    <a:pt x="3697142" y="1146595"/>
                  </a:lnTo>
                  <a:lnTo>
                    <a:pt x="3697839" y="1147046"/>
                  </a:lnTo>
                  <a:lnTo>
                    <a:pt x="3698535" y="1146516"/>
                  </a:lnTo>
                  <a:lnTo>
                    <a:pt x="3699231" y="1145850"/>
                  </a:lnTo>
                  <a:lnTo>
                    <a:pt x="3699927" y="1146004"/>
                  </a:lnTo>
                  <a:lnTo>
                    <a:pt x="3700623" y="1146158"/>
                  </a:lnTo>
                  <a:lnTo>
                    <a:pt x="3701319" y="1146312"/>
                  </a:lnTo>
                  <a:lnTo>
                    <a:pt x="3702016" y="1147127"/>
                  </a:lnTo>
                  <a:lnTo>
                    <a:pt x="3702712" y="1147065"/>
                  </a:lnTo>
                  <a:lnTo>
                    <a:pt x="3703408" y="1143652"/>
                  </a:lnTo>
                  <a:lnTo>
                    <a:pt x="3704104" y="1140287"/>
                  </a:lnTo>
                  <a:lnTo>
                    <a:pt x="3704800" y="1135782"/>
                  </a:lnTo>
                  <a:lnTo>
                    <a:pt x="3705497" y="1132075"/>
                  </a:lnTo>
                  <a:lnTo>
                    <a:pt x="3706193" y="1128709"/>
                  </a:lnTo>
                  <a:lnTo>
                    <a:pt x="3706889" y="1127418"/>
                  </a:lnTo>
                  <a:lnTo>
                    <a:pt x="3707585" y="1127659"/>
                  </a:lnTo>
                  <a:lnTo>
                    <a:pt x="3708281" y="1129918"/>
                  </a:lnTo>
                  <a:lnTo>
                    <a:pt x="3708977" y="1131972"/>
                  </a:lnTo>
                  <a:lnTo>
                    <a:pt x="3709674" y="1131499"/>
                  </a:lnTo>
                  <a:lnTo>
                    <a:pt x="3710370" y="1131026"/>
                  </a:lnTo>
                  <a:lnTo>
                    <a:pt x="3711066" y="1130553"/>
                  </a:lnTo>
                  <a:lnTo>
                    <a:pt x="3711762" y="1130080"/>
                  </a:lnTo>
                  <a:lnTo>
                    <a:pt x="3712458" y="1128177"/>
                  </a:lnTo>
                  <a:lnTo>
                    <a:pt x="3713154" y="1125831"/>
                  </a:lnTo>
                  <a:lnTo>
                    <a:pt x="3713851" y="1127020"/>
                  </a:lnTo>
                  <a:lnTo>
                    <a:pt x="3714547" y="1128203"/>
                  </a:lnTo>
                  <a:lnTo>
                    <a:pt x="3715243" y="1129387"/>
                  </a:lnTo>
                  <a:lnTo>
                    <a:pt x="3715939" y="1129917"/>
                  </a:lnTo>
                  <a:lnTo>
                    <a:pt x="3716635" y="1130388"/>
                  </a:lnTo>
                  <a:lnTo>
                    <a:pt x="3717332" y="1129535"/>
                  </a:lnTo>
                  <a:lnTo>
                    <a:pt x="3718028" y="1126183"/>
                  </a:lnTo>
                  <a:lnTo>
                    <a:pt x="3718724" y="1121348"/>
                  </a:lnTo>
                  <a:lnTo>
                    <a:pt x="3719420" y="1117728"/>
                  </a:lnTo>
                  <a:lnTo>
                    <a:pt x="3720116" y="1117184"/>
                  </a:lnTo>
                  <a:lnTo>
                    <a:pt x="3720812" y="1116640"/>
                  </a:lnTo>
                  <a:lnTo>
                    <a:pt x="3721509" y="1115915"/>
                  </a:lnTo>
                  <a:lnTo>
                    <a:pt x="3722205" y="1115190"/>
                  </a:lnTo>
                  <a:lnTo>
                    <a:pt x="3722901" y="1114721"/>
                  </a:lnTo>
                  <a:lnTo>
                    <a:pt x="3723597" y="1114252"/>
                  </a:lnTo>
                  <a:lnTo>
                    <a:pt x="3724293" y="1113783"/>
                  </a:lnTo>
                  <a:lnTo>
                    <a:pt x="3724989" y="1113313"/>
                  </a:lnTo>
                  <a:lnTo>
                    <a:pt x="3725686" y="1112844"/>
                  </a:lnTo>
                  <a:lnTo>
                    <a:pt x="3726382" y="1112375"/>
                  </a:lnTo>
                  <a:lnTo>
                    <a:pt x="3727078" y="1112087"/>
                  </a:lnTo>
                  <a:lnTo>
                    <a:pt x="3727774" y="1111799"/>
                  </a:lnTo>
                  <a:lnTo>
                    <a:pt x="3728470" y="1111799"/>
                  </a:lnTo>
                  <a:lnTo>
                    <a:pt x="3729167" y="1111799"/>
                  </a:lnTo>
                  <a:lnTo>
                    <a:pt x="3729863" y="1111799"/>
                  </a:lnTo>
                  <a:lnTo>
                    <a:pt x="3730559" y="1111799"/>
                  </a:lnTo>
                  <a:lnTo>
                    <a:pt x="3731255" y="1112055"/>
                  </a:lnTo>
                  <a:lnTo>
                    <a:pt x="3731951" y="1112311"/>
                  </a:lnTo>
                  <a:lnTo>
                    <a:pt x="3732647" y="1112567"/>
                  </a:lnTo>
                  <a:lnTo>
                    <a:pt x="3733344" y="1112823"/>
                  </a:lnTo>
                  <a:lnTo>
                    <a:pt x="3734040" y="1114529"/>
                  </a:lnTo>
                  <a:lnTo>
                    <a:pt x="3734736" y="1116874"/>
                  </a:lnTo>
                  <a:lnTo>
                    <a:pt x="3735432" y="1119522"/>
                  </a:lnTo>
                  <a:lnTo>
                    <a:pt x="3736128" y="1122170"/>
                  </a:lnTo>
                  <a:lnTo>
                    <a:pt x="3736824" y="1124819"/>
                  </a:lnTo>
                  <a:lnTo>
                    <a:pt x="3737521" y="1127163"/>
                  </a:lnTo>
                  <a:lnTo>
                    <a:pt x="3738217" y="1129724"/>
                  </a:lnTo>
                  <a:lnTo>
                    <a:pt x="3738913" y="1135380"/>
                  </a:lnTo>
                  <a:lnTo>
                    <a:pt x="3739609" y="1140988"/>
                  </a:lnTo>
                  <a:lnTo>
                    <a:pt x="3740305" y="1146308"/>
                  </a:lnTo>
                  <a:lnTo>
                    <a:pt x="3741001" y="1151628"/>
                  </a:lnTo>
                  <a:lnTo>
                    <a:pt x="3741698" y="1156767"/>
                  </a:lnTo>
                  <a:lnTo>
                    <a:pt x="3742394" y="1161906"/>
                  </a:lnTo>
                  <a:lnTo>
                    <a:pt x="3743090" y="1167348"/>
                  </a:lnTo>
                  <a:lnTo>
                    <a:pt x="3743786" y="1172790"/>
                  </a:lnTo>
                  <a:lnTo>
                    <a:pt x="3744482" y="1178567"/>
                  </a:lnTo>
                  <a:lnTo>
                    <a:pt x="3745179" y="1185867"/>
                  </a:lnTo>
                  <a:lnTo>
                    <a:pt x="3745875" y="1192852"/>
                  </a:lnTo>
                  <a:lnTo>
                    <a:pt x="3746571" y="1199837"/>
                  </a:lnTo>
                  <a:lnTo>
                    <a:pt x="3747267" y="1206822"/>
                  </a:lnTo>
                  <a:lnTo>
                    <a:pt x="3747963" y="1213807"/>
                  </a:lnTo>
                  <a:lnTo>
                    <a:pt x="3748659" y="1220639"/>
                  </a:lnTo>
                  <a:lnTo>
                    <a:pt x="3749356" y="1224512"/>
                  </a:lnTo>
                  <a:lnTo>
                    <a:pt x="3750052" y="1228391"/>
                  </a:lnTo>
                  <a:lnTo>
                    <a:pt x="3750748" y="1232269"/>
                  </a:lnTo>
                  <a:lnTo>
                    <a:pt x="3751444" y="1236148"/>
                  </a:lnTo>
                  <a:lnTo>
                    <a:pt x="3752140" y="1240208"/>
                  </a:lnTo>
                  <a:lnTo>
                    <a:pt x="3752836" y="1244268"/>
                  </a:lnTo>
                  <a:lnTo>
                    <a:pt x="3753533" y="1248328"/>
                  </a:lnTo>
                  <a:lnTo>
                    <a:pt x="3754229" y="1252388"/>
                  </a:lnTo>
                  <a:lnTo>
                    <a:pt x="3754925" y="1254664"/>
                  </a:lnTo>
                  <a:lnTo>
                    <a:pt x="3755621" y="1254166"/>
                  </a:lnTo>
                  <a:lnTo>
                    <a:pt x="3756317" y="1253669"/>
                  </a:lnTo>
                  <a:lnTo>
                    <a:pt x="3757014" y="1253353"/>
                  </a:lnTo>
                  <a:lnTo>
                    <a:pt x="3757710" y="1253037"/>
                  </a:lnTo>
                  <a:lnTo>
                    <a:pt x="3758406" y="1252722"/>
                  </a:lnTo>
                  <a:lnTo>
                    <a:pt x="3759102" y="1252406"/>
                  </a:lnTo>
                  <a:lnTo>
                    <a:pt x="3759798" y="1252090"/>
                  </a:lnTo>
                  <a:lnTo>
                    <a:pt x="3760494" y="1251774"/>
                  </a:lnTo>
                  <a:lnTo>
                    <a:pt x="3761191" y="1251458"/>
                  </a:lnTo>
                  <a:lnTo>
                    <a:pt x="3761887" y="1251142"/>
                  </a:lnTo>
                  <a:lnTo>
                    <a:pt x="3762583" y="1250645"/>
                  </a:lnTo>
                  <a:lnTo>
                    <a:pt x="3763279" y="1250147"/>
                  </a:lnTo>
                  <a:lnTo>
                    <a:pt x="3763975" y="1249362"/>
                  </a:lnTo>
                  <a:lnTo>
                    <a:pt x="3764671" y="1248577"/>
                  </a:lnTo>
                  <a:lnTo>
                    <a:pt x="3765368" y="1247792"/>
                  </a:lnTo>
                  <a:lnTo>
                    <a:pt x="3766064" y="1247007"/>
                  </a:lnTo>
                  <a:lnTo>
                    <a:pt x="3766760" y="1245966"/>
                  </a:lnTo>
                  <a:lnTo>
                    <a:pt x="3767456" y="1244925"/>
                  </a:lnTo>
                  <a:lnTo>
                    <a:pt x="3768152" y="1243884"/>
                  </a:lnTo>
                  <a:lnTo>
                    <a:pt x="3768848" y="1242843"/>
                  </a:lnTo>
                  <a:lnTo>
                    <a:pt x="3769545" y="1241802"/>
                  </a:lnTo>
                  <a:lnTo>
                    <a:pt x="3770241" y="1240761"/>
                  </a:lnTo>
                  <a:lnTo>
                    <a:pt x="3770937" y="1239416"/>
                  </a:lnTo>
                  <a:lnTo>
                    <a:pt x="3771633" y="1238072"/>
                  </a:lnTo>
                  <a:lnTo>
                    <a:pt x="3772329" y="1236727"/>
                  </a:lnTo>
                  <a:lnTo>
                    <a:pt x="3773026" y="1235686"/>
                  </a:lnTo>
                  <a:lnTo>
                    <a:pt x="3773722" y="1234645"/>
                  </a:lnTo>
                  <a:lnTo>
                    <a:pt x="3774418" y="1233860"/>
                  </a:lnTo>
                  <a:lnTo>
                    <a:pt x="3775114" y="1233075"/>
                  </a:lnTo>
                  <a:lnTo>
                    <a:pt x="3775810" y="1232577"/>
                  </a:lnTo>
                  <a:lnTo>
                    <a:pt x="3776506" y="1232080"/>
                  </a:lnTo>
                  <a:lnTo>
                    <a:pt x="3777203" y="1231764"/>
                  </a:lnTo>
                  <a:lnTo>
                    <a:pt x="3777899" y="1231448"/>
                  </a:lnTo>
                  <a:lnTo>
                    <a:pt x="3778595" y="1231132"/>
                  </a:lnTo>
                  <a:lnTo>
                    <a:pt x="3779291" y="1230816"/>
                  </a:lnTo>
                  <a:lnTo>
                    <a:pt x="3779987" y="1230500"/>
                  </a:lnTo>
                  <a:lnTo>
                    <a:pt x="3780683" y="1230184"/>
                  </a:lnTo>
                  <a:lnTo>
                    <a:pt x="3781380" y="1230184"/>
                  </a:lnTo>
                  <a:lnTo>
                    <a:pt x="3782076" y="1230184"/>
                  </a:lnTo>
                  <a:lnTo>
                    <a:pt x="3782772" y="1230184"/>
                  </a:lnTo>
                  <a:lnTo>
                    <a:pt x="3783468" y="1230184"/>
                  </a:lnTo>
                  <a:lnTo>
                    <a:pt x="3784164" y="1230184"/>
                  </a:lnTo>
                  <a:lnTo>
                    <a:pt x="3784861" y="1230184"/>
                  </a:lnTo>
                  <a:lnTo>
                    <a:pt x="3785557" y="1230184"/>
                  </a:lnTo>
                  <a:lnTo>
                    <a:pt x="3786253" y="1230184"/>
                  </a:lnTo>
                  <a:lnTo>
                    <a:pt x="3786949" y="1230184"/>
                  </a:lnTo>
                  <a:lnTo>
                    <a:pt x="3787645" y="1230184"/>
                  </a:lnTo>
                  <a:lnTo>
                    <a:pt x="3788341" y="1230184"/>
                  </a:lnTo>
                  <a:lnTo>
                    <a:pt x="3789038" y="1230184"/>
                  </a:lnTo>
                  <a:lnTo>
                    <a:pt x="3789734" y="1230184"/>
                  </a:lnTo>
                  <a:lnTo>
                    <a:pt x="3790430" y="1230184"/>
                  </a:lnTo>
                  <a:lnTo>
                    <a:pt x="3791126" y="1230184"/>
                  </a:lnTo>
                  <a:lnTo>
                    <a:pt x="3791822" y="1230184"/>
                  </a:lnTo>
                  <a:lnTo>
                    <a:pt x="3792518" y="1230184"/>
                  </a:lnTo>
                  <a:lnTo>
                    <a:pt x="3793215" y="1230184"/>
                  </a:lnTo>
                  <a:lnTo>
                    <a:pt x="3793911" y="1230184"/>
                  </a:lnTo>
                  <a:lnTo>
                    <a:pt x="3794607" y="1230184"/>
                  </a:lnTo>
                  <a:lnTo>
                    <a:pt x="3795303" y="1230184"/>
                  </a:lnTo>
                  <a:lnTo>
                    <a:pt x="3795999" y="1230184"/>
                  </a:lnTo>
                  <a:lnTo>
                    <a:pt x="3796695" y="1230184"/>
                  </a:lnTo>
                  <a:lnTo>
                    <a:pt x="3797392" y="1230184"/>
                  </a:lnTo>
                  <a:lnTo>
                    <a:pt x="3798088" y="1230184"/>
                  </a:lnTo>
                  <a:lnTo>
                    <a:pt x="3798784" y="1230184"/>
                  </a:lnTo>
                  <a:lnTo>
                    <a:pt x="3799480" y="1230184"/>
                  </a:lnTo>
                  <a:lnTo>
                    <a:pt x="3800176" y="1230184"/>
                  </a:lnTo>
                  <a:lnTo>
                    <a:pt x="3800873" y="1230184"/>
                  </a:lnTo>
                  <a:lnTo>
                    <a:pt x="3801569" y="1230500"/>
                  </a:lnTo>
                  <a:lnTo>
                    <a:pt x="3802265" y="1230998"/>
                  </a:lnTo>
                  <a:lnTo>
                    <a:pt x="3802961" y="1231495"/>
                  </a:lnTo>
                  <a:lnTo>
                    <a:pt x="3803657" y="1231992"/>
                  </a:lnTo>
                  <a:lnTo>
                    <a:pt x="3804353" y="1232489"/>
                  </a:lnTo>
                  <a:lnTo>
                    <a:pt x="3805050" y="1232987"/>
                  </a:lnTo>
                  <a:lnTo>
                    <a:pt x="3805746" y="1233484"/>
                  </a:lnTo>
                  <a:lnTo>
                    <a:pt x="3806442" y="1233981"/>
                  </a:lnTo>
                  <a:lnTo>
                    <a:pt x="3807138" y="1234766"/>
                  </a:lnTo>
                  <a:lnTo>
                    <a:pt x="3807834" y="1235807"/>
                  </a:lnTo>
                  <a:lnTo>
                    <a:pt x="3808530" y="1236848"/>
                  </a:lnTo>
                  <a:lnTo>
                    <a:pt x="3809227" y="1237889"/>
                  </a:lnTo>
                  <a:lnTo>
                    <a:pt x="3809923" y="1239234"/>
                  </a:lnTo>
                  <a:lnTo>
                    <a:pt x="3810619" y="1240578"/>
                  </a:lnTo>
                  <a:lnTo>
                    <a:pt x="3811315" y="1241923"/>
                  </a:lnTo>
                  <a:lnTo>
                    <a:pt x="3812011" y="1242964"/>
                  </a:lnTo>
                  <a:lnTo>
                    <a:pt x="3812708" y="1243749"/>
                  </a:lnTo>
                  <a:lnTo>
                    <a:pt x="3813404" y="1244790"/>
                  </a:lnTo>
                  <a:lnTo>
                    <a:pt x="3814100" y="1245831"/>
                  </a:lnTo>
                  <a:lnTo>
                    <a:pt x="3814796" y="1246872"/>
                  </a:lnTo>
                  <a:lnTo>
                    <a:pt x="3815492" y="1247913"/>
                  </a:lnTo>
                  <a:lnTo>
                    <a:pt x="3816188" y="1248954"/>
                  </a:lnTo>
                  <a:lnTo>
                    <a:pt x="3816885" y="1250299"/>
                  </a:lnTo>
                  <a:lnTo>
                    <a:pt x="3817581" y="1251340"/>
                  </a:lnTo>
                  <a:lnTo>
                    <a:pt x="3818277" y="1252125"/>
                  </a:lnTo>
                  <a:lnTo>
                    <a:pt x="3818973" y="1252910"/>
                  </a:lnTo>
                  <a:lnTo>
                    <a:pt x="3819669" y="1253695"/>
                  </a:lnTo>
                  <a:lnTo>
                    <a:pt x="3820365" y="1254193"/>
                  </a:lnTo>
                  <a:lnTo>
                    <a:pt x="3821062" y="1254690"/>
                  </a:lnTo>
                  <a:lnTo>
                    <a:pt x="3821758" y="1255188"/>
                  </a:lnTo>
                  <a:lnTo>
                    <a:pt x="3822454" y="1255685"/>
                  </a:lnTo>
                  <a:lnTo>
                    <a:pt x="3823150" y="1256183"/>
                  </a:lnTo>
                  <a:lnTo>
                    <a:pt x="3823846" y="1256499"/>
                  </a:lnTo>
                  <a:lnTo>
                    <a:pt x="3824543" y="1256814"/>
                  </a:lnTo>
                  <a:lnTo>
                    <a:pt x="3825239" y="1257130"/>
                  </a:lnTo>
                  <a:lnTo>
                    <a:pt x="3825935" y="1257446"/>
                  </a:lnTo>
                  <a:lnTo>
                    <a:pt x="3826631" y="1257943"/>
                  </a:lnTo>
                  <a:lnTo>
                    <a:pt x="3827327" y="1258441"/>
                  </a:lnTo>
                  <a:lnTo>
                    <a:pt x="3828023" y="1258938"/>
                  </a:lnTo>
                  <a:lnTo>
                    <a:pt x="3828720" y="1259435"/>
                  </a:lnTo>
                  <a:lnTo>
                    <a:pt x="3829416" y="1260220"/>
                  </a:lnTo>
                  <a:lnTo>
                    <a:pt x="3830112" y="1261261"/>
                  </a:lnTo>
                  <a:lnTo>
                    <a:pt x="3830808" y="1261681"/>
                  </a:lnTo>
                  <a:lnTo>
                    <a:pt x="3831504" y="1260378"/>
                  </a:lnTo>
                  <a:lnTo>
                    <a:pt x="3832200" y="1259074"/>
                  </a:lnTo>
                  <a:lnTo>
                    <a:pt x="3832897" y="1256519"/>
                  </a:lnTo>
                  <a:lnTo>
                    <a:pt x="3833593" y="1253185"/>
                  </a:lnTo>
                  <a:lnTo>
                    <a:pt x="3834289" y="1250446"/>
                  </a:lnTo>
                  <a:lnTo>
                    <a:pt x="3834985" y="1248163"/>
                  </a:lnTo>
                  <a:lnTo>
                    <a:pt x="3835681" y="1245880"/>
                  </a:lnTo>
                  <a:lnTo>
                    <a:pt x="3836377" y="1244212"/>
                  </a:lnTo>
                  <a:lnTo>
                    <a:pt x="3837074" y="1241613"/>
                  </a:lnTo>
                  <a:lnTo>
                    <a:pt x="3837770" y="1238832"/>
                  </a:lnTo>
                  <a:lnTo>
                    <a:pt x="3838466" y="1236052"/>
                  </a:lnTo>
                  <a:lnTo>
                    <a:pt x="3839162" y="1233272"/>
                  </a:lnTo>
                  <a:lnTo>
                    <a:pt x="3839858" y="1230491"/>
                  </a:lnTo>
                  <a:lnTo>
                    <a:pt x="3840555" y="1227711"/>
                  </a:lnTo>
                  <a:lnTo>
                    <a:pt x="3841251" y="1225413"/>
                  </a:lnTo>
                  <a:lnTo>
                    <a:pt x="3841947" y="1225279"/>
                  </a:lnTo>
                  <a:lnTo>
                    <a:pt x="3842643" y="1224857"/>
                  </a:lnTo>
                  <a:lnTo>
                    <a:pt x="3843339" y="1225542"/>
                  </a:lnTo>
                  <a:lnTo>
                    <a:pt x="3844035" y="1227209"/>
                  </a:lnTo>
                  <a:lnTo>
                    <a:pt x="3844732" y="1228876"/>
                  </a:lnTo>
                  <a:lnTo>
                    <a:pt x="3845428" y="1229624"/>
                  </a:lnTo>
                  <a:lnTo>
                    <a:pt x="3846124" y="1230373"/>
                  </a:lnTo>
                  <a:lnTo>
                    <a:pt x="3846820" y="1230665"/>
                  </a:lnTo>
                  <a:lnTo>
                    <a:pt x="3847516" y="1231261"/>
                  </a:lnTo>
                  <a:lnTo>
                    <a:pt x="3848212" y="1231820"/>
                  </a:lnTo>
                  <a:lnTo>
                    <a:pt x="3848909" y="1232124"/>
                  </a:lnTo>
                  <a:lnTo>
                    <a:pt x="3849605" y="1232720"/>
                  </a:lnTo>
                  <a:lnTo>
                    <a:pt x="3850301" y="1233316"/>
                  </a:lnTo>
                  <a:lnTo>
                    <a:pt x="3850997" y="1233316"/>
                  </a:lnTo>
                  <a:lnTo>
                    <a:pt x="3851693" y="1233619"/>
                  </a:lnTo>
                  <a:lnTo>
                    <a:pt x="3852390" y="1233912"/>
                  </a:lnTo>
                  <a:lnTo>
                    <a:pt x="3853086" y="1234964"/>
                  </a:lnTo>
                  <a:lnTo>
                    <a:pt x="3853782" y="1236271"/>
                  </a:lnTo>
                  <a:lnTo>
                    <a:pt x="3854478" y="1237579"/>
                  </a:lnTo>
                  <a:lnTo>
                    <a:pt x="3855174" y="1238886"/>
                  </a:lnTo>
                  <a:lnTo>
                    <a:pt x="3855870" y="1240482"/>
                  </a:lnTo>
                  <a:lnTo>
                    <a:pt x="3856567" y="1242692"/>
                  </a:lnTo>
                  <a:lnTo>
                    <a:pt x="3857263" y="1244903"/>
                  </a:lnTo>
                  <a:lnTo>
                    <a:pt x="3857959" y="1247114"/>
                  </a:lnTo>
                  <a:lnTo>
                    <a:pt x="3858655" y="1249324"/>
                  </a:lnTo>
                  <a:lnTo>
                    <a:pt x="3859351" y="1251717"/>
                  </a:lnTo>
                  <a:lnTo>
                    <a:pt x="3860047" y="1254109"/>
                  </a:lnTo>
                  <a:lnTo>
                    <a:pt x="3860744" y="1256500"/>
                  </a:lnTo>
                  <a:lnTo>
                    <a:pt x="3861440" y="1258892"/>
                  </a:lnTo>
                  <a:lnTo>
                    <a:pt x="3862136" y="1260488"/>
                  </a:lnTo>
                  <a:lnTo>
                    <a:pt x="3862832" y="1261627"/>
                  </a:lnTo>
                  <a:lnTo>
                    <a:pt x="3863528" y="1262474"/>
                  </a:lnTo>
                  <a:lnTo>
                    <a:pt x="3864224" y="1263322"/>
                  </a:lnTo>
                  <a:lnTo>
                    <a:pt x="3864921" y="1263578"/>
                  </a:lnTo>
                  <a:lnTo>
                    <a:pt x="3865617" y="1263322"/>
                  </a:lnTo>
                  <a:lnTo>
                    <a:pt x="3866313" y="1263687"/>
                  </a:lnTo>
                  <a:lnTo>
                    <a:pt x="3867009" y="1265306"/>
                  </a:lnTo>
                  <a:lnTo>
                    <a:pt x="3867705" y="1266926"/>
                  </a:lnTo>
                  <a:lnTo>
                    <a:pt x="3868402" y="1269481"/>
                  </a:lnTo>
                  <a:lnTo>
                    <a:pt x="3869098" y="1272815"/>
                  </a:lnTo>
                  <a:lnTo>
                    <a:pt x="3869794" y="1275554"/>
                  </a:lnTo>
                  <a:lnTo>
                    <a:pt x="3870490" y="1278153"/>
                  </a:lnTo>
                  <a:lnTo>
                    <a:pt x="3871186" y="1280752"/>
                  </a:lnTo>
                  <a:lnTo>
                    <a:pt x="3871882" y="1282736"/>
                  </a:lnTo>
                  <a:lnTo>
                    <a:pt x="3872579" y="1285335"/>
                  </a:lnTo>
                  <a:lnTo>
                    <a:pt x="3873275" y="1288403"/>
                  </a:lnTo>
                  <a:lnTo>
                    <a:pt x="3873971" y="1291471"/>
                  </a:lnTo>
                  <a:lnTo>
                    <a:pt x="3874667" y="1294795"/>
                  </a:lnTo>
                  <a:lnTo>
                    <a:pt x="3875363" y="1298119"/>
                  </a:lnTo>
                  <a:lnTo>
                    <a:pt x="3876059" y="1301747"/>
                  </a:lnTo>
                  <a:lnTo>
                    <a:pt x="3876756" y="1304892"/>
                  </a:lnTo>
                  <a:lnTo>
                    <a:pt x="3877452" y="1306165"/>
                  </a:lnTo>
                  <a:lnTo>
                    <a:pt x="3878148" y="1307895"/>
                  </a:lnTo>
                  <a:lnTo>
                    <a:pt x="3878844" y="1308261"/>
                  </a:lnTo>
                  <a:lnTo>
                    <a:pt x="3879540" y="1308261"/>
                  </a:lnTo>
                  <a:lnTo>
                    <a:pt x="3880237" y="1308262"/>
                  </a:lnTo>
                  <a:lnTo>
                    <a:pt x="3880933" y="1308877"/>
                  </a:lnTo>
                  <a:lnTo>
                    <a:pt x="3881629" y="1309492"/>
                  </a:lnTo>
                  <a:lnTo>
                    <a:pt x="3882325" y="1310563"/>
                  </a:lnTo>
                  <a:lnTo>
                    <a:pt x="3883021" y="1311634"/>
                  </a:lnTo>
                  <a:lnTo>
                    <a:pt x="3883717" y="1312382"/>
                  </a:lnTo>
                  <a:lnTo>
                    <a:pt x="3884414" y="1313130"/>
                  </a:lnTo>
                  <a:lnTo>
                    <a:pt x="3885110" y="1314201"/>
                  </a:lnTo>
                  <a:lnTo>
                    <a:pt x="3885806" y="1315848"/>
                  </a:lnTo>
                  <a:lnTo>
                    <a:pt x="3886502" y="1318659"/>
                  </a:lnTo>
                  <a:lnTo>
                    <a:pt x="3887198" y="1318932"/>
                  </a:lnTo>
                  <a:lnTo>
                    <a:pt x="3887894" y="1318234"/>
                  </a:lnTo>
                  <a:lnTo>
                    <a:pt x="3888591" y="1314568"/>
                  </a:lnTo>
                  <a:lnTo>
                    <a:pt x="3889287" y="1311384"/>
                  </a:lnTo>
                  <a:lnTo>
                    <a:pt x="3889983" y="1307623"/>
                  </a:lnTo>
                  <a:lnTo>
                    <a:pt x="3890679" y="1303862"/>
                  </a:lnTo>
                  <a:lnTo>
                    <a:pt x="3891375" y="1300678"/>
                  </a:lnTo>
                  <a:lnTo>
                    <a:pt x="3892072" y="1296878"/>
                  </a:lnTo>
                  <a:lnTo>
                    <a:pt x="3892768" y="1293078"/>
                  </a:lnTo>
                  <a:lnTo>
                    <a:pt x="3893464" y="1289279"/>
                  </a:lnTo>
                  <a:lnTo>
                    <a:pt x="3894160" y="1285479"/>
                  </a:lnTo>
                  <a:lnTo>
                    <a:pt x="3894856" y="1282637"/>
                  </a:lnTo>
                  <a:lnTo>
                    <a:pt x="3895552" y="1277046"/>
                  </a:lnTo>
                  <a:lnTo>
                    <a:pt x="3896249" y="1272023"/>
                  </a:lnTo>
                  <a:lnTo>
                    <a:pt x="3896945" y="1265856"/>
                  </a:lnTo>
                  <a:lnTo>
                    <a:pt x="3897641" y="1262000"/>
                  </a:lnTo>
                  <a:lnTo>
                    <a:pt x="3898337" y="1258695"/>
                  </a:lnTo>
                  <a:lnTo>
                    <a:pt x="3899033" y="1257605"/>
                  </a:lnTo>
                  <a:lnTo>
                    <a:pt x="3899729" y="1256624"/>
                  </a:lnTo>
                  <a:lnTo>
                    <a:pt x="3900426" y="1255946"/>
                  </a:lnTo>
                  <a:lnTo>
                    <a:pt x="3901122" y="1253588"/>
                  </a:lnTo>
                  <a:lnTo>
                    <a:pt x="3901818" y="1250520"/>
                  </a:lnTo>
                  <a:lnTo>
                    <a:pt x="3902514" y="1247921"/>
                  </a:lnTo>
                  <a:lnTo>
                    <a:pt x="3903210" y="1245322"/>
                  </a:lnTo>
                  <a:lnTo>
                    <a:pt x="3903906" y="1243654"/>
                  </a:lnTo>
                  <a:lnTo>
                    <a:pt x="3904603" y="1241986"/>
                  </a:lnTo>
                  <a:lnTo>
                    <a:pt x="3905299" y="1239730"/>
                  </a:lnTo>
                  <a:lnTo>
                    <a:pt x="3905995" y="1238707"/>
                  </a:lnTo>
                  <a:lnTo>
                    <a:pt x="3906691" y="1237391"/>
                  </a:lnTo>
                  <a:lnTo>
                    <a:pt x="3907387" y="1236075"/>
                  </a:lnTo>
                  <a:lnTo>
                    <a:pt x="3908084" y="1234759"/>
                  </a:lnTo>
                  <a:lnTo>
                    <a:pt x="3908780" y="1232974"/>
                  </a:lnTo>
                  <a:lnTo>
                    <a:pt x="3909476" y="1231188"/>
                  </a:lnTo>
                  <a:lnTo>
                    <a:pt x="3910172" y="1229147"/>
                  </a:lnTo>
                  <a:lnTo>
                    <a:pt x="3910868" y="1227106"/>
                  </a:lnTo>
                  <a:lnTo>
                    <a:pt x="3911564" y="1226980"/>
                  </a:lnTo>
                  <a:lnTo>
                    <a:pt x="3912261" y="1226677"/>
                  </a:lnTo>
                  <a:lnTo>
                    <a:pt x="3912957" y="1226384"/>
                  </a:lnTo>
                  <a:lnTo>
                    <a:pt x="3913653" y="1225636"/>
                  </a:lnTo>
                  <a:lnTo>
                    <a:pt x="3914349" y="1224329"/>
                  </a:lnTo>
                  <a:lnTo>
                    <a:pt x="3915045" y="1222662"/>
                  </a:lnTo>
                  <a:lnTo>
                    <a:pt x="3915741" y="1220995"/>
                  </a:lnTo>
                  <a:lnTo>
                    <a:pt x="3916438" y="1219328"/>
                  </a:lnTo>
                  <a:lnTo>
                    <a:pt x="3917134" y="1217405"/>
                  </a:lnTo>
                  <a:lnTo>
                    <a:pt x="3917830" y="1215482"/>
                  </a:lnTo>
                  <a:lnTo>
                    <a:pt x="3918526" y="1213560"/>
                  </a:lnTo>
                  <a:lnTo>
                    <a:pt x="3919222" y="1212252"/>
                  </a:lnTo>
                  <a:lnTo>
                    <a:pt x="3919919" y="1210944"/>
                  </a:lnTo>
                  <a:lnTo>
                    <a:pt x="3920615" y="1209022"/>
                  </a:lnTo>
                  <a:lnTo>
                    <a:pt x="3921311" y="1206779"/>
                  </a:lnTo>
                  <a:lnTo>
                    <a:pt x="3922007" y="1203968"/>
                  </a:lnTo>
                  <a:lnTo>
                    <a:pt x="3922703" y="1203695"/>
                  </a:lnTo>
                  <a:lnTo>
                    <a:pt x="3923399" y="1203797"/>
                  </a:lnTo>
                  <a:lnTo>
                    <a:pt x="3924096" y="1206714"/>
                  </a:lnTo>
                  <a:lnTo>
                    <a:pt x="3924792" y="1209151"/>
                  </a:lnTo>
                  <a:lnTo>
                    <a:pt x="3925488" y="1211860"/>
                  </a:lnTo>
                  <a:lnTo>
                    <a:pt x="3926184" y="1214569"/>
                  </a:lnTo>
                  <a:lnTo>
                    <a:pt x="3926880" y="1216702"/>
                  </a:lnTo>
                  <a:lnTo>
                    <a:pt x="3927576" y="1218835"/>
                  </a:lnTo>
                  <a:lnTo>
                    <a:pt x="3928273" y="1220968"/>
                  </a:lnTo>
                  <a:lnTo>
                    <a:pt x="3928969" y="1223100"/>
                  </a:lnTo>
                  <a:lnTo>
                    <a:pt x="3929665" y="1225233"/>
                  </a:lnTo>
                  <a:lnTo>
                    <a:pt x="3930361" y="1226408"/>
                  </a:lnTo>
                  <a:lnTo>
                    <a:pt x="3931057" y="1230333"/>
                  </a:lnTo>
                  <a:lnTo>
                    <a:pt x="3931753" y="1233433"/>
                  </a:lnTo>
                  <a:lnTo>
                    <a:pt x="3932450" y="1237389"/>
                  </a:lnTo>
                  <a:lnTo>
                    <a:pt x="3933146" y="1239468"/>
                  </a:lnTo>
                  <a:lnTo>
                    <a:pt x="3933842" y="1241452"/>
                  </a:lnTo>
                  <a:lnTo>
                    <a:pt x="3934538" y="1241197"/>
                  </a:lnTo>
                  <a:lnTo>
                    <a:pt x="3935234" y="1240834"/>
                  </a:lnTo>
                  <a:lnTo>
                    <a:pt x="3935931" y="1240470"/>
                  </a:lnTo>
                  <a:lnTo>
                    <a:pt x="3936627" y="1242359"/>
                  </a:lnTo>
                  <a:lnTo>
                    <a:pt x="3937323" y="1244957"/>
                  </a:lnTo>
                  <a:lnTo>
                    <a:pt x="3938019" y="1247556"/>
                  </a:lnTo>
                  <a:lnTo>
                    <a:pt x="3938715" y="1250155"/>
                  </a:lnTo>
                  <a:lnTo>
                    <a:pt x="3939411" y="1252139"/>
                  </a:lnTo>
                  <a:lnTo>
                    <a:pt x="3940108" y="1253624"/>
                  </a:lnTo>
                  <a:lnTo>
                    <a:pt x="3940804" y="1254033"/>
                  </a:lnTo>
                  <a:lnTo>
                    <a:pt x="3941500" y="1252286"/>
                  </a:lnTo>
                  <a:lnTo>
                    <a:pt x="3942196" y="1249951"/>
                  </a:lnTo>
                  <a:lnTo>
                    <a:pt x="3942892" y="1247920"/>
                  </a:lnTo>
                  <a:lnTo>
                    <a:pt x="3943588" y="1245889"/>
                  </a:lnTo>
                  <a:lnTo>
                    <a:pt x="3944285" y="1243858"/>
                  </a:lnTo>
                  <a:lnTo>
                    <a:pt x="3944981" y="1241827"/>
                  </a:lnTo>
                  <a:lnTo>
                    <a:pt x="3945677" y="1239796"/>
                  </a:lnTo>
                  <a:lnTo>
                    <a:pt x="3946373" y="1238058"/>
                  </a:lnTo>
                  <a:lnTo>
                    <a:pt x="3947069" y="1233808"/>
                  </a:lnTo>
                  <a:lnTo>
                    <a:pt x="3947766" y="1229736"/>
                  </a:lnTo>
                  <a:lnTo>
                    <a:pt x="3948462" y="1225360"/>
                  </a:lnTo>
                  <a:lnTo>
                    <a:pt x="3949158" y="1220984"/>
                  </a:lnTo>
                  <a:lnTo>
                    <a:pt x="3949854" y="1217461"/>
                  </a:lnTo>
                  <a:lnTo>
                    <a:pt x="3950550" y="1214066"/>
                  </a:lnTo>
                  <a:lnTo>
                    <a:pt x="3951246" y="1212025"/>
                  </a:lnTo>
                  <a:lnTo>
                    <a:pt x="3951943" y="1210668"/>
                  </a:lnTo>
                  <a:lnTo>
                    <a:pt x="3952639" y="1210668"/>
                  </a:lnTo>
                  <a:lnTo>
                    <a:pt x="3953335" y="1210668"/>
                  </a:lnTo>
                  <a:lnTo>
                    <a:pt x="3954031" y="1208765"/>
                  </a:lnTo>
                  <a:lnTo>
                    <a:pt x="3954727" y="1206420"/>
                  </a:lnTo>
                  <a:lnTo>
                    <a:pt x="3955423" y="1204075"/>
                  </a:lnTo>
                  <a:lnTo>
                    <a:pt x="3956120" y="1201730"/>
                  </a:lnTo>
                  <a:lnTo>
                    <a:pt x="3956816" y="1198842"/>
                  </a:lnTo>
                  <a:lnTo>
                    <a:pt x="3957512" y="1195954"/>
                  </a:lnTo>
                  <a:lnTo>
                    <a:pt x="3958208" y="1193049"/>
                  </a:lnTo>
                  <a:lnTo>
                    <a:pt x="3958904" y="1189757"/>
                  </a:lnTo>
                  <a:lnTo>
                    <a:pt x="3959600" y="1185077"/>
                  </a:lnTo>
                  <a:lnTo>
                    <a:pt x="3960297" y="1180142"/>
                  </a:lnTo>
                  <a:lnTo>
                    <a:pt x="3960993" y="1175510"/>
                  </a:lnTo>
                  <a:lnTo>
                    <a:pt x="3961689" y="1170878"/>
                  </a:lnTo>
                  <a:lnTo>
                    <a:pt x="3962385" y="1166246"/>
                  </a:lnTo>
                  <a:lnTo>
                    <a:pt x="3963081" y="1161615"/>
                  </a:lnTo>
                  <a:lnTo>
                    <a:pt x="3963778" y="1156983"/>
                  </a:lnTo>
                  <a:lnTo>
                    <a:pt x="3964474" y="1153954"/>
                  </a:lnTo>
                  <a:lnTo>
                    <a:pt x="3965170" y="1151353"/>
                  </a:lnTo>
                  <a:lnTo>
                    <a:pt x="3965866" y="1148752"/>
                  </a:lnTo>
                  <a:lnTo>
                    <a:pt x="3966562" y="1146152"/>
                  </a:lnTo>
                  <a:lnTo>
                    <a:pt x="3967258" y="1144063"/>
                  </a:lnTo>
                  <a:lnTo>
                    <a:pt x="3967955" y="1142565"/>
                  </a:lnTo>
                  <a:lnTo>
                    <a:pt x="3968651" y="1141249"/>
                  </a:lnTo>
                  <a:lnTo>
                    <a:pt x="3969347" y="1140640"/>
                  </a:lnTo>
                  <a:lnTo>
                    <a:pt x="3970043" y="1141985"/>
                  </a:lnTo>
                  <a:lnTo>
                    <a:pt x="3970739" y="1143329"/>
                  </a:lnTo>
                  <a:lnTo>
                    <a:pt x="3971435" y="1144674"/>
                  </a:lnTo>
                  <a:lnTo>
                    <a:pt x="3972132" y="1145703"/>
                  </a:lnTo>
                  <a:lnTo>
                    <a:pt x="3972828" y="1146731"/>
                  </a:lnTo>
                  <a:lnTo>
                    <a:pt x="3973524" y="1146898"/>
                  </a:lnTo>
                  <a:lnTo>
                    <a:pt x="3974220" y="1144745"/>
                  </a:lnTo>
                  <a:lnTo>
                    <a:pt x="3974916" y="1141690"/>
                  </a:lnTo>
                  <a:lnTo>
                    <a:pt x="3975613" y="1139590"/>
                  </a:lnTo>
                  <a:lnTo>
                    <a:pt x="3976309" y="1139154"/>
                  </a:lnTo>
                  <a:lnTo>
                    <a:pt x="3977005" y="1139325"/>
                  </a:lnTo>
                  <a:lnTo>
                    <a:pt x="3977701" y="1140376"/>
                  </a:lnTo>
                  <a:lnTo>
                    <a:pt x="3978397" y="1140669"/>
                  </a:lnTo>
                  <a:lnTo>
                    <a:pt x="3979093" y="1140669"/>
                  </a:lnTo>
                  <a:lnTo>
                    <a:pt x="3979790" y="1140669"/>
                  </a:lnTo>
                  <a:lnTo>
                    <a:pt x="3980486" y="1140366"/>
                  </a:lnTo>
                  <a:lnTo>
                    <a:pt x="3981182" y="1140366"/>
                  </a:lnTo>
                  <a:lnTo>
                    <a:pt x="3981878" y="1140822"/>
                  </a:lnTo>
                  <a:lnTo>
                    <a:pt x="3982574" y="1142185"/>
                  </a:lnTo>
                  <a:lnTo>
                    <a:pt x="3983270" y="1143548"/>
                  </a:lnTo>
                  <a:lnTo>
                    <a:pt x="3983967" y="1146168"/>
                  </a:lnTo>
                  <a:lnTo>
                    <a:pt x="3984663" y="1150692"/>
                  </a:lnTo>
                  <a:lnTo>
                    <a:pt x="3985359" y="1156139"/>
                  </a:lnTo>
                  <a:lnTo>
                    <a:pt x="3986055" y="1160585"/>
                  </a:lnTo>
                  <a:lnTo>
                    <a:pt x="3986751" y="1163678"/>
                  </a:lnTo>
                  <a:lnTo>
                    <a:pt x="3987448" y="1166086"/>
                  </a:lnTo>
                  <a:lnTo>
                    <a:pt x="3988144" y="1168008"/>
                  </a:lnTo>
                  <a:lnTo>
                    <a:pt x="3988840" y="1169931"/>
                  </a:lnTo>
                  <a:lnTo>
                    <a:pt x="3989536" y="1173758"/>
                  </a:lnTo>
                  <a:lnTo>
                    <a:pt x="3990232" y="1178025"/>
                  </a:lnTo>
                  <a:lnTo>
                    <a:pt x="3990928" y="1182292"/>
                  </a:lnTo>
                  <a:lnTo>
                    <a:pt x="3991625" y="1186560"/>
                  </a:lnTo>
                  <a:lnTo>
                    <a:pt x="3992321" y="1190501"/>
                  </a:lnTo>
                  <a:lnTo>
                    <a:pt x="3993017" y="1193985"/>
                  </a:lnTo>
                  <a:lnTo>
                    <a:pt x="3993713" y="1197637"/>
                  </a:lnTo>
                  <a:lnTo>
                    <a:pt x="3994409" y="1201233"/>
                  </a:lnTo>
                  <a:lnTo>
                    <a:pt x="3995105" y="1205913"/>
                  </a:lnTo>
                  <a:lnTo>
                    <a:pt x="3995802" y="1210544"/>
                  </a:lnTo>
                  <a:lnTo>
                    <a:pt x="3996498" y="1215480"/>
                  </a:lnTo>
                  <a:lnTo>
                    <a:pt x="3997194" y="1220415"/>
                  </a:lnTo>
                  <a:lnTo>
                    <a:pt x="3997890" y="1225351"/>
                  </a:lnTo>
                  <a:lnTo>
                    <a:pt x="3998586" y="1229982"/>
                  </a:lnTo>
                  <a:lnTo>
                    <a:pt x="3999282" y="1234614"/>
                  </a:lnTo>
                  <a:lnTo>
                    <a:pt x="3999979" y="1237643"/>
                  </a:lnTo>
                  <a:lnTo>
                    <a:pt x="4000675" y="1240244"/>
                  </a:lnTo>
                  <a:lnTo>
                    <a:pt x="4001371" y="1242845"/>
                  </a:lnTo>
                  <a:lnTo>
                    <a:pt x="4002067" y="1244902"/>
                  </a:lnTo>
                  <a:lnTo>
                    <a:pt x="4002763" y="1246703"/>
                  </a:lnTo>
                  <a:lnTo>
                    <a:pt x="4003460" y="1248200"/>
                  </a:lnTo>
                  <a:lnTo>
                    <a:pt x="4004156" y="1249516"/>
                  </a:lnTo>
                  <a:lnTo>
                    <a:pt x="4004852" y="1250125"/>
                  </a:lnTo>
                  <a:lnTo>
                    <a:pt x="4005548" y="1249565"/>
                  </a:lnTo>
                  <a:lnTo>
                    <a:pt x="4006244" y="1249262"/>
                  </a:lnTo>
                  <a:lnTo>
                    <a:pt x="4006940" y="1247812"/>
                  </a:lnTo>
                  <a:lnTo>
                    <a:pt x="4007637" y="1245359"/>
                  </a:lnTo>
                  <a:lnTo>
                    <a:pt x="4008333" y="1240983"/>
                  </a:lnTo>
                  <a:lnTo>
                    <a:pt x="4009029" y="1237762"/>
                  </a:lnTo>
                  <a:lnTo>
                    <a:pt x="4009725" y="1236861"/>
                  </a:lnTo>
                  <a:lnTo>
                    <a:pt x="4010421" y="1236861"/>
                  </a:lnTo>
                  <a:lnTo>
                    <a:pt x="4011117" y="1236405"/>
                  </a:lnTo>
                  <a:lnTo>
                    <a:pt x="4011814" y="1236405"/>
                  </a:lnTo>
                  <a:lnTo>
                    <a:pt x="4012510" y="1236405"/>
                  </a:lnTo>
                  <a:lnTo>
                    <a:pt x="4013206" y="1236405"/>
                  </a:lnTo>
                  <a:lnTo>
                    <a:pt x="4013902" y="1237476"/>
                  </a:lnTo>
                  <a:lnTo>
                    <a:pt x="4014598" y="1238839"/>
                  </a:lnTo>
                  <a:lnTo>
                    <a:pt x="4015295" y="1240202"/>
                  </a:lnTo>
                  <a:lnTo>
                    <a:pt x="4015991" y="1241254"/>
                  </a:lnTo>
                  <a:lnTo>
                    <a:pt x="4016687" y="1242002"/>
                  </a:lnTo>
                  <a:lnTo>
                    <a:pt x="4017383" y="1242440"/>
                  </a:lnTo>
                  <a:lnTo>
                    <a:pt x="4018079" y="1243217"/>
                  </a:lnTo>
                  <a:lnTo>
                    <a:pt x="4018775" y="1246230"/>
                  </a:lnTo>
                  <a:lnTo>
                    <a:pt x="4019472" y="1247682"/>
                  </a:lnTo>
                  <a:lnTo>
                    <a:pt x="4020168" y="1247534"/>
                  </a:lnTo>
                  <a:lnTo>
                    <a:pt x="4020864" y="1246171"/>
                  </a:lnTo>
                  <a:lnTo>
                    <a:pt x="4021560" y="1245423"/>
                  </a:lnTo>
                  <a:lnTo>
                    <a:pt x="4022256" y="1244371"/>
                  </a:lnTo>
                  <a:lnTo>
                    <a:pt x="4022952" y="1243064"/>
                  </a:lnTo>
                  <a:lnTo>
                    <a:pt x="4023649" y="1241271"/>
                  </a:lnTo>
                  <a:lnTo>
                    <a:pt x="4024345" y="1237003"/>
                  </a:lnTo>
                  <a:lnTo>
                    <a:pt x="4025041" y="1232991"/>
                  </a:lnTo>
                  <a:lnTo>
                    <a:pt x="4025737" y="1229283"/>
                  </a:lnTo>
                  <a:lnTo>
                    <a:pt x="4026433" y="1225272"/>
                  </a:lnTo>
                  <a:lnTo>
                    <a:pt x="4027129" y="1221260"/>
                  </a:lnTo>
                  <a:lnTo>
                    <a:pt x="4027826" y="1217863"/>
                  </a:lnTo>
                  <a:lnTo>
                    <a:pt x="4028522" y="1214923"/>
                  </a:lnTo>
                  <a:lnTo>
                    <a:pt x="4029218" y="1211526"/>
                  </a:lnTo>
                  <a:lnTo>
                    <a:pt x="4029914" y="1208878"/>
                  </a:lnTo>
                  <a:lnTo>
                    <a:pt x="4030610" y="1204231"/>
                  </a:lnTo>
                  <a:lnTo>
                    <a:pt x="4031307" y="1199599"/>
                  </a:lnTo>
                  <a:lnTo>
                    <a:pt x="4032003" y="1194664"/>
                  </a:lnTo>
                  <a:lnTo>
                    <a:pt x="4032699" y="1189728"/>
                  </a:lnTo>
                  <a:lnTo>
                    <a:pt x="4033395" y="1184793"/>
                  </a:lnTo>
                  <a:lnTo>
                    <a:pt x="4034091" y="1179969"/>
                  </a:lnTo>
                  <a:lnTo>
                    <a:pt x="4034787" y="1177080"/>
                  </a:lnTo>
                  <a:lnTo>
                    <a:pt x="4035484" y="1174011"/>
                  </a:lnTo>
                  <a:lnTo>
                    <a:pt x="4036180" y="1170625"/>
                  </a:lnTo>
                  <a:lnTo>
                    <a:pt x="4036876" y="1167239"/>
                  </a:lnTo>
                  <a:lnTo>
                    <a:pt x="4037572" y="1164396"/>
                  </a:lnTo>
                  <a:lnTo>
                    <a:pt x="4038268" y="1161870"/>
                  </a:lnTo>
                  <a:lnTo>
                    <a:pt x="4038964" y="1159344"/>
                  </a:lnTo>
                  <a:lnTo>
                    <a:pt x="4039661" y="1157181"/>
                  </a:lnTo>
                  <a:lnTo>
                    <a:pt x="4040357" y="1155017"/>
                  </a:lnTo>
                  <a:lnTo>
                    <a:pt x="4041053" y="1154642"/>
                  </a:lnTo>
                  <a:lnTo>
                    <a:pt x="4041749" y="1154386"/>
                  </a:lnTo>
                  <a:lnTo>
                    <a:pt x="4042445" y="1155276"/>
                  </a:lnTo>
                  <a:lnTo>
                    <a:pt x="4043142" y="1157169"/>
                  </a:lnTo>
                  <a:lnTo>
                    <a:pt x="4043838" y="1160986"/>
                  </a:lnTo>
                  <a:lnTo>
                    <a:pt x="4044534" y="1164510"/>
                  </a:lnTo>
                  <a:lnTo>
                    <a:pt x="4045230" y="1168593"/>
                  </a:lnTo>
                  <a:lnTo>
                    <a:pt x="4045926" y="1172677"/>
                  </a:lnTo>
                  <a:lnTo>
                    <a:pt x="4046622" y="1176760"/>
                  </a:lnTo>
                  <a:lnTo>
                    <a:pt x="4047319" y="1180388"/>
                  </a:lnTo>
                  <a:lnTo>
                    <a:pt x="4048015" y="1184015"/>
                  </a:lnTo>
                  <a:lnTo>
                    <a:pt x="4048711" y="1187340"/>
                  </a:lnTo>
                  <a:lnTo>
                    <a:pt x="4049407" y="1190049"/>
                  </a:lnTo>
                  <a:lnTo>
                    <a:pt x="4050103" y="1191052"/>
                  </a:lnTo>
                  <a:lnTo>
                    <a:pt x="4050799" y="1191160"/>
                  </a:lnTo>
                  <a:lnTo>
                    <a:pt x="4051496" y="1191596"/>
                  </a:lnTo>
                  <a:lnTo>
                    <a:pt x="4052192" y="1192032"/>
                  </a:lnTo>
                  <a:lnTo>
                    <a:pt x="4052888" y="1192030"/>
                  </a:lnTo>
                  <a:lnTo>
                    <a:pt x="4053584" y="1191074"/>
                  </a:lnTo>
                  <a:lnTo>
                    <a:pt x="4054280" y="1188170"/>
                  </a:lnTo>
                  <a:lnTo>
                    <a:pt x="4054977" y="1185569"/>
                  </a:lnTo>
                  <a:lnTo>
                    <a:pt x="4055673" y="1182196"/>
                  </a:lnTo>
                  <a:lnTo>
                    <a:pt x="4056369" y="1178822"/>
                  </a:lnTo>
                  <a:lnTo>
                    <a:pt x="4057065" y="1174399"/>
                  </a:lnTo>
                  <a:lnTo>
                    <a:pt x="4057761" y="1169298"/>
                  </a:lnTo>
                  <a:lnTo>
                    <a:pt x="4058457" y="1164453"/>
                  </a:lnTo>
                  <a:lnTo>
                    <a:pt x="4059154" y="1159478"/>
                  </a:lnTo>
                  <a:lnTo>
                    <a:pt x="4059850" y="1156978"/>
                  </a:lnTo>
                  <a:lnTo>
                    <a:pt x="4060546" y="1155407"/>
                  </a:lnTo>
                  <a:lnTo>
                    <a:pt x="4061242" y="1154379"/>
                  </a:lnTo>
                  <a:lnTo>
                    <a:pt x="4061938" y="1153653"/>
                  </a:lnTo>
                  <a:lnTo>
                    <a:pt x="4062634" y="1152928"/>
                  </a:lnTo>
                  <a:lnTo>
                    <a:pt x="4063331" y="1152202"/>
                  </a:lnTo>
                  <a:lnTo>
                    <a:pt x="4064027" y="1151658"/>
                  </a:lnTo>
                  <a:lnTo>
                    <a:pt x="4064723" y="1150933"/>
                  </a:lnTo>
                  <a:lnTo>
                    <a:pt x="4065419" y="1148660"/>
                  </a:lnTo>
                  <a:lnTo>
                    <a:pt x="4066115" y="1147902"/>
                  </a:lnTo>
                  <a:lnTo>
                    <a:pt x="4066811" y="1147433"/>
                  </a:lnTo>
                  <a:lnTo>
                    <a:pt x="4067508" y="1147946"/>
                  </a:lnTo>
                  <a:lnTo>
                    <a:pt x="4068204" y="1149508"/>
                  </a:lnTo>
                  <a:lnTo>
                    <a:pt x="4068900" y="1151069"/>
                  </a:lnTo>
                  <a:lnTo>
                    <a:pt x="4069596" y="1152824"/>
                  </a:lnTo>
                  <a:lnTo>
                    <a:pt x="4070292" y="1152642"/>
                  </a:lnTo>
                  <a:lnTo>
                    <a:pt x="4070989" y="1152004"/>
                  </a:lnTo>
                  <a:lnTo>
                    <a:pt x="4071685" y="1150470"/>
                  </a:lnTo>
                  <a:lnTo>
                    <a:pt x="4072381" y="1148936"/>
                  </a:lnTo>
                  <a:lnTo>
                    <a:pt x="4073077" y="1147946"/>
                  </a:lnTo>
                  <a:lnTo>
                    <a:pt x="4073773" y="1144849"/>
                  </a:lnTo>
                  <a:lnTo>
                    <a:pt x="4074469" y="1141496"/>
                  </a:lnTo>
                  <a:lnTo>
                    <a:pt x="4075166" y="1138217"/>
                  </a:lnTo>
                  <a:lnTo>
                    <a:pt x="4075862" y="1134937"/>
                  </a:lnTo>
                  <a:lnTo>
                    <a:pt x="4076558" y="1129371"/>
                  </a:lnTo>
                  <a:lnTo>
                    <a:pt x="4077254" y="1122161"/>
                  </a:lnTo>
                  <a:lnTo>
                    <a:pt x="4077950" y="1115698"/>
                  </a:lnTo>
                  <a:lnTo>
                    <a:pt x="4078646" y="1109851"/>
                  </a:lnTo>
                  <a:lnTo>
                    <a:pt x="4079343" y="1104004"/>
                  </a:lnTo>
                  <a:lnTo>
                    <a:pt x="4080039" y="1098733"/>
                  </a:lnTo>
                  <a:lnTo>
                    <a:pt x="4080735" y="1092903"/>
                  </a:lnTo>
                  <a:lnTo>
                    <a:pt x="4081431" y="1087536"/>
                  </a:lnTo>
                  <a:lnTo>
                    <a:pt x="4082127" y="1083307"/>
                  </a:lnTo>
                  <a:lnTo>
                    <a:pt x="4082824" y="1079079"/>
                  </a:lnTo>
                  <a:lnTo>
                    <a:pt x="4083520" y="1074851"/>
                  </a:lnTo>
                  <a:lnTo>
                    <a:pt x="4084216" y="1072719"/>
                  </a:lnTo>
                  <a:lnTo>
                    <a:pt x="4084912" y="1071154"/>
                  </a:lnTo>
                  <a:lnTo>
                    <a:pt x="4085608" y="1070727"/>
                  </a:lnTo>
                  <a:lnTo>
                    <a:pt x="4086304" y="1073261"/>
                  </a:lnTo>
                  <a:lnTo>
                    <a:pt x="4087001" y="1076489"/>
                  </a:lnTo>
                  <a:lnTo>
                    <a:pt x="4087697" y="1082189"/>
                  </a:lnTo>
                  <a:lnTo>
                    <a:pt x="4088393" y="1086744"/>
                  </a:lnTo>
                  <a:lnTo>
                    <a:pt x="4089089" y="1091299"/>
                  </a:lnTo>
                  <a:lnTo>
                    <a:pt x="4089785" y="1094952"/>
                  </a:lnTo>
                  <a:lnTo>
                    <a:pt x="4090481" y="1098604"/>
                  </a:lnTo>
                  <a:lnTo>
                    <a:pt x="4091178" y="1102726"/>
                  </a:lnTo>
                  <a:lnTo>
                    <a:pt x="4091874" y="1106392"/>
                  </a:lnTo>
                  <a:lnTo>
                    <a:pt x="4092570" y="1110815"/>
                  </a:lnTo>
                  <a:lnTo>
                    <a:pt x="4093266" y="1116512"/>
                  </a:lnTo>
                  <a:lnTo>
                    <a:pt x="4093962" y="1121916"/>
                  </a:lnTo>
                  <a:lnTo>
                    <a:pt x="4094658" y="1127613"/>
                  </a:lnTo>
                  <a:lnTo>
                    <a:pt x="4095355" y="1133018"/>
                  </a:lnTo>
                  <a:lnTo>
                    <a:pt x="4096051" y="1137236"/>
                  </a:lnTo>
                  <a:lnTo>
                    <a:pt x="4096747" y="1140610"/>
                  </a:lnTo>
                  <a:lnTo>
                    <a:pt x="4097443" y="1143983"/>
                  </a:lnTo>
                  <a:lnTo>
                    <a:pt x="4098139" y="1147053"/>
                  </a:lnTo>
                  <a:lnTo>
                    <a:pt x="4098836" y="1150123"/>
                  </a:lnTo>
                  <a:lnTo>
                    <a:pt x="4099532" y="1153315"/>
                  </a:lnTo>
                  <a:lnTo>
                    <a:pt x="4100228" y="1156689"/>
                  </a:lnTo>
                  <a:lnTo>
                    <a:pt x="4100924" y="1161610"/>
                  </a:lnTo>
                  <a:lnTo>
                    <a:pt x="4101620" y="1167015"/>
                  </a:lnTo>
                  <a:lnTo>
                    <a:pt x="4102316" y="1172419"/>
                  </a:lnTo>
                  <a:lnTo>
                    <a:pt x="4103013" y="1176843"/>
                  </a:lnTo>
                  <a:lnTo>
                    <a:pt x="4103709" y="1180216"/>
                  </a:lnTo>
                  <a:lnTo>
                    <a:pt x="4104405" y="1183590"/>
                  </a:lnTo>
                  <a:lnTo>
                    <a:pt x="4105101" y="1186963"/>
                  </a:lnTo>
                  <a:lnTo>
                    <a:pt x="4105797" y="1190033"/>
                  </a:lnTo>
                  <a:lnTo>
                    <a:pt x="4106493" y="1193741"/>
                  </a:lnTo>
                  <a:lnTo>
                    <a:pt x="4107190" y="1198405"/>
                  </a:lnTo>
                  <a:lnTo>
                    <a:pt x="4107886" y="1203068"/>
                  </a:lnTo>
                  <a:lnTo>
                    <a:pt x="4108582" y="1207748"/>
                  </a:lnTo>
                  <a:lnTo>
                    <a:pt x="4109278" y="1214219"/>
                  </a:lnTo>
                  <a:lnTo>
                    <a:pt x="4109974" y="1220642"/>
                  </a:lnTo>
                  <a:lnTo>
                    <a:pt x="4110671" y="1227113"/>
                  </a:lnTo>
                  <a:lnTo>
                    <a:pt x="4111367" y="1233584"/>
                  </a:lnTo>
                  <a:lnTo>
                    <a:pt x="4112063" y="1240086"/>
                  </a:lnTo>
                  <a:lnTo>
                    <a:pt x="4112759" y="1247856"/>
                  </a:lnTo>
                  <a:lnTo>
                    <a:pt x="4113455" y="1254878"/>
                  </a:lnTo>
                  <a:lnTo>
                    <a:pt x="4114151" y="1260981"/>
                  </a:lnTo>
                  <a:lnTo>
                    <a:pt x="4114848" y="1267387"/>
                  </a:lnTo>
                  <a:lnTo>
                    <a:pt x="4115544" y="1272914"/>
                  </a:lnTo>
                  <a:lnTo>
                    <a:pt x="4116240" y="1278442"/>
                  </a:lnTo>
                  <a:lnTo>
                    <a:pt x="4116936" y="1283505"/>
                  </a:lnTo>
                  <a:lnTo>
                    <a:pt x="4117632" y="1285414"/>
                  </a:lnTo>
                  <a:lnTo>
                    <a:pt x="4118328" y="1287297"/>
                  </a:lnTo>
                  <a:lnTo>
                    <a:pt x="4119025" y="1288621"/>
                  </a:lnTo>
                  <a:lnTo>
                    <a:pt x="4119721" y="1288153"/>
                  </a:lnTo>
                  <a:lnTo>
                    <a:pt x="4120417" y="1287373"/>
                  </a:lnTo>
                  <a:lnTo>
                    <a:pt x="4121113" y="1286905"/>
                  </a:lnTo>
                  <a:lnTo>
                    <a:pt x="4121809" y="1284371"/>
                  </a:lnTo>
                  <a:lnTo>
                    <a:pt x="4122506" y="1281431"/>
                  </a:lnTo>
                  <a:lnTo>
                    <a:pt x="4123202" y="1276275"/>
                  </a:lnTo>
                  <a:lnTo>
                    <a:pt x="4123898" y="1270232"/>
                  </a:lnTo>
                  <a:lnTo>
                    <a:pt x="4124594" y="1264190"/>
                  </a:lnTo>
                  <a:lnTo>
                    <a:pt x="4125290" y="1258506"/>
                  </a:lnTo>
                  <a:lnTo>
                    <a:pt x="4125986" y="1252822"/>
                  </a:lnTo>
                  <a:lnTo>
                    <a:pt x="4126683" y="1247395"/>
                  </a:lnTo>
                  <a:lnTo>
                    <a:pt x="4127379" y="1242727"/>
                  </a:lnTo>
                  <a:lnTo>
                    <a:pt x="4128075" y="1240059"/>
                  </a:lnTo>
                  <a:lnTo>
                    <a:pt x="4128771" y="1237714"/>
                  </a:lnTo>
                  <a:lnTo>
                    <a:pt x="4129467" y="1235662"/>
                  </a:lnTo>
                  <a:lnTo>
                    <a:pt x="4130163" y="1233317"/>
                  </a:lnTo>
                  <a:lnTo>
                    <a:pt x="4130860" y="1230973"/>
                  </a:lnTo>
                  <a:lnTo>
                    <a:pt x="4131556" y="1228628"/>
                  </a:lnTo>
                  <a:lnTo>
                    <a:pt x="4132252" y="1226283"/>
                  </a:lnTo>
                  <a:lnTo>
                    <a:pt x="4132948" y="1224687"/>
                  </a:lnTo>
                  <a:lnTo>
                    <a:pt x="4133644" y="1222938"/>
                  </a:lnTo>
                  <a:lnTo>
                    <a:pt x="4134340" y="1223534"/>
                  </a:lnTo>
                  <a:lnTo>
                    <a:pt x="4135037" y="1223826"/>
                  </a:lnTo>
                  <a:lnTo>
                    <a:pt x="4135733" y="1224119"/>
                  </a:lnTo>
                  <a:lnTo>
                    <a:pt x="4136429" y="1224867"/>
                  </a:lnTo>
                  <a:lnTo>
                    <a:pt x="4137125" y="1225159"/>
                  </a:lnTo>
                  <a:lnTo>
                    <a:pt x="4137821" y="1225159"/>
                  </a:lnTo>
                  <a:lnTo>
                    <a:pt x="4138518" y="1225159"/>
                  </a:lnTo>
                  <a:lnTo>
                    <a:pt x="4139214" y="1224600"/>
                  </a:lnTo>
                  <a:lnTo>
                    <a:pt x="4139910" y="1224040"/>
                  </a:lnTo>
                  <a:lnTo>
                    <a:pt x="4140606" y="1224040"/>
                  </a:lnTo>
                  <a:lnTo>
                    <a:pt x="4141302" y="1224344"/>
                  </a:lnTo>
                  <a:lnTo>
                    <a:pt x="4141998" y="1225396"/>
                  </a:lnTo>
                  <a:lnTo>
                    <a:pt x="4142695" y="1226703"/>
                  </a:lnTo>
                  <a:lnTo>
                    <a:pt x="4143391" y="1227263"/>
                  </a:lnTo>
                  <a:lnTo>
                    <a:pt x="4144087" y="1227263"/>
                  </a:lnTo>
                  <a:lnTo>
                    <a:pt x="4144783" y="1227263"/>
                  </a:lnTo>
                  <a:lnTo>
                    <a:pt x="4145479" y="1227567"/>
                  </a:lnTo>
                  <a:lnTo>
                    <a:pt x="4146175" y="1227567"/>
                  </a:lnTo>
                  <a:lnTo>
                    <a:pt x="4146872" y="1227567"/>
                  </a:lnTo>
                  <a:lnTo>
                    <a:pt x="4147568" y="1227567"/>
                  </a:lnTo>
                  <a:lnTo>
                    <a:pt x="4148264" y="1227567"/>
                  </a:lnTo>
                  <a:lnTo>
                    <a:pt x="4148960" y="1227567"/>
                  </a:lnTo>
                  <a:lnTo>
                    <a:pt x="4149656" y="1227870"/>
                  </a:lnTo>
                  <a:lnTo>
                    <a:pt x="4150353" y="1227870"/>
                  </a:lnTo>
                  <a:lnTo>
                    <a:pt x="4151049" y="1227614"/>
                  </a:lnTo>
                  <a:lnTo>
                    <a:pt x="4151745" y="1227359"/>
                  </a:lnTo>
                  <a:lnTo>
                    <a:pt x="4152441" y="1226633"/>
                  </a:lnTo>
                  <a:lnTo>
                    <a:pt x="4153137" y="1228105"/>
                  </a:lnTo>
                  <a:lnTo>
                    <a:pt x="4153833" y="1229603"/>
                  </a:lnTo>
                  <a:lnTo>
                    <a:pt x="4154530" y="1231660"/>
                  </a:lnTo>
                  <a:lnTo>
                    <a:pt x="4155226" y="1233716"/>
                  </a:lnTo>
                  <a:lnTo>
                    <a:pt x="4155922" y="1235517"/>
                  </a:lnTo>
                  <a:lnTo>
                    <a:pt x="4156618" y="1237862"/>
                  </a:lnTo>
                  <a:lnTo>
                    <a:pt x="4157314" y="1238470"/>
                  </a:lnTo>
                  <a:lnTo>
                    <a:pt x="4158010" y="1238182"/>
                  </a:lnTo>
                  <a:lnTo>
                    <a:pt x="4158707" y="1237926"/>
                  </a:lnTo>
                  <a:lnTo>
                    <a:pt x="4159403" y="1239957"/>
                  </a:lnTo>
                  <a:lnTo>
                    <a:pt x="4160099" y="1241988"/>
                  </a:lnTo>
                  <a:lnTo>
                    <a:pt x="4160795" y="1244275"/>
                  </a:lnTo>
                  <a:lnTo>
                    <a:pt x="4161491" y="1246562"/>
                  </a:lnTo>
                  <a:lnTo>
                    <a:pt x="4162187" y="1248593"/>
                  </a:lnTo>
                  <a:lnTo>
                    <a:pt x="4162884" y="1250624"/>
                  </a:lnTo>
                  <a:lnTo>
                    <a:pt x="4163580" y="1250643"/>
                  </a:lnTo>
                  <a:lnTo>
                    <a:pt x="4164276" y="1250350"/>
                  </a:lnTo>
                  <a:lnTo>
                    <a:pt x="4164972" y="1250350"/>
                  </a:lnTo>
                  <a:lnTo>
                    <a:pt x="4165668" y="1248032"/>
                  </a:lnTo>
                  <a:lnTo>
                    <a:pt x="4166365" y="1244958"/>
                  </a:lnTo>
                  <a:lnTo>
                    <a:pt x="4167061" y="1241428"/>
                  </a:lnTo>
                  <a:lnTo>
                    <a:pt x="4167757" y="1238947"/>
                  </a:lnTo>
                  <a:lnTo>
                    <a:pt x="4168453" y="1236460"/>
                  </a:lnTo>
                  <a:lnTo>
                    <a:pt x="4169149" y="1234429"/>
                  </a:lnTo>
                  <a:lnTo>
                    <a:pt x="4169845" y="1229761"/>
                  </a:lnTo>
                  <a:lnTo>
                    <a:pt x="4170542" y="1224260"/>
                  </a:lnTo>
                  <a:lnTo>
                    <a:pt x="4171238" y="1217716"/>
                  </a:lnTo>
                  <a:lnTo>
                    <a:pt x="4171934" y="1207497"/>
                  </a:lnTo>
                  <a:lnTo>
                    <a:pt x="4172630" y="1196891"/>
                  </a:lnTo>
                  <a:lnTo>
                    <a:pt x="4173326" y="1185423"/>
                  </a:lnTo>
                  <a:lnTo>
                    <a:pt x="4174022" y="1173955"/>
                  </a:lnTo>
                  <a:lnTo>
                    <a:pt x="4174719" y="1162753"/>
                  </a:lnTo>
                  <a:lnTo>
                    <a:pt x="4175415" y="1151248"/>
                  </a:lnTo>
                  <a:lnTo>
                    <a:pt x="4176111" y="1140466"/>
                  </a:lnTo>
                  <a:lnTo>
                    <a:pt x="4176807" y="1129364"/>
                  </a:lnTo>
                  <a:lnTo>
                    <a:pt x="4177503" y="1117148"/>
                  </a:lnTo>
                  <a:lnTo>
                    <a:pt x="4178200" y="1103262"/>
                  </a:lnTo>
                  <a:lnTo>
                    <a:pt x="4178896" y="1090071"/>
                  </a:lnTo>
                  <a:lnTo>
                    <a:pt x="4179592" y="1076623"/>
                  </a:lnTo>
                  <a:lnTo>
                    <a:pt x="4180288" y="1063176"/>
                  </a:lnTo>
                  <a:lnTo>
                    <a:pt x="4180984" y="1050481"/>
                  </a:lnTo>
                  <a:lnTo>
                    <a:pt x="4181680" y="1038476"/>
                  </a:lnTo>
                  <a:lnTo>
                    <a:pt x="4182377" y="1029260"/>
                  </a:lnTo>
                  <a:lnTo>
                    <a:pt x="4183073" y="1020087"/>
                  </a:lnTo>
                  <a:lnTo>
                    <a:pt x="4183769" y="1012013"/>
                  </a:lnTo>
                  <a:lnTo>
                    <a:pt x="4184465" y="1004243"/>
                  </a:lnTo>
                  <a:lnTo>
                    <a:pt x="4185161" y="996766"/>
                  </a:lnTo>
                  <a:lnTo>
                    <a:pt x="4185857" y="989288"/>
                  </a:lnTo>
                  <a:lnTo>
                    <a:pt x="4186554" y="982600"/>
                  </a:lnTo>
                  <a:lnTo>
                    <a:pt x="4187250" y="977740"/>
                  </a:lnTo>
                  <a:lnTo>
                    <a:pt x="4187946" y="974219"/>
                  </a:lnTo>
                  <a:lnTo>
                    <a:pt x="4188642" y="973361"/>
                  </a:lnTo>
                  <a:lnTo>
                    <a:pt x="4189338" y="972612"/>
                  </a:lnTo>
                  <a:lnTo>
                    <a:pt x="4190034" y="971863"/>
                  </a:lnTo>
                  <a:lnTo>
                    <a:pt x="4190731" y="971113"/>
                  </a:lnTo>
                  <a:lnTo>
                    <a:pt x="4191427" y="970364"/>
                  </a:lnTo>
                  <a:lnTo>
                    <a:pt x="4192123" y="969327"/>
                  </a:lnTo>
                  <a:lnTo>
                    <a:pt x="4192819" y="970028"/>
                  </a:lnTo>
                  <a:lnTo>
                    <a:pt x="4193515" y="973469"/>
                  </a:lnTo>
                  <a:lnTo>
                    <a:pt x="4194212" y="976666"/>
                  </a:lnTo>
                  <a:lnTo>
                    <a:pt x="4194908" y="979607"/>
                  </a:lnTo>
                  <a:lnTo>
                    <a:pt x="4195604" y="982255"/>
                  </a:lnTo>
                  <a:lnTo>
                    <a:pt x="4196300" y="985196"/>
                  </a:lnTo>
                  <a:lnTo>
                    <a:pt x="4196996" y="988137"/>
                  </a:lnTo>
                  <a:lnTo>
                    <a:pt x="4197692" y="990785"/>
                  </a:lnTo>
                  <a:lnTo>
                    <a:pt x="4198389" y="993130"/>
                  </a:lnTo>
                  <a:lnTo>
                    <a:pt x="4199085" y="995778"/>
                  </a:lnTo>
                  <a:lnTo>
                    <a:pt x="4199781" y="998415"/>
                  </a:lnTo>
                  <a:lnTo>
                    <a:pt x="4200477" y="1001215"/>
                  </a:lnTo>
                  <a:lnTo>
                    <a:pt x="4201173" y="1005877"/>
                  </a:lnTo>
                  <a:lnTo>
                    <a:pt x="4201869" y="1012045"/>
                  </a:lnTo>
                  <a:lnTo>
                    <a:pt x="4202566" y="1017806"/>
                  </a:lnTo>
                  <a:lnTo>
                    <a:pt x="4203262" y="1021034"/>
                  </a:lnTo>
                  <a:lnTo>
                    <a:pt x="4203958" y="1024136"/>
                  </a:lnTo>
                  <a:lnTo>
                    <a:pt x="4204654" y="1027238"/>
                  </a:lnTo>
                  <a:lnTo>
                    <a:pt x="4205350" y="1030633"/>
                  </a:lnTo>
                  <a:lnTo>
                    <a:pt x="4206047" y="1034860"/>
                  </a:lnTo>
                  <a:lnTo>
                    <a:pt x="4206743" y="1040706"/>
                  </a:lnTo>
                  <a:lnTo>
                    <a:pt x="4207439" y="1050339"/>
                  </a:lnTo>
                  <a:lnTo>
                    <a:pt x="4208135" y="1060816"/>
                  </a:lnTo>
                  <a:lnTo>
                    <a:pt x="4208831" y="1072448"/>
                  </a:lnTo>
                  <a:lnTo>
                    <a:pt x="4209527" y="1084079"/>
                  </a:lnTo>
                  <a:lnTo>
                    <a:pt x="4210224" y="1096003"/>
                  </a:lnTo>
                  <a:lnTo>
                    <a:pt x="4210920" y="1106714"/>
                  </a:lnTo>
                  <a:lnTo>
                    <a:pt x="4211616" y="1115061"/>
                  </a:lnTo>
                  <a:lnTo>
                    <a:pt x="4212312" y="1123727"/>
                  </a:lnTo>
                  <a:lnTo>
                    <a:pt x="4213008" y="1133438"/>
                  </a:lnTo>
                  <a:lnTo>
                    <a:pt x="4213704" y="1146170"/>
                  </a:lnTo>
                  <a:lnTo>
                    <a:pt x="4214401" y="1158957"/>
                  </a:lnTo>
                  <a:lnTo>
                    <a:pt x="4215097" y="1171051"/>
                  </a:lnTo>
                  <a:lnTo>
                    <a:pt x="4215793" y="1181979"/>
                  </a:lnTo>
                  <a:lnTo>
                    <a:pt x="4216489" y="1191871"/>
                  </a:lnTo>
                  <a:lnTo>
                    <a:pt x="4217185" y="1201075"/>
                  </a:lnTo>
                  <a:lnTo>
                    <a:pt x="4217882" y="1207489"/>
                  </a:lnTo>
                  <a:lnTo>
                    <a:pt x="4218578" y="1213860"/>
                  </a:lnTo>
                  <a:lnTo>
                    <a:pt x="4219274" y="1218274"/>
                  </a:lnTo>
                  <a:lnTo>
                    <a:pt x="4219970" y="1223242"/>
                  </a:lnTo>
                  <a:lnTo>
                    <a:pt x="4220666" y="1227749"/>
                  </a:lnTo>
                  <a:lnTo>
                    <a:pt x="4221362" y="1231523"/>
                  </a:lnTo>
                  <a:lnTo>
                    <a:pt x="4222059" y="1235968"/>
                  </a:lnTo>
                  <a:lnTo>
                    <a:pt x="4222755" y="1238585"/>
                  </a:lnTo>
                  <a:lnTo>
                    <a:pt x="4223451" y="1240333"/>
                  </a:lnTo>
                  <a:lnTo>
                    <a:pt x="4224147" y="1239236"/>
                  </a:lnTo>
                  <a:lnTo>
                    <a:pt x="4224843" y="1237173"/>
                  </a:lnTo>
                  <a:lnTo>
                    <a:pt x="4225539" y="1235280"/>
                  </a:lnTo>
                  <a:lnTo>
                    <a:pt x="4226236" y="1232676"/>
                  </a:lnTo>
                  <a:lnTo>
                    <a:pt x="4226932" y="1230645"/>
                  </a:lnTo>
                  <a:lnTo>
                    <a:pt x="4227628" y="1228613"/>
                  </a:lnTo>
                  <a:lnTo>
                    <a:pt x="4228324" y="1226582"/>
                  </a:lnTo>
                  <a:lnTo>
                    <a:pt x="4229020" y="1222705"/>
                  </a:lnTo>
                  <a:lnTo>
                    <a:pt x="4229716" y="1218785"/>
                  </a:lnTo>
                  <a:lnTo>
                    <a:pt x="4230413" y="1214865"/>
                  </a:lnTo>
                  <a:lnTo>
                    <a:pt x="4231109" y="1210315"/>
                  </a:lnTo>
                  <a:lnTo>
                    <a:pt x="4231805" y="1206395"/>
                  </a:lnTo>
                  <a:lnTo>
                    <a:pt x="4232501" y="1202475"/>
                  </a:lnTo>
                  <a:lnTo>
                    <a:pt x="4233197" y="1198847"/>
                  </a:lnTo>
                  <a:lnTo>
                    <a:pt x="4233894" y="1195219"/>
                  </a:lnTo>
                  <a:lnTo>
                    <a:pt x="4234590" y="1189344"/>
                  </a:lnTo>
                  <a:lnTo>
                    <a:pt x="4235286" y="1183632"/>
                  </a:lnTo>
                  <a:lnTo>
                    <a:pt x="4235982" y="1178068"/>
                  </a:lnTo>
                  <a:lnTo>
                    <a:pt x="4236678" y="1174295"/>
                  </a:lnTo>
                  <a:lnTo>
                    <a:pt x="4237374" y="1168743"/>
                  </a:lnTo>
                  <a:lnTo>
                    <a:pt x="4238071" y="1163438"/>
                  </a:lnTo>
                  <a:lnTo>
                    <a:pt x="4238767" y="1159732"/>
                  </a:lnTo>
                  <a:lnTo>
                    <a:pt x="4239463" y="1154306"/>
                  </a:lnTo>
                  <a:lnTo>
                    <a:pt x="4240159" y="1148881"/>
                  </a:lnTo>
                  <a:lnTo>
                    <a:pt x="4240855" y="1143455"/>
                  </a:lnTo>
                  <a:lnTo>
                    <a:pt x="4241551" y="1138971"/>
                  </a:lnTo>
                  <a:lnTo>
                    <a:pt x="4242248" y="1133830"/>
                  </a:lnTo>
                  <a:lnTo>
                    <a:pt x="4242944" y="1127837"/>
                  </a:lnTo>
                  <a:lnTo>
                    <a:pt x="4243640" y="1121028"/>
                  </a:lnTo>
                  <a:lnTo>
                    <a:pt x="4244336" y="1113585"/>
                  </a:lnTo>
                  <a:lnTo>
                    <a:pt x="4245032" y="1107592"/>
                  </a:lnTo>
                  <a:lnTo>
                    <a:pt x="4245729" y="1100926"/>
                  </a:lnTo>
                  <a:lnTo>
                    <a:pt x="4246425" y="1095567"/>
                  </a:lnTo>
                  <a:lnTo>
                    <a:pt x="4247121" y="1091073"/>
                  </a:lnTo>
                  <a:lnTo>
                    <a:pt x="4247817" y="1087679"/>
                  </a:lnTo>
                  <a:lnTo>
                    <a:pt x="4248513" y="1083154"/>
                  </a:lnTo>
                  <a:lnTo>
                    <a:pt x="4249209" y="1076279"/>
                  </a:lnTo>
                  <a:lnTo>
                    <a:pt x="4249906" y="1067582"/>
                  </a:lnTo>
                  <a:lnTo>
                    <a:pt x="4250602" y="1058041"/>
                  </a:lnTo>
                  <a:lnTo>
                    <a:pt x="4251298" y="1049611"/>
                  </a:lnTo>
                  <a:lnTo>
                    <a:pt x="4251994" y="1041411"/>
                  </a:lnTo>
                  <a:lnTo>
                    <a:pt x="4252690" y="1033247"/>
                  </a:lnTo>
                  <a:lnTo>
                    <a:pt x="4253386" y="1025670"/>
                  </a:lnTo>
                  <a:lnTo>
                    <a:pt x="4254083" y="1018133"/>
                  </a:lnTo>
                  <a:lnTo>
                    <a:pt x="4254779" y="1011971"/>
                  </a:lnTo>
                  <a:lnTo>
                    <a:pt x="4255475" y="1005520"/>
                  </a:lnTo>
                  <a:lnTo>
                    <a:pt x="4256171" y="999698"/>
                  </a:lnTo>
                  <a:lnTo>
                    <a:pt x="4256867" y="994609"/>
                  </a:lnTo>
                  <a:lnTo>
                    <a:pt x="4257563" y="987590"/>
                  </a:lnTo>
                  <a:lnTo>
                    <a:pt x="4258260" y="980571"/>
                  </a:lnTo>
                  <a:lnTo>
                    <a:pt x="4258956" y="973907"/>
                  </a:lnTo>
                  <a:lnTo>
                    <a:pt x="4259652" y="967915"/>
                  </a:lnTo>
                  <a:lnTo>
                    <a:pt x="4260348" y="965788"/>
                  </a:lnTo>
                  <a:lnTo>
                    <a:pt x="4261044" y="966170"/>
                  </a:lnTo>
                  <a:lnTo>
                    <a:pt x="4261741" y="966170"/>
                  </a:lnTo>
                  <a:lnTo>
                    <a:pt x="4262437" y="964463"/>
                  </a:lnTo>
                  <a:lnTo>
                    <a:pt x="4263133" y="964008"/>
                  </a:lnTo>
                  <a:lnTo>
                    <a:pt x="4263829" y="963259"/>
                  </a:lnTo>
                  <a:lnTo>
                    <a:pt x="4264525" y="962511"/>
                  </a:lnTo>
                  <a:lnTo>
                    <a:pt x="4265221" y="961460"/>
                  </a:lnTo>
                  <a:lnTo>
                    <a:pt x="4265918" y="959486"/>
                  </a:lnTo>
                  <a:lnTo>
                    <a:pt x="4266614" y="957309"/>
                  </a:lnTo>
                  <a:lnTo>
                    <a:pt x="4267310" y="954465"/>
                  </a:lnTo>
                  <a:lnTo>
                    <a:pt x="4268006" y="953158"/>
                  </a:lnTo>
                  <a:lnTo>
                    <a:pt x="4268702" y="951850"/>
                  </a:lnTo>
                  <a:lnTo>
                    <a:pt x="4269398" y="950260"/>
                  </a:lnTo>
                  <a:lnTo>
                    <a:pt x="4270095" y="949664"/>
                  </a:lnTo>
                  <a:lnTo>
                    <a:pt x="4270791" y="948612"/>
                  </a:lnTo>
                  <a:lnTo>
                    <a:pt x="4271487" y="947261"/>
                  </a:lnTo>
                  <a:lnTo>
                    <a:pt x="4272183" y="945002"/>
                  </a:lnTo>
                  <a:lnTo>
                    <a:pt x="4272879" y="943639"/>
                  </a:lnTo>
                  <a:lnTo>
                    <a:pt x="4273576" y="942891"/>
                  </a:lnTo>
                  <a:lnTo>
                    <a:pt x="4274272" y="941417"/>
                  </a:lnTo>
                  <a:lnTo>
                    <a:pt x="4274968" y="940347"/>
                  </a:lnTo>
                  <a:lnTo>
                    <a:pt x="4275664" y="939276"/>
                  </a:lnTo>
                  <a:lnTo>
                    <a:pt x="4276360" y="939441"/>
                  </a:lnTo>
                  <a:lnTo>
                    <a:pt x="4277056" y="937884"/>
                  </a:lnTo>
                  <a:lnTo>
                    <a:pt x="4277753" y="936408"/>
                  </a:lnTo>
                  <a:lnTo>
                    <a:pt x="4278449" y="935832"/>
                  </a:lnTo>
                  <a:lnTo>
                    <a:pt x="4279145" y="936647"/>
                  </a:lnTo>
                  <a:lnTo>
                    <a:pt x="4279841" y="936851"/>
                  </a:lnTo>
                  <a:lnTo>
                    <a:pt x="4280537" y="936275"/>
                  </a:lnTo>
                  <a:lnTo>
                    <a:pt x="4281233" y="936371"/>
                  </a:lnTo>
                  <a:lnTo>
                    <a:pt x="4281930" y="936061"/>
                  </a:lnTo>
                  <a:lnTo>
                    <a:pt x="4282626" y="936590"/>
                  </a:lnTo>
                  <a:lnTo>
                    <a:pt x="4283322" y="937002"/>
                  </a:lnTo>
                  <a:lnTo>
                    <a:pt x="4284018" y="937862"/>
                  </a:lnTo>
                  <a:lnTo>
                    <a:pt x="4284714" y="940683"/>
                  </a:lnTo>
                  <a:lnTo>
                    <a:pt x="4285411" y="946772"/>
                  </a:lnTo>
                  <a:lnTo>
                    <a:pt x="4286107" y="952940"/>
                  </a:lnTo>
                  <a:lnTo>
                    <a:pt x="4286803" y="957481"/>
                  </a:lnTo>
                  <a:lnTo>
                    <a:pt x="4287499" y="964256"/>
                  </a:lnTo>
                  <a:lnTo>
                    <a:pt x="4288195" y="970994"/>
                  </a:lnTo>
                  <a:lnTo>
                    <a:pt x="4288891" y="976570"/>
                  </a:lnTo>
                  <a:lnTo>
                    <a:pt x="4289588" y="980910"/>
                  </a:lnTo>
                  <a:lnTo>
                    <a:pt x="4290284" y="982122"/>
                  </a:lnTo>
                  <a:lnTo>
                    <a:pt x="4290980" y="983518"/>
                  </a:lnTo>
                  <a:lnTo>
                    <a:pt x="4291676" y="984454"/>
                  </a:lnTo>
                  <a:lnTo>
                    <a:pt x="4292372" y="984776"/>
                  </a:lnTo>
                  <a:lnTo>
                    <a:pt x="4293068" y="986126"/>
                  </a:lnTo>
                  <a:lnTo>
                    <a:pt x="4293765" y="987476"/>
                  </a:lnTo>
                  <a:lnTo>
                    <a:pt x="4294461" y="989662"/>
                  </a:lnTo>
                  <a:lnTo>
                    <a:pt x="4295157" y="991745"/>
                  </a:lnTo>
                  <a:lnTo>
                    <a:pt x="4295853" y="989508"/>
                  </a:lnTo>
                  <a:lnTo>
                    <a:pt x="4296549" y="982754"/>
                  </a:lnTo>
                  <a:lnTo>
                    <a:pt x="4297245" y="978350"/>
                  </a:lnTo>
                  <a:lnTo>
                    <a:pt x="4297942" y="975081"/>
                  </a:lnTo>
                  <a:lnTo>
                    <a:pt x="4298638" y="971129"/>
                  </a:lnTo>
                  <a:lnTo>
                    <a:pt x="4299334" y="968327"/>
                  </a:lnTo>
                  <a:lnTo>
                    <a:pt x="4300030" y="964904"/>
                  </a:lnTo>
                  <a:lnTo>
                    <a:pt x="4300726" y="964729"/>
                  </a:lnTo>
                  <a:lnTo>
                    <a:pt x="4301423" y="965926"/>
                  </a:lnTo>
                  <a:lnTo>
                    <a:pt x="4302119" y="967579"/>
                  </a:lnTo>
                  <a:lnTo>
                    <a:pt x="4302815" y="966999"/>
                  </a:lnTo>
                  <a:lnTo>
                    <a:pt x="4303511" y="964757"/>
                  </a:lnTo>
                  <a:lnTo>
                    <a:pt x="4304207" y="962514"/>
                  </a:lnTo>
                  <a:lnTo>
                    <a:pt x="4304903" y="959128"/>
                  </a:lnTo>
                  <a:lnTo>
                    <a:pt x="4305600" y="956995"/>
                  </a:lnTo>
                  <a:lnTo>
                    <a:pt x="4306296" y="955576"/>
                  </a:lnTo>
                  <a:lnTo>
                    <a:pt x="4306992" y="957264"/>
                  </a:lnTo>
                  <a:lnTo>
                    <a:pt x="4307688" y="958199"/>
                  </a:lnTo>
                  <a:lnTo>
                    <a:pt x="4308384" y="957886"/>
                  </a:lnTo>
                  <a:lnTo>
                    <a:pt x="4309080" y="957032"/>
                  </a:lnTo>
                  <a:lnTo>
                    <a:pt x="4309777" y="956788"/>
                  </a:lnTo>
                  <a:lnTo>
                    <a:pt x="4310473" y="957846"/>
                  </a:lnTo>
                  <a:lnTo>
                    <a:pt x="4311169" y="959156"/>
                  </a:lnTo>
                  <a:lnTo>
                    <a:pt x="4311865" y="957628"/>
                  </a:lnTo>
                  <a:lnTo>
                    <a:pt x="4312561" y="956723"/>
                  </a:lnTo>
                  <a:lnTo>
                    <a:pt x="4313258" y="956888"/>
                  </a:lnTo>
                  <a:lnTo>
                    <a:pt x="4313954" y="955032"/>
                  </a:lnTo>
                  <a:lnTo>
                    <a:pt x="4314650" y="953006"/>
                  </a:lnTo>
                  <a:lnTo>
                    <a:pt x="4315346" y="952226"/>
                  </a:lnTo>
                  <a:lnTo>
                    <a:pt x="4316042" y="950776"/>
                  </a:lnTo>
                  <a:lnTo>
                    <a:pt x="4316738" y="949326"/>
                  </a:lnTo>
                  <a:lnTo>
                    <a:pt x="4317435" y="948491"/>
                  </a:lnTo>
                  <a:lnTo>
                    <a:pt x="4318131" y="946421"/>
                  </a:lnTo>
                  <a:lnTo>
                    <a:pt x="4318827" y="944295"/>
                  </a:lnTo>
                  <a:lnTo>
                    <a:pt x="4319523" y="942391"/>
                  </a:lnTo>
                  <a:lnTo>
                    <a:pt x="4320219" y="938380"/>
                  </a:lnTo>
                  <a:lnTo>
                    <a:pt x="4320915" y="932921"/>
                  </a:lnTo>
                  <a:lnTo>
                    <a:pt x="4321612" y="929791"/>
                  </a:lnTo>
                  <a:lnTo>
                    <a:pt x="4322308" y="928833"/>
                  </a:lnTo>
                  <a:lnTo>
                    <a:pt x="4323004" y="926279"/>
                  </a:lnTo>
                  <a:lnTo>
                    <a:pt x="4323700" y="926025"/>
                  </a:lnTo>
                  <a:lnTo>
                    <a:pt x="4324396" y="928679"/>
                  </a:lnTo>
                  <a:lnTo>
                    <a:pt x="4325092" y="932242"/>
                  </a:lnTo>
                  <a:lnTo>
                    <a:pt x="4325789" y="938415"/>
                  </a:lnTo>
                  <a:lnTo>
                    <a:pt x="4326485" y="944403"/>
                  </a:lnTo>
                  <a:lnTo>
                    <a:pt x="4327181" y="950392"/>
                  </a:lnTo>
                  <a:lnTo>
                    <a:pt x="4327877" y="956427"/>
                  </a:lnTo>
                  <a:lnTo>
                    <a:pt x="4328573" y="963030"/>
                  </a:lnTo>
                  <a:lnTo>
                    <a:pt x="4329270" y="969634"/>
                  </a:lnTo>
                  <a:lnTo>
                    <a:pt x="4329966" y="975431"/>
                  </a:lnTo>
                  <a:lnTo>
                    <a:pt x="4330662" y="981738"/>
                  </a:lnTo>
                  <a:lnTo>
                    <a:pt x="4331358" y="989032"/>
                  </a:lnTo>
                  <a:lnTo>
                    <a:pt x="4332054" y="996458"/>
                  </a:lnTo>
                  <a:lnTo>
                    <a:pt x="4332750" y="1003914"/>
                  </a:lnTo>
                  <a:lnTo>
                    <a:pt x="4333447" y="1011537"/>
                  </a:lnTo>
                  <a:lnTo>
                    <a:pt x="4334143" y="1017975"/>
                  </a:lnTo>
                  <a:lnTo>
                    <a:pt x="4334839" y="1023101"/>
                  </a:lnTo>
                  <a:lnTo>
                    <a:pt x="4335535" y="1028555"/>
                  </a:lnTo>
                  <a:lnTo>
                    <a:pt x="4336231" y="1031356"/>
                  </a:lnTo>
                  <a:lnTo>
                    <a:pt x="4336927" y="1033113"/>
                  </a:lnTo>
                  <a:lnTo>
                    <a:pt x="4337624" y="1035539"/>
                  </a:lnTo>
                  <a:lnTo>
                    <a:pt x="4338320" y="1039942"/>
                  </a:lnTo>
                  <a:lnTo>
                    <a:pt x="4339016" y="1043928"/>
                  </a:lnTo>
                  <a:lnTo>
                    <a:pt x="4339712" y="1047913"/>
                  </a:lnTo>
                  <a:lnTo>
                    <a:pt x="4340408" y="1053326"/>
                  </a:lnTo>
                  <a:lnTo>
                    <a:pt x="4341105" y="1059025"/>
                  </a:lnTo>
                  <a:lnTo>
                    <a:pt x="4341801" y="1064341"/>
                  </a:lnTo>
                  <a:lnTo>
                    <a:pt x="4342497" y="1067973"/>
                  </a:lnTo>
                  <a:lnTo>
                    <a:pt x="4343193" y="1071930"/>
                  </a:lnTo>
                  <a:lnTo>
                    <a:pt x="4343889" y="1077850"/>
                  </a:lnTo>
                  <a:lnTo>
                    <a:pt x="4344585" y="1084313"/>
                  </a:lnTo>
                  <a:lnTo>
                    <a:pt x="4345282" y="1090775"/>
                  </a:lnTo>
                  <a:lnTo>
                    <a:pt x="4345978" y="1096135"/>
                  </a:lnTo>
                  <a:lnTo>
                    <a:pt x="4346674" y="1099398"/>
                  </a:lnTo>
                  <a:lnTo>
                    <a:pt x="4347370" y="1104264"/>
                  </a:lnTo>
                  <a:lnTo>
                    <a:pt x="4348066" y="1107800"/>
                  </a:lnTo>
                  <a:lnTo>
                    <a:pt x="4348762" y="1111028"/>
                  </a:lnTo>
                  <a:lnTo>
                    <a:pt x="4349459" y="1114487"/>
                  </a:lnTo>
                  <a:lnTo>
                    <a:pt x="4350155" y="1118116"/>
                  </a:lnTo>
                  <a:lnTo>
                    <a:pt x="4350851" y="1122313"/>
                  </a:lnTo>
                  <a:lnTo>
                    <a:pt x="4351547" y="1125315"/>
                  </a:lnTo>
                  <a:lnTo>
                    <a:pt x="4352243" y="1127068"/>
                  </a:lnTo>
                  <a:lnTo>
                    <a:pt x="4352939" y="1129276"/>
                  </a:lnTo>
                  <a:lnTo>
                    <a:pt x="4353636" y="1131071"/>
                  </a:lnTo>
                  <a:lnTo>
                    <a:pt x="4354332" y="1133003"/>
                  </a:lnTo>
                  <a:lnTo>
                    <a:pt x="4355028" y="1133664"/>
                  </a:lnTo>
                  <a:lnTo>
                    <a:pt x="4355724" y="1136481"/>
                  </a:lnTo>
                  <a:lnTo>
                    <a:pt x="4356420" y="1138108"/>
                  </a:lnTo>
                  <a:lnTo>
                    <a:pt x="4357117" y="1140537"/>
                  </a:lnTo>
                  <a:lnTo>
                    <a:pt x="4357813" y="1141627"/>
                  </a:lnTo>
                  <a:lnTo>
                    <a:pt x="4358509" y="1142397"/>
                  </a:lnTo>
                  <a:lnTo>
                    <a:pt x="4359205" y="1140220"/>
                  </a:lnTo>
                  <a:lnTo>
                    <a:pt x="4359901" y="1134888"/>
                  </a:lnTo>
                  <a:lnTo>
                    <a:pt x="4360597" y="1128466"/>
                  </a:lnTo>
                  <a:lnTo>
                    <a:pt x="4361294" y="1121469"/>
                  </a:lnTo>
                  <a:lnTo>
                    <a:pt x="4361990" y="1114552"/>
                  </a:lnTo>
                  <a:lnTo>
                    <a:pt x="4362686" y="1108779"/>
                  </a:lnTo>
                  <a:lnTo>
                    <a:pt x="4363382" y="1102357"/>
                  </a:lnTo>
                  <a:lnTo>
                    <a:pt x="4364078" y="1096797"/>
                  </a:lnTo>
                  <a:lnTo>
                    <a:pt x="4364774" y="1090098"/>
                  </a:lnTo>
                  <a:lnTo>
                    <a:pt x="4365471" y="1082599"/>
                  </a:lnTo>
                  <a:lnTo>
                    <a:pt x="4366167" y="1073381"/>
                  </a:lnTo>
                  <a:lnTo>
                    <a:pt x="4366863" y="1065963"/>
                  </a:lnTo>
                  <a:lnTo>
                    <a:pt x="4367559" y="1058295"/>
                  </a:lnTo>
                  <a:lnTo>
                    <a:pt x="4368255" y="1047653"/>
                  </a:lnTo>
                  <a:lnTo>
                    <a:pt x="4368952" y="1036248"/>
                  </a:lnTo>
                  <a:lnTo>
                    <a:pt x="4369648" y="1026291"/>
                  </a:lnTo>
                  <a:lnTo>
                    <a:pt x="4370344" y="1016819"/>
                  </a:lnTo>
                  <a:lnTo>
                    <a:pt x="4371040" y="1009732"/>
                  </a:lnTo>
                  <a:lnTo>
                    <a:pt x="4371736" y="1001718"/>
                  </a:lnTo>
                  <a:lnTo>
                    <a:pt x="4372432" y="994843"/>
                  </a:lnTo>
                  <a:lnTo>
                    <a:pt x="4373129" y="988271"/>
                  </a:lnTo>
                  <a:lnTo>
                    <a:pt x="4373825" y="982449"/>
                  </a:lnTo>
                  <a:lnTo>
                    <a:pt x="4374521" y="977169"/>
                  </a:lnTo>
                  <a:lnTo>
                    <a:pt x="4375217" y="971820"/>
                  </a:lnTo>
                  <a:lnTo>
                    <a:pt x="4375913" y="965832"/>
                  </a:lnTo>
                  <a:lnTo>
                    <a:pt x="4376609" y="959557"/>
                  </a:lnTo>
                  <a:lnTo>
                    <a:pt x="4377306" y="952951"/>
                  </a:lnTo>
                  <a:lnTo>
                    <a:pt x="4378002" y="947892"/>
                  </a:lnTo>
                  <a:lnTo>
                    <a:pt x="4378698" y="946496"/>
                  </a:lnTo>
                  <a:lnTo>
                    <a:pt x="4379394" y="947219"/>
                  </a:lnTo>
                  <a:lnTo>
                    <a:pt x="4380090" y="947153"/>
                  </a:lnTo>
                  <a:lnTo>
                    <a:pt x="4380787" y="944910"/>
                  </a:lnTo>
                  <a:lnTo>
                    <a:pt x="4381483" y="943167"/>
                  </a:lnTo>
                  <a:lnTo>
                    <a:pt x="4382179" y="943269"/>
                  </a:lnTo>
                  <a:lnTo>
                    <a:pt x="4382875" y="942015"/>
                  </a:lnTo>
                  <a:lnTo>
                    <a:pt x="4383571" y="940402"/>
                  </a:lnTo>
                  <a:lnTo>
                    <a:pt x="4384267" y="935366"/>
                  </a:lnTo>
                  <a:lnTo>
                    <a:pt x="4384964" y="931566"/>
                  </a:lnTo>
                  <a:lnTo>
                    <a:pt x="4385660" y="926837"/>
                  </a:lnTo>
                  <a:lnTo>
                    <a:pt x="4386356" y="920675"/>
                  </a:lnTo>
                  <a:lnTo>
                    <a:pt x="4387052" y="915708"/>
                  </a:lnTo>
                  <a:lnTo>
                    <a:pt x="4387748" y="912558"/>
                  </a:lnTo>
                  <a:lnTo>
                    <a:pt x="4388444" y="908323"/>
                  </a:lnTo>
                  <a:lnTo>
                    <a:pt x="4389141" y="903475"/>
                  </a:lnTo>
                  <a:lnTo>
                    <a:pt x="4389837" y="897564"/>
                  </a:lnTo>
                  <a:lnTo>
                    <a:pt x="4390533" y="892701"/>
                  </a:lnTo>
                  <a:lnTo>
                    <a:pt x="4391229" y="888534"/>
                  </a:lnTo>
                  <a:lnTo>
                    <a:pt x="4391925" y="886125"/>
                  </a:lnTo>
                  <a:lnTo>
                    <a:pt x="4392621" y="883977"/>
                  </a:lnTo>
                  <a:lnTo>
                    <a:pt x="4393318" y="883030"/>
                  </a:lnTo>
                  <a:lnTo>
                    <a:pt x="4394014" y="884104"/>
                  </a:lnTo>
                  <a:lnTo>
                    <a:pt x="4394710" y="886433"/>
                  </a:lnTo>
                  <a:lnTo>
                    <a:pt x="4395406" y="887709"/>
                  </a:lnTo>
                  <a:lnTo>
                    <a:pt x="4396102" y="889942"/>
                  </a:lnTo>
                  <a:lnTo>
                    <a:pt x="4396799" y="892572"/>
                  </a:lnTo>
                  <a:lnTo>
                    <a:pt x="4397495" y="893482"/>
                  </a:lnTo>
                  <a:lnTo>
                    <a:pt x="4398191" y="894173"/>
                  </a:lnTo>
                  <a:lnTo>
                    <a:pt x="4398887" y="896690"/>
                  </a:lnTo>
                  <a:lnTo>
                    <a:pt x="4399583" y="899632"/>
                  </a:lnTo>
                  <a:lnTo>
                    <a:pt x="4400279" y="903713"/>
                  </a:lnTo>
                  <a:lnTo>
                    <a:pt x="4400976" y="910535"/>
                  </a:lnTo>
                  <a:lnTo>
                    <a:pt x="4401672" y="917690"/>
                  </a:lnTo>
                  <a:lnTo>
                    <a:pt x="4402368" y="922710"/>
                  </a:lnTo>
                  <a:lnTo>
                    <a:pt x="4403064" y="928328"/>
                  </a:lnTo>
                  <a:lnTo>
                    <a:pt x="4403760" y="935123"/>
                  </a:lnTo>
                  <a:lnTo>
                    <a:pt x="4404456" y="942207"/>
                  </a:lnTo>
                  <a:lnTo>
                    <a:pt x="4405153" y="950548"/>
                  </a:lnTo>
                  <a:lnTo>
                    <a:pt x="4405849" y="961686"/>
                  </a:lnTo>
                  <a:lnTo>
                    <a:pt x="4406545" y="971014"/>
                  </a:lnTo>
                  <a:lnTo>
                    <a:pt x="4407241" y="981684"/>
                  </a:lnTo>
                  <a:lnTo>
                    <a:pt x="4407937" y="992495"/>
                  </a:lnTo>
                  <a:lnTo>
                    <a:pt x="4408634" y="1003061"/>
                  </a:lnTo>
                  <a:lnTo>
                    <a:pt x="4409330" y="1012821"/>
                  </a:lnTo>
                  <a:lnTo>
                    <a:pt x="4410026" y="1021512"/>
                  </a:lnTo>
                  <a:lnTo>
                    <a:pt x="4410722" y="1030271"/>
                  </a:lnTo>
                  <a:lnTo>
                    <a:pt x="4411418" y="1039616"/>
                  </a:lnTo>
                  <a:lnTo>
                    <a:pt x="4412114" y="1047176"/>
                  </a:lnTo>
                  <a:lnTo>
                    <a:pt x="4412811" y="1056551"/>
                  </a:lnTo>
                  <a:lnTo>
                    <a:pt x="4413507" y="1061596"/>
                  </a:lnTo>
                  <a:lnTo>
                    <a:pt x="4414203" y="1061539"/>
                  </a:lnTo>
                  <a:lnTo>
                    <a:pt x="4414899" y="1058777"/>
                  </a:lnTo>
                  <a:lnTo>
                    <a:pt x="4415595" y="1056272"/>
                  </a:lnTo>
                  <a:lnTo>
                    <a:pt x="4416291" y="1054654"/>
                  </a:lnTo>
                  <a:lnTo>
                    <a:pt x="4416988" y="1053420"/>
                  </a:lnTo>
                  <a:lnTo>
                    <a:pt x="4417684" y="1051384"/>
                  </a:lnTo>
                  <a:lnTo>
                    <a:pt x="4418380" y="1051052"/>
                  </a:lnTo>
                  <a:lnTo>
                    <a:pt x="4419076" y="1053072"/>
                  </a:lnTo>
                  <a:lnTo>
                    <a:pt x="4419772" y="1057753"/>
                  </a:lnTo>
                  <a:lnTo>
                    <a:pt x="4420468" y="1063103"/>
                  </a:lnTo>
                  <a:lnTo>
                    <a:pt x="4421165" y="1068126"/>
                  </a:lnTo>
                  <a:lnTo>
                    <a:pt x="4421861" y="1073465"/>
                  </a:lnTo>
                  <a:lnTo>
                    <a:pt x="4422557" y="1079590"/>
                  </a:lnTo>
                  <a:lnTo>
                    <a:pt x="4423253" y="1085499"/>
                  </a:lnTo>
                  <a:lnTo>
                    <a:pt x="4423949" y="1092649"/>
                  </a:lnTo>
                  <a:lnTo>
                    <a:pt x="4424646" y="1103446"/>
                  </a:lnTo>
                  <a:lnTo>
                    <a:pt x="4425342" y="1115713"/>
                  </a:lnTo>
                  <a:lnTo>
                    <a:pt x="4426038" y="1128469"/>
                  </a:lnTo>
                  <a:lnTo>
                    <a:pt x="4426734" y="1141643"/>
                  </a:lnTo>
                  <a:lnTo>
                    <a:pt x="4427430" y="1155723"/>
                  </a:lnTo>
                  <a:lnTo>
                    <a:pt x="4428126" y="1170000"/>
                  </a:lnTo>
                  <a:lnTo>
                    <a:pt x="4428823" y="1184361"/>
                  </a:lnTo>
                  <a:lnTo>
                    <a:pt x="4429519" y="1196630"/>
                  </a:lnTo>
                  <a:lnTo>
                    <a:pt x="4430215" y="1204978"/>
                  </a:lnTo>
                  <a:lnTo>
                    <a:pt x="4430911" y="1214577"/>
                  </a:lnTo>
                  <a:lnTo>
                    <a:pt x="4431607" y="1224105"/>
                  </a:lnTo>
                  <a:lnTo>
                    <a:pt x="4432303" y="1231680"/>
                  </a:lnTo>
                  <a:lnTo>
                    <a:pt x="4433000" y="1239581"/>
                  </a:lnTo>
                  <a:lnTo>
                    <a:pt x="4433696" y="1246554"/>
                  </a:lnTo>
                  <a:lnTo>
                    <a:pt x="4434392" y="1251686"/>
                  </a:lnTo>
                  <a:lnTo>
                    <a:pt x="4435088" y="1253370"/>
                  </a:lnTo>
                  <a:lnTo>
                    <a:pt x="4435784" y="1255054"/>
                  </a:lnTo>
                  <a:lnTo>
                    <a:pt x="4436481" y="1254412"/>
                  </a:lnTo>
                  <a:lnTo>
                    <a:pt x="4437177" y="1252652"/>
                  </a:lnTo>
                  <a:lnTo>
                    <a:pt x="4437873" y="1251550"/>
                  </a:lnTo>
                  <a:lnTo>
                    <a:pt x="4438569" y="1250590"/>
                  </a:lnTo>
                  <a:lnTo>
                    <a:pt x="4439265" y="1249013"/>
                  </a:lnTo>
                  <a:lnTo>
                    <a:pt x="4439961" y="1247035"/>
                  </a:lnTo>
                  <a:lnTo>
                    <a:pt x="4440658" y="1242967"/>
                  </a:lnTo>
                  <a:lnTo>
                    <a:pt x="4441354" y="1235498"/>
                  </a:lnTo>
                  <a:lnTo>
                    <a:pt x="4442050" y="1229847"/>
                  </a:lnTo>
                  <a:lnTo>
                    <a:pt x="4442746" y="1224439"/>
                  </a:lnTo>
                  <a:lnTo>
                    <a:pt x="4443442" y="1218923"/>
                  </a:lnTo>
                  <a:lnTo>
                    <a:pt x="4444138" y="1213288"/>
                  </a:lnTo>
                  <a:lnTo>
                    <a:pt x="4444835" y="1208988"/>
                  </a:lnTo>
                  <a:lnTo>
                    <a:pt x="4445531" y="1205756"/>
                  </a:lnTo>
                  <a:lnTo>
                    <a:pt x="4446227" y="1201909"/>
                  </a:lnTo>
                  <a:lnTo>
                    <a:pt x="4446923" y="1198116"/>
                  </a:lnTo>
                  <a:lnTo>
                    <a:pt x="4447619" y="1193984"/>
                  </a:lnTo>
                  <a:lnTo>
                    <a:pt x="4448316" y="1187381"/>
                  </a:lnTo>
                  <a:lnTo>
                    <a:pt x="4449012" y="1183021"/>
                  </a:lnTo>
                  <a:lnTo>
                    <a:pt x="4449708" y="1181505"/>
                  </a:lnTo>
                  <a:lnTo>
                    <a:pt x="4450404" y="1180081"/>
                  </a:lnTo>
                  <a:lnTo>
                    <a:pt x="4451100" y="1178407"/>
                  </a:lnTo>
                  <a:lnTo>
                    <a:pt x="4451796" y="1178023"/>
                  </a:lnTo>
                  <a:lnTo>
                    <a:pt x="4452493" y="1176185"/>
                  </a:lnTo>
                  <a:lnTo>
                    <a:pt x="4453189" y="1174855"/>
                  </a:lnTo>
                  <a:lnTo>
                    <a:pt x="4453885" y="1172293"/>
                  </a:lnTo>
                  <a:lnTo>
                    <a:pt x="4454581" y="1168507"/>
                  </a:lnTo>
                  <a:lnTo>
                    <a:pt x="4455277" y="1165469"/>
                  </a:lnTo>
                  <a:lnTo>
                    <a:pt x="4455973" y="1162316"/>
                  </a:lnTo>
                  <a:lnTo>
                    <a:pt x="4456670" y="1159174"/>
                  </a:lnTo>
                  <a:lnTo>
                    <a:pt x="4457366" y="1155244"/>
                  </a:lnTo>
                  <a:lnTo>
                    <a:pt x="4458062" y="1152508"/>
                  </a:lnTo>
                  <a:lnTo>
                    <a:pt x="4458758" y="1150021"/>
                  </a:lnTo>
                  <a:lnTo>
                    <a:pt x="4459454" y="1146924"/>
                  </a:lnTo>
                  <a:lnTo>
                    <a:pt x="4460150" y="1141820"/>
                  </a:lnTo>
                  <a:lnTo>
                    <a:pt x="4460847" y="1135056"/>
                  </a:lnTo>
                  <a:lnTo>
                    <a:pt x="4461543" y="1127418"/>
                  </a:lnTo>
                  <a:lnTo>
                    <a:pt x="4462239" y="1118803"/>
                  </a:lnTo>
                  <a:lnTo>
                    <a:pt x="4462935" y="1108714"/>
                  </a:lnTo>
                  <a:lnTo>
                    <a:pt x="4463631" y="1097609"/>
                  </a:lnTo>
                  <a:lnTo>
                    <a:pt x="4464328" y="1087114"/>
                  </a:lnTo>
                  <a:lnTo>
                    <a:pt x="4465024" y="1076970"/>
                  </a:lnTo>
                  <a:lnTo>
                    <a:pt x="4465720" y="1072458"/>
                  </a:lnTo>
                  <a:lnTo>
                    <a:pt x="4466416" y="1067050"/>
                  </a:lnTo>
                  <a:lnTo>
                    <a:pt x="4467112" y="1061558"/>
                  </a:lnTo>
                  <a:lnTo>
                    <a:pt x="4467808" y="1059995"/>
                  </a:lnTo>
                  <a:lnTo>
                    <a:pt x="4468505" y="1059384"/>
                  </a:lnTo>
                  <a:lnTo>
                    <a:pt x="4469201" y="1060193"/>
                  </a:lnTo>
                  <a:lnTo>
                    <a:pt x="4469897" y="1062234"/>
                  </a:lnTo>
                  <a:lnTo>
                    <a:pt x="4470593" y="1067131"/>
                  </a:lnTo>
                  <a:lnTo>
                    <a:pt x="4471289" y="1072307"/>
                  </a:lnTo>
                  <a:lnTo>
                    <a:pt x="4471985" y="1077204"/>
                  </a:lnTo>
                  <a:lnTo>
                    <a:pt x="4472682" y="1082264"/>
                  </a:lnTo>
                  <a:lnTo>
                    <a:pt x="4473378" y="1087323"/>
                  </a:lnTo>
                  <a:lnTo>
                    <a:pt x="4474074" y="1093462"/>
                  </a:lnTo>
                  <a:lnTo>
                    <a:pt x="4474770" y="1099799"/>
                  </a:lnTo>
                  <a:lnTo>
                    <a:pt x="4475466" y="1106494"/>
                  </a:lnTo>
                  <a:lnTo>
                    <a:pt x="4476163" y="1111829"/>
                  </a:lnTo>
                  <a:lnTo>
                    <a:pt x="4476859" y="1116824"/>
                  </a:lnTo>
                  <a:lnTo>
                    <a:pt x="4477555" y="1120015"/>
                  </a:lnTo>
                  <a:lnTo>
                    <a:pt x="4478251" y="1121233"/>
                  </a:lnTo>
                  <a:lnTo>
                    <a:pt x="4478947" y="1121875"/>
                  </a:lnTo>
                  <a:lnTo>
                    <a:pt x="4479643" y="1121759"/>
                  </a:lnTo>
                  <a:lnTo>
                    <a:pt x="4480340" y="1119509"/>
                  </a:lnTo>
                  <a:lnTo>
                    <a:pt x="4481036" y="1116691"/>
                  </a:lnTo>
                  <a:lnTo>
                    <a:pt x="4481732" y="1114065"/>
                  </a:lnTo>
                  <a:lnTo>
                    <a:pt x="4482428" y="1112889"/>
                  </a:lnTo>
                  <a:lnTo>
                    <a:pt x="4483124" y="1113838"/>
                  </a:lnTo>
                  <a:lnTo>
                    <a:pt x="4483820" y="1115441"/>
                  </a:lnTo>
                  <a:lnTo>
                    <a:pt x="4484517" y="1115277"/>
                  </a:lnTo>
                  <a:lnTo>
                    <a:pt x="4485213" y="1114290"/>
                  </a:lnTo>
                  <a:lnTo>
                    <a:pt x="4485909" y="1113509"/>
                  </a:lnTo>
                  <a:lnTo>
                    <a:pt x="4486605" y="1113509"/>
                  </a:lnTo>
                  <a:lnTo>
                    <a:pt x="4487301" y="1114218"/>
                  </a:lnTo>
                  <a:lnTo>
                    <a:pt x="4487997" y="1116690"/>
                  </a:lnTo>
                  <a:lnTo>
                    <a:pt x="4488694" y="1120512"/>
                  </a:lnTo>
                  <a:lnTo>
                    <a:pt x="4489390" y="1124915"/>
                  </a:lnTo>
                  <a:lnTo>
                    <a:pt x="4490086" y="1129781"/>
                  </a:lnTo>
                  <a:lnTo>
                    <a:pt x="4490782" y="1133611"/>
                  </a:lnTo>
                  <a:lnTo>
                    <a:pt x="4491478" y="1137114"/>
                  </a:lnTo>
                  <a:lnTo>
                    <a:pt x="4492175" y="1141285"/>
                  </a:lnTo>
                  <a:lnTo>
                    <a:pt x="4492871" y="1146794"/>
                  </a:lnTo>
                  <a:lnTo>
                    <a:pt x="4493567" y="1150322"/>
                  </a:lnTo>
                  <a:lnTo>
                    <a:pt x="4494263" y="1152960"/>
                  </a:lnTo>
                  <a:lnTo>
                    <a:pt x="4494959" y="1156610"/>
                  </a:lnTo>
                  <a:lnTo>
                    <a:pt x="4495655" y="1161593"/>
                  </a:lnTo>
                  <a:lnTo>
                    <a:pt x="4496352" y="1166586"/>
                  </a:lnTo>
                  <a:lnTo>
                    <a:pt x="4497048" y="1171964"/>
                  </a:lnTo>
                  <a:lnTo>
                    <a:pt x="4497744" y="1176197"/>
                  </a:lnTo>
                  <a:lnTo>
                    <a:pt x="4498440" y="1180431"/>
                  </a:lnTo>
                  <a:lnTo>
                    <a:pt x="4499136" y="1183807"/>
                  </a:lnTo>
                  <a:lnTo>
                    <a:pt x="4499832" y="1186134"/>
                  </a:lnTo>
                  <a:lnTo>
                    <a:pt x="4500529" y="1187917"/>
                  </a:lnTo>
                  <a:lnTo>
                    <a:pt x="4501225" y="1187383"/>
                  </a:lnTo>
                  <a:lnTo>
                    <a:pt x="4501921" y="1188053"/>
                  </a:lnTo>
                  <a:lnTo>
                    <a:pt x="4502617" y="1189298"/>
                  </a:lnTo>
                  <a:lnTo>
                    <a:pt x="4503313" y="1188744"/>
                  </a:lnTo>
                  <a:lnTo>
                    <a:pt x="4504010" y="1187985"/>
                  </a:lnTo>
                  <a:lnTo>
                    <a:pt x="4504706" y="1185809"/>
                  </a:lnTo>
                  <a:lnTo>
                    <a:pt x="4505402" y="1183633"/>
                  </a:lnTo>
                  <a:lnTo>
                    <a:pt x="4506098" y="1180193"/>
                  </a:lnTo>
                  <a:lnTo>
                    <a:pt x="4506794" y="1176475"/>
                  </a:lnTo>
                  <a:lnTo>
                    <a:pt x="4507490" y="1173035"/>
                  </a:lnTo>
                  <a:lnTo>
                    <a:pt x="4508187" y="1170859"/>
                  </a:lnTo>
                  <a:lnTo>
                    <a:pt x="4508883" y="1168683"/>
                  </a:lnTo>
                  <a:lnTo>
                    <a:pt x="4509579" y="1166645"/>
                  </a:lnTo>
                  <a:lnTo>
                    <a:pt x="4510275" y="1165537"/>
                  </a:lnTo>
                  <a:lnTo>
                    <a:pt x="4510971" y="1164777"/>
                  </a:lnTo>
                  <a:lnTo>
                    <a:pt x="4511667" y="1165694"/>
                  </a:lnTo>
                  <a:lnTo>
                    <a:pt x="4512364" y="1167526"/>
                  </a:lnTo>
                  <a:lnTo>
                    <a:pt x="4513060" y="1169243"/>
                  </a:lnTo>
                  <a:lnTo>
                    <a:pt x="4513756" y="1171981"/>
                  </a:lnTo>
                  <a:lnTo>
                    <a:pt x="4514452" y="1174720"/>
                  </a:lnTo>
                  <a:lnTo>
                    <a:pt x="4515148" y="1178277"/>
                  </a:lnTo>
                  <a:lnTo>
                    <a:pt x="4515845" y="1183236"/>
                  </a:lnTo>
                  <a:lnTo>
                    <a:pt x="4516541" y="1188763"/>
                  </a:lnTo>
                  <a:lnTo>
                    <a:pt x="4517237" y="1194713"/>
                  </a:lnTo>
                  <a:lnTo>
                    <a:pt x="4517933" y="1199214"/>
                  </a:lnTo>
                  <a:lnTo>
                    <a:pt x="4518629" y="1204018"/>
                  </a:lnTo>
                  <a:lnTo>
                    <a:pt x="4519325" y="1208822"/>
                  </a:lnTo>
                  <a:lnTo>
                    <a:pt x="4520022" y="1214206"/>
                  </a:lnTo>
                  <a:lnTo>
                    <a:pt x="4520718" y="1219011"/>
                  </a:lnTo>
                  <a:lnTo>
                    <a:pt x="4521414" y="1222773"/>
                  </a:lnTo>
                  <a:lnTo>
                    <a:pt x="4522110" y="1223586"/>
                  </a:lnTo>
                  <a:lnTo>
                    <a:pt x="4522806" y="1223306"/>
                  </a:lnTo>
                  <a:lnTo>
                    <a:pt x="4523502" y="1222029"/>
                  </a:lnTo>
                  <a:lnTo>
                    <a:pt x="4524199" y="1217903"/>
                  </a:lnTo>
                  <a:lnTo>
                    <a:pt x="4524895" y="1214081"/>
                  </a:lnTo>
                  <a:lnTo>
                    <a:pt x="4525591" y="1210514"/>
                  </a:lnTo>
                  <a:lnTo>
                    <a:pt x="4526287" y="1206691"/>
                  </a:lnTo>
                  <a:lnTo>
                    <a:pt x="4526983" y="1202869"/>
                  </a:lnTo>
                  <a:lnTo>
                    <a:pt x="4527679" y="1199046"/>
                  </a:lnTo>
                  <a:lnTo>
                    <a:pt x="4528376" y="1195479"/>
                  </a:lnTo>
                  <a:lnTo>
                    <a:pt x="4529072" y="1191657"/>
                  </a:lnTo>
                  <a:lnTo>
                    <a:pt x="4529768" y="1187542"/>
                  </a:lnTo>
                  <a:lnTo>
                    <a:pt x="4530464" y="1181393"/>
                  </a:lnTo>
                  <a:lnTo>
                    <a:pt x="4531160" y="1173911"/>
                  </a:lnTo>
                  <a:lnTo>
                    <a:pt x="4531857" y="1167183"/>
                  </a:lnTo>
                  <a:lnTo>
                    <a:pt x="4532553" y="1162613"/>
                  </a:lnTo>
                  <a:lnTo>
                    <a:pt x="4533249" y="1158419"/>
                  </a:lnTo>
                  <a:lnTo>
                    <a:pt x="4533945" y="1154768"/>
                  </a:lnTo>
                  <a:lnTo>
                    <a:pt x="4534641" y="1153149"/>
                  </a:lnTo>
                  <a:lnTo>
                    <a:pt x="4535337" y="1151529"/>
                  </a:lnTo>
                  <a:lnTo>
                    <a:pt x="4536034" y="1150213"/>
                  </a:lnTo>
                  <a:lnTo>
                    <a:pt x="4536730" y="1147447"/>
                  </a:lnTo>
                  <a:lnTo>
                    <a:pt x="4537426" y="1144112"/>
                  </a:lnTo>
                  <a:lnTo>
                    <a:pt x="4538122" y="1140777"/>
                  </a:lnTo>
                  <a:lnTo>
                    <a:pt x="4538818" y="1137187"/>
                  </a:lnTo>
                  <a:lnTo>
                    <a:pt x="4539514" y="1133596"/>
                  </a:lnTo>
                  <a:lnTo>
                    <a:pt x="4540211" y="1130686"/>
                  </a:lnTo>
                  <a:lnTo>
                    <a:pt x="4540907" y="1129126"/>
                  </a:lnTo>
                  <a:lnTo>
                    <a:pt x="4541603" y="1127567"/>
                  </a:lnTo>
                  <a:lnTo>
                    <a:pt x="4542299" y="1124656"/>
                  </a:lnTo>
                  <a:lnTo>
                    <a:pt x="4542995" y="1121321"/>
                  </a:lnTo>
                  <a:lnTo>
                    <a:pt x="4543692" y="1117987"/>
                  </a:lnTo>
                  <a:lnTo>
                    <a:pt x="4544388" y="1114108"/>
                  </a:lnTo>
                  <a:lnTo>
                    <a:pt x="4545084" y="1110230"/>
                  </a:lnTo>
                  <a:lnTo>
                    <a:pt x="4545780" y="1106351"/>
                  </a:lnTo>
                  <a:lnTo>
                    <a:pt x="4546476" y="1102291"/>
                  </a:lnTo>
                  <a:lnTo>
                    <a:pt x="4547172" y="1099308"/>
                  </a:lnTo>
                  <a:lnTo>
                    <a:pt x="4547869" y="1096963"/>
                  </a:lnTo>
                  <a:lnTo>
                    <a:pt x="4548565" y="1094437"/>
                  </a:lnTo>
                  <a:lnTo>
                    <a:pt x="4549261" y="1091910"/>
                  </a:lnTo>
                  <a:lnTo>
                    <a:pt x="4549957" y="1089384"/>
                  </a:lnTo>
                  <a:lnTo>
                    <a:pt x="4550653" y="1086858"/>
                  </a:lnTo>
                  <a:lnTo>
                    <a:pt x="4551349" y="1083788"/>
                  </a:lnTo>
                  <a:lnTo>
                    <a:pt x="4552046" y="1080718"/>
                  </a:lnTo>
                  <a:lnTo>
                    <a:pt x="4552742" y="1079131"/>
                  </a:lnTo>
                  <a:lnTo>
                    <a:pt x="4553438" y="1078406"/>
                  </a:lnTo>
                  <a:lnTo>
                    <a:pt x="4554134" y="1077377"/>
                  </a:lnTo>
                  <a:lnTo>
                    <a:pt x="4554830" y="1076348"/>
                  </a:lnTo>
                  <a:lnTo>
                    <a:pt x="4555526" y="1075501"/>
                  </a:lnTo>
                  <a:lnTo>
                    <a:pt x="4556223" y="1074942"/>
                  </a:lnTo>
                  <a:lnTo>
                    <a:pt x="4556919" y="1075679"/>
                  </a:lnTo>
                  <a:lnTo>
                    <a:pt x="4557615" y="1079366"/>
                  </a:lnTo>
                  <a:lnTo>
                    <a:pt x="4558311" y="1083439"/>
                  </a:lnTo>
                  <a:lnTo>
                    <a:pt x="4559007" y="1088118"/>
                  </a:lnTo>
                  <a:lnTo>
                    <a:pt x="4559704" y="1095337"/>
                  </a:lnTo>
                  <a:lnTo>
                    <a:pt x="4560400" y="1102557"/>
                  </a:lnTo>
                  <a:lnTo>
                    <a:pt x="4561096" y="1109776"/>
                  </a:lnTo>
                  <a:lnTo>
                    <a:pt x="4561792" y="1117538"/>
                  </a:lnTo>
                  <a:lnTo>
                    <a:pt x="4562488" y="1125629"/>
                  </a:lnTo>
                  <a:lnTo>
                    <a:pt x="4563184" y="1133719"/>
                  </a:lnTo>
                  <a:lnTo>
                    <a:pt x="4563881" y="1140938"/>
                  </a:lnTo>
                  <a:lnTo>
                    <a:pt x="4564577" y="1149028"/>
                  </a:lnTo>
                  <a:lnTo>
                    <a:pt x="4565273" y="1157699"/>
                  </a:lnTo>
                  <a:lnTo>
                    <a:pt x="4565969" y="1167391"/>
                  </a:lnTo>
                  <a:lnTo>
                    <a:pt x="4566665" y="1176469"/>
                  </a:lnTo>
                  <a:lnTo>
                    <a:pt x="4567361" y="1184974"/>
                  </a:lnTo>
                  <a:lnTo>
                    <a:pt x="4568058" y="1191321"/>
                  </a:lnTo>
                  <a:lnTo>
                    <a:pt x="4568754" y="1197293"/>
                  </a:lnTo>
                  <a:lnTo>
                    <a:pt x="4569450" y="1202264"/>
                  </a:lnTo>
                  <a:lnTo>
                    <a:pt x="4570146" y="1204609"/>
                  </a:lnTo>
                  <a:lnTo>
                    <a:pt x="4570842" y="1206954"/>
                  </a:lnTo>
                  <a:lnTo>
                    <a:pt x="4571539" y="1208995"/>
                  </a:lnTo>
                  <a:lnTo>
                    <a:pt x="4572235" y="1212486"/>
                  </a:lnTo>
                  <a:lnTo>
                    <a:pt x="4572931" y="1216606"/>
                  </a:lnTo>
                  <a:lnTo>
                    <a:pt x="4573627" y="1220982"/>
                  </a:lnTo>
                  <a:lnTo>
                    <a:pt x="4574323" y="1225614"/>
                  </a:lnTo>
                  <a:lnTo>
                    <a:pt x="4575019" y="1229989"/>
                  </a:lnTo>
                  <a:lnTo>
                    <a:pt x="4575716" y="1234118"/>
                  </a:lnTo>
                  <a:lnTo>
                    <a:pt x="4576412" y="1234374"/>
                  </a:lnTo>
                  <a:lnTo>
                    <a:pt x="4577108" y="1234630"/>
                  </a:lnTo>
                  <a:lnTo>
                    <a:pt x="4577804" y="1236540"/>
                  </a:lnTo>
                  <a:lnTo>
                    <a:pt x="4578500" y="1238875"/>
                  </a:lnTo>
                  <a:lnTo>
                    <a:pt x="4579196" y="1241209"/>
                  </a:lnTo>
                  <a:lnTo>
                    <a:pt x="4579893" y="1244087"/>
                  </a:lnTo>
                  <a:lnTo>
                    <a:pt x="4580589" y="1246966"/>
                  </a:lnTo>
                  <a:lnTo>
                    <a:pt x="4581285" y="1250137"/>
                  </a:lnTo>
                  <a:lnTo>
                    <a:pt x="4581981" y="1251648"/>
                  </a:lnTo>
                  <a:lnTo>
                    <a:pt x="4582677" y="1251577"/>
                  </a:lnTo>
                  <a:lnTo>
                    <a:pt x="4583373" y="1250867"/>
                  </a:lnTo>
                  <a:lnTo>
                    <a:pt x="4584070" y="1249864"/>
                  </a:lnTo>
                  <a:lnTo>
                    <a:pt x="4584766" y="1248862"/>
                  </a:lnTo>
                  <a:lnTo>
                    <a:pt x="4585462" y="1248152"/>
                  </a:lnTo>
                  <a:lnTo>
                    <a:pt x="4586158" y="1246941"/>
                  </a:lnTo>
                  <a:lnTo>
                    <a:pt x="4586854" y="1247667"/>
                  </a:lnTo>
                  <a:lnTo>
                    <a:pt x="4587551" y="1248392"/>
                  </a:lnTo>
                  <a:lnTo>
                    <a:pt x="4588247" y="1247379"/>
                  </a:lnTo>
                  <a:lnTo>
                    <a:pt x="4588943" y="1245503"/>
                  </a:lnTo>
                  <a:lnTo>
                    <a:pt x="4589639" y="1243628"/>
                  </a:lnTo>
                  <a:lnTo>
                    <a:pt x="4590335" y="1241752"/>
                  </a:lnTo>
                  <a:lnTo>
                    <a:pt x="4591031" y="1239951"/>
                  </a:lnTo>
                  <a:lnTo>
                    <a:pt x="4591728" y="1237607"/>
                  </a:lnTo>
                  <a:lnTo>
                    <a:pt x="4592424" y="1234790"/>
                  </a:lnTo>
                  <a:lnTo>
                    <a:pt x="4593120" y="1231902"/>
                  </a:lnTo>
                  <a:lnTo>
                    <a:pt x="4593816" y="1229014"/>
                  </a:lnTo>
                  <a:lnTo>
                    <a:pt x="4594512" y="1224874"/>
                  </a:lnTo>
                  <a:lnTo>
                    <a:pt x="4595208" y="1218903"/>
                  </a:lnTo>
                  <a:lnTo>
                    <a:pt x="4595905" y="1212371"/>
                  </a:lnTo>
                  <a:lnTo>
                    <a:pt x="4596601" y="1204896"/>
                  </a:lnTo>
                  <a:lnTo>
                    <a:pt x="4597297" y="1196841"/>
                  </a:lnTo>
                  <a:lnTo>
                    <a:pt x="4597993" y="1187404"/>
                  </a:lnTo>
                  <a:lnTo>
                    <a:pt x="4598689" y="1179019"/>
                  </a:lnTo>
                  <a:lnTo>
                    <a:pt x="4599386" y="1171249"/>
                  </a:lnTo>
                  <a:lnTo>
                    <a:pt x="4600082" y="1163479"/>
                  </a:lnTo>
                  <a:lnTo>
                    <a:pt x="4600778" y="1155709"/>
                  </a:lnTo>
                  <a:lnTo>
                    <a:pt x="4601474" y="1147324"/>
                  </a:lnTo>
                  <a:lnTo>
                    <a:pt x="4602170" y="1139069"/>
                  </a:lnTo>
                  <a:lnTo>
                    <a:pt x="4602866" y="1130884"/>
                  </a:lnTo>
                  <a:lnTo>
                    <a:pt x="4603563" y="1120767"/>
                  </a:lnTo>
                  <a:lnTo>
                    <a:pt x="4604259" y="1110198"/>
                  </a:lnTo>
                  <a:lnTo>
                    <a:pt x="4604955" y="1101188"/>
                  </a:lnTo>
                  <a:lnTo>
                    <a:pt x="4605651" y="1094314"/>
                  </a:lnTo>
                  <a:lnTo>
                    <a:pt x="4606347" y="1086967"/>
                  </a:lnTo>
                  <a:lnTo>
                    <a:pt x="4607043" y="1080559"/>
                  </a:lnTo>
                  <a:lnTo>
                    <a:pt x="4607740" y="1073474"/>
                  </a:lnTo>
                  <a:lnTo>
                    <a:pt x="4608436" y="1067322"/>
                  </a:lnTo>
                  <a:lnTo>
                    <a:pt x="4609132" y="1059769"/>
                  </a:lnTo>
                  <a:lnTo>
                    <a:pt x="4609828" y="1052216"/>
                  </a:lnTo>
                  <a:lnTo>
                    <a:pt x="4610524" y="1044304"/>
                  </a:lnTo>
                  <a:lnTo>
                    <a:pt x="4611221" y="1035959"/>
                  </a:lnTo>
                  <a:lnTo>
                    <a:pt x="4611917" y="1030136"/>
                  </a:lnTo>
                  <a:lnTo>
                    <a:pt x="4612613" y="1025387"/>
                  </a:lnTo>
                  <a:lnTo>
                    <a:pt x="4613309" y="1021114"/>
                  </a:lnTo>
                  <a:lnTo>
                    <a:pt x="4614005" y="1020119"/>
                  </a:lnTo>
                  <a:lnTo>
                    <a:pt x="4614701" y="1020119"/>
                  </a:lnTo>
                  <a:lnTo>
                    <a:pt x="4615398" y="1019815"/>
                  </a:lnTo>
                  <a:lnTo>
                    <a:pt x="4616094" y="1018968"/>
                  </a:lnTo>
                  <a:lnTo>
                    <a:pt x="4616790" y="1017829"/>
                  </a:lnTo>
                  <a:lnTo>
                    <a:pt x="4617486" y="1018530"/>
                  </a:lnTo>
                  <a:lnTo>
                    <a:pt x="4618182" y="1021209"/>
                  </a:lnTo>
                  <a:lnTo>
                    <a:pt x="4618878" y="1024445"/>
                  </a:lnTo>
                  <a:lnTo>
                    <a:pt x="4619575" y="1027974"/>
                  </a:lnTo>
                  <a:lnTo>
                    <a:pt x="4620271" y="1031503"/>
                  </a:lnTo>
                  <a:lnTo>
                    <a:pt x="4620967" y="1034739"/>
                  </a:lnTo>
                  <a:lnTo>
                    <a:pt x="4621663" y="1038476"/>
                  </a:lnTo>
                  <a:lnTo>
                    <a:pt x="4622359" y="1040277"/>
                  </a:lnTo>
                  <a:lnTo>
                    <a:pt x="4623055" y="1042078"/>
                  </a:lnTo>
                  <a:lnTo>
                    <a:pt x="4623752" y="1044135"/>
                  </a:lnTo>
                  <a:lnTo>
                    <a:pt x="4624448" y="1046011"/>
                  </a:lnTo>
                  <a:lnTo>
                    <a:pt x="4625144" y="1045871"/>
                  </a:lnTo>
                  <a:lnTo>
                    <a:pt x="4625840" y="1045401"/>
                  </a:lnTo>
                  <a:lnTo>
                    <a:pt x="4626536" y="1044676"/>
                  </a:lnTo>
                  <a:lnTo>
                    <a:pt x="4627233" y="1044207"/>
                  </a:lnTo>
                  <a:lnTo>
                    <a:pt x="4627929" y="1044134"/>
                  </a:lnTo>
                  <a:lnTo>
                    <a:pt x="4628625" y="1044100"/>
                  </a:lnTo>
                  <a:lnTo>
                    <a:pt x="4629321" y="1042357"/>
                  </a:lnTo>
                  <a:lnTo>
                    <a:pt x="4630017" y="1041561"/>
                  </a:lnTo>
                  <a:lnTo>
                    <a:pt x="4630713" y="1041848"/>
                  </a:lnTo>
                  <a:lnTo>
                    <a:pt x="4631410" y="1042696"/>
                  </a:lnTo>
                  <a:lnTo>
                    <a:pt x="4632106" y="1044488"/>
                  </a:lnTo>
                  <a:lnTo>
                    <a:pt x="4632802" y="1046860"/>
                  </a:lnTo>
                  <a:lnTo>
                    <a:pt x="4633498" y="1050254"/>
                  </a:lnTo>
                  <a:lnTo>
                    <a:pt x="4634194" y="1052900"/>
                  </a:lnTo>
                  <a:lnTo>
                    <a:pt x="4634890" y="1055546"/>
                  </a:lnTo>
                  <a:lnTo>
                    <a:pt x="4635587" y="1059578"/>
                  </a:lnTo>
                  <a:lnTo>
                    <a:pt x="4636283" y="1063932"/>
                  </a:lnTo>
                  <a:lnTo>
                    <a:pt x="4636979" y="1068902"/>
                  </a:lnTo>
                  <a:lnTo>
                    <a:pt x="4637675" y="1074356"/>
                  </a:lnTo>
                  <a:lnTo>
                    <a:pt x="4638371" y="1079447"/>
                  </a:lnTo>
                  <a:lnTo>
                    <a:pt x="4639068" y="1086497"/>
                  </a:lnTo>
                  <a:lnTo>
                    <a:pt x="4639764" y="1095759"/>
                  </a:lnTo>
                  <a:lnTo>
                    <a:pt x="4640460" y="1104173"/>
                  </a:lnTo>
                  <a:lnTo>
                    <a:pt x="4641156" y="1111047"/>
                  </a:lnTo>
                  <a:lnTo>
                    <a:pt x="4641852" y="1118394"/>
                  </a:lnTo>
                  <a:lnTo>
                    <a:pt x="4642548" y="1124802"/>
                  </a:lnTo>
                  <a:lnTo>
                    <a:pt x="4643245" y="1131887"/>
                  </a:lnTo>
                  <a:lnTo>
                    <a:pt x="4643941" y="1138295"/>
                  </a:lnTo>
                  <a:lnTo>
                    <a:pt x="4644637" y="1145848"/>
                  </a:lnTo>
                  <a:lnTo>
                    <a:pt x="4645333" y="1153401"/>
                  </a:lnTo>
                  <a:lnTo>
                    <a:pt x="4646029" y="1161569"/>
                  </a:lnTo>
                  <a:lnTo>
                    <a:pt x="4646725" y="1169737"/>
                  </a:lnTo>
                  <a:lnTo>
                    <a:pt x="4647422" y="1177905"/>
                  </a:lnTo>
                  <a:lnTo>
                    <a:pt x="4648118" y="1184999"/>
                  </a:lnTo>
                  <a:lnTo>
                    <a:pt x="4648814" y="1191313"/>
                  </a:lnTo>
                  <a:lnTo>
                    <a:pt x="4649510" y="1194349"/>
                  </a:lnTo>
                  <a:lnTo>
                    <a:pt x="4650206" y="1196390"/>
                  </a:lnTo>
                  <a:lnTo>
                    <a:pt x="4650902" y="1198479"/>
                  </a:lnTo>
                  <a:lnTo>
                    <a:pt x="4651599" y="1201112"/>
                  </a:lnTo>
                  <a:lnTo>
                    <a:pt x="4652295" y="1203744"/>
                  </a:lnTo>
                  <a:lnTo>
                    <a:pt x="4652991" y="1206377"/>
                  </a:lnTo>
                  <a:lnTo>
                    <a:pt x="4653687" y="1207221"/>
                  </a:lnTo>
                  <a:lnTo>
                    <a:pt x="4654383" y="1207221"/>
                  </a:lnTo>
                  <a:lnTo>
                    <a:pt x="4655080" y="1207040"/>
                  </a:lnTo>
                  <a:lnTo>
                    <a:pt x="4655776" y="1206858"/>
                  </a:lnTo>
                  <a:lnTo>
                    <a:pt x="4656472" y="1206360"/>
                  </a:lnTo>
                  <a:lnTo>
                    <a:pt x="4657168" y="1205863"/>
                  </a:lnTo>
                  <a:lnTo>
                    <a:pt x="4657864" y="1205366"/>
                  </a:lnTo>
                  <a:lnTo>
                    <a:pt x="4658560" y="1205184"/>
                  </a:lnTo>
                  <a:lnTo>
                    <a:pt x="4659257" y="1205003"/>
                  </a:lnTo>
                  <a:lnTo>
                    <a:pt x="4659953" y="1205003"/>
                  </a:lnTo>
                  <a:lnTo>
                    <a:pt x="4660649" y="1205114"/>
                  </a:lnTo>
                  <a:lnTo>
                    <a:pt x="4661345" y="1205114"/>
                  </a:lnTo>
                  <a:lnTo>
                    <a:pt x="4662041" y="1205114"/>
                  </a:lnTo>
                  <a:lnTo>
                    <a:pt x="4662737" y="1205114"/>
                  </a:lnTo>
                  <a:lnTo>
                    <a:pt x="4663434" y="1204932"/>
                  </a:lnTo>
                  <a:lnTo>
                    <a:pt x="4664130" y="1204785"/>
                  </a:lnTo>
                  <a:lnTo>
                    <a:pt x="4664826" y="1206601"/>
                  </a:lnTo>
                  <a:lnTo>
                    <a:pt x="4665522" y="1206857"/>
                  </a:lnTo>
                  <a:lnTo>
                    <a:pt x="4666218" y="1207709"/>
                  </a:lnTo>
                  <a:lnTo>
                    <a:pt x="4666915" y="1209016"/>
                  </a:lnTo>
                  <a:lnTo>
                    <a:pt x="4667611" y="1210324"/>
                  </a:lnTo>
                  <a:lnTo>
                    <a:pt x="4668307" y="1211632"/>
                  </a:lnTo>
                  <a:lnTo>
                    <a:pt x="4669003" y="1212683"/>
                  </a:lnTo>
                  <a:lnTo>
                    <a:pt x="4669699" y="1213431"/>
                  </a:lnTo>
                  <a:lnTo>
                    <a:pt x="4670395" y="1214179"/>
                  </a:lnTo>
                  <a:lnTo>
                    <a:pt x="4671092" y="1215144"/>
                  </a:lnTo>
                  <a:lnTo>
                    <a:pt x="4671788" y="1216215"/>
                  </a:lnTo>
                  <a:lnTo>
                    <a:pt x="4672484" y="1218430"/>
                  </a:lnTo>
                  <a:lnTo>
                    <a:pt x="4673180" y="1220646"/>
                  </a:lnTo>
                  <a:lnTo>
                    <a:pt x="4673876" y="1224011"/>
                  </a:lnTo>
                  <a:lnTo>
                    <a:pt x="4674572" y="1227350"/>
                  </a:lnTo>
                  <a:lnTo>
                    <a:pt x="4675269" y="1228291"/>
                  </a:lnTo>
                  <a:lnTo>
                    <a:pt x="4675965" y="1231103"/>
                  </a:lnTo>
                  <a:lnTo>
                    <a:pt x="4676661" y="1233346"/>
                  </a:lnTo>
                  <a:lnTo>
                    <a:pt x="4677357" y="1235589"/>
                  </a:lnTo>
                  <a:lnTo>
                    <a:pt x="4678053" y="1237832"/>
                  </a:lnTo>
                  <a:lnTo>
                    <a:pt x="4678750" y="1240075"/>
                  </a:lnTo>
                  <a:lnTo>
                    <a:pt x="4679446" y="1242318"/>
                  </a:lnTo>
                  <a:lnTo>
                    <a:pt x="4680142" y="1244561"/>
                  </a:lnTo>
                  <a:lnTo>
                    <a:pt x="4680838" y="1246804"/>
                  </a:lnTo>
                  <a:lnTo>
                    <a:pt x="4681534" y="1247856"/>
                  </a:lnTo>
                  <a:lnTo>
                    <a:pt x="4682230" y="1249523"/>
                  </a:lnTo>
                  <a:lnTo>
                    <a:pt x="4682927" y="1250575"/>
                  </a:lnTo>
                  <a:lnTo>
                    <a:pt x="4683623" y="1251626"/>
                  </a:lnTo>
                  <a:lnTo>
                    <a:pt x="4684319" y="1252222"/>
                  </a:lnTo>
                  <a:lnTo>
                    <a:pt x="4685015" y="1252818"/>
                  </a:lnTo>
                  <a:lnTo>
                    <a:pt x="4685711" y="1253414"/>
                  </a:lnTo>
                  <a:lnTo>
                    <a:pt x="4686407" y="1254266"/>
                  </a:lnTo>
                  <a:lnTo>
                    <a:pt x="4687104" y="1255118"/>
                  </a:lnTo>
                  <a:lnTo>
                    <a:pt x="4687800" y="1255970"/>
                  </a:lnTo>
                  <a:lnTo>
                    <a:pt x="4688496" y="1256530"/>
                  </a:lnTo>
                  <a:lnTo>
                    <a:pt x="4689192" y="1257089"/>
                  </a:lnTo>
                  <a:lnTo>
                    <a:pt x="4689888" y="1257937"/>
                  </a:lnTo>
                  <a:lnTo>
                    <a:pt x="4690584" y="1258965"/>
                  </a:lnTo>
                  <a:lnTo>
                    <a:pt x="4691281" y="1259994"/>
                  </a:lnTo>
                  <a:lnTo>
                    <a:pt x="4691977" y="1261339"/>
                  </a:lnTo>
                  <a:lnTo>
                    <a:pt x="4692673" y="1262124"/>
                  </a:lnTo>
                  <a:lnTo>
                    <a:pt x="4693369" y="1262909"/>
                  </a:lnTo>
                  <a:lnTo>
                    <a:pt x="4694065" y="1263091"/>
                  </a:lnTo>
                  <a:lnTo>
                    <a:pt x="4694762" y="1263272"/>
                  </a:lnTo>
                  <a:lnTo>
                    <a:pt x="4695458" y="1263453"/>
                  </a:lnTo>
                  <a:lnTo>
                    <a:pt x="4696154" y="1265357"/>
                  </a:lnTo>
                  <a:lnTo>
                    <a:pt x="4696850" y="1267702"/>
                  </a:lnTo>
                  <a:lnTo>
                    <a:pt x="4697546" y="1269731"/>
                  </a:lnTo>
                  <a:lnTo>
                    <a:pt x="4698242" y="1271760"/>
                  </a:lnTo>
                  <a:lnTo>
                    <a:pt x="4698939" y="1274104"/>
                  </a:lnTo>
                  <a:lnTo>
                    <a:pt x="4699635" y="1276449"/>
                  </a:lnTo>
                  <a:lnTo>
                    <a:pt x="4700331" y="1278540"/>
                  </a:lnTo>
                  <a:lnTo>
                    <a:pt x="4701027" y="1282191"/>
                  </a:lnTo>
                  <a:lnTo>
                    <a:pt x="4701723" y="1285245"/>
                  </a:lnTo>
                  <a:lnTo>
                    <a:pt x="4702419" y="1287844"/>
                  </a:lnTo>
                  <a:lnTo>
                    <a:pt x="4703116" y="1290443"/>
                  </a:lnTo>
                  <a:lnTo>
                    <a:pt x="4703812" y="1293224"/>
                  </a:lnTo>
                  <a:lnTo>
                    <a:pt x="4704508" y="1296004"/>
                  </a:lnTo>
                  <a:lnTo>
                    <a:pt x="4705204" y="1298785"/>
                  </a:lnTo>
                  <a:lnTo>
                    <a:pt x="4705900" y="1301565"/>
                  </a:lnTo>
                  <a:lnTo>
                    <a:pt x="4706597" y="1302128"/>
                  </a:lnTo>
                  <a:lnTo>
                    <a:pt x="4707293" y="1302262"/>
                  </a:lnTo>
                  <a:lnTo>
                    <a:pt x="4707989" y="1301251"/>
                  </a:lnTo>
                  <a:lnTo>
                    <a:pt x="4708685" y="1300241"/>
                  </a:lnTo>
                  <a:lnTo>
                    <a:pt x="4709381" y="1298192"/>
                  </a:lnTo>
                  <a:lnTo>
                    <a:pt x="4710077" y="1296142"/>
                  </a:lnTo>
                  <a:lnTo>
                    <a:pt x="4710774" y="1294913"/>
                  </a:lnTo>
                  <a:lnTo>
                    <a:pt x="4711470" y="1292101"/>
                  </a:lnTo>
                  <a:lnTo>
                    <a:pt x="4712166" y="1290162"/>
                  </a:lnTo>
                  <a:lnTo>
                    <a:pt x="4712862" y="1288515"/>
                  </a:lnTo>
                  <a:lnTo>
                    <a:pt x="4713558" y="1286868"/>
                  </a:lnTo>
                  <a:lnTo>
                    <a:pt x="4714254" y="1284929"/>
                  </a:lnTo>
                  <a:lnTo>
                    <a:pt x="4714951" y="1282989"/>
                  </a:lnTo>
                  <a:lnTo>
                    <a:pt x="4715647" y="1278705"/>
                  </a:lnTo>
                  <a:lnTo>
                    <a:pt x="4716343" y="1274714"/>
                  </a:lnTo>
                  <a:lnTo>
                    <a:pt x="4717039" y="1268975"/>
                  </a:lnTo>
                  <a:lnTo>
                    <a:pt x="4717735" y="1262192"/>
                  </a:lnTo>
                  <a:lnTo>
                    <a:pt x="4718431" y="1256025"/>
                  </a:lnTo>
                  <a:lnTo>
                    <a:pt x="4719128" y="1249857"/>
                  </a:lnTo>
                  <a:lnTo>
                    <a:pt x="4719824" y="1244146"/>
                  </a:lnTo>
                  <a:lnTo>
                    <a:pt x="4720520" y="1238434"/>
                  </a:lnTo>
                  <a:lnTo>
                    <a:pt x="4721216" y="1232267"/>
                  </a:lnTo>
                  <a:lnTo>
                    <a:pt x="4721912" y="1224923"/>
                  </a:lnTo>
                  <a:lnTo>
                    <a:pt x="4722609" y="1216301"/>
                  </a:lnTo>
                  <a:lnTo>
                    <a:pt x="4723305" y="1207392"/>
                  </a:lnTo>
                  <a:lnTo>
                    <a:pt x="4724001" y="1199062"/>
                  </a:lnTo>
                  <a:lnTo>
                    <a:pt x="4724697" y="1190733"/>
                  </a:lnTo>
                  <a:lnTo>
                    <a:pt x="4725393" y="1181279"/>
                  </a:lnTo>
                  <a:lnTo>
                    <a:pt x="4726089" y="1171482"/>
                  </a:lnTo>
                  <a:lnTo>
                    <a:pt x="4726786" y="1159758"/>
                  </a:lnTo>
                  <a:lnTo>
                    <a:pt x="4727482" y="1149350"/>
                  </a:lnTo>
                  <a:lnTo>
                    <a:pt x="4728178" y="1139842"/>
                  </a:lnTo>
                  <a:lnTo>
                    <a:pt x="4728874" y="1130335"/>
                  </a:lnTo>
                  <a:lnTo>
                    <a:pt x="4729570" y="1121115"/>
                  </a:lnTo>
                  <a:lnTo>
                    <a:pt x="4730266" y="1111896"/>
                  </a:lnTo>
                  <a:lnTo>
                    <a:pt x="4730963" y="1102676"/>
                  </a:lnTo>
                  <a:lnTo>
                    <a:pt x="4731659" y="1094181"/>
                  </a:lnTo>
                  <a:lnTo>
                    <a:pt x="4732355" y="1086482"/>
                  </a:lnTo>
                  <a:lnTo>
                    <a:pt x="4733051" y="1080056"/>
                  </a:lnTo>
                  <a:lnTo>
                    <a:pt x="4733747" y="1073923"/>
                  </a:lnTo>
                  <a:lnTo>
                    <a:pt x="4734444" y="1067182"/>
                  </a:lnTo>
                  <a:lnTo>
                    <a:pt x="4735140" y="1060733"/>
                  </a:lnTo>
                  <a:lnTo>
                    <a:pt x="4735836" y="1055510"/>
                  </a:lnTo>
                  <a:lnTo>
                    <a:pt x="4736532" y="1052548"/>
                  </a:lnTo>
                  <a:lnTo>
                    <a:pt x="4737228" y="1052360"/>
                  </a:lnTo>
                  <a:lnTo>
                    <a:pt x="4737924" y="1053389"/>
                  </a:lnTo>
                  <a:lnTo>
                    <a:pt x="4738621" y="1054417"/>
                  </a:lnTo>
                  <a:lnTo>
                    <a:pt x="4739317" y="1055265"/>
                  </a:lnTo>
                  <a:lnTo>
                    <a:pt x="4740013" y="1056860"/>
                  </a:lnTo>
                  <a:lnTo>
                    <a:pt x="4740709" y="1058455"/>
                  </a:lnTo>
                  <a:lnTo>
                    <a:pt x="4741405" y="1060050"/>
                  </a:lnTo>
                  <a:lnTo>
                    <a:pt x="4742101" y="1062261"/>
                  </a:lnTo>
                  <a:lnTo>
                    <a:pt x="4742798" y="1063857"/>
                  </a:lnTo>
                  <a:lnTo>
                    <a:pt x="4743494" y="1066067"/>
                  </a:lnTo>
                  <a:lnTo>
                    <a:pt x="4744190" y="1068278"/>
                  </a:lnTo>
                  <a:lnTo>
                    <a:pt x="4744886" y="1071246"/>
                  </a:lnTo>
                  <a:lnTo>
                    <a:pt x="4745582" y="1074214"/>
                  </a:lnTo>
                  <a:lnTo>
                    <a:pt x="4746278" y="1078426"/>
                  </a:lnTo>
                  <a:lnTo>
                    <a:pt x="4746975" y="1082095"/>
                  </a:lnTo>
                  <a:lnTo>
                    <a:pt x="4747671" y="1085461"/>
                  </a:lnTo>
                  <a:lnTo>
                    <a:pt x="4748367" y="1089352"/>
                  </a:lnTo>
                  <a:lnTo>
                    <a:pt x="4749063" y="1094018"/>
                  </a:lnTo>
                  <a:lnTo>
                    <a:pt x="4749759" y="1098977"/>
                  </a:lnTo>
                  <a:lnTo>
                    <a:pt x="4750456" y="1103193"/>
                  </a:lnTo>
                  <a:lnTo>
                    <a:pt x="4751152" y="1109130"/>
                  </a:lnTo>
                  <a:lnTo>
                    <a:pt x="4751848" y="1113726"/>
                  </a:lnTo>
                  <a:lnTo>
                    <a:pt x="4752544" y="1119299"/>
                  </a:lnTo>
                  <a:lnTo>
                    <a:pt x="4753240" y="1125300"/>
                  </a:lnTo>
                  <a:lnTo>
                    <a:pt x="4753936" y="1131302"/>
                  </a:lnTo>
                  <a:lnTo>
                    <a:pt x="4754633" y="1136530"/>
                  </a:lnTo>
                  <a:lnTo>
                    <a:pt x="4755329" y="1141757"/>
                  </a:lnTo>
                  <a:lnTo>
                    <a:pt x="4756025" y="1145387"/>
                  </a:lnTo>
                  <a:lnTo>
                    <a:pt x="4756721" y="1149430"/>
                  </a:lnTo>
                  <a:lnTo>
                    <a:pt x="4757417" y="1154649"/>
                  </a:lnTo>
                  <a:lnTo>
                    <a:pt x="4758113" y="1160769"/>
                  </a:lnTo>
                  <a:lnTo>
                    <a:pt x="4758810" y="1163802"/>
                  </a:lnTo>
                  <a:lnTo>
                    <a:pt x="4759506" y="1166547"/>
                  </a:lnTo>
                  <a:lnTo>
                    <a:pt x="4760202" y="1169291"/>
                  </a:lnTo>
                  <a:lnTo>
                    <a:pt x="4760898" y="1174524"/>
                  </a:lnTo>
                  <a:lnTo>
                    <a:pt x="4761594" y="1181039"/>
                  </a:lnTo>
                  <a:lnTo>
                    <a:pt x="4762291" y="1190189"/>
                  </a:lnTo>
                  <a:lnTo>
                    <a:pt x="4762987" y="1198765"/>
                  </a:lnTo>
                  <a:lnTo>
                    <a:pt x="4763683" y="1206999"/>
                  </a:lnTo>
                  <a:lnTo>
                    <a:pt x="4764379" y="1215234"/>
                  </a:lnTo>
                  <a:lnTo>
                    <a:pt x="4765075" y="1223468"/>
                  </a:lnTo>
                  <a:lnTo>
                    <a:pt x="4765771" y="1231702"/>
                  </a:lnTo>
                  <a:lnTo>
                    <a:pt x="4766468" y="1240389"/>
                  </a:lnTo>
                  <a:lnTo>
                    <a:pt x="4767164" y="1249721"/>
                  </a:lnTo>
                  <a:lnTo>
                    <a:pt x="4767860" y="1258258"/>
                  </a:lnTo>
                  <a:lnTo>
                    <a:pt x="4768556" y="1266319"/>
                  </a:lnTo>
                  <a:lnTo>
                    <a:pt x="4769252" y="1278755"/>
                  </a:lnTo>
                  <a:lnTo>
                    <a:pt x="4769948" y="1290501"/>
                  </a:lnTo>
                  <a:lnTo>
                    <a:pt x="4770645" y="1300592"/>
                  </a:lnTo>
                  <a:lnTo>
                    <a:pt x="4771341" y="1307238"/>
                  </a:lnTo>
                  <a:lnTo>
                    <a:pt x="4772037" y="1309245"/>
                  </a:lnTo>
                  <a:lnTo>
                    <a:pt x="4772733" y="1308480"/>
                  </a:lnTo>
                  <a:lnTo>
                    <a:pt x="4773429" y="1307270"/>
                  </a:lnTo>
                  <a:lnTo>
                    <a:pt x="4774126" y="1306061"/>
                  </a:lnTo>
                  <a:lnTo>
                    <a:pt x="4774822" y="1304110"/>
                  </a:lnTo>
                  <a:lnTo>
                    <a:pt x="4775518" y="1301530"/>
                  </a:lnTo>
                  <a:lnTo>
                    <a:pt x="4776214" y="1298949"/>
                  </a:lnTo>
                  <a:lnTo>
                    <a:pt x="4776910" y="1297706"/>
                  </a:lnTo>
                  <a:lnTo>
                    <a:pt x="4777606" y="1294510"/>
                  </a:lnTo>
                  <a:lnTo>
                    <a:pt x="4778303" y="1291853"/>
                  </a:lnTo>
                  <a:lnTo>
                    <a:pt x="4778999" y="1287208"/>
                  </a:lnTo>
                  <a:lnTo>
                    <a:pt x="4779695" y="1282562"/>
                  </a:lnTo>
                  <a:lnTo>
                    <a:pt x="4780391" y="1276925"/>
                  </a:lnTo>
                  <a:lnTo>
                    <a:pt x="4781087" y="1272174"/>
                  </a:lnTo>
                  <a:lnTo>
                    <a:pt x="4781783" y="1266409"/>
                  </a:lnTo>
                  <a:lnTo>
                    <a:pt x="4782480" y="1261834"/>
                  </a:lnTo>
                  <a:lnTo>
                    <a:pt x="4783176" y="1257260"/>
                  </a:lnTo>
                  <a:lnTo>
                    <a:pt x="4783872" y="1251867"/>
                  </a:lnTo>
                  <a:lnTo>
                    <a:pt x="4784568" y="1245699"/>
                  </a:lnTo>
                  <a:lnTo>
                    <a:pt x="4785264" y="1240312"/>
                  </a:lnTo>
                  <a:lnTo>
                    <a:pt x="4785960" y="1235085"/>
                  </a:lnTo>
                  <a:lnTo>
                    <a:pt x="4786657" y="1230482"/>
                  </a:lnTo>
                  <a:lnTo>
                    <a:pt x="4787353" y="1226928"/>
                  </a:lnTo>
                  <a:lnTo>
                    <a:pt x="4788049" y="1225335"/>
                  </a:lnTo>
                  <a:lnTo>
                    <a:pt x="4788745" y="1222980"/>
                  </a:lnTo>
                  <a:lnTo>
                    <a:pt x="4789441" y="1221992"/>
                  </a:lnTo>
                  <a:lnTo>
                    <a:pt x="4790138" y="1221203"/>
                  </a:lnTo>
                  <a:lnTo>
                    <a:pt x="4790834" y="1220989"/>
                  </a:lnTo>
                  <a:lnTo>
                    <a:pt x="4791530" y="1222373"/>
                  </a:lnTo>
                  <a:lnTo>
                    <a:pt x="4792226" y="1224581"/>
                  </a:lnTo>
                  <a:lnTo>
                    <a:pt x="4792922" y="1227777"/>
                  </a:lnTo>
                  <a:lnTo>
                    <a:pt x="4793618" y="1230733"/>
                  </a:lnTo>
                  <a:lnTo>
                    <a:pt x="4794315" y="1235510"/>
                  </a:lnTo>
                  <a:lnTo>
                    <a:pt x="4795011" y="1238750"/>
                  </a:lnTo>
                  <a:lnTo>
                    <a:pt x="4795707" y="1242738"/>
                  </a:lnTo>
                  <a:lnTo>
                    <a:pt x="4796403" y="1245977"/>
                  </a:lnTo>
                  <a:lnTo>
                    <a:pt x="4797099" y="1246247"/>
                  </a:lnTo>
                  <a:lnTo>
                    <a:pt x="4797795" y="1245809"/>
                  </a:lnTo>
                  <a:lnTo>
                    <a:pt x="4798492" y="1244629"/>
                  </a:lnTo>
                  <a:lnTo>
                    <a:pt x="4799188" y="1244025"/>
                  </a:lnTo>
                  <a:lnTo>
                    <a:pt x="4799884" y="1243421"/>
                  </a:lnTo>
                  <a:lnTo>
                    <a:pt x="4800580" y="1242817"/>
                  </a:lnTo>
                  <a:lnTo>
                    <a:pt x="4801276" y="1242213"/>
                  </a:lnTo>
                  <a:lnTo>
                    <a:pt x="4801973" y="1241157"/>
                  </a:lnTo>
                  <a:lnTo>
                    <a:pt x="4802669" y="1238912"/>
                  </a:lnTo>
                  <a:lnTo>
                    <a:pt x="4803365" y="1237236"/>
                  </a:lnTo>
                  <a:lnTo>
                    <a:pt x="4804061" y="1235934"/>
                  </a:lnTo>
                  <a:lnTo>
                    <a:pt x="4804757" y="1230846"/>
                  </a:lnTo>
                  <a:lnTo>
                    <a:pt x="4805453" y="1227890"/>
                  </a:lnTo>
                  <a:lnTo>
                    <a:pt x="4806150" y="1225439"/>
                  </a:lnTo>
                  <a:lnTo>
                    <a:pt x="4806846" y="1225209"/>
                  </a:lnTo>
                  <a:lnTo>
                    <a:pt x="4807542" y="1229700"/>
                  </a:lnTo>
                  <a:lnTo>
                    <a:pt x="4808238" y="1234191"/>
                  </a:lnTo>
                  <a:lnTo>
                    <a:pt x="4808934" y="1237909"/>
                  </a:lnTo>
                  <a:lnTo>
                    <a:pt x="4809630" y="1241057"/>
                  </a:lnTo>
                  <a:lnTo>
                    <a:pt x="4810327" y="1244948"/>
                  </a:lnTo>
                  <a:lnTo>
                    <a:pt x="4811023" y="1248720"/>
                  </a:lnTo>
                  <a:lnTo>
                    <a:pt x="4811719" y="1251915"/>
                  </a:lnTo>
                  <a:lnTo>
                    <a:pt x="4812415" y="1253159"/>
                  </a:lnTo>
                  <a:lnTo>
                    <a:pt x="4813111" y="1255488"/>
                  </a:lnTo>
                  <a:lnTo>
                    <a:pt x="4813807" y="1255799"/>
                  </a:lnTo>
                  <a:lnTo>
                    <a:pt x="4814504" y="1256737"/>
                  </a:lnTo>
                  <a:lnTo>
                    <a:pt x="4815200" y="1257115"/>
                  </a:lnTo>
                  <a:lnTo>
                    <a:pt x="4815896" y="1257909"/>
                  </a:lnTo>
                  <a:lnTo>
                    <a:pt x="4816592" y="1257816"/>
                  </a:lnTo>
                  <a:lnTo>
                    <a:pt x="4817288" y="1256842"/>
                  </a:lnTo>
                  <a:lnTo>
                    <a:pt x="4817985" y="1254678"/>
                  </a:lnTo>
                  <a:lnTo>
                    <a:pt x="4818681" y="1250551"/>
                  </a:lnTo>
                  <a:lnTo>
                    <a:pt x="4819377" y="1246040"/>
                  </a:lnTo>
                  <a:lnTo>
                    <a:pt x="4820073" y="1241529"/>
                  </a:lnTo>
                  <a:lnTo>
                    <a:pt x="4820769" y="1236237"/>
                  </a:lnTo>
                  <a:lnTo>
                    <a:pt x="4821465" y="1231527"/>
                  </a:lnTo>
                  <a:lnTo>
                    <a:pt x="4822162" y="1226818"/>
                  </a:lnTo>
                  <a:lnTo>
                    <a:pt x="4822858" y="1222107"/>
                  </a:lnTo>
                  <a:lnTo>
                    <a:pt x="4823554" y="1217589"/>
                  </a:lnTo>
                  <a:lnTo>
                    <a:pt x="4824250" y="1215672"/>
                  </a:lnTo>
                  <a:lnTo>
                    <a:pt x="4824946" y="1212704"/>
                  </a:lnTo>
                  <a:lnTo>
                    <a:pt x="4825642" y="1210312"/>
                  </a:lnTo>
                  <a:lnTo>
                    <a:pt x="4826339" y="1207343"/>
                  </a:lnTo>
                  <a:lnTo>
                    <a:pt x="4827035" y="1204375"/>
                  </a:lnTo>
                  <a:lnTo>
                    <a:pt x="4827731" y="1200808"/>
                  </a:lnTo>
                  <a:lnTo>
                    <a:pt x="4828427" y="1196253"/>
                  </a:lnTo>
                  <a:lnTo>
                    <a:pt x="4829123" y="1194159"/>
                  </a:lnTo>
                  <a:lnTo>
                    <a:pt x="4829820" y="1194120"/>
                  </a:lnTo>
                  <a:lnTo>
                    <a:pt x="4830516" y="1194571"/>
                  </a:lnTo>
                  <a:lnTo>
                    <a:pt x="4831212" y="1193263"/>
                  </a:lnTo>
                  <a:lnTo>
                    <a:pt x="4831908" y="1191340"/>
                  </a:lnTo>
                  <a:lnTo>
                    <a:pt x="4832604" y="1192008"/>
                  </a:lnTo>
                  <a:lnTo>
                    <a:pt x="4833300" y="1192676"/>
                  </a:lnTo>
                  <a:lnTo>
                    <a:pt x="4833997" y="1193636"/>
                  </a:lnTo>
                  <a:lnTo>
                    <a:pt x="4834693" y="1194476"/>
                  </a:lnTo>
                  <a:lnTo>
                    <a:pt x="4835389" y="1194887"/>
                  </a:lnTo>
                  <a:lnTo>
                    <a:pt x="4836085" y="1193696"/>
                  </a:lnTo>
                  <a:lnTo>
                    <a:pt x="4836781" y="1192505"/>
                  </a:lnTo>
                  <a:lnTo>
                    <a:pt x="4837477" y="1191314"/>
                  </a:lnTo>
                  <a:lnTo>
                    <a:pt x="4838174" y="1188331"/>
                  </a:lnTo>
                  <a:lnTo>
                    <a:pt x="4838870" y="1184779"/>
                  </a:lnTo>
                  <a:lnTo>
                    <a:pt x="4839566" y="1180986"/>
                  </a:lnTo>
                  <a:lnTo>
                    <a:pt x="4840262" y="1176888"/>
                  </a:lnTo>
                  <a:lnTo>
                    <a:pt x="4840958" y="1172022"/>
                  </a:lnTo>
                  <a:lnTo>
                    <a:pt x="4841655" y="1168846"/>
                  </a:lnTo>
                  <a:lnTo>
                    <a:pt x="4842351" y="1166247"/>
                  </a:lnTo>
                  <a:lnTo>
                    <a:pt x="4843047" y="1160727"/>
                  </a:lnTo>
                  <a:lnTo>
                    <a:pt x="4843743" y="1155017"/>
                  </a:lnTo>
                  <a:lnTo>
                    <a:pt x="4844439" y="1147207"/>
                  </a:lnTo>
                  <a:lnTo>
                    <a:pt x="4845135" y="1138246"/>
                  </a:lnTo>
                  <a:lnTo>
                    <a:pt x="4845832" y="1129591"/>
                  </a:lnTo>
                  <a:lnTo>
                    <a:pt x="4846528" y="1122233"/>
                  </a:lnTo>
                  <a:lnTo>
                    <a:pt x="4847224" y="1116066"/>
                  </a:lnTo>
                  <a:lnTo>
                    <a:pt x="4847920" y="1110513"/>
                  </a:lnTo>
                  <a:lnTo>
                    <a:pt x="4848616" y="1107580"/>
                  </a:lnTo>
                  <a:lnTo>
                    <a:pt x="4849312" y="1106741"/>
                  </a:lnTo>
                  <a:lnTo>
                    <a:pt x="4850009" y="1106073"/>
                  </a:lnTo>
                  <a:lnTo>
                    <a:pt x="4850705" y="1105964"/>
                  </a:lnTo>
                  <a:lnTo>
                    <a:pt x="4851401" y="1106432"/>
                  </a:lnTo>
                  <a:lnTo>
                    <a:pt x="4852097" y="1106900"/>
                  </a:lnTo>
                  <a:lnTo>
                    <a:pt x="4852793" y="1105898"/>
                  </a:lnTo>
                  <a:lnTo>
                    <a:pt x="4853489" y="1105043"/>
                  </a:lnTo>
                  <a:lnTo>
                    <a:pt x="4854186" y="1105745"/>
                  </a:lnTo>
                  <a:lnTo>
                    <a:pt x="4854882" y="1109034"/>
                  </a:lnTo>
                  <a:lnTo>
                    <a:pt x="4855578" y="1113773"/>
                  </a:lnTo>
                  <a:lnTo>
                    <a:pt x="4856274" y="1118554"/>
                  </a:lnTo>
                  <a:lnTo>
                    <a:pt x="4856970" y="1121219"/>
                  </a:lnTo>
                  <a:lnTo>
                    <a:pt x="4857667" y="1123279"/>
                  </a:lnTo>
                  <a:lnTo>
                    <a:pt x="4858363" y="1126029"/>
                  </a:lnTo>
                  <a:lnTo>
                    <a:pt x="4859059" y="1126340"/>
                  </a:lnTo>
                  <a:lnTo>
                    <a:pt x="4859755" y="1124174"/>
                  </a:lnTo>
                  <a:lnTo>
                    <a:pt x="4860451" y="1121694"/>
                  </a:lnTo>
                  <a:lnTo>
                    <a:pt x="4861147" y="1119212"/>
                  </a:lnTo>
                  <a:lnTo>
                    <a:pt x="4861844" y="1116731"/>
                  </a:lnTo>
                  <a:lnTo>
                    <a:pt x="4862540" y="1115069"/>
                  </a:lnTo>
                  <a:lnTo>
                    <a:pt x="4863236" y="1114300"/>
                  </a:lnTo>
                  <a:lnTo>
                    <a:pt x="4863932" y="1113383"/>
                  </a:lnTo>
                  <a:lnTo>
                    <a:pt x="4864628" y="1109693"/>
                  </a:lnTo>
                  <a:lnTo>
                    <a:pt x="4865324" y="1105095"/>
                  </a:lnTo>
                  <a:lnTo>
                    <a:pt x="4866021" y="1100629"/>
                  </a:lnTo>
                  <a:lnTo>
                    <a:pt x="4866717" y="1097495"/>
                  </a:lnTo>
                  <a:lnTo>
                    <a:pt x="4867413" y="1096290"/>
                  </a:lnTo>
                  <a:lnTo>
                    <a:pt x="4868109" y="1094230"/>
                  </a:lnTo>
                  <a:lnTo>
                    <a:pt x="4868805" y="1092323"/>
                  </a:lnTo>
                  <a:lnTo>
                    <a:pt x="4869502" y="1092532"/>
                  </a:lnTo>
                  <a:lnTo>
                    <a:pt x="4870198" y="1093118"/>
                  </a:lnTo>
                  <a:lnTo>
                    <a:pt x="4870894" y="1094133"/>
                  </a:lnTo>
                  <a:lnTo>
                    <a:pt x="4871590" y="1096750"/>
                  </a:lnTo>
                  <a:lnTo>
                    <a:pt x="4872286" y="1098509"/>
                  </a:lnTo>
                  <a:lnTo>
                    <a:pt x="4872982" y="1099701"/>
                  </a:lnTo>
                  <a:lnTo>
                    <a:pt x="4873679" y="1103252"/>
                  </a:lnTo>
                  <a:lnTo>
                    <a:pt x="4874375" y="1107484"/>
                  </a:lnTo>
                  <a:lnTo>
                    <a:pt x="4875071" y="1112451"/>
                  </a:lnTo>
                  <a:lnTo>
                    <a:pt x="4875767" y="1115997"/>
                  </a:lnTo>
                  <a:lnTo>
                    <a:pt x="4876463" y="1119471"/>
                  </a:lnTo>
                  <a:lnTo>
                    <a:pt x="4877159" y="1120047"/>
                  </a:lnTo>
                  <a:lnTo>
                    <a:pt x="4877856" y="1120047"/>
                  </a:lnTo>
                  <a:lnTo>
                    <a:pt x="4878552" y="1120624"/>
                  </a:lnTo>
                  <a:lnTo>
                    <a:pt x="4879248" y="1121389"/>
                  </a:lnTo>
                  <a:lnTo>
                    <a:pt x="4879944" y="1123679"/>
                  </a:lnTo>
                  <a:lnTo>
                    <a:pt x="4880640" y="1127688"/>
                  </a:lnTo>
                  <a:lnTo>
                    <a:pt x="4881336" y="1130775"/>
                  </a:lnTo>
                  <a:lnTo>
                    <a:pt x="4882033" y="1132099"/>
                  </a:lnTo>
                  <a:lnTo>
                    <a:pt x="4882729" y="1131484"/>
                  </a:lnTo>
                  <a:lnTo>
                    <a:pt x="4883425" y="1130868"/>
                  </a:lnTo>
                  <a:lnTo>
                    <a:pt x="4884121" y="1127886"/>
                  </a:lnTo>
                  <a:lnTo>
                    <a:pt x="4884817" y="1124903"/>
                  </a:lnTo>
                  <a:lnTo>
                    <a:pt x="4885514" y="1122041"/>
                  </a:lnTo>
                  <a:lnTo>
                    <a:pt x="4886210" y="1120410"/>
                  </a:lnTo>
                  <a:lnTo>
                    <a:pt x="4886906" y="1118953"/>
                  </a:lnTo>
                  <a:lnTo>
                    <a:pt x="4887602" y="1119044"/>
                  </a:lnTo>
                  <a:lnTo>
                    <a:pt x="4888298" y="1120772"/>
                  </a:lnTo>
                  <a:lnTo>
                    <a:pt x="4888994" y="1122352"/>
                  </a:lnTo>
                  <a:lnTo>
                    <a:pt x="4889691" y="1124337"/>
                  </a:lnTo>
                  <a:lnTo>
                    <a:pt x="4890387" y="1124121"/>
                  </a:lnTo>
                  <a:lnTo>
                    <a:pt x="4891083" y="1122453"/>
                  </a:lnTo>
                  <a:lnTo>
                    <a:pt x="4891779" y="1120744"/>
                  </a:lnTo>
                  <a:lnTo>
                    <a:pt x="4892475" y="1121110"/>
                  </a:lnTo>
                  <a:lnTo>
                    <a:pt x="4893171" y="1123173"/>
                  </a:lnTo>
                  <a:lnTo>
                    <a:pt x="4893868" y="1125162"/>
                  </a:lnTo>
                  <a:lnTo>
                    <a:pt x="4894564" y="1129233"/>
                  </a:lnTo>
                  <a:lnTo>
                    <a:pt x="4895260" y="1134077"/>
                  </a:lnTo>
                  <a:lnTo>
                    <a:pt x="4895956" y="1138063"/>
                  </a:lnTo>
                  <a:lnTo>
                    <a:pt x="4896652" y="1141544"/>
                  </a:lnTo>
                  <a:lnTo>
                    <a:pt x="4897349" y="1144596"/>
                  </a:lnTo>
                  <a:lnTo>
                    <a:pt x="4898045" y="1147649"/>
                  </a:lnTo>
                  <a:lnTo>
                    <a:pt x="4898741" y="1150402"/>
                  </a:lnTo>
                  <a:lnTo>
                    <a:pt x="4899437" y="1152755"/>
                  </a:lnTo>
                  <a:lnTo>
                    <a:pt x="4900133" y="1155984"/>
                  </a:lnTo>
                  <a:lnTo>
                    <a:pt x="4900829" y="1158160"/>
                  </a:lnTo>
                  <a:lnTo>
                    <a:pt x="4901526" y="1161251"/>
                  </a:lnTo>
                  <a:lnTo>
                    <a:pt x="4902222" y="1164021"/>
                  </a:lnTo>
                  <a:lnTo>
                    <a:pt x="4902918" y="1165575"/>
                  </a:lnTo>
                  <a:lnTo>
                    <a:pt x="4903614" y="1168036"/>
                  </a:lnTo>
                  <a:lnTo>
                    <a:pt x="4904310" y="1170343"/>
                  </a:lnTo>
                  <a:lnTo>
                    <a:pt x="4905006" y="1170732"/>
                  </a:lnTo>
                  <a:lnTo>
                    <a:pt x="4905703" y="1171172"/>
                  </a:lnTo>
                  <a:lnTo>
                    <a:pt x="4906399" y="1170238"/>
                  </a:lnTo>
                  <a:lnTo>
                    <a:pt x="4907095" y="1168962"/>
                  </a:lnTo>
                  <a:lnTo>
                    <a:pt x="4907791" y="1169635"/>
                  </a:lnTo>
                  <a:lnTo>
                    <a:pt x="4908487" y="1170163"/>
                  </a:lnTo>
                  <a:lnTo>
                    <a:pt x="4909184" y="1168324"/>
                  </a:lnTo>
                  <a:lnTo>
                    <a:pt x="4909880" y="1167541"/>
                  </a:lnTo>
                  <a:lnTo>
                    <a:pt x="4910576" y="1166655"/>
                  </a:lnTo>
                  <a:lnTo>
                    <a:pt x="4911272" y="1167316"/>
                  </a:lnTo>
                  <a:lnTo>
                    <a:pt x="4911968" y="1167101"/>
                  </a:lnTo>
                  <a:lnTo>
                    <a:pt x="4912664" y="1168953"/>
                  </a:lnTo>
                  <a:lnTo>
                    <a:pt x="4913361" y="1170804"/>
                  </a:lnTo>
                  <a:lnTo>
                    <a:pt x="4914057" y="1172046"/>
                  </a:lnTo>
                  <a:lnTo>
                    <a:pt x="4914753" y="1173990"/>
                  </a:lnTo>
                  <a:lnTo>
                    <a:pt x="4915449" y="1175094"/>
                  </a:lnTo>
                  <a:lnTo>
                    <a:pt x="4916145" y="1176262"/>
                  </a:lnTo>
                  <a:lnTo>
                    <a:pt x="4916841" y="1179305"/>
                  </a:lnTo>
                  <a:lnTo>
                    <a:pt x="4917538" y="1184265"/>
                  </a:lnTo>
                  <a:lnTo>
                    <a:pt x="4918234" y="1189890"/>
                  </a:lnTo>
                  <a:lnTo>
                    <a:pt x="4918930" y="1196416"/>
                  </a:lnTo>
                  <a:lnTo>
                    <a:pt x="4919626" y="1203546"/>
                  </a:lnTo>
                  <a:lnTo>
                    <a:pt x="4920322" y="1211864"/>
                  </a:lnTo>
                  <a:lnTo>
                    <a:pt x="4921018" y="1218025"/>
                  </a:lnTo>
                  <a:lnTo>
                    <a:pt x="4921715" y="1222509"/>
                  </a:lnTo>
                  <a:lnTo>
                    <a:pt x="4922411" y="1226984"/>
                  </a:lnTo>
                  <a:lnTo>
                    <a:pt x="4923107" y="1229137"/>
                  </a:lnTo>
                  <a:lnTo>
                    <a:pt x="4923803" y="1231594"/>
                  </a:lnTo>
                  <a:lnTo>
                    <a:pt x="4924499" y="1234931"/>
                  </a:lnTo>
                  <a:lnTo>
                    <a:pt x="4925196" y="1238600"/>
                  </a:lnTo>
                  <a:lnTo>
                    <a:pt x="4925892" y="1243087"/>
                  </a:lnTo>
                  <a:lnTo>
                    <a:pt x="4926588" y="1246756"/>
                  </a:lnTo>
                  <a:lnTo>
                    <a:pt x="4927284" y="1250425"/>
                  </a:lnTo>
                  <a:lnTo>
                    <a:pt x="4927980" y="1253394"/>
                  </a:lnTo>
                  <a:lnTo>
                    <a:pt x="4928676" y="1253980"/>
                  </a:lnTo>
                  <a:lnTo>
                    <a:pt x="4929373" y="1253093"/>
                  </a:lnTo>
                  <a:lnTo>
                    <a:pt x="4930069" y="1251804"/>
                  </a:lnTo>
                  <a:lnTo>
                    <a:pt x="4930765" y="1250378"/>
                  </a:lnTo>
                  <a:lnTo>
                    <a:pt x="4931461" y="1251203"/>
                  </a:lnTo>
                  <a:lnTo>
                    <a:pt x="4932157" y="1253740"/>
                  </a:lnTo>
                  <a:lnTo>
                    <a:pt x="4932853" y="1256705"/>
                  </a:lnTo>
                  <a:lnTo>
                    <a:pt x="4933550" y="1258852"/>
                  </a:lnTo>
                  <a:lnTo>
                    <a:pt x="4934246" y="1257532"/>
                  </a:lnTo>
                  <a:lnTo>
                    <a:pt x="4934942" y="1256275"/>
                  </a:lnTo>
                  <a:lnTo>
                    <a:pt x="4935638" y="1255068"/>
                  </a:lnTo>
                  <a:lnTo>
                    <a:pt x="4936334" y="1254709"/>
                  </a:lnTo>
                  <a:lnTo>
                    <a:pt x="4937031" y="1254350"/>
                  </a:lnTo>
                  <a:lnTo>
                    <a:pt x="4937727" y="1253991"/>
                  </a:lnTo>
                  <a:lnTo>
                    <a:pt x="4938423" y="1253599"/>
                  </a:lnTo>
                  <a:lnTo>
                    <a:pt x="4939119" y="1253947"/>
                  </a:lnTo>
                  <a:lnTo>
                    <a:pt x="4939815" y="1253840"/>
                  </a:lnTo>
                  <a:lnTo>
                    <a:pt x="4940511" y="1253241"/>
                  </a:lnTo>
                  <a:lnTo>
                    <a:pt x="4941208" y="1250933"/>
                  </a:lnTo>
                  <a:lnTo>
                    <a:pt x="4941904" y="1248199"/>
                  </a:lnTo>
                  <a:lnTo>
                    <a:pt x="4942600" y="1245550"/>
                  </a:lnTo>
                  <a:lnTo>
                    <a:pt x="4943296" y="1242066"/>
                  </a:lnTo>
                  <a:lnTo>
                    <a:pt x="4943992" y="1239295"/>
                  </a:lnTo>
                  <a:lnTo>
                    <a:pt x="4944688" y="1240122"/>
                  </a:lnTo>
                  <a:lnTo>
                    <a:pt x="4945385" y="1239748"/>
                  </a:lnTo>
                  <a:lnTo>
                    <a:pt x="4946081" y="1238127"/>
                  </a:lnTo>
                  <a:lnTo>
                    <a:pt x="4946777" y="1235803"/>
                  </a:lnTo>
                  <a:lnTo>
                    <a:pt x="4947473" y="1234043"/>
                  </a:lnTo>
                  <a:lnTo>
                    <a:pt x="4948169" y="1232283"/>
                  </a:lnTo>
                  <a:lnTo>
                    <a:pt x="4948865" y="1230524"/>
                  </a:lnTo>
                  <a:lnTo>
                    <a:pt x="4949562" y="1229070"/>
                  </a:lnTo>
                  <a:lnTo>
                    <a:pt x="4950258" y="1227217"/>
                  </a:lnTo>
                  <a:lnTo>
                    <a:pt x="4950954" y="1227073"/>
                  </a:lnTo>
                  <a:lnTo>
                    <a:pt x="4951650" y="1227419"/>
                  </a:lnTo>
                  <a:lnTo>
                    <a:pt x="4952346" y="1227676"/>
                  </a:lnTo>
                  <a:lnTo>
                    <a:pt x="4953043" y="1224466"/>
                  </a:lnTo>
                  <a:lnTo>
                    <a:pt x="4953739" y="1221357"/>
                  </a:lnTo>
                  <a:lnTo>
                    <a:pt x="4954435" y="1217345"/>
                  </a:lnTo>
                  <a:lnTo>
                    <a:pt x="4955131" y="1212443"/>
                  </a:lnTo>
                  <a:lnTo>
                    <a:pt x="4955827" y="1206640"/>
                  </a:lnTo>
                  <a:lnTo>
                    <a:pt x="4956523" y="1202000"/>
                  </a:lnTo>
                  <a:lnTo>
                    <a:pt x="4957220" y="1197224"/>
                  </a:lnTo>
                  <a:lnTo>
                    <a:pt x="4957916" y="1191706"/>
                  </a:lnTo>
                  <a:lnTo>
                    <a:pt x="4958612" y="1186962"/>
                  </a:lnTo>
                  <a:lnTo>
                    <a:pt x="4959308" y="1182219"/>
                  </a:lnTo>
                  <a:lnTo>
                    <a:pt x="4960004" y="1174803"/>
                  </a:lnTo>
                  <a:lnTo>
                    <a:pt x="4960700" y="1166768"/>
                  </a:lnTo>
                  <a:lnTo>
                    <a:pt x="4961397" y="1157733"/>
                  </a:lnTo>
                  <a:lnTo>
                    <a:pt x="4962093" y="1149516"/>
                  </a:lnTo>
                  <a:lnTo>
                    <a:pt x="4962789" y="1141909"/>
                  </a:lnTo>
                  <a:lnTo>
                    <a:pt x="4963485" y="1136408"/>
                  </a:lnTo>
                  <a:lnTo>
                    <a:pt x="4964181" y="1132483"/>
                  </a:lnTo>
                  <a:lnTo>
                    <a:pt x="4964878" y="1128053"/>
                  </a:lnTo>
                  <a:lnTo>
                    <a:pt x="4965574" y="1123762"/>
                  </a:lnTo>
                  <a:lnTo>
                    <a:pt x="4966270" y="1119184"/>
                  </a:lnTo>
                  <a:lnTo>
                    <a:pt x="4966966" y="1114445"/>
                  </a:lnTo>
                  <a:lnTo>
                    <a:pt x="4967662" y="1109058"/>
                  </a:lnTo>
                  <a:lnTo>
                    <a:pt x="4968358" y="1103672"/>
                  </a:lnTo>
                  <a:lnTo>
                    <a:pt x="4969055" y="1098286"/>
                  </a:lnTo>
                  <a:lnTo>
                    <a:pt x="4969751" y="1095593"/>
                  </a:lnTo>
                  <a:lnTo>
                    <a:pt x="4970447" y="1095413"/>
                  </a:lnTo>
                  <a:lnTo>
                    <a:pt x="4971143" y="1095233"/>
                  </a:lnTo>
                  <a:lnTo>
                    <a:pt x="4971839" y="1095669"/>
                  </a:lnTo>
                  <a:lnTo>
                    <a:pt x="4972535" y="1096105"/>
                  </a:lnTo>
                  <a:lnTo>
                    <a:pt x="4973232" y="1096359"/>
                  </a:lnTo>
                  <a:lnTo>
                    <a:pt x="4973928" y="1095933"/>
                  </a:lnTo>
                  <a:lnTo>
                    <a:pt x="4974624" y="1093840"/>
                  </a:lnTo>
                  <a:lnTo>
                    <a:pt x="4975320" y="1093926"/>
                  </a:lnTo>
                  <a:lnTo>
                    <a:pt x="4976016" y="1092289"/>
                  </a:lnTo>
                  <a:lnTo>
                    <a:pt x="4976712" y="1091478"/>
                  </a:lnTo>
                  <a:lnTo>
                    <a:pt x="4977409" y="1092040"/>
                  </a:lnTo>
                  <a:lnTo>
                    <a:pt x="4978105" y="1091255"/>
                  </a:lnTo>
                  <a:lnTo>
                    <a:pt x="4978801" y="1090214"/>
                  </a:lnTo>
                  <a:lnTo>
                    <a:pt x="4979497" y="1089173"/>
                  </a:lnTo>
                  <a:lnTo>
                    <a:pt x="4980193" y="1086331"/>
                  </a:lnTo>
                  <a:lnTo>
                    <a:pt x="4980890" y="1082955"/>
                  </a:lnTo>
                  <a:lnTo>
                    <a:pt x="4981586" y="1079895"/>
                  </a:lnTo>
                  <a:lnTo>
                    <a:pt x="4982282" y="1076836"/>
                  </a:lnTo>
                  <a:lnTo>
                    <a:pt x="4982978" y="1073777"/>
                  </a:lnTo>
                  <a:lnTo>
                    <a:pt x="4983674" y="1070716"/>
                  </a:lnTo>
                  <a:lnTo>
                    <a:pt x="4984370" y="1067656"/>
                  </a:lnTo>
                  <a:lnTo>
                    <a:pt x="4985067" y="1063364"/>
                  </a:lnTo>
                  <a:lnTo>
                    <a:pt x="4985763" y="1058513"/>
                  </a:lnTo>
                  <a:lnTo>
                    <a:pt x="4986459" y="1055161"/>
                  </a:lnTo>
                  <a:lnTo>
                    <a:pt x="4987155" y="1051437"/>
                  </a:lnTo>
                  <a:lnTo>
                    <a:pt x="4987851" y="1046927"/>
                  </a:lnTo>
                  <a:lnTo>
                    <a:pt x="4988547" y="1045972"/>
                  </a:lnTo>
                  <a:lnTo>
                    <a:pt x="4989244" y="1043653"/>
                  </a:lnTo>
                  <a:lnTo>
                    <a:pt x="4989940" y="1041334"/>
                  </a:lnTo>
                  <a:lnTo>
                    <a:pt x="4990636" y="1039303"/>
                  </a:lnTo>
                  <a:lnTo>
                    <a:pt x="4991332" y="1036984"/>
                  </a:lnTo>
                  <a:lnTo>
                    <a:pt x="4992028" y="1035933"/>
                  </a:lnTo>
                  <a:lnTo>
                    <a:pt x="4992725" y="1035464"/>
                  </a:lnTo>
                  <a:lnTo>
                    <a:pt x="4993421" y="1034995"/>
                  </a:lnTo>
                  <a:lnTo>
                    <a:pt x="4994117" y="1034526"/>
                  </a:lnTo>
                  <a:lnTo>
                    <a:pt x="4994813" y="1034057"/>
                  </a:lnTo>
                  <a:lnTo>
                    <a:pt x="4995509" y="1037087"/>
                  </a:lnTo>
                  <a:lnTo>
                    <a:pt x="4996205" y="1040728"/>
                  </a:lnTo>
                  <a:lnTo>
                    <a:pt x="4996902" y="1044551"/>
                  </a:lnTo>
                  <a:lnTo>
                    <a:pt x="4997598" y="1048057"/>
                  </a:lnTo>
                  <a:lnTo>
                    <a:pt x="4998294" y="1051270"/>
                  </a:lnTo>
                  <a:lnTo>
                    <a:pt x="4998990" y="1053228"/>
                  </a:lnTo>
                  <a:lnTo>
                    <a:pt x="4999686" y="1057135"/>
                  </a:lnTo>
                  <a:lnTo>
                    <a:pt x="5000382" y="1062405"/>
                  </a:lnTo>
                  <a:lnTo>
                    <a:pt x="5001079" y="1068103"/>
                  </a:lnTo>
                  <a:lnTo>
                    <a:pt x="5001775" y="1074271"/>
                  </a:lnTo>
                  <a:lnTo>
                    <a:pt x="5002471" y="1079206"/>
                  </a:lnTo>
                  <a:lnTo>
                    <a:pt x="5003167" y="1083582"/>
                  </a:lnTo>
                  <a:lnTo>
                    <a:pt x="5003863" y="1088245"/>
                  </a:lnTo>
                  <a:lnTo>
                    <a:pt x="5004560" y="1092909"/>
                  </a:lnTo>
                  <a:lnTo>
                    <a:pt x="5005256" y="1097572"/>
                  </a:lnTo>
                  <a:lnTo>
                    <a:pt x="5005952" y="1100205"/>
                  </a:lnTo>
                  <a:lnTo>
                    <a:pt x="5006648" y="1102837"/>
                  </a:lnTo>
                  <a:lnTo>
                    <a:pt x="5007344" y="1105726"/>
                  </a:lnTo>
                  <a:lnTo>
                    <a:pt x="5008040" y="1108614"/>
                  </a:lnTo>
                  <a:lnTo>
                    <a:pt x="5008737" y="1111429"/>
                  </a:lnTo>
                  <a:lnTo>
                    <a:pt x="5009433" y="1114243"/>
                  </a:lnTo>
                  <a:lnTo>
                    <a:pt x="5010129" y="1117628"/>
                  </a:lnTo>
                  <a:lnTo>
                    <a:pt x="5010825" y="1119290"/>
                  </a:lnTo>
                  <a:lnTo>
                    <a:pt x="5011521" y="1122980"/>
                  </a:lnTo>
                  <a:lnTo>
                    <a:pt x="5012217" y="1126366"/>
                  </a:lnTo>
                  <a:lnTo>
                    <a:pt x="5012914" y="1130484"/>
                  </a:lnTo>
                  <a:lnTo>
                    <a:pt x="5013610" y="1136497"/>
                  </a:lnTo>
                  <a:lnTo>
                    <a:pt x="5014306" y="1142217"/>
                  </a:lnTo>
                  <a:lnTo>
                    <a:pt x="5015002" y="1147938"/>
                  </a:lnTo>
                  <a:lnTo>
                    <a:pt x="5015698" y="1153951"/>
                  </a:lnTo>
                  <a:lnTo>
                    <a:pt x="5016394" y="1159963"/>
                  </a:lnTo>
                  <a:lnTo>
                    <a:pt x="5017091" y="1165661"/>
                  </a:lnTo>
                  <a:lnTo>
                    <a:pt x="5017787" y="1171358"/>
                  </a:lnTo>
                  <a:lnTo>
                    <a:pt x="5018483" y="1177054"/>
                  </a:lnTo>
                  <a:lnTo>
                    <a:pt x="5019179" y="1182751"/>
                  </a:lnTo>
                  <a:lnTo>
                    <a:pt x="5019875" y="1188448"/>
                  </a:lnTo>
                  <a:lnTo>
                    <a:pt x="5020572" y="1195681"/>
                  </a:lnTo>
                  <a:lnTo>
                    <a:pt x="5021268" y="1203170"/>
                  </a:lnTo>
                  <a:lnTo>
                    <a:pt x="5021964" y="1208574"/>
                  </a:lnTo>
                  <a:lnTo>
                    <a:pt x="5022660" y="1213798"/>
                  </a:lnTo>
                  <a:lnTo>
                    <a:pt x="5023356" y="1218332"/>
                  </a:lnTo>
                  <a:lnTo>
                    <a:pt x="5024052" y="1221073"/>
                  </a:lnTo>
                  <a:lnTo>
                    <a:pt x="5024749" y="1225736"/>
                  </a:lnTo>
                  <a:lnTo>
                    <a:pt x="5025445" y="1230399"/>
                  </a:lnTo>
                  <a:lnTo>
                    <a:pt x="5026141" y="1234775"/>
                  </a:lnTo>
                  <a:lnTo>
                    <a:pt x="5026837" y="1239151"/>
                  </a:lnTo>
                  <a:lnTo>
                    <a:pt x="5027533" y="1241582"/>
                  </a:lnTo>
                  <a:lnTo>
                    <a:pt x="5028229" y="1243613"/>
                  </a:lnTo>
                  <a:lnTo>
                    <a:pt x="5028926" y="1245644"/>
                  </a:lnTo>
                  <a:lnTo>
                    <a:pt x="5029622" y="1247857"/>
                  </a:lnTo>
                  <a:lnTo>
                    <a:pt x="5030318" y="1250357"/>
                  </a:lnTo>
                  <a:lnTo>
                    <a:pt x="5031014" y="1250861"/>
                  </a:lnTo>
                  <a:lnTo>
                    <a:pt x="5031710" y="1251043"/>
                  </a:lnTo>
                  <a:lnTo>
                    <a:pt x="5032407" y="1251224"/>
                  </a:lnTo>
                  <a:lnTo>
                    <a:pt x="5033103" y="1249786"/>
                  </a:lnTo>
                  <a:lnTo>
                    <a:pt x="5033799" y="1248224"/>
                  </a:lnTo>
                  <a:lnTo>
                    <a:pt x="5034495" y="1246554"/>
                  </a:lnTo>
                  <a:lnTo>
                    <a:pt x="5035191" y="1242647"/>
                  </a:lnTo>
                  <a:lnTo>
                    <a:pt x="5035887" y="1238741"/>
                  </a:lnTo>
                  <a:lnTo>
                    <a:pt x="5036584" y="1234834"/>
                  </a:lnTo>
                  <a:lnTo>
                    <a:pt x="5037280" y="1230746"/>
                  </a:lnTo>
                  <a:lnTo>
                    <a:pt x="5037976" y="1228473"/>
                  </a:lnTo>
                  <a:lnTo>
                    <a:pt x="5038672" y="1226416"/>
                  </a:lnTo>
                  <a:lnTo>
                    <a:pt x="5039368" y="1224327"/>
                  </a:lnTo>
                  <a:lnTo>
                    <a:pt x="5040064" y="1221982"/>
                  </a:lnTo>
                  <a:lnTo>
                    <a:pt x="5040761" y="1219350"/>
                  </a:lnTo>
                  <a:lnTo>
                    <a:pt x="5041457" y="1217005"/>
                  </a:lnTo>
                  <a:lnTo>
                    <a:pt x="5042153" y="1214661"/>
                  </a:lnTo>
                  <a:lnTo>
                    <a:pt x="5042849" y="1212060"/>
                  </a:lnTo>
                  <a:lnTo>
                    <a:pt x="5043545" y="1211678"/>
                  </a:lnTo>
                  <a:lnTo>
                    <a:pt x="5044241" y="1211390"/>
                  </a:lnTo>
                  <a:lnTo>
                    <a:pt x="5044938" y="1211102"/>
                  </a:lnTo>
                  <a:lnTo>
                    <a:pt x="5045634" y="1210559"/>
                  </a:lnTo>
                  <a:lnTo>
                    <a:pt x="5046330" y="1210015"/>
                  </a:lnTo>
                  <a:lnTo>
                    <a:pt x="5047026" y="1209167"/>
                  </a:lnTo>
                  <a:lnTo>
                    <a:pt x="5047722" y="1208624"/>
                  </a:lnTo>
                  <a:lnTo>
                    <a:pt x="5048419" y="1207777"/>
                  </a:lnTo>
                  <a:lnTo>
                    <a:pt x="5049115" y="1206637"/>
                  </a:lnTo>
                  <a:lnTo>
                    <a:pt x="5049811" y="1205608"/>
                  </a:lnTo>
                  <a:lnTo>
                    <a:pt x="5050507" y="1204761"/>
                  </a:lnTo>
                  <a:lnTo>
                    <a:pt x="5051203" y="1203621"/>
                  </a:lnTo>
                  <a:lnTo>
                    <a:pt x="5051899" y="1202481"/>
                  </a:lnTo>
                  <a:lnTo>
                    <a:pt x="5052596" y="1201629"/>
                  </a:lnTo>
                  <a:lnTo>
                    <a:pt x="5053292" y="1201033"/>
                  </a:lnTo>
                  <a:lnTo>
                    <a:pt x="5053988" y="1200437"/>
                  </a:lnTo>
                  <a:lnTo>
                    <a:pt x="5054684" y="1199841"/>
                  </a:lnTo>
                  <a:lnTo>
                    <a:pt x="5055380" y="1199841"/>
                  </a:lnTo>
                  <a:lnTo>
                    <a:pt x="5056076" y="1200297"/>
                  </a:lnTo>
                  <a:lnTo>
                    <a:pt x="5056773" y="1200753"/>
                  </a:lnTo>
                  <a:lnTo>
                    <a:pt x="5057469" y="1201016"/>
                  </a:lnTo>
                  <a:lnTo>
                    <a:pt x="5058165" y="1200611"/>
                  </a:lnTo>
                  <a:lnTo>
                    <a:pt x="5058861" y="1201077"/>
                  </a:lnTo>
                  <a:lnTo>
                    <a:pt x="5059557" y="1202657"/>
                  </a:lnTo>
                  <a:lnTo>
                    <a:pt x="5060254" y="1205056"/>
                  </a:lnTo>
                  <a:lnTo>
                    <a:pt x="5060950" y="1208230"/>
                  </a:lnTo>
                  <a:lnTo>
                    <a:pt x="5061646" y="1210544"/>
                  </a:lnTo>
                  <a:lnTo>
                    <a:pt x="5062342" y="1210499"/>
                  </a:lnTo>
                  <a:lnTo>
                    <a:pt x="5063038" y="1211640"/>
                  </a:lnTo>
                  <a:lnTo>
                    <a:pt x="5063734" y="1212511"/>
                  </a:lnTo>
                  <a:lnTo>
                    <a:pt x="5064431" y="1212126"/>
                  </a:lnTo>
                  <a:lnTo>
                    <a:pt x="5065127" y="1210713"/>
                  </a:lnTo>
                  <a:lnTo>
                    <a:pt x="5065823" y="1209011"/>
                  </a:lnTo>
                  <a:lnTo>
                    <a:pt x="5066519" y="1207598"/>
                  </a:lnTo>
                  <a:lnTo>
                    <a:pt x="5067215" y="1206184"/>
                  </a:lnTo>
                  <a:lnTo>
                    <a:pt x="5067911" y="1205352"/>
                  </a:lnTo>
                  <a:lnTo>
                    <a:pt x="5068608" y="1206218"/>
                  </a:lnTo>
                  <a:lnTo>
                    <a:pt x="5069304" y="1206892"/>
                  </a:lnTo>
                  <a:lnTo>
                    <a:pt x="5070000" y="1206792"/>
                  </a:lnTo>
                  <a:lnTo>
                    <a:pt x="5070696" y="1205873"/>
                  </a:lnTo>
                  <a:lnTo>
                    <a:pt x="5071392" y="1204954"/>
                  </a:lnTo>
                  <a:lnTo>
                    <a:pt x="5072089" y="1204135"/>
                  </a:lnTo>
                  <a:lnTo>
                    <a:pt x="5072785" y="1204957"/>
                  </a:lnTo>
                  <a:lnTo>
                    <a:pt x="5073481" y="1204450"/>
                  </a:lnTo>
                  <a:lnTo>
                    <a:pt x="5074177" y="1204607"/>
                  </a:lnTo>
                  <a:lnTo>
                    <a:pt x="5074873" y="1205983"/>
                  </a:lnTo>
                  <a:lnTo>
                    <a:pt x="5075569" y="1209180"/>
                  </a:lnTo>
                  <a:lnTo>
                    <a:pt x="5076266" y="1212664"/>
                  </a:lnTo>
                  <a:lnTo>
                    <a:pt x="5076962" y="1215265"/>
                  </a:lnTo>
                  <a:lnTo>
                    <a:pt x="5077658" y="1217865"/>
                  </a:lnTo>
                  <a:lnTo>
                    <a:pt x="5078354" y="1220466"/>
                  </a:lnTo>
                  <a:lnTo>
                    <a:pt x="5079050" y="1220592"/>
                  </a:lnTo>
                  <a:lnTo>
                    <a:pt x="5079746" y="1218644"/>
                  </a:lnTo>
                  <a:lnTo>
                    <a:pt x="5080443" y="1216300"/>
                  </a:lnTo>
                  <a:lnTo>
                    <a:pt x="5081139" y="1213955"/>
                  </a:lnTo>
                  <a:lnTo>
                    <a:pt x="5081835" y="1211429"/>
                  </a:lnTo>
                  <a:lnTo>
                    <a:pt x="5082531" y="1208903"/>
                  </a:lnTo>
                  <a:lnTo>
                    <a:pt x="5083227" y="1206558"/>
                  </a:lnTo>
                  <a:lnTo>
                    <a:pt x="5083923" y="1204213"/>
                  </a:lnTo>
                  <a:lnTo>
                    <a:pt x="5084620" y="1201869"/>
                  </a:lnTo>
                  <a:lnTo>
                    <a:pt x="5085316" y="1197865"/>
                  </a:lnTo>
                  <a:lnTo>
                    <a:pt x="5086012" y="1193490"/>
                  </a:lnTo>
                  <a:lnTo>
                    <a:pt x="5086708" y="1189114"/>
                  </a:lnTo>
                  <a:lnTo>
                    <a:pt x="5087404" y="1185585"/>
                  </a:lnTo>
                  <a:lnTo>
                    <a:pt x="5088101" y="1182061"/>
                  </a:lnTo>
                  <a:lnTo>
                    <a:pt x="5088797" y="1179353"/>
                  </a:lnTo>
                  <a:lnTo>
                    <a:pt x="5089493" y="1176644"/>
                  </a:lnTo>
                  <a:lnTo>
                    <a:pt x="5090189" y="1175857"/>
                  </a:lnTo>
                  <a:lnTo>
                    <a:pt x="5090885" y="1174584"/>
                  </a:lnTo>
                  <a:lnTo>
                    <a:pt x="5091581" y="1173430"/>
                  </a:lnTo>
                  <a:lnTo>
                    <a:pt x="5092278" y="1172277"/>
                  </a:lnTo>
                  <a:lnTo>
                    <a:pt x="5092974" y="1172177"/>
                  </a:lnTo>
                  <a:lnTo>
                    <a:pt x="5093670" y="1172745"/>
                  </a:lnTo>
                  <a:lnTo>
                    <a:pt x="5094366" y="1172745"/>
                  </a:lnTo>
                  <a:lnTo>
                    <a:pt x="5095062" y="1171888"/>
                  </a:lnTo>
                  <a:lnTo>
                    <a:pt x="5095758" y="1172305"/>
                  </a:lnTo>
                  <a:lnTo>
                    <a:pt x="5096455" y="1172199"/>
                  </a:lnTo>
                  <a:lnTo>
                    <a:pt x="5097151" y="1173240"/>
                  </a:lnTo>
                  <a:lnTo>
                    <a:pt x="5097847" y="1176071"/>
                  </a:lnTo>
                  <a:lnTo>
                    <a:pt x="5098543" y="1179843"/>
                  </a:lnTo>
                  <a:lnTo>
                    <a:pt x="5099239" y="1183708"/>
                  </a:lnTo>
                  <a:lnTo>
                    <a:pt x="5099936" y="1188830"/>
                  </a:lnTo>
                  <a:lnTo>
                    <a:pt x="5100632" y="1194799"/>
                  </a:lnTo>
                  <a:lnTo>
                    <a:pt x="5101328" y="1200768"/>
                  </a:lnTo>
                  <a:lnTo>
                    <a:pt x="5102024" y="1206122"/>
                  </a:lnTo>
                  <a:lnTo>
                    <a:pt x="5102720" y="1211476"/>
                  </a:lnTo>
                  <a:lnTo>
                    <a:pt x="5103416" y="1215792"/>
                  </a:lnTo>
                  <a:lnTo>
                    <a:pt x="5104113" y="1220346"/>
                  </a:lnTo>
                  <a:lnTo>
                    <a:pt x="5104809" y="1224900"/>
                  </a:lnTo>
                  <a:lnTo>
                    <a:pt x="5105505" y="1230684"/>
                  </a:lnTo>
                  <a:lnTo>
                    <a:pt x="5106201" y="1236110"/>
                  </a:lnTo>
                  <a:lnTo>
                    <a:pt x="5106897" y="1240983"/>
                  </a:lnTo>
                  <a:lnTo>
                    <a:pt x="5107593" y="1244301"/>
                  </a:lnTo>
                  <a:lnTo>
                    <a:pt x="5108290" y="1245977"/>
                  </a:lnTo>
                  <a:lnTo>
                    <a:pt x="5108986" y="1247168"/>
                  </a:lnTo>
                  <a:lnTo>
                    <a:pt x="5109682" y="1248047"/>
                  </a:lnTo>
                  <a:lnTo>
                    <a:pt x="5110378" y="1248309"/>
                  </a:lnTo>
                  <a:lnTo>
                    <a:pt x="5111074" y="1247006"/>
                  </a:lnTo>
                  <a:lnTo>
                    <a:pt x="5111770" y="1245703"/>
                  </a:lnTo>
                  <a:lnTo>
                    <a:pt x="5112467" y="1244996"/>
                  </a:lnTo>
                  <a:lnTo>
                    <a:pt x="5113163" y="1244289"/>
                  </a:lnTo>
                  <a:lnTo>
                    <a:pt x="5113859" y="1243582"/>
                  </a:lnTo>
                  <a:lnTo>
                    <a:pt x="5114555" y="1243131"/>
                  </a:lnTo>
                  <a:lnTo>
                    <a:pt x="5115251" y="1244915"/>
                  </a:lnTo>
                  <a:lnTo>
                    <a:pt x="5115948" y="1246239"/>
                  </a:lnTo>
                  <a:lnTo>
                    <a:pt x="5116644" y="1249061"/>
                  </a:lnTo>
                  <a:lnTo>
                    <a:pt x="5117340" y="1252597"/>
                  </a:lnTo>
                  <a:lnTo>
                    <a:pt x="5118036" y="1258478"/>
                  </a:lnTo>
                  <a:lnTo>
                    <a:pt x="5118732" y="1264178"/>
                  </a:lnTo>
                  <a:lnTo>
                    <a:pt x="5119428" y="1269878"/>
                  </a:lnTo>
                  <a:lnTo>
                    <a:pt x="5120125" y="1275009"/>
                  </a:lnTo>
                  <a:lnTo>
                    <a:pt x="5120821" y="1281981"/>
                  </a:lnTo>
                  <a:lnTo>
                    <a:pt x="5121517" y="1288567"/>
                  </a:lnTo>
                  <a:lnTo>
                    <a:pt x="5122213" y="1295154"/>
                  </a:lnTo>
                  <a:lnTo>
                    <a:pt x="5122909" y="1302037"/>
                  </a:lnTo>
                  <a:lnTo>
                    <a:pt x="5123605" y="1308629"/>
                  </a:lnTo>
                  <a:lnTo>
                    <a:pt x="5124302" y="1314149"/>
                  </a:lnTo>
                  <a:lnTo>
                    <a:pt x="5124998" y="1320527"/>
                  </a:lnTo>
                  <a:lnTo>
                    <a:pt x="5125694" y="1324982"/>
                  </a:lnTo>
                  <a:lnTo>
                    <a:pt x="5126390" y="1329329"/>
                  </a:lnTo>
                  <a:lnTo>
                    <a:pt x="5127086" y="1333099"/>
                  </a:lnTo>
                  <a:lnTo>
                    <a:pt x="5127138" y="1333315"/>
                  </a:lnTo>
                  <a:lnTo>
                    <a:pt x="5217394" y="1333315"/>
                  </a:lnTo>
                  <a:lnTo>
                    <a:pt x="5217589" y="1332352"/>
                  </a:lnTo>
                  <a:lnTo>
                    <a:pt x="5218285" y="1328634"/>
                  </a:lnTo>
                  <a:lnTo>
                    <a:pt x="5218981" y="1322398"/>
                  </a:lnTo>
                  <a:lnTo>
                    <a:pt x="5219678" y="1317437"/>
                  </a:lnTo>
                  <a:lnTo>
                    <a:pt x="5220374" y="1311542"/>
                  </a:lnTo>
                  <a:lnTo>
                    <a:pt x="5221070" y="1305164"/>
                  </a:lnTo>
                  <a:lnTo>
                    <a:pt x="5221766" y="1298786"/>
                  </a:lnTo>
                  <a:lnTo>
                    <a:pt x="5222462" y="1292408"/>
                  </a:lnTo>
                  <a:lnTo>
                    <a:pt x="5223159" y="1286607"/>
                  </a:lnTo>
                  <a:lnTo>
                    <a:pt x="5223855" y="1282231"/>
                  </a:lnTo>
                  <a:lnTo>
                    <a:pt x="5224551" y="1277279"/>
                  </a:lnTo>
                  <a:lnTo>
                    <a:pt x="5225247" y="1272903"/>
                  </a:lnTo>
                  <a:lnTo>
                    <a:pt x="5225943" y="1269624"/>
                  </a:lnTo>
                  <a:lnTo>
                    <a:pt x="5226639" y="1264201"/>
                  </a:lnTo>
                  <a:lnTo>
                    <a:pt x="5227336" y="1258078"/>
                  </a:lnTo>
                  <a:lnTo>
                    <a:pt x="5228032" y="1251499"/>
                  </a:lnTo>
                  <a:lnTo>
                    <a:pt x="5228728" y="1245620"/>
                  </a:lnTo>
                  <a:lnTo>
                    <a:pt x="5229424" y="1241213"/>
                  </a:lnTo>
                  <a:lnTo>
                    <a:pt x="5230120" y="1236237"/>
                  </a:lnTo>
                  <a:lnTo>
                    <a:pt x="5230816" y="1233609"/>
                  </a:lnTo>
                  <a:lnTo>
                    <a:pt x="5231513" y="1232306"/>
                  </a:lnTo>
                  <a:lnTo>
                    <a:pt x="5232209" y="1231599"/>
                  </a:lnTo>
                  <a:lnTo>
                    <a:pt x="5232905" y="1231147"/>
                  </a:lnTo>
                  <a:lnTo>
                    <a:pt x="5233601" y="1229583"/>
                  </a:lnTo>
                  <a:lnTo>
                    <a:pt x="5234297" y="1228019"/>
                  </a:lnTo>
                  <a:lnTo>
                    <a:pt x="5234994" y="1225409"/>
                  </a:lnTo>
                  <a:lnTo>
                    <a:pt x="5235690" y="1221749"/>
                  </a:lnTo>
                  <a:lnTo>
                    <a:pt x="5236386" y="1217606"/>
                  </a:lnTo>
                  <a:lnTo>
                    <a:pt x="5237082" y="1215384"/>
                  </a:lnTo>
                  <a:lnTo>
                    <a:pt x="5237778" y="1214111"/>
                  </a:lnTo>
                  <a:lnTo>
                    <a:pt x="5238474" y="1213433"/>
                  </a:lnTo>
                  <a:lnTo>
                    <a:pt x="5239171" y="1213331"/>
                  </a:lnTo>
                  <a:lnTo>
                    <a:pt x="5239867" y="1210973"/>
                  </a:lnTo>
                  <a:lnTo>
                    <a:pt x="5240563" y="1208520"/>
                  </a:lnTo>
                  <a:lnTo>
                    <a:pt x="5241259" y="1205452"/>
                  </a:lnTo>
                  <a:lnTo>
                    <a:pt x="5241955" y="1202384"/>
                  </a:lnTo>
                  <a:lnTo>
                    <a:pt x="5242651" y="1199060"/>
                  </a:lnTo>
                  <a:lnTo>
                    <a:pt x="5243348" y="1196927"/>
                  </a:lnTo>
                  <a:lnTo>
                    <a:pt x="5244044" y="1192855"/>
                  </a:lnTo>
                  <a:lnTo>
                    <a:pt x="5244740" y="1188354"/>
                  </a:lnTo>
                  <a:lnTo>
                    <a:pt x="5245436" y="1184802"/>
                  </a:lnTo>
                  <a:lnTo>
                    <a:pt x="5246132" y="1180472"/>
                  </a:lnTo>
                  <a:lnTo>
                    <a:pt x="5246828" y="1175201"/>
                  </a:lnTo>
                  <a:lnTo>
                    <a:pt x="5247525" y="1170218"/>
                  </a:lnTo>
                  <a:lnTo>
                    <a:pt x="5248221" y="1164947"/>
                  </a:lnTo>
                  <a:lnTo>
                    <a:pt x="5248917" y="1159420"/>
                  </a:lnTo>
                  <a:lnTo>
                    <a:pt x="5249613" y="1153297"/>
                  </a:lnTo>
                  <a:lnTo>
                    <a:pt x="5250309" y="1148805"/>
                  </a:lnTo>
                  <a:lnTo>
                    <a:pt x="5251006" y="1144397"/>
                  </a:lnTo>
                  <a:lnTo>
                    <a:pt x="5251702" y="1139989"/>
                  </a:lnTo>
                  <a:lnTo>
                    <a:pt x="5252398" y="1135013"/>
                  </a:lnTo>
                  <a:lnTo>
                    <a:pt x="5253094" y="1130605"/>
                  </a:lnTo>
                  <a:lnTo>
                    <a:pt x="5253790" y="1125827"/>
                  </a:lnTo>
                  <a:lnTo>
                    <a:pt x="5254486" y="1123235"/>
                  </a:lnTo>
                  <a:lnTo>
                    <a:pt x="5255183" y="1120603"/>
                  </a:lnTo>
                  <a:lnTo>
                    <a:pt x="5255879" y="1118905"/>
                  </a:lnTo>
                  <a:lnTo>
                    <a:pt x="5256575" y="1119576"/>
                  </a:lnTo>
                  <a:lnTo>
                    <a:pt x="5257271" y="1121608"/>
                  </a:lnTo>
                  <a:lnTo>
                    <a:pt x="5257967" y="1123639"/>
                  </a:lnTo>
                  <a:lnTo>
                    <a:pt x="5258663" y="1125094"/>
                  </a:lnTo>
                  <a:lnTo>
                    <a:pt x="5259360" y="1126549"/>
                  </a:lnTo>
                  <a:lnTo>
                    <a:pt x="5260056" y="1128580"/>
                  </a:lnTo>
                  <a:lnTo>
                    <a:pt x="5260752" y="1129996"/>
                  </a:lnTo>
                  <a:lnTo>
                    <a:pt x="5261448" y="1130931"/>
                  </a:lnTo>
                  <a:lnTo>
                    <a:pt x="5262144" y="1134464"/>
                  </a:lnTo>
                  <a:lnTo>
                    <a:pt x="5262841" y="1138699"/>
                  </a:lnTo>
                  <a:lnTo>
                    <a:pt x="5263537" y="1142477"/>
                  </a:lnTo>
                  <a:lnTo>
                    <a:pt x="5264233" y="1146799"/>
                  </a:lnTo>
                  <a:lnTo>
                    <a:pt x="5264929" y="1150751"/>
                  </a:lnTo>
                  <a:lnTo>
                    <a:pt x="5265625" y="1155272"/>
                  </a:lnTo>
                  <a:lnTo>
                    <a:pt x="5266321" y="1158971"/>
                  </a:lnTo>
                  <a:lnTo>
                    <a:pt x="5267018" y="1161345"/>
                  </a:lnTo>
                  <a:lnTo>
                    <a:pt x="5267714" y="1163719"/>
                  </a:lnTo>
                  <a:lnTo>
                    <a:pt x="5268410" y="1165477"/>
                  </a:lnTo>
                  <a:lnTo>
                    <a:pt x="5269106" y="1166190"/>
                  </a:lnTo>
                  <a:lnTo>
                    <a:pt x="5269802" y="1167076"/>
                  </a:lnTo>
                  <a:lnTo>
                    <a:pt x="5270498" y="1168090"/>
                  </a:lnTo>
                  <a:lnTo>
                    <a:pt x="5271195" y="1170768"/>
                  </a:lnTo>
                  <a:lnTo>
                    <a:pt x="5271891" y="1173930"/>
                  </a:lnTo>
                  <a:lnTo>
                    <a:pt x="5272587" y="1174877"/>
                  </a:lnTo>
                  <a:lnTo>
                    <a:pt x="5273283" y="1174877"/>
                  </a:lnTo>
                  <a:lnTo>
                    <a:pt x="5273979" y="1174877"/>
                  </a:lnTo>
                  <a:lnTo>
                    <a:pt x="5274675" y="1174301"/>
                  </a:lnTo>
                  <a:lnTo>
                    <a:pt x="5275372" y="1175086"/>
                  </a:lnTo>
                  <a:lnTo>
                    <a:pt x="5276068" y="1175663"/>
                  </a:lnTo>
                  <a:lnTo>
                    <a:pt x="5276764" y="1175663"/>
                  </a:lnTo>
                  <a:lnTo>
                    <a:pt x="5277460" y="1175663"/>
                  </a:lnTo>
                  <a:lnTo>
                    <a:pt x="5278156" y="1175663"/>
                  </a:lnTo>
                  <a:lnTo>
                    <a:pt x="5278853" y="1174471"/>
                  </a:lnTo>
                  <a:lnTo>
                    <a:pt x="5279549" y="1176822"/>
                  </a:lnTo>
                  <a:lnTo>
                    <a:pt x="5280245" y="1179574"/>
                  </a:lnTo>
                  <a:lnTo>
                    <a:pt x="5280941" y="1181634"/>
                  </a:lnTo>
                  <a:lnTo>
                    <a:pt x="5281637" y="1183874"/>
                  </a:lnTo>
                  <a:lnTo>
                    <a:pt x="5282333" y="1186800"/>
                  </a:lnTo>
                  <a:lnTo>
                    <a:pt x="5283030" y="1189439"/>
                  </a:lnTo>
                  <a:lnTo>
                    <a:pt x="5283726" y="1192077"/>
                  </a:lnTo>
                  <a:lnTo>
                    <a:pt x="5284422" y="1194716"/>
                  </a:lnTo>
                  <a:lnTo>
                    <a:pt x="5285118" y="1197355"/>
                  </a:lnTo>
                  <a:lnTo>
                    <a:pt x="5285814" y="1198970"/>
                  </a:lnTo>
                  <a:lnTo>
                    <a:pt x="5286510" y="1201284"/>
                  </a:lnTo>
                  <a:lnTo>
                    <a:pt x="5287207" y="1203599"/>
                  </a:lnTo>
                  <a:lnTo>
                    <a:pt x="5287903" y="1206483"/>
                  </a:lnTo>
                  <a:lnTo>
                    <a:pt x="5288599" y="1208798"/>
                  </a:lnTo>
                  <a:lnTo>
                    <a:pt x="5289295" y="1212583"/>
                  </a:lnTo>
                  <a:lnTo>
                    <a:pt x="5289991" y="1215884"/>
                  </a:lnTo>
                  <a:lnTo>
                    <a:pt x="5290688" y="1218767"/>
                  </a:lnTo>
                  <a:lnTo>
                    <a:pt x="5291384" y="1221650"/>
                  </a:lnTo>
                  <a:lnTo>
                    <a:pt x="5292080" y="1222647"/>
                  </a:lnTo>
                  <a:lnTo>
                    <a:pt x="5292776" y="1222284"/>
                  </a:lnTo>
                  <a:lnTo>
                    <a:pt x="5293472" y="1221921"/>
                  </a:lnTo>
                  <a:lnTo>
                    <a:pt x="5294168" y="1221874"/>
                  </a:lnTo>
                  <a:lnTo>
                    <a:pt x="5294865" y="1221826"/>
                  </a:lnTo>
                  <a:lnTo>
                    <a:pt x="5295561" y="1221779"/>
                  </a:lnTo>
                  <a:lnTo>
                    <a:pt x="5296257" y="1222347"/>
                  </a:lnTo>
                  <a:lnTo>
                    <a:pt x="5296953" y="1222915"/>
                  </a:lnTo>
                  <a:lnTo>
                    <a:pt x="5297649" y="1223952"/>
                  </a:lnTo>
                  <a:lnTo>
                    <a:pt x="5298345" y="1225245"/>
                  </a:lnTo>
                  <a:lnTo>
                    <a:pt x="5299042" y="1226994"/>
                  </a:lnTo>
                  <a:lnTo>
                    <a:pt x="5299738" y="1227498"/>
                  </a:lnTo>
                  <a:lnTo>
                    <a:pt x="5300434" y="1227498"/>
                  </a:lnTo>
                  <a:lnTo>
                    <a:pt x="5301130" y="1227953"/>
                  </a:lnTo>
                  <a:lnTo>
                    <a:pt x="5301826" y="1227338"/>
                  </a:lnTo>
                  <a:lnTo>
                    <a:pt x="5302523" y="1226723"/>
                  </a:lnTo>
                  <a:lnTo>
                    <a:pt x="5303219" y="1226108"/>
                  </a:lnTo>
                  <a:lnTo>
                    <a:pt x="5303915" y="1226107"/>
                  </a:lnTo>
                  <a:lnTo>
                    <a:pt x="5304611" y="1228011"/>
                  </a:lnTo>
                  <a:lnTo>
                    <a:pt x="5305307" y="1229741"/>
                  </a:lnTo>
                  <a:lnTo>
                    <a:pt x="5306003" y="1232085"/>
                  </a:lnTo>
                  <a:lnTo>
                    <a:pt x="5306700" y="1233815"/>
                  </a:lnTo>
                  <a:lnTo>
                    <a:pt x="5307396" y="1235544"/>
                  </a:lnTo>
                  <a:lnTo>
                    <a:pt x="5308092" y="1235140"/>
                  </a:lnTo>
                  <a:lnTo>
                    <a:pt x="5308788" y="1234069"/>
                  </a:lnTo>
                  <a:lnTo>
                    <a:pt x="5309484" y="1232890"/>
                  </a:lnTo>
                  <a:lnTo>
                    <a:pt x="5310180" y="1229788"/>
                  </a:lnTo>
                  <a:lnTo>
                    <a:pt x="5310877" y="1227544"/>
                  </a:lnTo>
                  <a:lnTo>
                    <a:pt x="5311573" y="1225301"/>
                  </a:lnTo>
                  <a:lnTo>
                    <a:pt x="5312269" y="1224249"/>
                  </a:lnTo>
                  <a:lnTo>
                    <a:pt x="5312965" y="1223198"/>
                  </a:lnTo>
                  <a:lnTo>
                    <a:pt x="5313661" y="1221890"/>
                  </a:lnTo>
                  <a:lnTo>
                    <a:pt x="5314357" y="1220582"/>
                  </a:lnTo>
                  <a:lnTo>
                    <a:pt x="5315054" y="1217384"/>
                  </a:lnTo>
                  <a:lnTo>
                    <a:pt x="5315750" y="1214213"/>
                  </a:lnTo>
                  <a:lnTo>
                    <a:pt x="5316446" y="1211586"/>
                  </a:lnTo>
                  <a:lnTo>
                    <a:pt x="5317142" y="1209555"/>
                  </a:lnTo>
                  <a:lnTo>
                    <a:pt x="5317838" y="1208083"/>
                  </a:lnTo>
                  <a:lnTo>
                    <a:pt x="5318535" y="1209041"/>
                  </a:lnTo>
                  <a:lnTo>
                    <a:pt x="5319231" y="1210181"/>
                  </a:lnTo>
                  <a:lnTo>
                    <a:pt x="5319927" y="1211429"/>
                  </a:lnTo>
                  <a:lnTo>
                    <a:pt x="5320623" y="1214913"/>
                  </a:lnTo>
                  <a:lnTo>
                    <a:pt x="5321319" y="1217042"/>
                  </a:lnTo>
                  <a:lnTo>
                    <a:pt x="5322015" y="1218679"/>
                  </a:lnTo>
                  <a:lnTo>
                    <a:pt x="5322712" y="1220316"/>
                  </a:lnTo>
                  <a:lnTo>
                    <a:pt x="5323408" y="1221954"/>
                  </a:lnTo>
                  <a:lnTo>
                    <a:pt x="5324104" y="1223590"/>
                  </a:lnTo>
                  <a:lnTo>
                    <a:pt x="5324800" y="1225227"/>
                  </a:lnTo>
                  <a:lnTo>
                    <a:pt x="5325496" y="1227320"/>
                  </a:lnTo>
                  <a:lnTo>
                    <a:pt x="5326192" y="1229413"/>
                  </a:lnTo>
                  <a:lnTo>
                    <a:pt x="5326889" y="1231049"/>
                  </a:lnTo>
                  <a:lnTo>
                    <a:pt x="5327585" y="1232687"/>
                  </a:lnTo>
                  <a:lnTo>
                    <a:pt x="5328281" y="1234324"/>
                  </a:lnTo>
                  <a:lnTo>
                    <a:pt x="5328977" y="1235668"/>
                  </a:lnTo>
                  <a:lnTo>
                    <a:pt x="5329673" y="1236697"/>
                  </a:lnTo>
                  <a:lnTo>
                    <a:pt x="5330370" y="1237726"/>
                  </a:lnTo>
                  <a:lnTo>
                    <a:pt x="5331066" y="1238755"/>
                  </a:lnTo>
                  <a:lnTo>
                    <a:pt x="5331762" y="1239784"/>
                  </a:lnTo>
                  <a:lnTo>
                    <a:pt x="5332458" y="1240813"/>
                  </a:lnTo>
                  <a:lnTo>
                    <a:pt x="5333154" y="1241664"/>
                  </a:lnTo>
                  <a:lnTo>
                    <a:pt x="5333850" y="1242716"/>
                  </a:lnTo>
                  <a:lnTo>
                    <a:pt x="5334547" y="1243768"/>
                  </a:lnTo>
                  <a:lnTo>
                    <a:pt x="5335243" y="1245435"/>
                  </a:lnTo>
                  <a:lnTo>
                    <a:pt x="5335939" y="1245890"/>
                  </a:lnTo>
                  <a:lnTo>
                    <a:pt x="5336635" y="1245890"/>
                  </a:lnTo>
                  <a:lnTo>
                    <a:pt x="5337331" y="1245515"/>
                  </a:lnTo>
                  <a:lnTo>
                    <a:pt x="5338027" y="1243170"/>
                  </a:lnTo>
                  <a:lnTo>
                    <a:pt x="5338724" y="1240826"/>
                  </a:lnTo>
                  <a:lnTo>
                    <a:pt x="5339420" y="1238481"/>
                  </a:lnTo>
                  <a:lnTo>
                    <a:pt x="5340116" y="1236136"/>
                  </a:lnTo>
                  <a:lnTo>
                    <a:pt x="5340812" y="1234983"/>
                  </a:lnTo>
                  <a:lnTo>
                    <a:pt x="5341508" y="1233829"/>
                  </a:lnTo>
                  <a:lnTo>
                    <a:pt x="5342204" y="1233244"/>
                  </a:lnTo>
                  <a:lnTo>
                    <a:pt x="5342901" y="1232659"/>
                  </a:lnTo>
                  <a:lnTo>
                    <a:pt x="5343597" y="1233640"/>
                  </a:lnTo>
                  <a:lnTo>
                    <a:pt x="5344293" y="1233739"/>
                  </a:lnTo>
                  <a:lnTo>
                    <a:pt x="5344989" y="1234032"/>
                  </a:lnTo>
                  <a:lnTo>
                    <a:pt x="5345685" y="1235147"/>
                  </a:lnTo>
                  <a:lnTo>
                    <a:pt x="5346382" y="1236721"/>
                  </a:lnTo>
                  <a:lnTo>
                    <a:pt x="5347078" y="1237617"/>
                  </a:lnTo>
                  <a:lnTo>
                    <a:pt x="5347774" y="1237263"/>
                  </a:lnTo>
                  <a:lnTo>
                    <a:pt x="5348470" y="1239141"/>
                  </a:lnTo>
                  <a:lnTo>
                    <a:pt x="5349166" y="1241274"/>
                  </a:lnTo>
                  <a:lnTo>
                    <a:pt x="5349862" y="1243407"/>
                  </a:lnTo>
                  <a:lnTo>
                    <a:pt x="5350559" y="1245828"/>
                  </a:lnTo>
                  <a:lnTo>
                    <a:pt x="5351255" y="1248249"/>
                  </a:lnTo>
                  <a:lnTo>
                    <a:pt x="5351951" y="1250126"/>
                  </a:lnTo>
                  <a:lnTo>
                    <a:pt x="5352647" y="1251146"/>
                  </a:lnTo>
                  <a:lnTo>
                    <a:pt x="5353343" y="1251862"/>
                  </a:lnTo>
                  <a:lnTo>
                    <a:pt x="5354039" y="1251295"/>
                  </a:lnTo>
                  <a:lnTo>
                    <a:pt x="5354736" y="1251869"/>
                  </a:lnTo>
                  <a:lnTo>
                    <a:pt x="5355432" y="1251944"/>
                  </a:lnTo>
                  <a:lnTo>
                    <a:pt x="5356128" y="1250401"/>
                  </a:lnTo>
                  <a:lnTo>
                    <a:pt x="5356824" y="1249995"/>
                  </a:lnTo>
                  <a:lnTo>
                    <a:pt x="5357520" y="1250661"/>
                  </a:lnTo>
                  <a:lnTo>
                    <a:pt x="5358217" y="1252308"/>
                  </a:lnTo>
                  <a:lnTo>
                    <a:pt x="5358913" y="1253379"/>
                  </a:lnTo>
                  <a:lnTo>
                    <a:pt x="5359609" y="1253834"/>
                  </a:lnTo>
                  <a:lnTo>
                    <a:pt x="5360305" y="1254905"/>
                  </a:lnTo>
                  <a:lnTo>
                    <a:pt x="5361001" y="1255520"/>
                  </a:lnTo>
                  <a:lnTo>
                    <a:pt x="5361697" y="1256136"/>
                  </a:lnTo>
                  <a:lnTo>
                    <a:pt x="5362394" y="1257783"/>
                  </a:lnTo>
                  <a:lnTo>
                    <a:pt x="5363090" y="1259430"/>
                  </a:lnTo>
                  <a:lnTo>
                    <a:pt x="5363786" y="1261077"/>
                  </a:lnTo>
                  <a:lnTo>
                    <a:pt x="5364482" y="1262440"/>
                  </a:lnTo>
                  <a:lnTo>
                    <a:pt x="5365178" y="1264379"/>
                  </a:lnTo>
                  <a:lnTo>
                    <a:pt x="5365874" y="1266319"/>
                  </a:lnTo>
                  <a:lnTo>
                    <a:pt x="5366571" y="1268258"/>
                  </a:lnTo>
                  <a:lnTo>
                    <a:pt x="5367267" y="1270766"/>
                  </a:lnTo>
                  <a:lnTo>
                    <a:pt x="5367963" y="1273274"/>
                  </a:lnTo>
                  <a:lnTo>
                    <a:pt x="5368659" y="1275489"/>
                  </a:lnTo>
                  <a:lnTo>
                    <a:pt x="5369355" y="1277249"/>
                  </a:lnTo>
                  <a:lnTo>
                    <a:pt x="5370051" y="1279866"/>
                  </a:lnTo>
                  <a:lnTo>
                    <a:pt x="5370748" y="1281868"/>
                  </a:lnTo>
                  <a:lnTo>
                    <a:pt x="5371444" y="1284485"/>
                  </a:lnTo>
                  <a:lnTo>
                    <a:pt x="5372140" y="1287102"/>
                  </a:lnTo>
                  <a:lnTo>
                    <a:pt x="5372836" y="1289238"/>
                  </a:lnTo>
                  <a:lnTo>
                    <a:pt x="5373532" y="1293342"/>
                  </a:lnTo>
                  <a:lnTo>
                    <a:pt x="5374229" y="1297447"/>
                  </a:lnTo>
                  <a:lnTo>
                    <a:pt x="5374925" y="1301551"/>
                  </a:lnTo>
                  <a:lnTo>
                    <a:pt x="5375621" y="1305087"/>
                  </a:lnTo>
                  <a:lnTo>
                    <a:pt x="5376317" y="1306856"/>
                  </a:lnTo>
                  <a:lnTo>
                    <a:pt x="5377013" y="1308624"/>
                  </a:lnTo>
                  <a:lnTo>
                    <a:pt x="5377709" y="1309210"/>
                  </a:lnTo>
                  <a:lnTo>
                    <a:pt x="5378406" y="1309794"/>
                  </a:lnTo>
                  <a:lnTo>
                    <a:pt x="5379102" y="1310948"/>
                  </a:lnTo>
                  <a:lnTo>
                    <a:pt x="5379798" y="1313649"/>
                  </a:lnTo>
                  <a:lnTo>
                    <a:pt x="5380494" y="1316266"/>
                  </a:lnTo>
                  <a:lnTo>
                    <a:pt x="5381190" y="1319233"/>
                  </a:lnTo>
                  <a:lnTo>
                    <a:pt x="5381886" y="1322036"/>
                  </a:lnTo>
                  <a:lnTo>
                    <a:pt x="5382583" y="1325260"/>
                  </a:lnTo>
                  <a:lnTo>
                    <a:pt x="5383279" y="1329733"/>
                  </a:lnTo>
                  <a:lnTo>
                    <a:pt x="5383975" y="1331975"/>
                  </a:lnTo>
                  <a:lnTo>
                    <a:pt x="5384452" y="1333315"/>
                  </a:lnTo>
                  <a:lnTo>
                    <a:pt x="5393978" y="1333315"/>
                  </a:lnTo>
                  <a:lnTo>
                    <a:pt x="5394418" y="1330618"/>
                  </a:lnTo>
                  <a:lnTo>
                    <a:pt x="5395114" y="1326224"/>
                  </a:lnTo>
                  <a:lnTo>
                    <a:pt x="5395810" y="1319637"/>
                  </a:lnTo>
                  <a:lnTo>
                    <a:pt x="5396506" y="1313051"/>
                  </a:lnTo>
                  <a:lnTo>
                    <a:pt x="5397202" y="1306464"/>
                  </a:lnTo>
                  <a:lnTo>
                    <a:pt x="5397899" y="1299302"/>
                  </a:lnTo>
                  <a:lnTo>
                    <a:pt x="5398595" y="1292139"/>
                  </a:lnTo>
                  <a:lnTo>
                    <a:pt x="5399291" y="1285083"/>
                  </a:lnTo>
                  <a:lnTo>
                    <a:pt x="5399987" y="1280346"/>
                  </a:lnTo>
                  <a:lnTo>
                    <a:pt x="5400683" y="1274717"/>
                  </a:lnTo>
                  <a:lnTo>
                    <a:pt x="5401379" y="1269089"/>
                  </a:lnTo>
                  <a:lnTo>
                    <a:pt x="5402076" y="1263460"/>
                  </a:lnTo>
                  <a:lnTo>
                    <a:pt x="5402772" y="1257262"/>
                  </a:lnTo>
                  <a:lnTo>
                    <a:pt x="5403468" y="1251065"/>
                  </a:lnTo>
                  <a:lnTo>
                    <a:pt x="5404164" y="1245184"/>
                  </a:lnTo>
                  <a:lnTo>
                    <a:pt x="5404860" y="1239303"/>
                  </a:lnTo>
                  <a:lnTo>
                    <a:pt x="5405556" y="1233344"/>
                  </a:lnTo>
                  <a:lnTo>
                    <a:pt x="5406253" y="1229132"/>
                  </a:lnTo>
                  <a:lnTo>
                    <a:pt x="5406949" y="1224919"/>
                  </a:lnTo>
                  <a:lnTo>
                    <a:pt x="5407645" y="1220707"/>
                  </a:lnTo>
                  <a:lnTo>
                    <a:pt x="5408341" y="1217895"/>
                  </a:lnTo>
                  <a:lnTo>
                    <a:pt x="5409037" y="1215680"/>
                  </a:lnTo>
                  <a:lnTo>
                    <a:pt x="5409733" y="1213464"/>
                  </a:lnTo>
                  <a:lnTo>
                    <a:pt x="5410430" y="1211249"/>
                  </a:lnTo>
                  <a:lnTo>
                    <a:pt x="5411126" y="1210057"/>
                  </a:lnTo>
                  <a:lnTo>
                    <a:pt x="5411822" y="1209442"/>
                  </a:lnTo>
                  <a:lnTo>
                    <a:pt x="5412518" y="1208827"/>
                  </a:lnTo>
                  <a:lnTo>
                    <a:pt x="5413214" y="1208827"/>
                  </a:lnTo>
                  <a:lnTo>
                    <a:pt x="5413911" y="1208827"/>
                  </a:lnTo>
                  <a:lnTo>
                    <a:pt x="5414607" y="1208827"/>
                  </a:lnTo>
                  <a:lnTo>
                    <a:pt x="5415303" y="1209443"/>
                  </a:lnTo>
                  <a:lnTo>
                    <a:pt x="5415999" y="1210058"/>
                  </a:lnTo>
                  <a:lnTo>
                    <a:pt x="5416695" y="1211997"/>
                  </a:lnTo>
                  <a:lnTo>
                    <a:pt x="5417391" y="1213937"/>
                  </a:lnTo>
                  <a:lnTo>
                    <a:pt x="5418088" y="1217004"/>
                  </a:lnTo>
                  <a:lnTo>
                    <a:pt x="5418784" y="1219503"/>
                  </a:lnTo>
                  <a:lnTo>
                    <a:pt x="5419480" y="1221426"/>
                  </a:lnTo>
                  <a:lnTo>
                    <a:pt x="5420176" y="1223636"/>
                  </a:lnTo>
                  <a:lnTo>
                    <a:pt x="5420872" y="1225559"/>
                  </a:lnTo>
                  <a:lnTo>
                    <a:pt x="5421568" y="1226867"/>
                  </a:lnTo>
                  <a:lnTo>
                    <a:pt x="5422265" y="1228175"/>
                  </a:lnTo>
                  <a:lnTo>
                    <a:pt x="5422961" y="1229483"/>
                  </a:lnTo>
                  <a:lnTo>
                    <a:pt x="5423657" y="1231405"/>
                  </a:lnTo>
                  <a:lnTo>
                    <a:pt x="5424353" y="1233448"/>
                  </a:lnTo>
                  <a:lnTo>
                    <a:pt x="5425049" y="1238036"/>
                  </a:lnTo>
                  <a:lnTo>
                    <a:pt x="5425746" y="1241744"/>
                  </a:lnTo>
                  <a:lnTo>
                    <a:pt x="5426442" y="1245140"/>
                  </a:lnTo>
                  <a:lnTo>
                    <a:pt x="5427138" y="1248537"/>
                  </a:lnTo>
                  <a:lnTo>
                    <a:pt x="5427834" y="1251734"/>
                  </a:lnTo>
                  <a:lnTo>
                    <a:pt x="5428530" y="1254638"/>
                  </a:lnTo>
                  <a:lnTo>
                    <a:pt x="5429226" y="1257542"/>
                  </a:lnTo>
                  <a:lnTo>
                    <a:pt x="5429923" y="1260739"/>
                  </a:lnTo>
                  <a:lnTo>
                    <a:pt x="5430619" y="1264677"/>
                  </a:lnTo>
                  <a:lnTo>
                    <a:pt x="5431315" y="1270648"/>
                  </a:lnTo>
                  <a:lnTo>
                    <a:pt x="5432011" y="1276620"/>
                  </a:lnTo>
                  <a:lnTo>
                    <a:pt x="5432707" y="1282591"/>
                  </a:lnTo>
                  <a:lnTo>
                    <a:pt x="5433403" y="1288562"/>
                  </a:lnTo>
                  <a:lnTo>
                    <a:pt x="5434100" y="1294077"/>
                  </a:lnTo>
                  <a:lnTo>
                    <a:pt x="5434796" y="1299194"/>
                  </a:lnTo>
                  <a:lnTo>
                    <a:pt x="5435492" y="1302264"/>
                  </a:lnTo>
                  <a:lnTo>
                    <a:pt x="5436188" y="1305650"/>
                  </a:lnTo>
                  <a:lnTo>
                    <a:pt x="5436884" y="1309035"/>
                  </a:lnTo>
                  <a:lnTo>
                    <a:pt x="5437580" y="1312421"/>
                  </a:lnTo>
                  <a:lnTo>
                    <a:pt x="5438277" y="1315807"/>
                  </a:lnTo>
                  <a:lnTo>
                    <a:pt x="5438973" y="1319193"/>
                  </a:lnTo>
                  <a:lnTo>
                    <a:pt x="5439669" y="1322263"/>
                  </a:lnTo>
                  <a:lnTo>
                    <a:pt x="5440365" y="1325077"/>
                  </a:lnTo>
                  <a:lnTo>
                    <a:pt x="5441061" y="1327111"/>
                  </a:lnTo>
                  <a:lnTo>
                    <a:pt x="5441758" y="1327111"/>
                  </a:lnTo>
                  <a:lnTo>
                    <a:pt x="5442454" y="1327110"/>
                  </a:lnTo>
                  <a:lnTo>
                    <a:pt x="5443150" y="1327110"/>
                  </a:lnTo>
                  <a:lnTo>
                    <a:pt x="5443846" y="1326385"/>
                  </a:lnTo>
                  <a:lnTo>
                    <a:pt x="5444542" y="1325245"/>
                  </a:lnTo>
                  <a:lnTo>
                    <a:pt x="5445238" y="1324649"/>
                  </a:lnTo>
                  <a:lnTo>
                    <a:pt x="5445935" y="1324053"/>
                  </a:lnTo>
                  <a:lnTo>
                    <a:pt x="5446631" y="1323002"/>
                  </a:lnTo>
                  <a:lnTo>
                    <a:pt x="5447327" y="1321950"/>
                  </a:lnTo>
                  <a:lnTo>
                    <a:pt x="5448023" y="1320899"/>
                  </a:lnTo>
                  <a:lnTo>
                    <a:pt x="5448719" y="1319847"/>
                  </a:lnTo>
                  <a:lnTo>
                    <a:pt x="5449415" y="1318795"/>
                  </a:lnTo>
                  <a:lnTo>
                    <a:pt x="5450112" y="1317744"/>
                  </a:lnTo>
                  <a:lnTo>
                    <a:pt x="5450808" y="1316077"/>
                  </a:lnTo>
                  <a:lnTo>
                    <a:pt x="5451504" y="1314410"/>
                  </a:lnTo>
                  <a:lnTo>
                    <a:pt x="5452200" y="1312167"/>
                  </a:lnTo>
                  <a:lnTo>
                    <a:pt x="5452896" y="1310228"/>
                  </a:lnTo>
                  <a:lnTo>
                    <a:pt x="5453593" y="1308012"/>
                  </a:lnTo>
                  <a:lnTo>
                    <a:pt x="5454289" y="1306365"/>
                  </a:lnTo>
                  <a:lnTo>
                    <a:pt x="5454985" y="1305002"/>
                  </a:lnTo>
                  <a:lnTo>
                    <a:pt x="5455681" y="1303079"/>
                  </a:lnTo>
                  <a:lnTo>
                    <a:pt x="5456377" y="1301156"/>
                  </a:lnTo>
                  <a:lnTo>
                    <a:pt x="5457073" y="1299849"/>
                  </a:lnTo>
                  <a:lnTo>
                    <a:pt x="5457770" y="1298541"/>
                  </a:lnTo>
                  <a:lnTo>
                    <a:pt x="5458466" y="1296946"/>
                  </a:lnTo>
                  <a:lnTo>
                    <a:pt x="5459162" y="1294735"/>
                  </a:lnTo>
                  <a:lnTo>
                    <a:pt x="5459858" y="1292525"/>
                  </a:lnTo>
                  <a:lnTo>
                    <a:pt x="5460554" y="1289738"/>
                  </a:lnTo>
                  <a:lnTo>
                    <a:pt x="5461250" y="1287815"/>
                  </a:lnTo>
                  <a:lnTo>
                    <a:pt x="5461947" y="1286508"/>
                  </a:lnTo>
                  <a:lnTo>
                    <a:pt x="5462643" y="1285200"/>
                  </a:lnTo>
                  <a:lnTo>
                    <a:pt x="5463339" y="1284348"/>
                  </a:lnTo>
                  <a:lnTo>
                    <a:pt x="5464035" y="1283789"/>
                  </a:lnTo>
                  <a:lnTo>
                    <a:pt x="5464731" y="1283229"/>
                  </a:lnTo>
                  <a:lnTo>
                    <a:pt x="5465428" y="1282937"/>
                  </a:lnTo>
                  <a:lnTo>
                    <a:pt x="5466124" y="1282644"/>
                  </a:lnTo>
                  <a:lnTo>
                    <a:pt x="5466820" y="1281896"/>
                  </a:lnTo>
                  <a:lnTo>
                    <a:pt x="5467516" y="1281148"/>
                  </a:lnTo>
                  <a:lnTo>
                    <a:pt x="5468212" y="1280400"/>
                  </a:lnTo>
                  <a:lnTo>
                    <a:pt x="5468908" y="1279652"/>
                  </a:lnTo>
                  <a:lnTo>
                    <a:pt x="5469605" y="1279360"/>
                  </a:lnTo>
                  <a:lnTo>
                    <a:pt x="5470301" y="1279652"/>
                  </a:lnTo>
                  <a:lnTo>
                    <a:pt x="5470997" y="1280248"/>
                  </a:lnTo>
                  <a:lnTo>
                    <a:pt x="5471693" y="1280552"/>
                  </a:lnTo>
                  <a:lnTo>
                    <a:pt x="5472389" y="1280855"/>
                  </a:lnTo>
                  <a:lnTo>
                    <a:pt x="5473085" y="1281159"/>
                  </a:lnTo>
                  <a:lnTo>
                    <a:pt x="5473782" y="1281158"/>
                  </a:lnTo>
                  <a:lnTo>
                    <a:pt x="5474478" y="1281158"/>
                  </a:lnTo>
                  <a:lnTo>
                    <a:pt x="5475174" y="1281158"/>
                  </a:lnTo>
                  <a:lnTo>
                    <a:pt x="5475870" y="1280870"/>
                  </a:lnTo>
                  <a:lnTo>
                    <a:pt x="5476566" y="1280583"/>
                  </a:lnTo>
                  <a:lnTo>
                    <a:pt x="5477262" y="1280583"/>
                  </a:lnTo>
                  <a:lnTo>
                    <a:pt x="5477959" y="1280583"/>
                  </a:lnTo>
                  <a:lnTo>
                    <a:pt x="5478655" y="1280583"/>
                  </a:lnTo>
                  <a:lnTo>
                    <a:pt x="5479351" y="1280764"/>
                  </a:lnTo>
                  <a:lnTo>
                    <a:pt x="5480047" y="1280764"/>
                  </a:lnTo>
                  <a:lnTo>
                    <a:pt x="5480743" y="1280039"/>
                  </a:lnTo>
                  <a:lnTo>
                    <a:pt x="5481440" y="1279313"/>
                  </a:lnTo>
                  <a:lnTo>
                    <a:pt x="5482136" y="1278770"/>
                  </a:lnTo>
                  <a:lnTo>
                    <a:pt x="5482832" y="1278770"/>
                  </a:lnTo>
                  <a:lnTo>
                    <a:pt x="5483528" y="1279365"/>
                  </a:lnTo>
                  <a:lnTo>
                    <a:pt x="5484224" y="1279961"/>
                  </a:lnTo>
                  <a:lnTo>
                    <a:pt x="5484920" y="1280265"/>
                  </a:lnTo>
                  <a:lnTo>
                    <a:pt x="5485617" y="1280568"/>
                  </a:lnTo>
                  <a:lnTo>
                    <a:pt x="5486313" y="1280872"/>
                  </a:lnTo>
                  <a:lnTo>
                    <a:pt x="5487009" y="1281175"/>
                  </a:lnTo>
                  <a:lnTo>
                    <a:pt x="5487705" y="1281479"/>
                  </a:lnTo>
                  <a:lnTo>
                    <a:pt x="5488401" y="1281479"/>
                  </a:lnTo>
                  <a:lnTo>
                    <a:pt x="5489097" y="1281187"/>
                  </a:lnTo>
                  <a:lnTo>
                    <a:pt x="5489794" y="1280894"/>
                  </a:lnTo>
                  <a:lnTo>
                    <a:pt x="5490490" y="1280894"/>
                  </a:lnTo>
                  <a:lnTo>
                    <a:pt x="5491186" y="1281454"/>
                  </a:lnTo>
                  <a:lnTo>
                    <a:pt x="5491882" y="1282013"/>
                  </a:lnTo>
                  <a:lnTo>
                    <a:pt x="5492578" y="1282270"/>
                  </a:lnTo>
                  <a:lnTo>
                    <a:pt x="5493275" y="1281982"/>
                  </a:lnTo>
                  <a:lnTo>
                    <a:pt x="5493971" y="1281485"/>
                  </a:lnTo>
                  <a:lnTo>
                    <a:pt x="5494667" y="1280988"/>
                  </a:lnTo>
                  <a:lnTo>
                    <a:pt x="5495363" y="1280490"/>
                  </a:lnTo>
                  <a:lnTo>
                    <a:pt x="5496059" y="1280309"/>
                  </a:lnTo>
                  <a:lnTo>
                    <a:pt x="5496755" y="1280021"/>
                  </a:lnTo>
                  <a:lnTo>
                    <a:pt x="5497452" y="1279734"/>
                  </a:lnTo>
                  <a:lnTo>
                    <a:pt x="5498148" y="1279734"/>
                  </a:lnTo>
                  <a:lnTo>
                    <a:pt x="5498844" y="1279989"/>
                  </a:lnTo>
                  <a:lnTo>
                    <a:pt x="5499540" y="1280549"/>
                  </a:lnTo>
                  <a:lnTo>
                    <a:pt x="5500236" y="1281109"/>
                  </a:lnTo>
                  <a:lnTo>
                    <a:pt x="5500932" y="1281109"/>
                  </a:lnTo>
                  <a:lnTo>
                    <a:pt x="5501629" y="1281109"/>
                  </a:lnTo>
                  <a:lnTo>
                    <a:pt x="5502325" y="1281857"/>
                  </a:lnTo>
                  <a:lnTo>
                    <a:pt x="5503021" y="1283220"/>
                  </a:lnTo>
                  <a:lnTo>
                    <a:pt x="5503717" y="1285159"/>
                  </a:lnTo>
                  <a:lnTo>
                    <a:pt x="5504413" y="1287099"/>
                  </a:lnTo>
                  <a:lnTo>
                    <a:pt x="5505109" y="1289038"/>
                  </a:lnTo>
                  <a:lnTo>
                    <a:pt x="5505806" y="1290685"/>
                  </a:lnTo>
                  <a:lnTo>
                    <a:pt x="5506502" y="1292332"/>
                  </a:lnTo>
                  <a:lnTo>
                    <a:pt x="5507198" y="1294271"/>
                  </a:lnTo>
                  <a:lnTo>
                    <a:pt x="5507894" y="1296211"/>
                  </a:lnTo>
                  <a:lnTo>
                    <a:pt x="5508590" y="1298150"/>
                  </a:lnTo>
                  <a:lnTo>
                    <a:pt x="5509287" y="1299817"/>
                  </a:lnTo>
                  <a:lnTo>
                    <a:pt x="5509983" y="1301484"/>
                  </a:lnTo>
                  <a:lnTo>
                    <a:pt x="5510679" y="1303727"/>
                  </a:lnTo>
                  <a:lnTo>
                    <a:pt x="5511375" y="1306513"/>
                  </a:lnTo>
                  <a:lnTo>
                    <a:pt x="5512071" y="1309300"/>
                  </a:lnTo>
                  <a:lnTo>
                    <a:pt x="5512767" y="1311510"/>
                  </a:lnTo>
                  <a:lnTo>
                    <a:pt x="5513464" y="1312650"/>
                  </a:lnTo>
                  <a:lnTo>
                    <a:pt x="5514160" y="1313194"/>
                  </a:lnTo>
                  <a:lnTo>
                    <a:pt x="5514856" y="1313737"/>
                  </a:lnTo>
                  <a:lnTo>
                    <a:pt x="5515552" y="1314585"/>
                  </a:lnTo>
                  <a:lnTo>
                    <a:pt x="5516248" y="1315614"/>
                  </a:lnTo>
                  <a:lnTo>
                    <a:pt x="5516944" y="1316339"/>
                  </a:lnTo>
                  <a:lnTo>
                    <a:pt x="5517641" y="1316882"/>
                  </a:lnTo>
                  <a:lnTo>
                    <a:pt x="5518337" y="1316626"/>
                  </a:lnTo>
                  <a:lnTo>
                    <a:pt x="5519033" y="1315774"/>
                  </a:lnTo>
                  <a:lnTo>
                    <a:pt x="5519729" y="1314922"/>
                  </a:lnTo>
                  <a:lnTo>
                    <a:pt x="5520425" y="1314075"/>
                  </a:lnTo>
                  <a:lnTo>
                    <a:pt x="5521122" y="1313228"/>
                  </a:lnTo>
                  <a:lnTo>
                    <a:pt x="5521818" y="1312380"/>
                  </a:lnTo>
                  <a:lnTo>
                    <a:pt x="5522514" y="1311533"/>
                  </a:lnTo>
                  <a:lnTo>
                    <a:pt x="5523210" y="1310974"/>
                  </a:lnTo>
                  <a:lnTo>
                    <a:pt x="5523906" y="1310670"/>
                  </a:lnTo>
                  <a:lnTo>
                    <a:pt x="5524602" y="1310556"/>
                  </a:lnTo>
                  <a:lnTo>
                    <a:pt x="5525299" y="1308960"/>
                  </a:lnTo>
                  <a:lnTo>
                    <a:pt x="5525995" y="1306907"/>
                  </a:lnTo>
                  <a:lnTo>
                    <a:pt x="5526691" y="1305311"/>
                  </a:lnTo>
                  <a:lnTo>
                    <a:pt x="5527387" y="1303714"/>
                  </a:lnTo>
                  <a:lnTo>
                    <a:pt x="5528083" y="1302421"/>
                  </a:lnTo>
                  <a:lnTo>
                    <a:pt x="5528779" y="1302287"/>
                  </a:lnTo>
                  <a:lnTo>
                    <a:pt x="5529476" y="1302279"/>
                  </a:lnTo>
                  <a:lnTo>
                    <a:pt x="5530172" y="1301756"/>
                  </a:lnTo>
                  <a:lnTo>
                    <a:pt x="5530868" y="1301232"/>
                  </a:lnTo>
                  <a:lnTo>
                    <a:pt x="5531564" y="1299824"/>
                  </a:lnTo>
                  <a:lnTo>
                    <a:pt x="5532260" y="1298804"/>
                  </a:lnTo>
                  <a:lnTo>
                    <a:pt x="5532957" y="1297783"/>
                  </a:lnTo>
                  <a:lnTo>
                    <a:pt x="5533653" y="1296475"/>
                  </a:lnTo>
                  <a:lnTo>
                    <a:pt x="5534349" y="1294910"/>
                  </a:lnTo>
                  <a:lnTo>
                    <a:pt x="5535045" y="1293154"/>
                  </a:lnTo>
                  <a:lnTo>
                    <a:pt x="5535741" y="1292749"/>
                  </a:lnTo>
                  <a:lnTo>
                    <a:pt x="5536437" y="1292912"/>
                  </a:lnTo>
                  <a:lnTo>
                    <a:pt x="5537134" y="1293075"/>
                  </a:lnTo>
                  <a:lnTo>
                    <a:pt x="5537830" y="1292491"/>
                  </a:lnTo>
                  <a:lnTo>
                    <a:pt x="5538526" y="1290722"/>
                  </a:lnTo>
                  <a:lnTo>
                    <a:pt x="5539222" y="1288377"/>
                  </a:lnTo>
                  <a:lnTo>
                    <a:pt x="5539918" y="1287043"/>
                  </a:lnTo>
                  <a:lnTo>
                    <a:pt x="5540614" y="1286467"/>
                  </a:lnTo>
                  <a:lnTo>
                    <a:pt x="5541311" y="1285891"/>
                  </a:lnTo>
                  <a:lnTo>
                    <a:pt x="5542007" y="1285315"/>
                  </a:lnTo>
                  <a:lnTo>
                    <a:pt x="5542703" y="1284739"/>
                  </a:lnTo>
                  <a:lnTo>
                    <a:pt x="5543399" y="1283548"/>
                  </a:lnTo>
                  <a:lnTo>
                    <a:pt x="5544095" y="1282356"/>
                  </a:lnTo>
                  <a:lnTo>
                    <a:pt x="5544791" y="1281741"/>
                  </a:lnTo>
                  <a:lnTo>
                    <a:pt x="5545488" y="1281126"/>
                  </a:lnTo>
                  <a:lnTo>
                    <a:pt x="5546184" y="1279479"/>
                  </a:lnTo>
                  <a:lnTo>
                    <a:pt x="5546880" y="1277539"/>
                  </a:lnTo>
                  <a:lnTo>
                    <a:pt x="5547576" y="1275296"/>
                  </a:lnTo>
                  <a:lnTo>
                    <a:pt x="5548272" y="1273933"/>
                  </a:lnTo>
                  <a:lnTo>
                    <a:pt x="5548969" y="1273933"/>
                  </a:lnTo>
                  <a:lnTo>
                    <a:pt x="5549665" y="1274529"/>
                  </a:lnTo>
                  <a:lnTo>
                    <a:pt x="5550361" y="1275124"/>
                  </a:lnTo>
                  <a:lnTo>
                    <a:pt x="5551057" y="1275873"/>
                  </a:lnTo>
                  <a:lnTo>
                    <a:pt x="5551753" y="1277236"/>
                  </a:lnTo>
                  <a:lnTo>
                    <a:pt x="5552449" y="1278903"/>
                  </a:lnTo>
                  <a:lnTo>
                    <a:pt x="5553146" y="1280569"/>
                  </a:lnTo>
                  <a:lnTo>
                    <a:pt x="5553842" y="1283069"/>
                  </a:lnTo>
                  <a:lnTo>
                    <a:pt x="5554538" y="1285567"/>
                  </a:lnTo>
                  <a:lnTo>
                    <a:pt x="5555234" y="1288067"/>
                  </a:lnTo>
                  <a:lnTo>
                    <a:pt x="5555930" y="1290853"/>
                  </a:lnTo>
                  <a:lnTo>
                    <a:pt x="5556626" y="1294209"/>
                  </a:lnTo>
                  <a:lnTo>
                    <a:pt x="5557323" y="1297564"/>
                  </a:lnTo>
                  <a:lnTo>
                    <a:pt x="5558019" y="1301525"/>
                  </a:lnTo>
                  <a:lnTo>
                    <a:pt x="5558715" y="1304698"/>
                  </a:lnTo>
                  <a:lnTo>
                    <a:pt x="5559411" y="1308594"/>
                  </a:lnTo>
                  <a:lnTo>
                    <a:pt x="5560107" y="1312090"/>
                  </a:lnTo>
                  <a:lnTo>
                    <a:pt x="5560804" y="1316585"/>
                  </a:lnTo>
                  <a:lnTo>
                    <a:pt x="5561500" y="1323753"/>
                  </a:lnTo>
                  <a:lnTo>
                    <a:pt x="5562196" y="1327103"/>
                  </a:lnTo>
                  <a:lnTo>
                    <a:pt x="5562892" y="1331263"/>
                  </a:lnTo>
                  <a:lnTo>
                    <a:pt x="5563182" y="1333315"/>
                  </a:lnTo>
                  <a:lnTo>
                    <a:pt x="5578322" y="1333315"/>
                  </a:lnTo>
                  <a:lnTo>
                    <a:pt x="5578904" y="1327816"/>
                  </a:lnTo>
                  <a:lnTo>
                    <a:pt x="5579600" y="1320661"/>
                  </a:lnTo>
                  <a:lnTo>
                    <a:pt x="5580296" y="1313506"/>
                  </a:lnTo>
                  <a:lnTo>
                    <a:pt x="5580993" y="1306352"/>
                  </a:lnTo>
                  <a:lnTo>
                    <a:pt x="5581689" y="1299652"/>
                  </a:lnTo>
                  <a:lnTo>
                    <a:pt x="5582385" y="1293553"/>
                  </a:lnTo>
                  <a:lnTo>
                    <a:pt x="5583081" y="1288438"/>
                  </a:lnTo>
                  <a:lnTo>
                    <a:pt x="5583777" y="1283274"/>
                  </a:lnTo>
                  <a:lnTo>
                    <a:pt x="5584473" y="1283274"/>
                  </a:lnTo>
                  <a:lnTo>
                    <a:pt x="5585170" y="1283274"/>
                  </a:lnTo>
                  <a:lnTo>
                    <a:pt x="5585866" y="1282678"/>
                  </a:lnTo>
                  <a:lnTo>
                    <a:pt x="5586562" y="1281929"/>
                  </a:lnTo>
                  <a:lnTo>
                    <a:pt x="5587258" y="1280263"/>
                  </a:lnTo>
                  <a:lnTo>
                    <a:pt x="5587954" y="1278596"/>
                  </a:lnTo>
                  <a:lnTo>
                    <a:pt x="5588651" y="1276929"/>
                  </a:lnTo>
                  <a:lnTo>
                    <a:pt x="5589347" y="1274686"/>
                  </a:lnTo>
                  <a:lnTo>
                    <a:pt x="5590043" y="1272443"/>
                  </a:lnTo>
                  <a:lnTo>
                    <a:pt x="5590739" y="1270200"/>
                  </a:lnTo>
                  <a:lnTo>
                    <a:pt x="5591435" y="1267701"/>
                  </a:lnTo>
                  <a:lnTo>
                    <a:pt x="5592131" y="1265194"/>
                  </a:lnTo>
                  <a:lnTo>
                    <a:pt x="5592828" y="1262686"/>
                  </a:lnTo>
                  <a:lnTo>
                    <a:pt x="5593524" y="1259269"/>
                  </a:lnTo>
                  <a:lnTo>
                    <a:pt x="5594220" y="1256655"/>
                  </a:lnTo>
                  <a:lnTo>
                    <a:pt x="5594916" y="1253062"/>
                  </a:lnTo>
                  <a:lnTo>
                    <a:pt x="5595612" y="1249377"/>
                  </a:lnTo>
                  <a:lnTo>
                    <a:pt x="5596308" y="1246174"/>
                  </a:lnTo>
                  <a:lnTo>
                    <a:pt x="5597005" y="1240499"/>
                  </a:lnTo>
                  <a:lnTo>
                    <a:pt x="5597701" y="1238187"/>
                  </a:lnTo>
                  <a:lnTo>
                    <a:pt x="5598397" y="1235064"/>
                  </a:lnTo>
                  <a:lnTo>
                    <a:pt x="5599093" y="1231169"/>
                  </a:lnTo>
                  <a:lnTo>
                    <a:pt x="5599789" y="1229679"/>
                  </a:lnTo>
                  <a:lnTo>
                    <a:pt x="5600485" y="1227853"/>
                  </a:lnTo>
                  <a:lnTo>
                    <a:pt x="5601182" y="1225283"/>
                  </a:lnTo>
                  <a:lnTo>
                    <a:pt x="5601878" y="1222949"/>
                  </a:lnTo>
                  <a:lnTo>
                    <a:pt x="5602574" y="1220832"/>
                  </a:lnTo>
                  <a:lnTo>
                    <a:pt x="5603270" y="1218805"/>
                  </a:lnTo>
                  <a:lnTo>
                    <a:pt x="5603966" y="1215237"/>
                  </a:lnTo>
                  <a:lnTo>
                    <a:pt x="5604663" y="1210459"/>
                  </a:lnTo>
                  <a:lnTo>
                    <a:pt x="5605359" y="1204548"/>
                  </a:lnTo>
                  <a:lnTo>
                    <a:pt x="5606055" y="1197429"/>
                  </a:lnTo>
                  <a:lnTo>
                    <a:pt x="5606751" y="1189206"/>
                  </a:lnTo>
                  <a:lnTo>
                    <a:pt x="5607447" y="1182273"/>
                  </a:lnTo>
                  <a:lnTo>
                    <a:pt x="5608143" y="1173288"/>
                  </a:lnTo>
                  <a:lnTo>
                    <a:pt x="5608840" y="1162942"/>
                  </a:lnTo>
                  <a:lnTo>
                    <a:pt x="5609536" y="1156235"/>
                  </a:lnTo>
                  <a:lnTo>
                    <a:pt x="5610232" y="1148512"/>
                  </a:lnTo>
                  <a:lnTo>
                    <a:pt x="5610928" y="1141211"/>
                  </a:lnTo>
                  <a:lnTo>
                    <a:pt x="5611624" y="1137345"/>
                  </a:lnTo>
                  <a:lnTo>
                    <a:pt x="5612320" y="1134753"/>
                  </a:lnTo>
                  <a:lnTo>
                    <a:pt x="5613017" y="1131932"/>
                  </a:lnTo>
                  <a:lnTo>
                    <a:pt x="5613713" y="1129791"/>
                  </a:lnTo>
                  <a:lnTo>
                    <a:pt x="5614409" y="1129140"/>
                  </a:lnTo>
                  <a:lnTo>
                    <a:pt x="5615105" y="1129140"/>
                  </a:lnTo>
                  <a:lnTo>
                    <a:pt x="5615801" y="1130243"/>
                  </a:lnTo>
                  <a:lnTo>
                    <a:pt x="5616498" y="1131761"/>
                  </a:lnTo>
                  <a:lnTo>
                    <a:pt x="5617194" y="1133940"/>
                  </a:lnTo>
                  <a:lnTo>
                    <a:pt x="5617890" y="1135811"/>
                  </a:lnTo>
                  <a:lnTo>
                    <a:pt x="5618586" y="1138418"/>
                  </a:lnTo>
                  <a:lnTo>
                    <a:pt x="5619282" y="1142197"/>
                  </a:lnTo>
                  <a:lnTo>
                    <a:pt x="5619978" y="1141499"/>
                  </a:lnTo>
                  <a:lnTo>
                    <a:pt x="5620675" y="1140802"/>
                  </a:lnTo>
                  <a:lnTo>
                    <a:pt x="5621371" y="1140699"/>
                  </a:lnTo>
                  <a:lnTo>
                    <a:pt x="5622067" y="1139103"/>
                  </a:lnTo>
                  <a:lnTo>
                    <a:pt x="5622763" y="1137810"/>
                  </a:lnTo>
                  <a:lnTo>
                    <a:pt x="5623459" y="1137708"/>
                  </a:lnTo>
                  <a:lnTo>
                    <a:pt x="5624155" y="1137607"/>
                  </a:lnTo>
                  <a:lnTo>
                    <a:pt x="5624852" y="1137505"/>
                  </a:lnTo>
                  <a:lnTo>
                    <a:pt x="5625548" y="1137403"/>
                  </a:lnTo>
                  <a:lnTo>
                    <a:pt x="5626244" y="1137301"/>
                  </a:lnTo>
                  <a:lnTo>
                    <a:pt x="5626940" y="1138700"/>
                  </a:lnTo>
                  <a:lnTo>
                    <a:pt x="5627636" y="1140064"/>
                  </a:lnTo>
                  <a:lnTo>
                    <a:pt x="5628333" y="1141427"/>
                  </a:lnTo>
                  <a:lnTo>
                    <a:pt x="5629029" y="1143094"/>
                  </a:lnTo>
                  <a:lnTo>
                    <a:pt x="5629725" y="1143842"/>
                  </a:lnTo>
                  <a:lnTo>
                    <a:pt x="5630421" y="1144590"/>
                  </a:lnTo>
                  <a:lnTo>
                    <a:pt x="5631117" y="1145642"/>
                  </a:lnTo>
                  <a:lnTo>
                    <a:pt x="5631813" y="1146693"/>
                  </a:lnTo>
                  <a:lnTo>
                    <a:pt x="5632510" y="1148001"/>
                  </a:lnTo>
                  <a:lnTo>
                    <a:pt x="5633206" y="1148853"/>
                  </a:lnTo>
                  <a:lnTo>
                    <a:pt x="5633902" y="1148853"/>
                  </a:lnTo>
                  <a:lnTo>
                    <a:pt x="5634598" y="1148565"/>
                  </a:lnTo>
                  <a:lnTo>
                    <a:pt x="5635294" y="1148278"/>
                  </a:lnTo>
                  <a:lnTo>
                    <a:pt x="5635990" y="1147990"/>
                  </a:lnTo>
                  <a:lnTo>
                    <a:pt x="5636687" y="1147702"/>
                  </a:lnTo>
                  <a:lnTo>
                    <a:pt x="5637383" y="1147233"/>
                  </a:lnTo>
                  <a:lnTo>
                    <a:pt x="5638079" y="1147415"/>
                  </a:lnTo>
                  <a:lnTo>
                    <a:pt x="5638775" y="1147596"/>
                  </a:lnTo>
                  <a:lnTo>
                    <a:pt x="5639471" y="1150013"/>
                  </a:lnTo>
                  <a:lnTo>
                    <a:pt x="5640167" y="1152855"/>
                  </a:lnTo>
                  <a:lnTo>
                    <a:pt x="5640864" y="1156831"/>
                  </a:lnTo>
                  <a:lnTo>
                    <a:pt x="5641560" y="1162129"/>
                  </a:lnTo>
                  <a:lnTo>
                    <a:pt x="5642256" y="1168478"/>
                  </a:lnTo>
                  <a:lnTo>
                    <a:pt x="5642952" y="1174827"/>
                  </a:lnTo>
                  <a:lnTo>
                    <a:pt x="5643648" y="1182471"/>
                  </a:lnTo>
                  <a:lnTo>
                    <a:pt x="5644345" y="1190798"/>
                  </a:lnTo>
                  <a:lnTo>
                    <a:pt x="5645041" y="1200017"/>
                  </a:lnTo>
                  <a:lnTo>
                    <a:pt x="5645737" y="1209237"/>
                  </a:lnTo>
                  <a:lnTo>
                    <a:pt x="5646433" y="1218201"/>
                  </a:lnTo>
                  <a:lnTo>
                    <a:pt x="5647129" y="1226113"/>
                  </a:lnTo>
                  <a:lnTo>
                    <a:pt x="5647825" y="1233666"/>
                  </a:lnTo>
                  <a:lnTo>
                    <a:pt x="5648522" y="1241219"/>
                  </a:lnTo>
                  <a:lnTo>
                    <a:pt x="5649218" y="1249075"/>
                  </a:lnTo>
                  <a:lnTo>
                    <a:pt x="5649914" y="1255558"/>
                  </a:lnTo>
                  <a:lnTo>
                    <a:pt x="5650610" y="1261965"/>
                  </a:lnTo>
                  <a:lnTo>
                    <a:pt x="5651306" y="1267268"/>
                  </a:lnTo>
                  <a:lnTo>
                    <a:pt x="5652002" y="1272156"/>
                  </a:lnTo>
                  <a:lnTo>
                    <a:pt x="5652699" y="1276080"/>
                  </a:lnTo>
                  <a:lnTo>
                    <a:pt x="5653395" y="1280005"/>
                  </a:lnTo>
                  <a:lnTo>
                    <a:pt x="5654091" y="1282514"/>
                  </a:lnTo>
                  <a:lnTo>
                    <a:pt x="5654787" y="1283595"/>
                  </a:lnTo>
                  <a:lnTo>
                    <a:pt x="5655483" y="1283441"/>
                  </a:lnTo>
                  <a:lnTo>
                    <a:pt x="5656180" y="1283287"/>
                  </a:lnTo>
                  <a:lnTo>
                    <a:pt x="5656876" y="1283133"/>
                  </a:lnTo>
                  <a:lnTo>
                    <a:pt x="5657572" y="1284170"/>
                  </a:lnTo>
                  <a:lnTo>
                    <a:pt x="5658268" y="1284920"/>
                  </a:lnTo>
                  <a:lnTo>
                    <a:pt x="5658964" y="1284296"/>
                  </a:lnTo>
                  <a:lnTo>
                    <a:pt x="5659660" y="1283357"/>
                  </a:lnTo>
                  <a:lnTo>
                    <a:pt x="5660357" y="1282418"/>
                  </a:lnTo>
                  <a:lnTo>
                    <a:pt x="5661053" y="1281479"/>
                  </a:lnTo>
                  <a:lnTo>
                    <a:pt x="5661749" y="1280539"/>
                  </a:lnTo>
                  <a:lnTo>
                    <a:pt x="5662445" y="1278355"/>
                  </a:lnTo>
                  <a:lnTo>
                    <a:pt x="5663141" y="1275647"/>
                  </a:lnTo>
                  <a:lnTo>
                    <a:pt x="5663837" y="1272940"/>
                  </a:lnTo>
                  <a:lnTo>
                    <a:pt x="5664534" y="1270232"/>
                  </a:lnTo>
                  <a:lnTo>
                    <a:pt x="5665230" y="1268139"/>
                  </a:lnTo>
                  <a:lnTo>
                    <a:pt x="5665926" y="1266046"/>
                  </a:lnTo>
                  <a:lnTo>
                    <a:pt x="5666622" y="1263953"/>
                  </a:lnTo>
                  <a:lnTo>
                    <a:pt x="5667318" y="1261860"/>
                  </a:lnTo>
                  <a:lnTo>
                    <a:pt x="5668014" y="1259768"/>
                  </a:lnTo>
                  <a:lnTo>
                    <a:pt x="5668711" y="1258131"/>
                  </a:lnTo>
                  <a:lnTo>
                    <a:pt x="5669407" y="1257346"/>
                  </a:lnTo>
                  <a:lnTo>
                    <a:pt x="5670103" y="1256848"/>
                  </a:lnTo>
                  <a:lnTo>
                    <a:pt x="5670799" y="1256351"/>
                  </a:lnTo>
                  <a:lnTo>
                    <a:pt x="5671495" y="1255854"/>
                  </a:lnTo>
                  <a:lnTo>
                    <a:pt x="5672192" y="1255356"/>
                  </a:lnTo>
                  <a:lnTo>
                    <a:pt x="5672888" y="1255041"/>
                  </a:lnTo>
                  <a:lnTo>
                    <a:pt x="5673584" y="1254543"/>
                  </a:lnTo>
                  <a:lnTo>
                    <a:pt x="5674280" y="1254045"/>
                  </a:lnTo>
                  <a:lnTo>
                    <a:pt x="5674976" y="1253548"/>
                  </a:lnTo>
                  <a:lnTo>
                    <a:pt x="5675672" y="1253051"/>
                  </a:lnTo>
                  <a:lnTo>
                    <a:pt x="5676369" y="1252553"/>
                  </a:lnTo>
                  <a:lnTo>
                    <a:pt x="5677065" y="1252238"/>
                  </a:lnTo>
                  <a:lnTo>
                    <a:pt x="5677761" y="1251740"/>
                  </a:lnTo>
                  <a:lnTo>
                    <a:pt x="5678457" y="1251243"/>
                  </a:lnTo>
                  <a:lnTo>
                    <a:pt x="5679153" y="1251061"/>
                  </a:lnTo>
                  <a:lnTo>
                    <a:pt x="5679849" y="1251061"/>
                  </a:lnTo>
                  <a:lnTo>
                    <a:pt x="5680546" y="1250773"/>
                  </a:lnTo>
                  <a:lnTo>
                    <a:pt x="5681242" y="1250485"/>
                  </a:lnTo>
                  <a:lnTo>
                    <a:pt x="5681938" y="1250197"/>
                  </a:lnTo>
                  <a:lnTo>
                    <a:pt x="5682634" y="1249910"/>
                  </a:lnTo>
                  <a:lnTo>
                    <a:pt x="5683330" y="1249654"/>
                  </a:lnTo>
                  <a:lnTo>
                    <a:pt x="5684027" y="1249398"/>
                  </a:lnTo>
                  <a:lnTo>
                    <a:pt x="5684723" y="1248838"/>
                  </a:lnTo>
                  <a:lnTo>
                    <a:pt x="5685419" y="1248279"/>
                  </a:lnTo>
                  <a:lnTo>
                    <a:pt x="5686115" y="1247719"/>
                  </a:lnTo>
                  <a:lnTo>
                    <a:pt x="5686811" y="1247160"/>
                  </a:lnTo>
                  <a:lnTo>
                    <a:pt x="5687507" y="1246600"/>
                  </a:lnTo>
                  <a:lnTo>
                    <a:pt x="5688204" y="1246344"/>
                  </a:lnTo>
                  <a:lnTo>
                    <a:pt x="5688900" y="1246088"/>
                  </a:lnTo>
                  <a:lnTo>
                    <a:pt x="5689596" y="1245544"/>
                  </a:lnTo>
                  <a:lnTo>
                    <a:pt x="5690292" y="1244819"/>
                  </a:lnTo>
                  <a:lnTo>
                    <a:pt x="5690988" y="1244350"/>
                  </a:lnTo>
                  <a:lnTo>
                    <a:pt x="5691684" y="1244062"/>
                  </a:lnTo>
                  <a:lnTo>
                    <a:pt x="5692381" y="1243774"/>
                  </a:lnTo>
                  <a:lnTo>
                    <a:pt x="5693077" y="1243486"/>
                  </a:lnTo>
                  <a:lnTo>
                    <a:pt x="5693773" y="1243305"/>
                  </a:lnTo>
                  <a:lnTo>
                    <a:pt x="5694469" y="1243305"/>
                  </a:lnTo>
                  <a:lnTo>
                    <a:pt x="5695165" y="1243620"/>
                  </a:lnTo>
                  <a:lnTo>
                    <a:pt x="5695862" y="1244405"/>
                  </a:lnTo>
                  <a:lnTo>
                    <a:pt x="5696558" y="1245191"/>
                  </a:lnTo>
                  <a:lnTo>
                    <a:pt x="5697254" y="1246232"/>
                  </a:lnTo>
                  <a:lnTo>
                    <a:pt x="5697950" y="1247273"/>
                  </a:lnTo>
                  <a:lnTo>
                    <a:pt x="5698646" y="1248314"/>
                  </a:lnTo>
                  <a:lnTo>
                    <a:pt x="5699342" y="1249659"/>
                  </a:lnTo>
                  <a:lnTo>
                    <a:pt x="5700039" y="1251004"/>
                  </a:lnTo>
                  <a:lnTo>
                    <a:pt x="5700735" y="1252348"/>
                  </a:lnTo>
                  <a:lnTo>
                    <a:pt x="5701431" y="1253693"/>
                  </a:lnTo>
                  <a:lnTo>
                    <a:pt x="5702127" y="1254734"/>
                  </a:lnTo>
                  <a:lnTo>
                    <a:pt x="5702823" y="1255775"/>
                  </a:lnTo>
                  <a:lnTo>
                    <a:pt x="5703519" y="1256816"/>
                  </a:lnTo>
                  <a:lnTo>
                    <a:pt x="5704216" y="1257857"/>
                  </a:lnTo>
                  <a:lnTo>
                    <a:pt x="5704912" y="1258898"/>
                  </a:lnTo>
                  <a:lnTo>
                    <a:pt x="5705608" y="1259939"/>
                  </a:lnTo>
                  <a:lnTo>
                    <a:pt x="5706304" y="1260436"/>
                  </a:lnTo>
                  <a:lnTo>
                    <a:pt x="5707000" y="1260934"/>
                  </a:lnTo>
                  <a:lnTo>
                    <a:pt x="5707696" y="1261250"/>
                  </a:lnTo>
                  <a:lnTo>
                    <a:pt x="5708393" y="1261565"/>
                  </a:lnTo>
                  <a:lnTo>
                    <a:pt x="5709089" y="1261881"/>
                  </a:lnTo>
                  <a:lnTo>
                    <a:pt x="5709785" y="1261881"/>
                  </a:lnTo>
                  <a:lnTo>
                    <a:pt x="5710481" y="1261882"/>
                  </a:lnTo>
                  <a:lnTo>
                    <a:pt x="5711177" y="1261882"/>
                  </a:lnTo>
                  <a:lnTo>
                    <a:pt x="5711874" y="1261882"/>
                  </a:lnTo>
                  <a:lnTo>
                    <a:pt x="5712570" y="1261882"/>
                  </a:lnTo>
                  <a:lnTo>
                    <a:pt x="5713266" y="1261882"/>
                  </a:lnTo>
                  <a:lnTo>
                    <a:pt x="5713962" y="1261882"/>
                  </a:lnTo>
                  <a:lnTo>
                    <a:pt x="5714658" y="1261882"/>
                  </a:lnTo>
                  <a:lnTo>
                    <a:pt x="5715354" y="1261701"/>
                  </a:lnTo>
                  <a:lnTo>
                    <a:pt x="5716051" y="1261700"/>
                  </a:lnTo>
                  <a:lnTo>
                    <a:pt x="5716747" y="1261700"/>
                  </a:lnTo>
                  <a:lnTo>
                    <a:pt x="5717443" y="1261988"/>
                  </a:lnTo>
                  <a:lnTo>
                    <a:pt x="5718139" y="1262532"/>
                  </a:lnTo>
                  <a:lnTo>
                    <a:pt x="5718835" y="1262788"/>
                  </a:lnTo>
                  <a:lnTo>
                    <a:pt x="5719531" y="1263043"/>
                  </a:lnTo>
                  <a:lnTo>
                    <a:pt x="5720228" y="1263300"/>
                  </a:lnTo>
                  <a:lnTo>
                    <a:pt x="5720924" y="1263556"/>
                  </a:lnTo>
                  <a:lnTo>
                    <a:pt x="5721620" y="1263812"/>
                  </a:lnTo>
                  <a:lnTo>
                    <a:pt x="5722316" y="1264068"/>
                  </a:lnTo>
                  <a:lnTo>
                    <a:pt x="5723012" y="1264324"/>
                  </a:lnTo>
                  <a:lnTo>
                    <a:pt x="5723709" y="1264580"/>
                  </a:lnTo>
                  <a:lnTo>
                    <a:pt x="5724405" y="1264836"/>
                  </a:lnTo>
                  <a:lnTo>
                    <a:pt x="5725101" y="1265124"/>
                  </a:lnTo>
                  <a:lnTo>
                    <a:pt x="5725797" y="1265593"/>
                  </a:lnTo>
                  <a:lnTo>
                    <a:pt x="5726493" y="1265774"/>
                  </a:lnTo>
                  <a:lnTo>
                    <a:pt x="5727189" y="1265774"/>
                  </a:lnTo>
                  <a:lnTo>
                    <a:pt x="5727886" y="1265593"/>
                  </a:lnTo>
                  <a:lnTo>
                    <a:pt x="5728582" y="1265095"/>
                  </a:lnTo>
                  <a:lnTo>
                    <a:pt x="5729278" y="1265095"/>
                  </a:lnTo>
                  <a:lnTo>
                    <a:pt x="5729974" y="1265095"/>
                  </a:lnTo>
                  <a:lnTo>
                    <a:pt x="5730670" y="1265095"/>
                  </a:lnTo>
                  <a:lnTo>
                    <a:pt x="5731366" y="1264625"/>
                  </a:lnTo>
                  <a:lnTo>
                    <a:pt x="5732063" y="1264156"/>
                  </a:lnTo>
                  <a:lnTo>
                    <a:pt x="5732759" y="1263431"/>
                  </a:lnTo>
                  <a:lnTo>
                    <a:pt x="5733455" y="1262706"/>
                  </a:lnTo>
                  <a:lnTo>
                    <a:pt x="5734151" y="1261981"/>
                  </a:lnTo>
                  <a:lnTo>
                    <a:pt x="5734847" y="1260952"/>
                  </a:lnTo>
                  <a:lnTo>
                    <a:pt x="5735543" y="1259923"/>
                  </a:lnTo>
                  <a:lnTo>
                    <a:pt x="5736240" y="1258894"/>
                  </a:lnTo>
                  <a:lnTo>
                    <a:pt x="5736936" y="1258047"/>
                  </a:lnTo>
                  <a:lnTo>
                    <a:pt x="5737632" y="1257503"/>
                  </a:lnTo>
                  <a:lnTo>
                    <a:pt x="5738328" y="1256960"/>
                  </a:lnTo>
                  <a:lnTo>
                    <a:pt x="5739024" y="1256416"/>
                  </a:lnTo>
                  <a:lnTo>
                    <a:pt x="5739721" y="1255691"/>
                  </a:lnTo>
                  <a:lnTo>
                    <a:pt x="5740417" y="1254966"/>
                  </a:lnTo>
                  <a:lnTo>
                    <a:pt x="5741113" y="1254240"/>
                  </a:lnTo>
                  <a:lnTo>
                    <a:pt x="5741809" y="1254059"/>
                  </a:lnTo>
                  <a:lnTo>
                    <a:pt x="5742505" y="1253877"/>
                  </a:lnTo>
                  <a:lnTo>
                    <a:pt x="5743201" y="1253877"/>
                  </a:lnTo>
                  <a:lnTo>
                    <a:pt x="5743898" y="1252086"/>
                  </a:lnTo>
                  <a:lnTo>
                    <a:pt x="5744594" y="1249741"/>
                  </a:lnTo>
                  <a:lnTo>
                    <a:pt x="5745290" y="1247712"/>
                  </a:lnTo>
                  <a:lnTo>
                    <a:pt x="5745986" y="1245865"/>
                  </a:lnTo>
                  <a:lnTo>
                    <a:pt x="5746682" y="1244305"/>
                  </a:lnTo>
                  <a:lnTo>
                    <a:pt x="5747378" y="1242458"/>
                  </a:lnTo>
                  <a:lnTo>
                    <a:pt x="5748075" y="1240898"/>
                  </a:lnTo>
                  <a:lnTo>
                    <a:pt x="5748771" y="1239594"/>
                  </a:lnTo>
                  <a:lnTo>
                    <a:pt x="5749467" y="1238594"/>
                  </a:lnTo>
                  <a:lnTo>
                    <a:pt x="5750163" y="1237278"/>
                  </a:lnTo>
                  <a:lnTo>
                    <a:pt x="5750859" y="1236255"/>
                  </a:lnTo>
                  <a:lnTo>
                    <a:pt x="5751556" y="1235050"/>
                  </a:lnTo>
                  <a:lnTo>
                    <a:pt x="5752252" y="1233845"/>
                  </a:lnTo>
                  <a:lnTo>
                    <a:pt x="5752948" y="1232352"/>
                  </a:lnTo>
                  <a:lnTo>
                    <a:pt x="5753644" y="1229055"/>
                  </a:lnTo>
                  <a:lnTo>
                    <a:pt x="5754340" y="1226772"/>
                  </a:lnTo>
                  <a:lnTo>
                    <a:pt x="5755036" y="1225024"/>
                  </a:lnTo>
                  <a:lnTo>
                    <a:pt x="5755733" y="1223275"/>
                  </a:lnTo>
                  <a:lnTo>
                    <a:pt x="5756429" y="1221234"/>
                  </a:lnTo>
                  <a:lnTo>
                    <a:pt x="5757125" y="1218890"/>
                  </a:lnTo>
                  <a:lnTo>
                    <a:pt x="5757821" y="1216545"/>
                  </a:lnTo>
                  <a:lnTo>
                    <a:pt x="5758517" y="1213944"/>
                  </a:lnTo>
                  <a:lnTo>
                    <a:pt x="5759213" y="1211056"/>
                  </a:lnTo>
                  <a:lnTo>
                    <a:pt x="5759910" y="1208168"/>
                  </a:lnTo>
                  <a:lnTo>
                    <a:pt x="5760606" y="1205535"/>
                  </a:lnTo>
                  <a:lnTo>
                    <a:pt x="5761302" y="1202721"/>
                  </a:lnTo>
                  <a:lnTo>
                    <a:pt x="5761998" y="1200377"/>
                  </a:lnTo>
                  <a:lnTo>
                    <a:pt x="5762694" y="1198032"/>
                  </a:lnTo>
                  <a:lnTo>
                    <a:pt x="5763390" y="1195869"/>
                  </a:lnTo>
                  <a:lnTo>
                    <a:pt x="5764087" y="1195745"/>
                  </a:lnTo>
                  <a:lnTo>
                    <a:pt x="5764783" y="1195927"/>
                  </a:lnTo>
                  <a:lnTo>
                    <a:pt x="5765479" y="1196108"/>
                  </a:lnTo>
                  <a:lnTo>
                    <a:pt x="5766175" y="1196290"/>
                  </a:lnTo>
                  <a:lnTo>
                    <a:pt x="5766871" y="1196471"/>
                  </a:lnTo>
                  <a:lnTo>
                    <a:pt x="5767568" y="1196652"/>
                  </a:lnTo>
                  <a:lnTo>
                    <a:pt x="5768264" y="1197122"/>
                  </a:lnTo>
                  <a:lnTo>
                    <a:pt x="5768960" y="1198150"/>
                  </a:lnTo>
                  <a:lnTo>
                    <a:pt x="5769656" y="1199179"/>
                  </a:lnTo>
                  <a:lnTo>
                    <a:pt x="5770352" y="1200208"/>
                  </a:lnTo>
                  <a:lnTo>
                    <a:pt x="5771048" y="1201529"/>
                  </a:lnTo>
                  <a:lnTo>
                    <a:pt x="5771745" y="1202850"/>
                  </a:lnTo>
                  <a:lnTo>
                    <a:pt x="5772441" y="1203990"/>
                  </a:lnTo>
                  <a:lnTo>
                    <a:pt x="5773137" y="1205129"/>
                  </a:lnTo>
                  <a:lnTo>
                    <a:pt x="5773833" y="1206269"/>
                  </a:lnTo>
                  <a:lnTo>
                    <a:pt x="5774529" y="1207408"/>
                  </a:lnTo>
                  <a:lnTo>
                    <a:pt x="5775225" y="1208730"/>
                  </a:lnTo>
                  <a:lnTo>
                    <a:pt x="5775922" y="1210506"/>
                  </a:lnTo>
                  <a:lnTo>
                    <a:pt x="5776618" y="1212283"/>
                  </a:lnTo>
                  <a:lnTo>
                    <a:pt x="5777314" y="1214675"/>
                  </a:lnTo>
                  <a:lnTo>
                    <a:pt x="5778010" y="1217067"/>
                  </a:lnTo>
                  <a:lnTo>
                    <a:pt x="5778706" y="1219459"/>
                  </a:lnTo>
                  <a:lnTo>
                    <a:pt x="5779403" y="1223028"/>
                  </a:lnTo>
                  <a:lnTo>
                    <a:pt x="5780099" y="1227149"/>
                  </a:lnTo>
                  <a:lnTo>
                    <a:pt x="5780795" y="1230815"/>
                  </a:lnTo>
                  <a:lnTo>
                    <a:pt x="5781491" y="1234007"/>
                  </a:lnTo>
                  <a:lnTo>
                    <a:pt x="5782187" y="1237203"/>
                  </a:lnTo>
                  <a:lnTo>
                    <a:pt x="5782883" y="1240395"/>
                  </a:lnTo>
                  <a:lnTo>
                    <a:pt x="5783580" y="1242437"/>
                  </a:lnTo>
                  <a:lnTo>
                    <a:pt x="5784276" y="1242312"/>
                  </a:lnTo>
                  <a:lnTo>
                    <a:pt x="5784972" y="1240574"/>
                  </a:lnTo>
                  <a:lnTo>
                    <a:pt x="5785668" y="1238835"/>
                  </a:lnTo>
                  <a:lnTo>
                    <a:pt x="5786364" y="1236804"/>
                  </a:lnTo>
                  <a:lnTo>
                    <a:pt x="5787060" y="1234773"/>
                  </a:lnTo>
                  <a:lnTo>
                    <a:pt x="5787757" y="1232146"/>
                  </a:lnTo>
                  <a:lnTo>
                    <a:pt x="5788453" y="1229519"/>
                  </a:lnTo>
                  <a:lnTo>
                    <a:pt x="5789149" y="1228184"/>
                  </a:lnTo>
                  <a:lnTo>
                    <a:pt x="5789845" y="1225835"/>
                  </a:lnTo>
                  <a:lnTo>
                    <a:pt x="5790541" y="1223208"/>
                  </a:lnTo>
                  <a:lnTo>
                    <a:pt x="5791238" y="1220581"/>
                  </a:lnTo>
                  <a:lnTo>
                    <a:pt x="5791934" y="1218550"/>
                  </a:lnTo>
                  <a:lnTo>
                    <a:pt x="5792630" y="1216519"/>
                  </a:lnTo>
                  <a:lnTo>
                    <a:pt x="5793326" y="1214488"/>
                  </a:lnTo>
                  <a:lnTo>
                    <a:pt x="5794022" y="1213393"/>
                  </a:lnTo>
                  <a:lnTo>
                    <a:pt x="5794718" y="1214378"/>
                  </a:lnTo>
                  <a:lnTo>
                    <a:pt x="5795415" y="1217010"/>
                  </a:lnTo>
                  <a:lnTo>
                    <a:pt x="5796111" y="1219643"/>
                  </a:lnTo>
                  <a:lnTo>
                    <a:pt x="5796807" y="1222457"/>
                  </a:lnTo>
                  <a:lnTo>
                    <a:pt x="5797503" y="1225089"/>
                  </a:lnTo>
                  <a:lnTo>
                    <a:pt x="5798199" y="1227722"/>
                  </a:lnTo>
                  <a:lnTo>
                    <a:pt x="5798895" y="1230354"/>
                  </a:lnTo>
                  <a:lnTo>
                    <a:pt x="5799592" y="1231263"/>
                  </a:lnTo>
                  <a:lnTo>
                    <a:pt x="5800288" y="1231807"/>
                  </a:lnTo>
                  <a:lnTo>
                    <a:pt x="5800984" y="1232095"/>
                  </a:lnTo>
                  <a:lnTo>
                    <a:pt x="5801680" y="1232638"/>
                  </a:lnTo>
                  <a:lnTo>
                    <a:pt x="5802376" y="1232926"/>
                  </a:lnTo>
                  <a:lnTo>
                    <a:pt x="5803072" y="1233214"/>
                  </a:lnTo>
                  <a:lnTo>
                    <a:pt x="5803769" y="1233214"/>
                  </a:lnTo>
                  <a:lnTo>
                    <a:pt x="5804465" y="1232910"/>
                  </a:lnTo>
                  <a:lnTo>
                    <a:pt x="5805161" y="1232607"/>
                  </a:lnTo>
                  <a:lnTo>
                    <a:pt x="5805857" y="1232303"/>
                  </a:lnTo>
                  <a:lnTo>
                    <a:pt x="5806553" y="1231707"/>
                  </a:lnTo>
                  <a:lnTo>
                    <a:pt x="5807250" y="1230855"/>
                  </a:lnTo>
                  <a:lnTo>
                    <a:pt x="5807946" y="1230003"/>
                  </a:lnTo>
                  <a:lnTo>
                    <a:pt x="5808642" y="1229152"/>
                  </a:lnTo>
                  <a:lnTo>
                    <a:pt x="5809338" y="1228300"/>
                  </a:lnTo>
                  <a:lnTo>
                    <a:pt x="5810034" y="1227448"/>
                  </a:lnTo>
                  <a:lnTo>
                    <a:pt x="5810730" y="1226308"/>
                  </a:lnTo>
                  <a:lnTo>
                    <a:pt x="5811427" y="1224712"/>
                  </a:lnTo>
                  <a:lnTo>
                    <a:pt x="5812123" y="1222936"/>
                  </a:lnTo>
                  <a:lnTo>
                    <a:pt x="5812819" y="1221013"/>
                  </a:lnTo>
                  <a:lnTo>
                    <a:pt x="5813515" y="1219090"/>
                  </a:lnTo>
                  <a:lnTo>
                    <a:pt x="5814211" y="1217423"/>
                  </a:lnTo>
                  <a:lnTo>
                    <a:pt x="5814907" y="1216371"/>
                  </a:lnTo>
                  <a:lnTo>
                    <a:pt x="5815604" y="1215319"/>
                  </a:lnTo>
                  <a:lnTo>
                    <a:pt x="5816300" y="1215027"/>
                  </a:lnTo>
                  <a:lnTo>
                    <a:pt x="5816996" y="1215319"/>
                  </a:lnTo>
                  <a:lnTo>
                    <a:pt x="5817692" y="1215319"/>
                  </a:lnTo>
                  <a:lnTo>
                    <a:pt x="5818388" y="1215611"/>
                  </a:lnTo>
                  <a:lnTo>
                    <a:pt x="5819085" y="1217222"/>
                  </a:lnTo>
                  <a:lnTo>
                    <a:pt x="5819781" y="1220743"/>
                  </a:lnTo>
                  <a:lnTo>
                    <a:pt x="5820477" y="1225575"/>
                  </a:lnTo>
                  <a:lnTo>
                    <a:pt x="5821173" y="1231021"/>
                  </a:lnTo>
                  <a:lnTo>
                    <a:pt x="5821869" y="1236468"/>
                  </a:lnTo>
                  <a:lnTo>
                    <a:pt x="5822565" y="1241915"/>
                  </a:lnTo>
                  <a:lnTo>
                    <a:pt x="5823262" y="1247342"/>
                  </a:lnTo>
                  <a:lnTo>
                    <a:pt x="5823958" y="1252770"/>
                  </a:lnTo>
                  <a:lnTo>
                    <a:pt x="5824654" y="1258453"/>
                  </a:lnTo>
                  <a:lnTo>
                    <a:pt x="5825350" y="1264137"/>
                  </a:lnTo>
                  <a:lnTo>
                    <a:pt x="5826046" y="1269564"/>
                  </a:lnTo>
                  <a:lnTo>
                    <a:pt x="5826742" y="1274992"/>
                  </a:lnTo>
                  <a:lnTo>
                    <a:pt x="5827439" y="1280115"/>
                  </a:lnTo>
                  <a:lnTo>
                    <a:pt x="5828135" y="1285543"/>
                  </a:lnTo>
                  <a:lnTo>
                    <a:pt x="5828831" y="1290970"/>
                  </a:lnTo>
                  <a:lnTo>
                    <a:pt x="5829527" y="1295718"/>
                  </a:lnTo>
                  <a:lnTo>
                    <a:pt x="5830223" y="1298673"/>
                  </a:lnTo>
                  <a:lnTo>
                    <a:pt x="5830919" y="1299981"/>
                  </a:lnTo>
                  <a:lnTo>
                    <a:pt x="5831616" y="1300833"/>
                  </a:lnTo>
                  <a:lnTo>
                    <a:pt x="5832312" y="1302140"/>
                  </a:lnTo>
                  <a:lnTo>
                    <a:pt x="5833008" y="1303448"/>
                  </a:lnTo>
                  <a:lnTo>
                    <a:pt x="5833704" y="1304755"/>
                  </a:lnTo>
                  <a:lnTo>
                    <a:pt x="5834400" y="1305607"/>
                  </a:lnTo>
                  <a:lnTo>
                    <a:pt x="5835097" y="1306167"/>
                  </a:lnTo>
                  <a:lnTo>
                    <a:pt x="5835793" y="1306763"/>
                  </a:lnTo>
                  <a:lnTo>
                    <a:pt x="5836489" y="1307323"/>
                  </a:lnTo>
                  <a:lnTo>
                    <a:pt x="5837185" y="1307626"/>
                  </a:lnTo>
                  <a:lnTo>
                    <a:pt x="5837881" y="1307882"/>
                  </a:lnTo>
                  <a:lnTo>
                    <a:pt x="5838577" y="1308138"/>
                  </a:lnTo>
                  <a:lnTo>
                    <a:pt x="5839274" y="1308394"/>
                  </a:lnTo>
                  <a:lnTo>
                    <a:pt x="5839970" y="1308138"/>
                  </a:lnTo>
                  <a:lnTo>
                    <a:pt x="5840666" y="1307882"/>
                  </a:lnTo>
                  <a:lnTo>
                    <a:pt x="5841362" y="1307882"/>
                  </a:lnTo>
                  <a:lnTo>
                    <a:pt x="5842058" y="1307882"/>
                  </a:lnTo>
                  <a:lnTo>
                    <a:pt x="5842754" y="1307882"/>
                  </a:lnTo>
                  <a:lnTo>
                    <a:pt x="5843451" y="1307882"/>
                  </a:lnTo>
                  <a:lnTo>
                    <a:pt x="5844147" y="1307882"/>
                  </a:lnTo>
                  <a:lnTo>
                    <a:pt x="5844843" y="1307882"/>
                  </a:lnTo>
                  <a:lnTo>
                    <a:pt x="5845539" y="1307883"/>
                  </a:lnTo>
                  <a:lnTo>
                    <a:pt x="5846235" y="1307883"/>
                  </a:lnTo>
                  <a:lnTo>
                    <a:pt x="5846932" y="1307883"/>
                  </a:lnTo>
                  <a:lnTo>
                    <a:pt x="5847628" y="1308064"/>
                  </a:lnTo>
                  <a:lnTo>
                    <a:pt x="5848324" y="1307776"/>
                  </a:lnTo>
                  <a:lnTo>
                    <a:pt x="5849020" y="1307489"/>
                  </a:lnTo>
                  <a:lnTo>
                    <a:pt x="5849716" y="1306945"/>
                  </a:lnTo>
                  <a:lnTo>
                    <a:pt x="5850412" y="1306220"/>
                  </a:lnTo>
                  <a:lnTo>
                    <a:pt x="5851109" y="1305495"/>
                  </a:lnTo>
                  <a:lnTo>
                    <a:pt x="5851805" y="1304466"/>
                  </a:lnTo>
                  <a:lnTo>
                    <a:pt x="5852501" y="1303145"/>
                  </a:lnTo>
                  <a:lnTo>
                    <a:pt x="5853197" y="1301824"/>
                  </a:lnTo>
                  <a:lnTo>
                    <a:pt x="5853893" y="1300502"/>
                  </a:lnTo>
                  <a:lnTo>
                    <a:pt x="5854589" y="1298725"/>
                  </a:lnTo>
                  <a:lnTo>
                    <a:pt x="5855286" y="1296948"/>
                  </a:lnTo>
                  <a:lnTo>
                    <a:pt x="5855982" y="1295172"/>
                  </a:lnTo>
                  <a:lnTo>
                    <a:pt x="5856678" y="1292780"/>
                  </a:lnTo>
                  <a:lnTo>
                    <a:pt x="5857374" y="1290569"/>
                  </a:lnTo>
                  <a:lnTo>
                    <a:pt x="5858070" y="1288359"/>
                  </a:lnTo>
                  <a:lnTo>
                    <a:pt x="5858767" y="1286763"/>
                  </a:lnTo>
                  <a:lnTo>
                    <a:pt x="5859463" y="1285168"/>
                  </a:lnTo>
                  <a:lnTo>
                    <a:pt x="5860159" y="1283572"/>
                  </a:lnTo>
                  <a:lnTo>
                    <a:pt x="5860855" y="1281977"/>
                  </a:lnTo>
                  <a:lnTo>
                    <a:pt x="5861551" y="1280381"/>
                  </a:lnTo>
                  <a:lnTo>
                    <a:pt x="5862247" y="1278604"/>
                  </a:lnTo>
                  <a:lnTo>
                    <a:pt x="5862944" y="1277009"/>
                  </a:lnTo>
                  <a:lnTo>
                    <a:pt x="5863640" y="1275413"/>
                  </a:lnTo>
                  <a:lnTo>
                    <a:pt x="5864336" y="1274105"/>
                  </a:lnTo>
                  <a:lnTo>
                    <a:pt x="5865032" y="1272798"/>
                  </a:lnTo>
                  <a:lnTo>
                    <a:pt x="5865728" y="1271490"/>
                  </a:lnTo>
                  <a:lnTo>
                    <a:pt x="5866424" y="1270183"/>
                  </a:lnTo>
                  <a:lnTo>
                    <a:pt x="5867121" y="1269331"/>
                  </a:lnTo>
                  <a:lnTo>
                    <a:pt x="5867817" y="1267736"/>
                  </a:lnTo>
                  <a:lnTo>
                    <a:pt x="5868513" y="1266428"/>
                  </a:lnTo>
                  <a:lnTo>
                    <a:pt x="5869209" y="1265120"/>
                  </a:lnTo>
                  <a:lnTo>
                    <a:pt x="5869905" y="1264269"/>
                  </a:lnTo>
                  <a:lnTo>
                    <a:pt x="5870601" y="1263709"/>
                  </a:lnTo>
                  <a:lnTo>
                    <a:pt x="5871298" y="1262857"/>
                  </a:lnTo>
                  <a:lnTo>
                    <a:pt x="5871994" y="1262298"/>
                  </a:lnTo>
                  <a:lnTo>
                    <a:pt x="5872690" y="1261738"/>
                  </a:lnTo>
                  <a:lnTo>
                    <a:pt x="5873386" y="1261194"/>
                  </a:lnTo>
                  <a:lnTo>
                    <a:pt x="5874082" y="1260651"/>
                  </a:lnTo>
                  <a:lnTo>
                    <a:pt x="5874779" y="1259925"/>
                  </a:lnTo>
                  <a:lnTo>
                    <a:pt x="5875475" y="1259456"/>
                  </a:lnTo>
                  <a:lnTo>
                    <a:pt x="5876171" y="1258987"/>
                  </a:lnTo>
                  <a:lnTo>
                    <a:pt x="5876867" y="1258262"/>
                  </a:lnTo>
                  <a:lnTo>
                    <a:pt x="5877563" y="1257537"/>
                  </a:lnTo>
                  <a:lnTo>
                    <a:pt x="5878259" y="1257068"/>
                  </a:lnTo>
                  <a:lnTo>
                    <a:pt x="5878956" y="1256283"/>
                  </a:lnTo>
                  <a:lnTo>
                    <a:pt x="5879652" y="1255498"/>
                  </a:lnTo>
                  <a:lnTo>
                    <a:pt x="5880348" y="1255029"/>
                  </a:lnTo>
                  <a:lnTo>
                    <a:pt x="5881044" y="1254560"/>
                  </a:lnTo>
                  <a:lnTo>
                    <a:pt x="5881740" y="1254378"/>
                  </a:lnTo>
                  <a:lnTo>
                    <a:pt x="5882436" y="1254197"/>
                  </a:lnTo>
                  <a:lnTo>
                    <a:pt x="5883133" y="1254196"/>
                  </a:lnTo>
                  <a:lnTo>
                    <a:pt x="5883829" y="1254484"/>
                  </a:lnTo>
                  <a:lnTo>
                    <a:pt x="5884525" y="1254772"/>
                  </a:lnTo>
                  <a:lnTo>
                    <a:pt x="5885221" y="1255059"/>
                  </a:lnTo>
                  <a:lnTo>
                    <a:pt x="5885917" y="1255529"/>
                  </a:lnTo>
                  <a:lnTo>
                    <a:pt x="5886614" y="1255998"/>
                  </a:lnTo>
                  <a:lnTo>
                    <a:pt x="5887310" y="1256467"/>
                  </a:lnTo>
                  <a:lnTo>
                    <a:pt x="5888006" y="1256936"/>
                  </a:lnTo>
                  <a:lnTo>
                    <a:pt x="5888702" y="1257405"/>
                  </a:lnTo>
                  <a:lnTo>
                    <a:pt x="5889398" y="1256083"/>
                  </a:lnTo>
                  <a:lnTo>
                    <a:pt x="5890094" y="1254767"/>
                  </a:lnTo>
                  <a:lnTo>
                    <a:pt x="5890791" y="1252199"/>
                  </a:lnTo>
                  <a:lnTo>
                    <a:pt x="5891487" y="1249145"/>
                  </a:lnTo>
                  <a:lnTo>
                    <a:pt x="5892183" y="1246091"/>
                  </a:lnTo>
                  <a:lnTo>
                    <a:pt x="5892879" y="1242854"/>
                  </a:lnTo>
                  <a:lnTo>
                    <a:pt x="5893575" y="1239326"/>
                  </a:lnTo>
                  <a:lnTo>
                    <a:pt x="5894271" y="1235494"/>
                  </a:lnTo>
                  <a:lnTo>
                    <a:pt x="5894968" y="1231662"/>
                  </a:lnTo>
                  <a:lnTo>
                    <a:pt x="5895664" y="1227829"/>
                  </a:lnTo>
                  <a:lnTo>
                    <a:pt x="5896360" y="1223998"/>
                  </a:lnTo>
                  <a:lnTo>
                    <a:pt x="5897056" y="1220469"/>
                  </a:lnTo>
                  <a:lnTo>
                    <a:pt x="5897752" y="1217122"/>
                  </a:lnTo>
                  <a:lnTo>
                    <a:pt x="5898448" y="1213593"/>
                  </a:lnTo>
                  <a:lnTo>
                    <a:pt x="5899145" y="1210065"/>
                  </a:lnTo>
                  <a:lnTo>
                    <a:pt x="5899841" y="1207746"/>
                  </a:lnTo>
                  <a:lnTo>
                    <a:pt x="5900537" y="1205657"/>
                  </a:lnTo>
                  <a:lnTo>
                    <a:pt x="5901233" y="1204579"/>
                  </a:lnTo>
                  <a:lnTo>
                    <a:pt x="5901929" y="1202841"/>
                  </a:lnTo>
                  <a:lnTo>
                    <a:pt x="5902626" y="1200209"/>
                  </a:lnTo>
                  <a:lnTo>
                    <a:pt x="5903322" y="1197864"/>
                  </a:lnTo>
                  <a:lnTo>
                    <a:pt x="5904018" y="1195232"/>
                  </a:lnTo>
                  <a:lnTo>
                    <a:pt x="5904714" y="1192599"/>
                  </a:lnTo>
                  <a:lnTo>
                    <a:pt x="5905410" y="1189967"/>
                  </a:lnTo>
                  <a:lnTo>
                    <a:pt x="5906106" y="1187878"/>
                  </a:lnTo>
                  <a:lnTo>
                    <a:pt x="5906803" y="1185789"/>
                  </a:lnTo>
                  <a:lnTo>
                    <a:pt x="5907499" y="1184004"/>
                  </a:lnTo>
                  <a:lnTo>
                    <a:pt x="5908195" y="1182511"/>
                  </a:lnTo>
                  <a:lnTo>
                    <a:pt x="5908891" y="1181306"/>
                  </a:lnTo>
                  <a:lnTo>
                    <a:pt x="5909587" y="1179779"/>
                  </a:lnTo>
                  <a:lnTo>
                    <a:pt x="5910283" y="1176724"/>
                  </a:lnTo>
                  <a:lnTo>
                    <a:pt x="5910980" y="1173670"/>
                  </a:lnTo>
                  <a:lnTo>
                    <a:pt x="5911676" y="1170615"/>
                  </a:lnTo>
                  <a:lnTo>
                    <a:pt x="5912372" y="1168746"/>
                  </a:lnTo>
                  <a:lnTo>
                    <a:pt x="5913068" y="1168178"/>
                  </a:lnTo>
                  <a:lnTo>
                    <a:pt x="5913764" y="1168226"/>
                  </a:lnTo>
                  <a:lnTo>
                    <a:pt x="5914461" y="1168589"/>
                  </a:lnTo>
                  <a:lnTo>
                    <a:pt x="5915157" y="1168952"/>
                  </a:lnTo>
                  <a:lnTo>
                    <a:pt x="5915853" y="1168999"/>
                  </a:lnTo>
                  <a:lnTo>
                    <a:pt x="5916549" y="1168431"/>
                  </a:lnTo>
                  <a:lnTo>
                    <a:pt x="5917245" y="1168479"/>
                  </a:lnTo>
                  <a:lnTo>
                    <a:pt x="5917941" y="1167910"/>
                  </a:lnTo>
                  <a:lnTo>
                    <a:pt x="5918638" y="1167161"/>
                  </a:lnTo>
                  <a:lnTo>
                    <a:pt x="5919334" y="1166124"/>
                  </a:lnTo>
                  <a:lnTo>
                    <a:pt x="5920030" y="1165417"/>
                  </a:lnTo>
                  <a:lnTo>
                    <a:pt x="5920726" y="1166725"/>
                  </a:lnTo>
                  <a:lnTo>
                    <a:pt x="5921422" y="1168032"/>
                  </a:lnTo>
                  <a:lnTo>
                    <a:pt x="5922118" y="1169340"/>
                  </a:lnTo>
                  <a:lnTo>
                    <a:pt x="5922815" y="1170647"/>
                  </a:lnTo>
                  <a:lnTo>
                    <a:pt x="5923511" y="1171499"/>
                  </a:lnTo>
                  <a:lnTo>
                    <a:pt x="5924207" y="1172058"/>
                  </a:lnTo>
                  <a:lnTo>
                    <a:pt x="5924903" y="1174410"/>
                  </a:lnTo>
                  <a:lnTo>
                    <a:pt x="5925599" y="1176451"/>
                  </a:lnTo>
                  <a:lnTo>
                    <a:pt x="5926296" y="1179743"/>
                  </a:lnTo>
                  <a:lnTo>
                    <a:pt x="5926992" y="1183826"/>
                  </a:lnTo>
                  <a:lnTo>
                    <a:pt x="5927688" y="1187607"/>
                  </a:lnTo>
                  <a:lnTo>
                    <a:pt x="5928384" y="1191386"/>
                  </a:lnTo>
                  <a:lnTo>
                    <a:pt x="5929080" y="1195203"/>
                  </a:lnTo>
                  <a:lnTo>
                    <a:pt x="5929776" y="1199322"/>
                  </a:lnTo>
                  <a:lnTo>
                    <a:pt x="5930473" y="1203154"/>
                  </a:lnTo>
                  <a:lnTo>
                    <a:pt x="5931169" y="1206987"/>
                  </a:lnTo>
                  <a:lnTo>
                    <a:pt x="5931865" y="1210818"/>
                  </a:lnTo>
                  <a:lnTo>
                    <a:pt x="5932561" y="1214347"/>
                  </a:lnTo>
                  <a:lnTo>
                    <a:pt x="5933257" y="1217694"/>
                  </a:lnTo>
                  <a:lnTo>
                    <a:pt x="5933953" y="1221041"/>
                  </a:lnTo>
                  <a:lnTo>
                    <a:pt x="5934650" y="1224389"/>
                  </a:lnTo>
                  <a:lnTo>
                    <a:pt x="5935346" y="1226420"/>
                  </a:lnTo>
                  <a:lnTo>
                    <a:pt x="5936042" y="1228221"/>
                  </a:lnTo>
                  <a:lnTo>
                    <a:pt x="5936738" y="1229011"/>
                  </a:lnTo>
                  <a:lnTo>
                    <a:pt x="5937434" y="1230279"/>
                  </a:lnTo>
                  <a:lnTo>
                    <a:pt x="5938130" y="1232442"/>
                  </a:lnTo>
                  <a:lnTo>
                    <a:pt x="5938827" y="1234606"/>
                  </a:lnTo>
                  <a:lnTo>
                    <a:pt x="5939523" y="1236769"/>
                  </a:lnTo>
                  <a:lnTo>
                    <a:pt x="5940219" y="1238932"/>
                  </a:lnTo>
                  <a:lnTo>
                    <a:pt x="5940915" y="1241095"/>
                  </a:lnTo>
                  <a:lnTo>
                    <a:pt x="5941611" y="1242715"/>
                  </a:lnTo>
                  <a:lnTo>
                    <a:pt x="5942308" y="1244334"/>
                  </a:lnTo>
                  <a:lnTo>
                    <a:pt x="5943004" y="1245650"/>
                  </a:lnTo>
                  <a:lnTo>
                    <a:pt x="5943700" y="1246674"/>
                  </a:lnTo>
                  <a:lnTo>
                    <a:pt x="5944396" y="1247697"/>
                  </a:lnTo>
                  <a:lnTo>
                    <a:pt x="5945092" y="1249043"/>
                  </a:lnTo>
                  <a:lnTo>
                    <a:pt x="5945788" y="1251782"/>
                  </a:lnTo>
                  <a:lnTo>
                    <a:pt x="5946485" y="1254837"/>
                  </a:lnTo>
                  <a:lnTo>
                    <a:pt x="5947181" y="1257891"/>
                  </a:lnTo>
                  <a:lnTo>
                    <a:pt x="5947877" y="1259760"/>
                  </a:lnTo>
                  <a:lnTo>
                    <a:pt x="5948573" y="1260328"/>
                  </a:lnTo>
                  <a:lnTo>
                    <a:pt x="5949269" y="1260281"/>
                  </a:lnTo>
                  <a:lnTo>
                    <a:pt x="5949965" y="1260234"/>
                  </a:lnTo>
                  <a:lnTo>
                    <a:pt x="5950662" y="1260368"/>
                  </a:lnTo>
                  <a:lnTo>
                    <a:pt x="5951358" y="1260502"/>
                  </a:lnTo>
                  <a:lnTo>
                    <a:pt x="5952054" y="1261251"/>
                  </a:lnTo>
                  <a:lnTo>
                    <a:pt x="5952750" y="1261386"/>
                  </a:lnTo>
                  <a:lnTo>
                    <a:pt x="5953446" y="1262135"/>
                  </a:lnTo>
                  <a:lnTo>
                    <a:pt x="5954143" y="1263172"/>
                  </a:lnTo>
                  <a:lnTo>
                    <a:pt x="5954839" y="1264209"/>
                  </a:lnTo>
                  <a:lnTo>
                    <a:pt x="5955535" y="1264917"/>
                  </a:lnTo>
                  <a:lnTo>
                    <a:pt x="5956231" y="1263609"/>
                  </a:lnTo>
                  <a:lnTo>
                    <a:pt x="5956927" y="1262301"/>
                  </a:lnTo>
                  <a:lnTo>
                    <a:pt x="5957623" y="1260994"/>
                  </a:lnTo>
                  <a:lnTo>
                    <a:pt x="5958320" y="1259686"/>
                  </a:lnTo>
                  <a:lnTo>
                    <a:pt x="5959016" y="1258834"/>
                  </a:lnTo>
                  <a:lnTo>
                    <a:pt x="5959712" y="1258275"/>
                  </a:lnTo>
                  <a:lnTo>
                    <a:pt x="5960408" y="1257716"/>
                  </a:lnTo>
                  <a:lnTo>
                    <a:pt x="5961104" y="1257172"/>
                  </a:lnTo>
                  <a:lnTo>
                    <a:pt x="5961800" y="1256916"/>
                  </a:lnTo>
                  <a:lnTo>
                    <a:pt x="5962497" y="1256612"/>
                  </a:lnTo>
                  <a:lnTo>
                    <a:pt x="5963193" y="1256916"/>
                  </a:lnTo>
                  <a:lnTo>
                    <a:pt x="5963889" y="1257512"/>
                  </a:lnTo>
                  <a:lnTo>
                    <a:pt x="5964585" y="1258071"/>
                  </a:lnTo>
                  <a:lnTo>
                    <a:pt x="5965281" y="1258631"/>
                  </a:lnTo>
                  <a:lnTo>
                    <a:pt x="5965977" y="1259478"/>
                  </a:lnTo>
                  <a:lnTo>
                    <a:pt x="5966674" y="1260326"/>
                  </a:lnTo>
                  <a:lnTo>
                    <a:pt x="5967370" y="1261921"/>
                  </a:lnTo>
                  <a:lnTo>
                    <a:pt x="5968066" y="1263516"/>
                  </a:lnTo>
                  <a:lnTo>
                    <a:pt x="5968762" y="1265908"/>
                  </a:lnTo>
                  <a:lnTo>
                    <a:pt x="5969458" y="1268301"/>
                  </a:lnTo>
                  <a:lnTo>
                    <a:pt x="5970155" y="1271269"/>
                  </a:lnTo>
                  <a:lnTo>
                    <a:pt x="5970851" y="1274056"/>
                  </a:lnTo>
                  <a:lnTo>
                    <a:pt x="5971547" y="1276842"/>
                  </a:lnTo>
                  <a:lnTo>
                    <a:pt x="5972243" y="1279629"/>
                  </a:lnTo>
                  <a:lnTo>
                    <a:pt x="5972939" y="1282021"/>
                  </a:lnTo>
                  <a:lnTo>
                    <a:pt x="5973635" y="1284413"/>
                  </a:lnTo>
                  <a:lnTo>
                    <a:pt x="5974332" y="1286190"/>
                  </a:lnTo>
                  <a:lnTo>
                    <a:pt x="5975028" y="1287966"/>
                  </a:lnTo>
                  <a:lnTo>
                    <a:pt x="5975724" y="1289743"/>
                  </a:lnTo>
                  <a:lnTo>
                    <a:pt x="5976420" y="1291520"/>
                  </a:lnTo>
                  <a:lnTo>
                    <a:pt x="5977116" y="1293912"/>
                  </a:lnTo>
                  <a:lnTo>
                    <a:pt x="5977812" y="1295233"/>
                  </a:lnTo>
                  <a:lnTo>
                    <a:pt x="5978509" y="1297010"/>
                  </a:lnTo>
                  <a:lnTo>
                    <a:pt x="5979205" y="1298786"/>
                  </a:lnTo>
                  <a:lnTo>
                    <a:pt x="5979901" y="1300563"/>
                  </a:lnTo>
                  <a:lnTo>
                    <a:pt x="5980597" y="1301592"/>
                  </a:lnTo>
                  <a:lnTo>
                    <a:pt x="5981293" y="1302633"/>
                  </a:lnTo>
                  <a:lnTo>
                    <a:pt x="5981990" y="1303358"/>
                  </a:lnTo>
                  <a:lnTo>
                    <a:pt x="5982686" y="1304387"/>
                  </a:lnTo>
                  <a:lnTo>
                    <a:pt x="5983382" y="1305416"/>
                  </a:lnTo>
                  <a:lnTo>
                    <a:pt x="5984078" y="1306445"/>
                  </a:lnTo>
                  <a:lnTo>
                    <a:pt x="5984774" y="1307474"/>
                  </a:lnTo>
                  <a:lnTo>
                    <a:pt x="5985470" y="1308502"/>
                  </a:lnTo>
                  <a:lnTo>
                    <a:pt x="5986167" y="1310098"/>
                  </a:lnTo>
                  <a:lnTo>
                    <a:pt x="5986863" y="1311693"/>
                  </a:lnTo>
                  <a:lnTo>
                    <a:pt x="5987559" y="1312833"/>
                  </a:lnTo>
                  <a:lnTo>
                    <a:pt x="5988255" y="1313972"/>
                  </a:lnTo>
                  <a:lnTo>
                    <a:pt x="5988951" y="1314819"/>
                  </a:lnTo>
                  <a:lnTo>
                    <a:pt x="5989647" y="1315075"/>
                  </a:lnTo>
                  <a:lnTo>
                    <a:pt x="5990344" y="1315331"/>
                  </a:lnTo>
                  <a:lnTo>
                    <a:pt x="5991040" y="1315891"/>
                  </a:lnTo>
                  <a:lnTo>
                    <a:pt x="5991736" y="1316450"/>
                  </a:lnTo>
                  <a:lnTo>
                    <a:pt x="5992432" y="1317010"/>
                  </a:lnTo>
                  <a:lnTo>
                    <a:pt x="5993128" y="1317266"/>
                  </a:lnTo>
                  <a:lnTo>
                    <a:pt x="5993824" y="1317522"/>
                  </a:lnTo>
                  <a:lnTo>
                    <a:pt x="5994521" y="1317778"/>
                  </a:lnTo>
                  <a:lnTo>
                    <a:pt x="5995217" y="1318034"/>
                  </a:lnTo>
                  <a:lnTo>
                    <a:pt x="5995913" y="1318290"/>
                  </a:lnTo>
                  <a:lnTo>
                    <a:pt x="5996609" y="1318290"/>
                  </a:lnTo>
                  <a:lnTo>
                    <a:pt x="5997305" y="1318290"/>
                  </a:lnTo>
                  <a:lnTo>
                    <a:pt x="5998002" y="1318034"/>
                  </a:lnTo>
                  <a:lnTo>
                    <a:pt x="5998698" y="1317475"/>
                  </a:lnTo>
                  <a:lnTo>
                    <a:pt x="5999394" y="1316335"/>
                  </a:lnTo>
                  <a:lnTo>
                    <a:pt x="6000090" y="1315488"/>
                  </a:lnTo>
                  <a:lnTo>
                    <a:pt x="6000786" y="1314928"/>
                  </a:lnTo>
                  <a:lnTo>
                    <a:pt x="6001482" y="1314081"/>
                  </a:lnTo>
                  <a:lnTo>
                    <a:pt x="6002179" y="1313521"/>
                  </a:lnTo>
                  <a:lnTo>
                    <a:pt x="6002875" y="1312773"/>
                  </a:lnTo>
                  <a:lnTo>
                    <a:pt x="6003571" y="1312773"/>
                  </a:lnTo>
                  <a:lnTo>
                    <a:pt x="6004267" y="1312158"/>
                  </a:lnTo>
                  <a:lnTo>
                    <a:pt x="6004963" y="1311543"/>
                  </a:lnTo>
                  <a:lnTo>
                    <a:pt x="6005659" y="1310352"/>
                  </a:lnTo>
                  <a:lnTo>
                    <a:pt x="6006356" y="1309161"/>
                  </a:lnTo>
                  <a:lnTo>
                    <a:pt x="6007052" y="1307969"/>
                  </a:lnTo>
                  <a:lnTo>
                    <a:pt x="6007748" y="1306778"/>
                  </a:lnTo>
                  <a:lnTo>
                    <a:pt x="6008444" y="1306163"/>
                  </a:lnTo>
                  <a:lnTo>
                    <a:pt x="6009140" y="1305547"/>
                  </a:lnTo>
                  <a:lnTo>
                    <a:pt x="6009837" y="1306163"/>
                  </a:lnTo>
                  <a:lnTo>
                    <a:pt x="6010533" y="1306778"/>
                  </a:lnTo>
                  <a:lnTo>
                    <a:pt x="6011229" y="1307393"/>
                  </a:lnTo>
                  <a:lnTo>
                    <a:pt x="6011925" y="1308008"/>
                  </a:lnTo>
                  <a:lnTo>
                    <a:pt x="6012621" y="1307393"/>
                  </a:lnTo>
                  <a:lnTo>
                    <a:pt x="6013317" y="1307849"/>
                  </a:lnTo>
                  <a:lnTo>
                    <a:pt x="6014014" y="1307101"/>
                  </a:lnTo>
                  <a:lnTo>
                    <a:pt x="6014710" y="1306645"/>
                  </a:lnTo>
                  <a:lnTo>
                    <a:pt x="6015406" y="1306189"/>
                  </a:lnTo>
                  <a:lnTo>
                    <a:pt x="6016102" y="1306937"/>
                  </a:lnTo>
                  <a:lnTo>
                    <a:pt x="6016798" y="1307989"/>
                  </a:lnTo>
                  <a:lnTo>
                    <a:pt x="6017494" y="1308584"/>
                  </a:lnTo>
                  <a:lnTo>
                    <a:pt x="6018191" y="1308877"/>
                  </a:lnTo>
                  <a:lnTo>
                    <a:pt x="6018887" y="1309625"/>
                  </a:lnTo>
                  <a:lnTo>
                    <a:pt x="6019583" y="1310988"/>
                  </a:lnTo>
                  <a:lnTo>
                    <a:pt x="6020279" y="1312352"/>
                  </a:lnTo>
                  <a:lnTo>
                    <a:pt x="6020975" y="1313715"/>
                  </a:lnTo>
                  <a:lnTo>
                    <a:pt x="6021672" y="1314330"/>
                  </a:lnTo>
                  <a:lnTo>
                    <a:pt x="6022368" y="1315521"/>
                  </a:lnTo>
                  <a:lnTo>
                    <a:pt x="6023064" y="1317168"/>
                  </a:lnTo>
                  <a:lnTo>
                    <a:pt x="6023760" y="1319384"/>
                  </a:lnTo>
                  <a:lnTo>
                    <a:pt x="6024456" y="1321892"/>
                  </a:lnTo>
                  <a:lnTo>
                    <a:pt x="6025152" y="1324703"/>
                  </a:lnTo>
                  <a:lnTo>
                    <a:pt x="6025849" y="1327515"/>
                  </a:lnTo>
                  <a:lnTo>
                    <a:pt x="6026545" y="1329454"/>
                  </a:lnTo>
                  <a:lnTo>
                    <a:pt x="6027241" y="1331394"/>
                  </a:lnTo>
                  <a:lnTo>
                    <a:pt x="6027931" y="1333315"/>
                  </a:lnTo>
                  <a:lnTo>
                    <a:pt x="6051139" y="1333315"/>
                  </a:lnTo>
                  <a:lnTo>
                    <a:pt x="6051607" y="1331432"/>
                  </a:lnTo>
                  <a:lnTo>
                    <a:pt x="6052303" y="1329087"/>
                  </a:lnTo>
                  <a:lnTo>
                    <a:pt x="6052999" y="1327198"/>
                  </a:lnTo>
                  <a:lnTo>
                    <a:pt x="6053696" y="1325309"/>
                  </a:lnTo>
                  <a:lnTo>
                    <a:pt x="6054392" y="1322509"/>
                  </a:lnTo>
                  <a:lnTo>
                    <a:pt x="6055088" y="1318044"/>
                  </a:lnTo>
                  <a:lnTo>
                    <a:pt x="6055784" y="1310806"/>
                  </a:lnTo>
                  <a:lnTo>
                    <a:pt x="6056480" y="1304023"/>
                  </a:lnTo>
                  <a:lnTo>
                    <a:pt x="6057176" y="1297856"/>
                  </a:lnTo>
                  <a:lnTo>
                    <a:pt x="6057873" y="1291689"/>
                  </a:lnTo>
                  <a:lnTo>
                    <a:pt x="6058569" y="1286090"/>
                  </a:lnTo>
                  <a:lnTo>
                    <a:pt x="6059265" y="1280780"/>
                  </a:lnTo>
                  <a:lnTo>
                    <a:pt x="6059961" y="1274612"/>
                  </a:lnTo>
                  <a:lnTo>
                    <a:pt x="6060657" y="1269677"/>
                  </a:lnTo>
                  <a:lnTo>
                    <a:pt x="6061353" y="1264732"/>
                  </a:lnTo>
                  <a:lnTo>
                    <a:pt x="6062050" y="1260356"/>
                  </a:lnTo>
                  <a:lnTo>
                    <a:pt x="6062746" y="1255404"/>
                  </a:lnTo>
                  <a:lnTo>
                    <a:pt x="6063442" y="1250453"/>
                  </a:lnTo>
                  <a:lnTo>
                    <a:pt x="6064138" y="1244932"/>
                  </a:lnTo>
                  <a:lnTo>
                    <a:pt x="6064834" y="1239980"/>
                  </a:lnTo>
                  <a:lnTo>
                    <a:pt x="6065531" y="1237162"/>
                  </a:lnTo>
                  <a:lnTo>
                    <a:pt x="6066227" y="1237162"/>
                  </a:lnTo>
                  <a:lnTo>
                    <a:pt x="6066923" y="1237162"/>
                  </a:lnTo>
                  <a:lnTo>
                    <a:pt x="6067619" y="1236547"/>
                  </a:lnTo>
                  <a:lnTo>
                    <a:pt x="6068315" y="1235495"/>
                  </a:lnTo>
                  <a:lnTo>
                    <a:pt x="6069011" y="1233572"/>
                  </a:lnTo>
                  <a:lnTo>
                    <a:pt x="6069708" y="1231795"/>
                  </a:lnTo>
                  <a:lnTo>
                    <a:pt x="6070404" y="1230199"/>
                  </a:lnTo>
                  <a:lnTo>
                    <a:pt x="6071100" y="1229347"/>
                  </a:lnTo>
                  <a:lnTo>
                    <a:pt x="6071796" y="1228495"/>
                  </a:lnTo>
                  <a:lnTo>
                    <a:pt x="6072492" y="1227279"/>
                  </a:lnTo>
                  <a:lnTo>
                    <a:pt x="6073188" y="1224186"/>
                  </a:lnTo>
                  <a:lnTo>
                    <a:pt x="6073885" y="1220145"/>
                  </a:lnTo>
                  <a:lnTo>
                    <a:pt x="6074581" y="1215477"/>
                  </a:lnTo>
                  <a:lnTo>
                    <a:pt x="6075277" y="1211101"/>
                  </a:lnTo>
                  <a:lnTo>
                    <a:pt x="6075973" y="1206725"/>
                  </a:lnTo>
                  <a:lnTo>
                    <a:pt x="6076669" y="1203401"/>
                  </a:lnTo>
                  <a:lnTo>
                    <a:pt x="6077366" y="1200077"/>
                  </a:lnTo>
                  <a:lnTo>
                    <a:pt x="6078062" y="1197009"/>
                  </a:lnTo>
                  <a:lnTo>
                    <a:pt x="6078758" y="1193685"/>
                  </a:lnTo>
                  <a:lnTo>
                    <a:pt x="6079454" y="1190976"/>
                  </a:lnTo>
                  <a:lnTo>
                    <a:pt x="6080150" y="1188523"/>
                  </a:lnTo>
                  <a:lnTo>
                    <a:pt x="6080846" y="1185199"/>
                  </a:lnTo>
                  <a:lnTo>
                    <a:pt x="6081543" y="1181875"/>
                  </a:lnTo>
                  <a:lnTo>
                    <a:pt x="6082239" y="1178551"/>
                  </a:lnTo>
                  <a:lnTo>
                    <a:pt x="6082935" y="1175709"/>
                  </a:lnTo>
                  <a:lnTo>
                    <a:pt x="6083631" y="1174216"/>
                  </a:lnTo>
                  <a:lnTo>
                    <a:pt x="6084327" y="1173734"/>
                  </a:lnTo>
                  <a:lnTo>
                    <a:pt x="6085023" y="1174330"/>
                  </a:lnTo>
                  <a:lnTo>
                    <a:pt x="6085720" y="1176312"/>
                  </a:lnTo>
                  <a:lnTo>
                    <a:pt x="6086416" y="1178657"/>
                  </a:lnTo>
                  <a:lnTo>
                    <a:pt x="6087112" y="1180405"/>
                  </a:lnTo>
                  <a:lnTo>
                    <a:pt x="6087808" y="1182002"/>
                  </a:lnTo>
                  <a:lnTo>
                    <a:pt x="6088504" y="1183295"/>
                  </a:lnTo>
                  <a:lnTo>
                    <a:pt x="6089201" y="1184588"/>
                  </a:lnTo>
                  <a:lnTo>
                    <a:pt x="6089897" y="1186337"/>
                  </a:lnTo>
                  <a:lnTo>
                    <a:pt x="6090593" y="1189135"/>
                  </a:lnTo>
                  <a:lnTo>
                    <a:pt x="6091289" y="1194706"/>
                  </a:lnTo>
                  <a:lnTo>
                    <a:pt x="6091985" y="1199822"/>
                  </a:lnTo>
                  <a:lnTo>
                    <a:pt x="6092681" y="1204323"/>
                  </a:lnTo>
                  <a:lnTo>
                    <a:pt x="6093378" y="1208247"/>
                  </a:lnTo>
                  <a:lnTo>
                    <a:pt x="6094074" y="1211603"/>
                  </a:lnTo>
                  <a:lnTo>
                    <a:pt x="6094770" y="1214102"/>
                  </a:lnTo>
                  <a:lnTo>
                    <a:pt x="6095466" y="1217458"/>
                  </a:lnTo>
                  <a:lnTo>
                    <a:pt x="6096162" y="1219582"/>
                  </a:lnTo>
                  <a:lnTo>
                    <a:pt x="6096858" y="1221459"/>
                  </a:lnTo>
                  <a:lnTo>
                    <a:pt x="6097555" y="1223336"/>
                  </a:lnTo>
                  <a:lnTo>
                    <a:pt x="6098251" y="1225502"/>
                  </a:lnTo>
                  <a:lnTo>
                    <a:pt x="6098947" y="1227667"/>
                  </a:lnTo>
                  <a:lnTo>
                    <a:pt x="6099643" y="1229832"/>
                  </a:lnTo>
                  <a:lnTo>
                    <a:pt x="6100339" y="1231816"/>
                  </a:lnTo>
                  <a:lnTo>
                    <a:pt x="6101035" y="1232242"/>
                  </a:lnTo>
                  <a:lnTo>
                    <a:pt x="6101732" y="1229850"/>
                  </a:lnTo>
                  <a:lnTo>
                    <a:pt x="6102428" y="1227458"/>
                  </a:lnTo>
                  <a:lnTo>
                    <a:pt x="6103124" y="1225681"/>
                  </a:lnTo>
                  <a:lnTo>
                    <a:pt x="6103820" y="1224640"/>
                  </a:lnTo>
                  <a:lnTo>
                    <a:pt x="6104516" y="1223855"/>
                  </a:lnTo>
                  <a:lnTo>
                    <a:pt x="6105213" y="1223855"/>
                  </a:lnTo>
                  <a:lnTo>
                    <a:pt x="6105909" y="1223855"/>
                  </a:lnTo>
                  <a:lnTo>
                    <a:pt x="6106605" y="1223567"/>
                  </a:lnTo>
                  <a:lnTo>
                    <a:pt x="6107301" y="1223279"/>
                  </a:lnTo>
                  <a:lnTo>
                    <a:pt x="6107997" y="1223357"/>
                  </a:lnTo>
                  <a:lnTo>
                    <a:pt x="6108693" y="1224854"/>
                  </a:lnTo>
                  <a:lnTo>
                    <a:pt x="6109390" y="1227587"/>
                  </a:lnTo>
                  <a:lnTo>
                    <a:pt x="6110086" y="1231403"/>
                  </a:lnTo>
                  <a:lnTo>
                    <a:pt x="6110782" y="1234927"/>
                  </a:lnTo>
                  <a:lnTo>
                    <a:pt x="6111478" y="1238743"/>
                  </a:lnTo>
                  <a:lnTo>
                    <a:pt x="6112174" y="1241812"/>
                  </a:lnTo>
                  <a:lnTo>
                    <a:pt x="6112870" y="1244880"/>
                  </a:lnTo>
                  <a:lnTo>
                    <a:pt x="6113567" y="1247948"/>
                  </a:lnTo>
                  <a:lnTo>
                    <a:pt x="6114263" y="1251016"/>
                  </a:lnTo>
                  <a:lnTo>
                    <a:pt x="6114959" y="1253469"/>
                  </a:lnTo>
                  <a:lnTo>
                    <a:pt x="6115655" y="1255634"/>
                  </a:lnTo>
                  <a:lnTo>
                    <a:pt x="6116351" y="1258233"/>
                  </a:lnTo>
                  <a:lnTo>
                    <a:pt x="6117048" y="1260832"/>
                  </a:lnTo>
                  <a:lnTo>
                    <a:pt x="6117744" y="1263431"/>
                  </a:lnTo>
                  <a:lnTo>
                    <a:pt x="6118440" y="1265547"/>
                  </a:lnTo>
                  <a:lnTo>
                    <a:pt x="6119136" y="1266571"/>
                  </a:lnTo>
                  <a:lnTo>
                    <a:pt x="6119832" y="1266268"/>
                  </a:lnTo>
                  <a:lnTo>
                    <a:pt x="6120528" y="1264631"/>
                  </a:lnTo>
                  <a:lnTo>
                    <a:pt x="6121225" y="1263286"/>
                  </a:lnTo>
                  <a:lnTo>
                    <a:pt x="6121921" y="1261649"/>
                  </a:lnTo>
                  <a:lnTo>
                    <a:pt x="6122617" y="1261105"/>
                  </a:lnTo>
                  <a:lnTo>
                    <a:pt x="6123313" y="1260258"/>
                  </a:lnTo>
                  <a:lnTo>
                    <a:pt x="6124009" y="1260258"/>
                  </a:lnTo>
                  <a:lnTo>
                    <a:pt x="6124705" y="1260258"/>
                  </a:lnTo>
                  <a:lnTo>
                    <a:pt x="6125402" y="1260258"/>
                  </a:lnTo>
                  <a:lnTo>
                    <a:pt x="6126098" y="1260258"/>
                  </a:lnTo>
                  <a:lnTo>
                    <a:pt x="6126794" y="1260258"/>
                  </a:lnTo>
                  <a:lnTo>
                    <a:pt x="6127490" y="1260562"/>
                  </a:lnTo>
                  <a:lnTo>
                    <a:pt x="6128186" y="1261158"/>
                  </a:lnTo>
                  <a:lnTo>
                    <a:pt x="6128882" y="1261754"/>
                  </a:lnTo>
                  <a:lnTo>
                    <a:pt x="6129579" y="1263421"/>
                  </a:lnTo>
                  <a:lnTo>
                    <a:pt x="6130275" y="1265087"/>
                  </a:lnTo>
                  <a:lnTo>
                    <a:pt x="6130971" y="1266754"/>
                  </a:lnTo>
                  <a:lnTo>
                    <a:pt x="6131667" y="1268421"/>
                  </a:lnTo>
                  <a:lnTo>
                    <a:pt x="6132363" y="1270920"/>
                  </a:lnTo>
                  <a:lnTo>
                    <a:pt x="6133060" y="1272843"/>
                  </a:lnTo>
                  <a:lnTo>
                    <a:pt x="6133756" y="1275629"/>
                  </a:lnTo>
                  <a:lnTo>
                    <a:pt x="6134452" y="1277840"/>
                  </a:lnTo>
                  <a:lnTo>
                    <a:pt x="6135148" y="1280051"/>
                  </a:lnTo>
                  <a:lnTo>
                    <a:pt x="6135844" y="1282442"/>
                  </a:lnTo>
                  <a:lnTo>
                    <a:pt x="6136540" y="1284835"/>
                  </a:lnTo>
                  <a:lnTo>
                    <a:pt x="6137237" y="1287227"/>
                  </a:lnTo>
                  <a:lnTo>
                    <a:pt x="6137933" y="1287603"/>
                  </a:lnTo>
                  <a:lnTo>
                    <a:pt x="6138629" y="1287651"/>
                  </a:lnTo>
                  <a:lnTo>
                    <a:pt x="6139325" y="1288014"/>
                  </a:lnTo>
                  <a:lnTo>
                    <a:pt x="6140021" y="1287306"/>
                  </a:lnTo>
                  <a:lnTo>
                    <a:pt x="6140717" y="1287353"/>
                  </a:lnTo>
                  <a:lnTo>
                    <a:pt x="6141414" y="1286149"/>
                  </a:lnTo>
                  <a:lnTo>
                    <a:pt x="6142110" y="1284560"/>
                  </a:lnTo>
                  <a:lnTo>
                    <a:pt x="6142806" y="1282440"/>
                  </a:lnTo>
                  <a:lnTo>
                    <a:pt x="6143502" y="1279059"/>
                  </a:lnTo>
                  <a:lnTo>
                    <a:pt x="6144198" y="1275017"/>
                  </a:lnTo>
                  <a:lnTo>
                    <a:pt x="6144895" y="1269746"/>
                  </a:lnTo>
                  <a:lnTo>
                    <a:pt x="6145591" y="1264475"/>
                  </a:lnTo>
                  <a:lnTo>
                    <a:pt x="6146287" y="1259204"/>
                  </a:lnTo>
                  <a:lnTo>
                    <a:pt x="6146983" y="1253932"/>
                  </a:lnTo>
                  <a:lnTo>
                    <a:pt x="6147679" y="1248661"/>
                  </a:lnTo>
                  <a:lnTo>
                    <a:pt x="6148375" y="1244165"/>
                  </a:lnTo>
                  <a:lnTo>
                    <a:pt x="6149072" y="1239921"/>
                  </a:lnTo>
                  <a:lnTo>
                    <a:pt x="6149768" y="1235676"/>
                  </a:lnTo>
                  <a:lnTo>
                    <a:pt x="6150464" y="1231431"/>
                  </a:lnTo>
                  <a:lnTo>
                    <a:pt x="6151160" y="1226111"/>
                  </a:lnTo>
                  <a:lnTo>
                    <a:pt x="6151856" y="1221829"/>
                  </a:lnTo>
                  <a:lnTo>
                    <a:pt x="6152552" y="1217733"/>
                  </a:lnTo>
                  <a:lnTo>
                    <a:pt x="6153249" y="1212615"/>
                  </a:lnTo>
                  <a:lnTo>
                    <a:pt x="6153945" y="1208239"/>
                  </a:lnTo>
                  <a:lnTo>
                    <a:pt x="6154641" y="1204643"/>
                  </a:lnTo>
                  <a:lnTo>
                    <a:pt x="6155337" y="1202614"/>
                  </a:lnTo>
                  <a:lnTo>
                    <a:pt x="6156033" y="1200586"/>
                  </a:lnTo>
                  <a:lnTo>
                    <a:pt x="6156729" y="1198557"/>
                  </a:lnTo>
                  <a:lnTo>
                    <a:pt x="6157426" y="1196709"/>
                  </a:lnTo>
                  <a:lnTo>
                    <a:pt x="6158122" y="1193726"/>
                  </a:lnTo>
                  <a:lnTo>
                    <a:pt x="6158818" y="1189351"/>
                  </a:lnTo>
                  <a:lnTo>
                    <a:pt x="6159514" y="1184431"/>
                  </a:lnTo>
                  <a:lnTo>
                    <a:pt x="6160210" y="1179799"/>
                  </a:lnTo>
                  <a:lnTo>
                    <a:pt x="6160907" y="1175167"/>
                  </a:lnTo>
                  <a:lnTo>
                    <a:pt x="6161603" y="1170536"/>
                  </a:lnTo>
                  <a:lnTo>
                    <a:pt x="6162299" y="1165904"/>
                  </a:lnTo>
                  <a:lnTo>
                    <a:pt x="6162995" y="1160872"/>
                  </a:lnTo>
                  <a:lnTo>
                    <a:pt x="6163691" y="1157388"/>
                  </a:lnTo>
                  <a:lnTo>
                    <a:pt x="6164387" y="1153904"/>
                  </a:lnTo>
                  <a:lnTo>
                    <a:pt x="6165084" y="1149349"/>
                  </a:lnTo>
                  <a:lnTo>
                    <a:pt x="6165780" y="1144793"/>
                  </a:lnTo>
                  <a:lnTo>
                    <a:pt x="6166476" y="1140238"/>
                  </a:lnTo>
                  <a:lnTo>
                    <a:pt x="6167172" y="1135683"/>
                  </a:lnTo>
                  <a:lnTo>
                    <a:pt x="6167868" y="1130370"/>
                  </a:lnTo>
                  <a:lnTo>
                    <a:pt x="6168564" y="1126299"/>
                  </a:lnTo>
                  <a:lnTo>
                    <a:pt x="6169261" y="1123332"/>
                  </a:lnTo>
                  <a:lnTo>
                    <a:pt x="6169957" y="1120940"/>
                  </a:lnTo>
                  <a:lnTo>
                    <a:pt x="6170653" y="1118231"/>
                  </a:lnTo>
                  <a:lnTo>
                    <a:pt x="6171349" y="1115524"/>
                  </a:lnTo>
                  <a:lnTo>
                    <a:pt x="6172045" y="1112816"/>
                  </a:lnTo>
                  <a:lnTo>
                    <a:pt x="6172742" y="1110108"/>
                  </a:lnTo>
                  <a:lnTo>
                    <a:pt x="6173438" y="1109416"/>
                  </a:lnTo>
                  <a:lnTo>
                    <a:pt x="6174134" y="1109053"/>
                  </a:lnTo>
                  <a:lnTo>
                    <a:pt x="6174830" y="1109005"/>
                  </a:lnTo>
                  <a:lnTo>
                    <a:pt x="6175526" y="1110029"/>
                  </a:lnTo>
                  <a:lnTo>
                    <a:pt x="6176222" y="1109982"/>
                  </a:lnTo>
                  <a:lnTo>
                    <a:pt x="6176919" y="1111186"/>
                  </a:lnTo>
                  <a:lnTo>
                    <a:pt x="6177615" y="1112775"/>
                  </a:lnTo>
                  <a:lnTo>
                    <a:pt x="6178311" y="1114896"/>
                  </a:lnTo>
                  <a:lnTo>
                    <a:pt x="6179007" y="1118277"/>
                  </a:lnTo>
                  <a:lnTo>
                    <a:pt x="6179703" y="1122606"/>
                  </a:lnTo>
                  <a:lnTo>
                    <a:pt x="6180399" y="1127877"/>
                  </a:lnTo>
                  <a:lnTo>
                    <a:pt x="6181096" y="1133149"/>
                  </a:lnTo>
                  <a:lnTo>
                    <a:pt x="6181792" y="1138420"/>
                  </a:lnTo>
                  <a:lnTo>
                    <a:pt x="6182488" y="1144250"/>
                  </a:lnTo>
                  <a:lnTo>
                    <a:pt x="6183184" y="1150081"/>
                  </a:lnTo>
                  <a:lnTo>
                    <a:pt x="6183880" y="1155136"/>
                  </a:lnTo>
                  <a:lnTo>
                    <a:pt x="6184577" y="1160688"/>
                  </a:lnTo>
                  <a:lnTo>
                    <a:pt x="6185273" y="1166240"/>
                  </a:lnTo>
                  <a:lnTo>
                    <a:pt x="6185969" y="1171793"/>
                  </a:lnTo>
                  <a:lnTo>
                    <a:pt x="6186665" y="1179323"/>
                  </a:lnTo>
                  <a:lnTo>
                    <a:pt x="6187361" y="1185997"/>
                  </a:lnTo>
                  <a:lnTo>
                    <a:pt x="6188057" y="1192485"/>
                  </a:lnTo>
                  <a:lnTo>
                    <a:pt x="6188754" y="1199995"/>
                  </a:lnTo>
                  <a:lnTo>
                    <a:pt x="6189450" y="1206763"/>
                  </a:lnTo>
                  <a:lnTo>
                    <a:pt x="6190146" y="1212135"/>
                  </a:lnTo>
                  <a:lnTo>
                    <a:pt x="6190842" y="1216872"/>
                  </a:lnTo>
                  <a:lnTo>
                    <a:pt x="6191538" y="1221609"/>
                  </a:lnTo>
                  <a:lnTo>
                    <a:pt x="6192234" y="1226345"/>
                  </a:lnTo>
                  <a:lnTo>
                    <a:pt x="6192931" y="1230286"/>
                  </a:lnTo>
                  <a:lnTo>
                    <a:pt x="6193627" y="1234864"/>
                  </a:lnTo>
                  <a:lnTo>
                    <a:pt x="6194323" y="1240835"/>
                  </a:lnTo>
                  <a:lnTo>
                    <a:pt x="6195019" y="1246806"/>
                  </a:lnTo>
                  <a:lnTo>
                    <a:pt x="6195715" y="1252034"/>
                  </a:lnTo>
                  <a:lnTo>
                    <a:pt x="6196411" y="1257718"/>
                  </a:lnTo>
                  <a:lnTo>
                    <a:pt x="6197108" y="1262653"/>
                  </a:lnTo>
                  <a:lnTo>
                    <a:pt x="6197804" y="1267285"/>
                  </a:lnTo>
                  <a:lnTo>
                    <a:pt x="6198500" y="1272013"/>
                  </a:lnTo>
                  <a:lnTo>
                    <a:pt x="6199196" y="1274901"/>
                  </a:lnTo>
                  <a:lnTo>
                    <a:pt x="6199892" y="1277790"/>
                  </a:lnTo>
                  <a:lnTo>
                    <a:pt x="6200589" y="1280678"/>
                  </a:lnTo>
                  <a:lnTo>
                    <a:pt x="6201285" y="1283023"/>
                  </a:lnTo>
                  <a:lnTo>
                    <a:pt x="6201981" y="1285367"/>
                  </a:lnTo>
                  <a:lnTo>
                    <a:pt x="6202677" y="1287712"/>
                  </a:lnTo>
                  <a:lnTo>
                    <a:pt x="6203373" y="1290238"/>
                  </a:lnTo>
                  <a:lnTo>
                    <a:pt x="6204069" y="1292098"/>
                  </a:lnTo>
                  <a:lnTo>
                    <a:pt x="6204766" y="1292279"/>
                  </a:lnTo>
                  <a:lnTo>
                    <a:pt x="6205462" y="1292279"/>
                  </a:lnTo>
                  <a:lnTo>
                    <a:pt x="6206158" y="1292777"/>
                  </a:lnTo>
                  <a:lnTo>
                    <a:pt x="6206854" y="1293092"/>
                  </a:lnTo>
                  <a:lnTo>
                    <a:pt x="6207550" y="1293408"/>
                  </a:lnTo>
                  <a:lnTo>
                    <a:pt x="6208246" y="1293724"/>
                  </a:lnTo>
                  <a:lnTo>
                    <a:pt x="6208943" y="1294040"/>
                  </a:lnTo>
                  <a:lnTo>
                    <a:pt x="6209639" y="1294356"/>
                  </a:lnTo>
                  <a:lnTo>
                    <a:pt x="6210335" y="1294356"/>
                  </a:lnTo>
                  <a:lnTo>
                    <a:pt x="6211031" y="1294356"/>
                  </a:lnTo>
                  <a:lnTo>
                    <a:pt x="6211727" y="1294537"/>
                  </a:lnTo>
                  <a:lnTo>
                    <a:pt x="6212424" y="1294537"/>
                  </a:lnTo>
                  <a:lnTo>
                    <a:pt x="6213120" y="1294537"/>
                  </a:lnTo>
                  <a:lnTo>
                    <a:pt x="6213816" y="1294537"/>
                  </a:lnTo>
                  <a:lnTo>
                    <a:pt x="6214512" y="1294537"/>
                  </a:lnTo>
                  <a:lnTo>
                    <a:pt x="6215208" y="1294537"/>
                  </a:lnTo>
                  <a:lnTo>
                    <a:pt x="6215904" y="1294537"/>
                  </a:lnTo>
                  <a:lnTo>
                    <a:pt x="6216601" y="1294250"/>
                  </a:lnTo>
                  <a:lnTo>
                    <a:pt x="6217297" y="1294250"/>
                  </a:lnTo>
                  <a:lnTo>
                    <a:pt x="6217993" y="1293690"/>
                  </a:lnTo>
                  <a:lnTo>
                    <a:pt x="6218689" y="1293983"/>
                  </a:lnTo>
                  <a:lnTo>
                    <a:pt x="6219385" y="1294275"/>
                  </a:lnTo>
                  <a:lnTo>
                    <a:pt x="6220081" y="1293820"/>
                  </a:lnTo>
                  <a:lnTo>
                    <a:pt x="6220778" y="1293364"/>
                  </a:lnTo>
                  <a:lnTo>
                    <a:pt x="6221474" y="1292908"/>
                  </a:lnTo>
                  <a:lnTo>
                    <a:pt x="6222170" y="1291838"/>
                  </a:lnTo>
                  <a:lnTo>
                    <a:pt x="6222866" y="1290767"/>
                  </a:lnTo>
                  <a:lnTo>
                    <a:pt x="6223562" y="1289696"/>
                  </a:lnTo>
                  <a:lnTo>
                    <a:pt x="6224258" y="1288625"/>
                  </a:lnTo>
                  <a:lnTo>
                    <a:pt x="6224955" y="1287554"/>
                  </a:lnTo>
                  <a:lnTo>
                    <a:pt x="6225651" y="1286806"/>
                  </a:lnTo>
                  <a:lnTo>
                    <a:pt x="6226347" y="1285442"/>
                  </a:lnTo>
                  <a:lnTo>
                    <a:pt x="6227043" y="1284079"/>
                  </a:lnTo>
                  <a:lnTo>
                    <a:pt x="6227739" y="1282412"/>
                  </a:lnTo>
                  <a:lnTo>
                    <a:pt x="6228436" y="1281361"/>
                  </a:lnTo>
                  <a:lnTo>
                    <a:pt x="6229132" y="1279765"/>
                  </a:lnTo>
                  <a:lnTo>
                    <a:pt x="6229828" y="1278170"/>
                  </a:lnTo>
                  <a:lnTo>
                    <a:pt x="6230524" y="1276574"/>
                  </a:lnTo>
                  <a:lnTo>
                    <a:pt x="6231220" y="1275435"/>
                  </a:lnTo>
                  <a:lnTo>
                    <a:pt x="6231916" y="1273839"/>
                  </a:lnTo>
                  <a:lnTo>
                    <a:pt x="6232613" y="1272811"/>
                  </a:lnTo>
                  <a:lnTo>
                    <a:pt x="6233309" y="1272086"/>
                  </a:lnTo>
                  <a:lnTo>
                    <a:pt x="6234005" y="1271360"/>
                  </a:lnTo>
                  <a:lnTo>
                    <a:pt x="6234701" y="1270635"/>
                  </a:lnTo>
                  <a:lnTo>
                    <a:pt x="6235397" y="1270091"/>
                  </a:lnTo>
                  <a:lnTo>
                    <a:pt x="6236093" y="1269548"/>
                  </a:lnTo>
                  <a:lnTo>
                    <a:pt x="6236790" y="1269548"/>
                  </a:lnTo>
                  <a:lnTo>
                    <a:pt x="6237486" y="1269548"/>
                  </a:lnTo>
                  <a:lnTo>
                    <a:pt x="6238182" y="1269548"/>
                  </a:lnTo>
                  <a:lnTo>
                    <a:pt x="6238878" y="1269836"/>
                  </a:lnTo>
                  <a:lnTo>
                    <a:pt x="6239574" y="1269836"/>
                  </a:lnTo>
                  <a:lnTo>
                    <a:pt x="6240271" y="1269836"/>
                  </a:lnTo>
                  <a:lnTo>
                    <a:pt x="6240967" y="1270017"/>
                  </a:lnTo>
                  <a:lnTo>
                    <a:pt x="6241663" y="1270305"/>
                  </a:lnTo>
                  <a:lnTo>
                    <a:pt x="6242359" y="1271030"/>
                  </a:lnTo>
                  <a:lnTo>
                    <a:pt x="6243055" y="1271755"/>
                  </a:lnTo>
                  <a:lnTo>
                    <a:pt x="6243751" y="1272480"/>
                  </a:lnTo>
                  <a:lnTo>
                    <a:pt x="6244448" y="1273206"/>
                  </a:lnTo>
                  <a:lnTo>
                    <a:pt x="6245144" y="1273931"/>
                  </a:lnTo>
                  <a:lnTo>
                    <a:pt x="6245840" y="1274400"/>
                  </a:lnTo>
                  <a:lnTo>
                    <a:pt x="6246536" y="1275125"/>
                  </a:lnTo>
                  <a:lnTo>
                    <a:pt x="6247232" y="1275973"/>
                  </a:lnTo>
                  <a:lnTo>
                    <a:pt x="6247928" y="1276820"/>
                  </a:lnTo>
                  <a:lnTo>
                    <a:pt x="6248625" y="1277960"/>
                  </a:lnTo>
                  <a:lnTo>
                    <a:pt x="6249321" y="1279100"/>
                  </a:lnTo>
                  <a:lnTo>
                    <a:pt x="6250017" y="1280239"/>
                  </a:lnTo>
                  <a:lnTo>
                    <a:pt x="6250713" y="1281091"/>
                  </a:lnTo>
                  <a:lnTo>
                    <a:pt x="6251409" y="1281943"/>
                  </a:lnTo>
                  <a:lnTo>
                    <a:pt x="6252106" y="1282790"/>
                  </a:lnTo>
                  <a:lnTo>
                    <a:pt x="6252802" y="1283046"/>
                  </a:lnTo>
                  <a:lnTo>
                    <a:pt x="6253498" y="1283302"/>
                  </a:lnTo>
                  <a:lnTo>
                    <a:pt x="6254194" y="1282706"/>
                  </a:lnTo>
                  <a:lnTo>
                    <a:pt x="6254890" y="1282110"/>
                  </a:lnTo>
                  <a:lnTo>
                    <a:pt x="6255586" y="1281514"/>
                  </a:lnTo>
                  <a:lnTo>
                    <a:pt x="6256283" y="1280918"/>
                  </a:lnTo>
                  <a:lnTo>
                    <a:pt x="6256979" y="1280323"/>
                  </a:lnTo>
                  <a:lnTo>
                    <a:pt x="6257675" y="1279471"/>
                  </a:lnTo>
                  <a:lnTo>
                    <a:pt x="6258371" y="1278619"/>
                  </a:lnTo>
                  <a:lnTo>
                    <a:pt x="6259067" y="1277479"/>
                  </a:lnTo>
                  <a:lnTo>
                    <a:pt x="6259763" y="1276158"/>
                  </a:lnTo>
                  <a:lnTo>
                    <a:pt x="6260460" y="1274837"/>
                  </a:lnTo>
                  <a:lnTo>
                    <a:pt x="6261156" y="1273808"/>
                  </a:lnTo>
                  <a:lnTo>
                    <a:pt x="6261852" y="1272779"/>
                  </a:lnTo>
                  <a:lnTo>
                    <a:pt x="6262548" y="1271750"/>
                  </a:lnTo>
                  <a:lnTo>
                    <a:pt x="6263244" y="1271207"/>
                  </a:lnTo>
                  <a:lnTo>
                    <a:pt x="6263940" y="1270663"/>
                  </a:lnTo>
                  <a:lnTo>
                    <a:pt x="6264637" y="1270663"/>
                  </a:lnTo>
                  <a:lnTo>
                    <a:pt x="6265333" y="1270663"/>
                  </a:lnTo>
                  <a:lnTo>
                    <a:pt x="6265333" y="133331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4572121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4572156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4572121" y="4009485"/>
              <a:ext cx="0" cy="1750917"/>
            </a:xfrm>
            <a:custGeom>
              <a:avLst/>
              <a:pathLst>
                <a:path w="0" h="1750917">
                  <a:moveTo>
                    <a:pt x="0" y="175091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2026-03-09T12:27:23Z</dcterms:modified>
  <cp:category/>
</cp:coreProperties>
</file>