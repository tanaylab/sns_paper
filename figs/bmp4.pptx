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856688"/>
              <a:ext cx="398331" cy="405788"/>
            </a:xfrm>
            <a:custGeom>
              <a:avLst/>
              <a:pathLst>
                <a:path w="398331" h="405788">
                  <a:moveTo>
                    <a:pt x="0" y="355365"/>
                  </a:moveTo>
                  <a:lnTo>
                    <a:pt x="8562" y="368486"/>
                  </a:lnTo>
                  <a:lnTo>
                    <a:pt x="17124" y="291084"/>
                  </a:lnTo>
                  <a:lnTo>
                    <a:pt x="25686" y="181903"/>
                  </a:lnTo>
                  <a:lnTo>
                    <a:pt x="34248" y="149186"/>
                  </a:lnTo>
                  <a:lnTo>
                    <a:pt x="42810" y="134879"/>
                  </a:lnTo>
                  <a:lnTo>
                    <a:pt x="51372" y="44204"/>
                  </a:lnTo>
                  <a:lnTo>
                    <a:pt x="59934" y="266"/>
                  </a:lnTo>
                  <a:lnTo>
                    <a:pt x="68496" y="0"/>
                  </a:lnTo>
                  <a:lnTo>
                    <a:pt x="77059" y="45429"/>
                  </a:lnTo>
                  <a:lnTo>
                    <a:pt x="85621" y="59986"/>
                  </a:lnTo>
                  <a:lnTo>
                    <a:pt x="94183" y="73060"/>
                  </a:lnTo>
                  <a:lnTo>
                    <a:pt x="102745" y="160900"/>
                  </a:lnTo>
                  <a:lnTo>
                    <a:pt x="111307" y="191717"/>
                  </a:lnTo>
                  <a:lnTo>
                    <a:pt x="119869" y="229626"/>
                  </a:lnTo>
                  <a:lnTo>
                    <a:pt x="128431" y="250548"/>
                  </a:lnTo>
                  <a:lnTo>
                    <a:pt x="136993" y="247551"/>
                  </a:lnTo>
                  <a:lnTo>
                    <a:pt x="145556" y="221019"/>
                  </a:lnTo>
                  <a:lnTo>
                    <a:pt x="154118" y="221019"/>
                  </a:lnTo>
                  <a:lnTo>
                    <a:pt x="162680" y="221020"/>
                  </a:lnTo>
                  <a:lnTo>
                    <a:pt x="171242" y="221023"/>
                  </a:lnTo>
                  <a:lnTo>
                    <a:pt x="179804" y="241006"/>
                  </a:lnTo>
                  <a:lnTo>
                    <a:pt x="188366" y="294701"/>
                  </a:lnTo>
                  <a:lnTo>
                    <a:pt x="196928" y="339646"/>
                  </a:lnTo>
                  <a:lnTo>
                    <a:pt x="205490" y="339646"/>
                  </a:lnTo>
                  <a:lnTo>
                    <a:pt x="214053" y="339646"/>
                  </a:lnTo>
                  <a:lnTo>
                    <a:pt x="222615" y="339646"/>
                  </a:lnTo>
                  <a:lnTo>
                    <a:pt x="231177" y="339646"/>
                  </a:lnTo>
                  <a:lnTo>
                    <a:pt x="239739" y="339646"/>
                  </a:lnTo>
                  <a:lnTo>
                    <a:pt x="248301" y="294466"/>
                  </a:lnTo>
                  <a:lnTo>
                    <a:pt x="256863" y="153350"/>
                  </a:lnTo>
                  <a:lnTo>
                    <a:pt x="265425" y="40468"/>
                  </a:lnTo>
                  <a:lnTo>
                    <a:pt x="273987" y="35421"/>
                  </a:lnTo>
                  <a:lnTo>
                    <a:pt x="282550" y="42179"/>
                  </a:lnTo>
                  <a:lnTo>
                    <a:pt x="291112" y="42180"/>
                  </a:lnTo>
                  <a:lnTo>
                    <a:pt x="299674" y="87361"/>
                  </a:lnTo>
                  <a:lnTo>
                    <a:pt x="308236" y="227891"/>
                  </a:lnTo>
                  <a:lnTo>
                    <a:pt x="316798" y="272790"/>
                  </a:lnTo>
                  <a:lnTo>
                    <a:pt x="325360" y="205215"/>
                  </a:lnTo>
                  <a:lnTo>
                    <a:pt x="333922" y="152215"/>
                  </a:lnTo>
                  <a:lnTo>
                    <a:pt x="342484" y="112999"/>
                  </a:lnTo>
                  <a:lnTo>
                    <a:pt x="351047" y="58828"/>
                  </a:lnTo>
                  <a:lnTo>
                    <a:pt x="359609" y="29871"/>
                  </a:lnTo>
                  <a:lnTo>
                    <a:pt x="368171" y="124826"/>
                  </a:lnTo>
                  <a:lnTo>
                    <a:pt x="376733" y="236543"/>
                  </a:lnTo>
                  <a:lnTo>
                    <a:pt x="385295" y="282781"/>
                  </a:lnTo>
                  <a:lnTo>
                    <a:pt x="393857" y="360093"/>
                  </a:lnTo>
                  <a:lnTo>
                    <a:pt x="398331" y="4057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66260" y="2647696"/>
              <a:ext cx="314335" cy="614780"/>
            </a:xfrm>
            <a:custGeom>
              <a:avLst/>
              <a:pathLst>
                <a:path w="314335" h="614780">
                  <a:moveTo>
                    <a:pt x="0" y="614780"/>
                  </a:moveTo>
                  <a:lnTo>
                    <a:pt x="6780" y="529973"/>
                  </a:lnTo>
                  <a:lnTo>
                    <a:pt x="15342" y="516789"/>
                  </a:lnTo>
                  <a:lnTo>
                    <a:pt x="23904" y="478694"/>
                  </a:lnTo>
                  <a:lnTo>
                    <a:pt x="32466" y="425305"/>
                  </a:lnTo>
                  <a:lnTo>
                    <a:pt x="41028" y="349853"/>
                  </a:lnTo>
                  <a:lnTo>
                    <a:pt x="49591" y="209598"/>
                  </a:lnTo>
                  <a:lnTo>
                    <a:pt x="58153" y="158098"/>
                  </a:lnTo>
                  <a:lnTo>
                    <a:pt x="66715" y="153355"/>
                  </a:lnTo>
                  <a:lnTo>
                    <a:pt x="75277" y="174131"/>
                  </a:lnTo>
                  <a:lnTo>
                    <a:pt x="83839" y="194241"/>
                  </a:lnTo>
                  <a:lnTo>
                    <a:pt x="92401" y="269696"/>
                  </a:lnTo>
                  <a:lnTo>
                    <a:pt x="100963" y="378146"/>
                  </a:lnTo>
                  <a:lnTo>
                    <a:pt x="109525" y="414774"/>
                  </a:lnTo>
                  <a:lnTo>
                    <a:pt x="118088" y="345254"/>
                  </a:lnTo>
                  <a:lnTo>
                    <a:pt x="126650" y="174688"/>
                  </a:lnTo>
                  <a:lnTo>
                    <a:pt x="135212" y="45529"/>
                  </a:lnTo>
                  <a:lnTo>
                    <a:pt x="143774" y="0"/>
                  </a:lnTo>
                  <a:lnTo>
                    <a:pt x="152336" y="29722"/>
                  </a:lnTo>
                  <a:lnTo>
                    <a:pt x="160898" y="116646"/>
                  </a:lnTo>
                  <a:lnTo>
                    <a:pt x="169460" y="217192"/>
                  </a:lnTo>
                  <a:lnTo>
                    <a:pt x="178022" y="379297"/>
                  </a:lnTo>
                  <a:lnTo>
                    <a:pt x="186585" y="489175"/>
                  </a:lnTo>
                  <a:lnTo>
                    <a:pt x="195147" y="530088"/>
                  </a:lnTo>
                  <a:lnTo>
                    <a:pt x="203709" y="508305"/>
                  </a:lnTo>
                  <a:lnTo>
                    <a:pt x="212271" y="474531"/>
                  </a:lnTo>
                  <a:lnTo>
                    <a:pt x="220833" y="516909"/>
                  </a:lnTo>
                  <a:lnTo>
                    <a:pt x="229395" y="544965"/>
                  </a:lnTo>
                  <a:lnTo>
                    <a:pt x="237957" y="521078"/>
                  </a:lnTo>
                  <a:lnTo>
                    <a:pt x="246519" y="461227"/>
                  </a:lnTo>
                  <a:lnTo>
                    <a:pt x="255081" y="443151"/>
                  </a:lnTo>
                  <a:lnTo>
                    <a:pt x="263644" y="435974"/>
                  </a:lnTo>
                  <a:lnTo>
                    <a:pt x="272206" y="380499"/>
                  </a:lnTo>
                  <a:lnTo>
                    <a:pt x="280768" y="354511"/>
                  </a:lnTo>
                  <a:lnTo>
                    <a:pt x="289330" y="438102"/>
                  </a:lnTo>
                  <a:lnTo>
                    <a:pt x="297892" y="516836"/>
                  </a:lnTo>
                  <a:lnTo>
                    <a:pt x="306454" y="580818"/>
                  </a:lnTo>
                  <a:lnTo>
                    <a:pt x="314335" y="6147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184985" y="2740829"/>
              <a:ext cx="125589" cy="521647"/>
            </a:xfrm>
            <a:custGeom>
              <a:avLst/>
              <a:pathLst>
                <a:path w="125589" h="521647">
                  <a:moveTo>
                    <a:pt x="0" y="521647"/>
                  </a:moveTo>
                  <a:lnTo>
                    <a:pt x="4853" y="517807"/>
                  </a:lnTo>
                  <a:lnTo>
                    <a:pt x="13415" y="425184"/>
                  </a:lnTo>
                  <a:lnTo>
                    <a:pt x="21977" y="252349"/>
                  </a:lnTo>
                  <a:lnTo>
                    <a:pt x="30540" y="164326"/>
                  </a:lnTo>
                  <a:lnTo>
                    <a:pt x="39102" y="96035"/>
                  </a:lnTo>
                  <a:lnTo>
                    <a:pt x="47664" y="72985"/>
                  </a:lnTo>
                  <a:lnTo>
                    <a:pt x="56226" y="29271"/>
                  </a:lnTo>
                  <a:lnTo>
                    <a:pt x="64788" y="0"/>
                  </a:lnTo>
                  <a:lnTo>
                    <a:pt x="73350" y="120635"/>
                  </a:lnTo>
                  <a:lnTo>
                    <a:pt x="81912" y="197928"/>
                  </a:lnTo>
                  <a:lnTo>
                    <a:pt x="90474" y="201965"/>
                  </a:lnTo>
                  <a:lnTo>
                    <a:pt x="99037" y="169241"/>
                  </a:lnTo>
                  <a:lnTo>
                    <a:pt x="107599" y="308745"/>
                  </a:lnTo>
                  <a:lnTo>
                    <a:pt x="116161" y="501240"/>
                  </a:lnTo>
                  <a:lnTo>
                    <a:pt x="124723" y="519322"/>
                  </a:lnTo>
                  <a:lnTo>
                    <a:pt x="125589" y="5216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58786" y="3103688"/>
              <a:ext cx="98703" cy="158788"/>
            </a:xfrm>
            <a:custGeom>
              <a:avLst/>
              <a:pathLst>
                <a:path w="98703" h="158788">
                  <a:moveTo>
                    <a:pt x="0" y="158788"/>
                  </a:moveTo>
                  <a:lnTo>
                    <a:pt x="2294" y="147267"/>
                  </a:lnTo>
                  <a:lnTo>
                    <a:pt x="10857" y="103373"/>
                  </a:lnTo>
                  <a:lnTo>
                    <a:pt x="19419" y="52193"/>
                  </a:lnTo>
                  <a:lnTo>
                    <a:pt x="27981" y="16514"/>
                  </a:lnTo>
                  <a:lnTo>
                    <a:pt x="36543" y="61241"/>
                  </a:lnTo>
                  <a:lnTo>
                    <a:pt x="45105" y="26561"/>
                  </a:lnTo>
                  <a:lnTo>
                    <a:pt x="53667" y="0"/>
                  </a:lnTo>
                  <a:lnTo>
                    <a:pt x="62229" y="10353"/>
                  </a:lnTo>
                  <a:lnTo>
                    <a:pt x="70791" y="25942"/>
                  </a:lnTo>
                  <a:lnTo>
                    <a:pt x="79354" y="145879"/>
                  </a:lnTo>
                  <a:lnTo>
                    <a:pt x="87916" y="138154"/>
                  </a:lnTo>
                  <a:lnTo>
                    <a:pt x="96478" y="135313"/>
                  </a:lnTo>
                  <a:lnTo>
                    <a:pt x="98703" y="1587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93236" y="2978137"/>
              <a:ext cx="104092" cy="284340"/>
            </a:xfrm>
            <a:custGeom>
              <a:avLst/>
              <a:pathLst>
                <a:path w="104092" h="284340">
                  <a:moveTo>
                    <a:pt x="0" y="284340"/>
                  </a:moveTo>
                  <a:lnTo>
                    <a:pt x="4839" y="247843"/>
                  </a:lnTo>
                  <a:lnTo>
                    <a:pt x="13401" y="249361"/>
                  </a:lnTo>
                  <a:lnTo>
                    <a:pt x="21963" y="209806"/>
                  </a:lnTo>
                  <a:lnTo>
                    <a:pt x="30525" y="138671"/>
                  </a:lnTo>
                  <a:lnTo>
                    <a:pt x="39087" y="64166"/>
                  </a:lnTo>
                  <a:lnTo>
                    <a:pt x="47649" y="8877"/>
                  </a:lnTo>
                  <a:lnTo>
                    <a:pt x="56212" y="11109"/>
                  </a:lnTo>
                  <a:lnTo>
                    <a:pt x="64774" y="0"/>
                  </a:lnTo>
                  <a:lnTo>
                    <a:pt x="73336" y="44837"/>
                  </a:lnTo>
                  <a:lnTo>
                    <a:pt x="81898" y="71188"/>
                  </a:lnTo>
                  <a:lnTo>
                    <a:pt x="90460" y="168078"/>
                  </a:lnTo>
                  <a:lnTo>
                    <a:pt x="99022" y="260672"/>
                  </a:lnTo>
                  <a:lnTo>
                    <a:pt x="104092" y="2843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71177" y="2708955"/>
              <a:ext cx="656628" cy="553521"/>
            </a:xfrm>
            <a:custGeom>
              <a:avLst/>
              <a:pathLst>
                <a:path w="656628" h="553521">
                  <a:moveTo>
                    <a:pt x="0" y="553521"/>
                  </a:moveTo>
                  <a:lnTo>
                    <a:pt x="6702" y="445578"/>
                  </a:lnTo>
                  <a:lnTo>
                    <a:pt x="15264" y="356102"/>
                  </a:lnTo>
                  <a:lnTo>
                    <a:pt x="23826" y="279710"/>
                  </a:lnTo>
                  <a:lnTo>
                    <a:pt x="32388" y="225052"/>
                  </a:lnTo>
                  <a:lnTo>
                    <a:pt x="40950" y="256392"/>
                  </a:lnTo>
                  <a:lnTo>
                    <a:pt x="49513" y="341761"/>
                  </a:lnTo>
                  <a:lnTo>
                    <a:pt x="58075" y="444712"/>
                  </a:lnTo>
                  <a:lnTo>
                    <a:pt x="66637" y="485507"/>
                  </a:lnTo>
                  <a:lnTo>
                    <a:pt x="75199" y="532238"/>
                  </a:lnTo>
                  <a:lnTo>
                    <a:pt x="83761" y="510654"/>
                  </a:lnTo>
                  <a:lnTo>
                    <a:pt x="92323" y="445785"/>
                  </a:lnTo>
                  <a:lnTo>
                    <a:pt x="100885" y="387876"/>
                  </a:lnTo>
                  <a:lnTo>
                    <a:pt x="109447" y="388034"/>
                  </a:lnTo>
                  <a:lnTo>
                    <a:pt x="118010" y="436714"/>
                  </a:lnTo>
                  <a:lnTo>
                    <a:pt x="126572" y="456152"/>
                  </a:lnTo>
                  <a:lnTo>
                    <a:pt x="135134" y="491970"/>
                  </a:lnTo>
                  <a:lnTo>
                    <a:pt x="143696" y="495447"/>
                  </a:lnTo>
                  <a:lnTo>
                    <a:pt x="152258" y="487379"/>
                  </a:lnTo>
                  <a:lnTo>
                    <a:pt x="160820" y="487379"/>
                  </a:lnTo>
                  <a:lnTo>
                    <a:pt x="169382" y="487379"/>
                  </a:lnTo>
                  <a:lnTo>
                    <a:pt x="177944" y="487379"/>
                  </a:lnTo>
                  <a:lnTo>
                    <a:pt x="186506" y="487379"/>
                  </a:lnTo>
                  <a:lnTo>
                    <a:pt x="195069" y="487379"/>
                  </a:lnTo>
                  <a:lnTo>
                    <a:pt x="203631" y="487379"/>
                  </a:lnTo>
                  <a:lnTo>
                    <a:pt x="212193" y="487379"/>
                  </a:lnTo>
                  <a:lnTo>
                    <a:pt x="220755" y="487379"/>
                  </a:lnTo>
                  <a:lnTo>
                    <a:pt x="229317" y="487379"/>
                  </a:lnTo>
                  <a:lnTo>
                    <a:pt x="237879" y="487379"/>
                  </a:lnTo>
                  <a:lnTo>
                    <a:pt x="246441" y="435145"/>
                  </a:lnTo>
                  <a:lnTo>
                    <a:pt x="255003" y="340604"/>
                  </a:lnTo>
                  <a:lnTo>
                    <a:pt x="263566" y="297502"/>
                  </a:lnTo>
                  <a:lnTo>
                    <a:pt x="272128" y="253165"/>
                  </a:lnTo>
                  <a:lnTo>
                    <a:pt x="280690" y="234829"/>
                  </a:lnTo>
                  <a:lnTo>
                    <a:pt x="289252" y="214796"/>
                  </a:lnTo>
                  <a:lnTo>
                    <a:pt x="297814" y="213247"/>
                  </a:lnTo>
                  <a:lnTo>
                    <a:pt x="306376" y="358258"/>
                  </a:lnTo>
                  <a:lnTo>
                    <a:pt x="314938" y="406228"/>
                  </a:lnTo>
                  <a:lnTo>
                    <a:pt x="323500" y="421565"/>
                  </a:lnTo>
                  <a:lnTo>
                    <a:pt x="332063" y="403202"/>
                  </a:lnTo>
                  <a:lnTo>
                    <a:pt x="340625" y="454814"/>
                  </a:lnTo>
                  <a:lnTo>
                    <a:pt x="349187" y="549023"/>
                  </a:lnTo>
                  <a:lnTo>
                    <a:pt x="357749" y="516440"/>
                  </a:lnTo>
                  <a:lnTo>
                    <a:pt x="366311" y="511574"/>
                  </a:lnTo>
                  <a:lnTo>
                    <a:pt x="374873" y="540574"/>
                  </a:lnTo>
                  <a:lnTo>
                    <a:pt x="383435" y="552802"/>
                  </a:lnTo>
                  <a:lnTo>
                    <a:pt x="391997" y="497169"/>
                  </a:lnTo>
                  <a:lnTo>
                    <a:pt x="400560" y="496728"/>
                  </a:lnTo>
                  <a:lnTo>
                    <a:pt x="409122" y="470496"/>
                  </a:lnTo>
                  <a:lnTo>
                    <a:pt x="417684" y="338214"/>
                  </a:lnTo>
                  <a:lnTo>
                    <a:pt x="426246" y="247397"/>
                  </a:lnTo>
                  <a:lnTo>
                    <a:pt x="434808" y="250468"/>
                  </a:lnTo>
                  <a:lnTo>
                    <a:pt x="443370" y="231509"/>
                  </a:lnTo>
                  <a:lnTo>
                    <a:pt x="451932" y="255226"/>
                  </a:lnTo>
                  <a:lnTo>
                    <a:pt x="460494" y="364079"/>
                  </a:lnTo>
                  <a:lnTo>
                    <a:pt x="469057" y="503120"/>
                  </a:lnTo>
                  <a:lnTo>
                    <a:pt x="477619" y="551480"/>
                  </a:lnTo>
                  <a:lnTo>
                    <a:pt x="486181" y="405051"/>
                  </a:lnTo>
                  <a:lnTo>
                    <a:pt x="494743" y="316924"/>
                  </a:lnTo>
                  <a:lnTo>
                    <a:pt x="503305" y="194189"/>
                  </a:lnTo>
                  <a:lnTo>
                    <a:pt x="511867" y="51073"/>
                  </a:lnTo>
                  <a:lnTo>
                    <a:pt x="520429" y="10917"/>
                  </a:lnTo>
                  <a:lnTo>
                    <a:pt x="528991" y="0"/>
                  </a:lnTo>
                  <a:lnTo>
                    <a:pt x="537554" y="147002"/>
                  </a:lnTo>
                  <a:lnTo>
                    <a:pt x="546116" y="278146"/>
                  </a:lnTo>
                  <a:lnTo>
                    <a:pt x="554678" y="337177"/>
                  </a:lnTo>
                  <a:lnTo>
                    <a:pt x="563240" y="386161"/>
                  </a:lnTo>
                  <a:lnTo>
                    <a:pt x="571802" y="388585"/>
                  </a:lnTo>
                  <a:lnTo>
                    <a:pt x="580364" y="381302"/>
                  </a:lnTo>
                  <a:lnTo>
                    <a:pt x="588926" y="338689"/>
                  </a:lnTo>
                  <a:lnTo>
                    <a:pt x="597488" y="339770"/>
                  </a:lnTo>
                  <a:lnTo>
                    <a:pt x="606051" y="335896"/>
                  </a:lnTo>
                  <a:lnTo>
                    <a:pt x="614613" y="329513"/>
                  </a:lnTo>
                  <a:lnTo>
                    <a:pt x="623175" y="360488"/>
                  </a:lnTo>
                  <a:lnTo>
                    <a:pt x="631737" y="421146"/>
                  </a:lnTo>
                  <a:lnTo>
                    <a:pt x="640299" y="487513"/>
                  </a:lnTo>
                  <a:lnTo>
                    <a:pt x="648861" y="526069"/>
                  </a:lnTo>
                  <a:lnTo>
                    <a:pt x="656628" y="5535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28974" y="2841039"/>
              <a:ext cx="126595" cy="421438"/>
            </a:xfrm>
            <a:custGeom>
              <a:avLst/>
              <a:pathLst>
                <a:path w="126595" h="421438">
                  <a:moveTo>
                    <a:pt x="0" y="421438"/>
                  </a:moveTo>
                  <a:lnTo>
                    <a:pt x="8189" y="359673"/>
                  </a:lnTo>
                  <a:lnTo>
                    <a:pt x="16751" y="227904"/>
                  </a:lnTo>
                  <a:lnTo>
                    <a:pt x="25313" y="114772"/>
                  </a:lnTo>
                  <a:lnTo>
                    <a:pt x="33875" y="59194"/>
                  </a:lnTo>
                  <a:lnTo>
                    <a:pt x="42437" y="28174"/>
                  </a:lnTo>
                  <a:lnTo>
                    <a:pt x="50999" y="0"/>
                  </a:lnTo>
                  <a:lnTo>
                    <a:pt x="59562" y="44254"/>
                  </a:lnTo>
                  <a:lnTo>
                    <a:pt x="68124" y="130741"/>
                  </a:lnTo>
                  <a:lnTo>
                    <a:pt x="76686" y="208815"/>
                  </a:lnTo>
                  <a:lnTo>
                    <a:pt x="85248" y="265182"/>
                  </a:lnTo>
                  <a:lnTo>
                    <a:pt x="93810" y="256568"/>
                  </a:lnTo>
                  <a:lnTo>
                    <a:pt x="102372" y="261730"/>
                  </a:lnTo>
                  <a:lnTo>
                    <a:pt x="110934" y="322475"/>
                  </a:lnTo>
                  <a:lnTo>
                    <a:pt x="119496" y="387302"/>
                  </a:lnTo>
                  <a:lnTo>
                    <a:pt x="126595" y="42143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55127" y="2967730"/>
              <a:ext cx="63145" cy="294747"/>
            </a:xfrm>
            <a:custGeom>
              <a:avLst/>
              <a:pathLst>
                <a:path w="63145" h="294747">
                  <a:moveTo>
                    <a:pt x="0" y="294747"/>
                  </a:moveTo>
                  <a:lnTo>
                    <a:pt x="4651" y="195538"/>
                  </a:lnTo>
                  <a:lnTo>
                    <a:pt x="13213" y="64289"/>
                  </a:lnTo>
                  <a:lnTo>
                    <a:pt x="21775" y="0"/>
                  </a:lnTo>
                  <a:lnTo>
                    <a:pt x="30337" y="14393"/>
                  </a:lnTo>
                  <a:lnTo>
                    <a:pt x="38899" y="27615"/>
                  </a:lnTo>
                  <a:lnTo>
                    <a:pt x="47461" y="75933"/>
                  </a:lnTo>
                  <a:lnTo>
                    <a:pt x="56023" y="198366"/>
                  </a:lnTo>
                  <a:lnTo>
                    <a:pt x="63145" y="2947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22330" y="1993040"/>
              <a:ext cx="1310723" cy="1269436"/>
            </a:xfrm>
            <a:custGeom>
              <a:avLst/>
              <a:pathLst>
                <a:path w="1310723" h="1269436">
                  <a:moveTo>
                    <a:pt x="0" y="1269436"/>
                  </a:moveTo>
                  <a:lnTo>
                    <a:pt x="5945" y="1225152"/>
                  </a:lnTo>
                  <a:lnTo>
                    <a:pt x="14507" y="1131058"/>
                  </a:lnTo>
                  <a:lnTo>
                    <a:pt x="23070" y="1087505"/>
                  </a:lnTo>
                  <a:lnTo>
                    <a:pt x="31632" y="1076498"/>
                  </a:lnTo>
                  <a:lnTo>
                    <a:pt x="40194" y="1053034"/>
                  </a:lnTo>
                  <a:lnTo>
                    <a:pt x="48756" y="1066204"/>
                  </a:lnTo>
                  <a:lnTo>
                    <a:pt x="57318" y="1206818"/>
                  </a:lnTo>
                  <a:lnTo>
                    <a:pt x="65880" y="1250081"/>
                  </a:lnTo>
                  <a:lnTo>
                    <a:pt x="74442" y="1210729"/>
                  </a:lnTo>
                  <a:lnTo>
                    <a:pt x="83004" y="1177335"/>
                  </a:lnTo>
                  <a:lnTo>
                    <a:pt x="91567" y="1230882"/>
                  </a:lnTo>
                  <a:lnTo>
                    <a:pt x="100129" y="1218069"/>
                  </a:lnTo>
                  <a:lnTo>
                    <a:pt x="108691" y="1171280"/>
                  </a:lnTo>
                  <a:lnTo>
                    <a:pt x="117253" y="1156786"/>
                  </a:lnTo>
                  <a:lnTo>
                    <a:pt x="125815" y="1115757"/>
                  </a:lnTo>
                  <a:lnTo>
                    <a:pt x="134377" y="1095048"/>
                  </a:lnTo>
                  <a:lnTo>
                    <a:pt x="142939" y="949183"/>
                  </a:lnTo>
                  <a:lnTo>
                    <a:pt x="151501" y="830535"/>
                  </a:lnTo>
                  <a:lnTo>
                    <a:pt x="160064" y="737303"/>
                  </a:lnTo>
                  <a:lnTo>
                    <a:pt x="168626" y="700634"/>
                  </a:lnTo>
                  <a:lnTo>
                    <a:pt x="177188" y="677980"/>
                  </a:lnTo>
                  <a:lnTo>
                    <a:pt x="185750" y="621047"/>
                  </a:lnTo>
                  <a:lnTo>
                    <a:pt x="194312" y="691825"/>
                  </a:lnTo>
                  <a:lnTo>
                    <a:pt x="202874" y="782752"/>
                  </a:lnTo>
                  <a:lnTo>
                    <a:pt x="211436" y="834494"/>
                  </a:lnTo>
                  <a:lnTo>
                    <a:pt x="219998" y="805596"/>
                  </a:lnTo>
                  <a:lnTo>
                    <a:pt x="228561" y="798998"/>
                  </a:lnTo>
                  <a:lnTo>
                    <a:pt x="237123" y="901970"/>
                  </a:lnTo>
                  <a:lnTo>
                    <a:pt x="245685" y="923513"/>
                  </a:lnTo>
                  <a:lnTo>
                    <a:pt x="254247" y="924479"/>
                  </a:lnTo>
                  <a:lnTo>
                    <a:pt x="262809" y="965969"/>
                  </a:lnTo>
                  <a:lnTo>
                    <a:pt x="271371" y="1081882"/>
                  </a:lnTo>
                  <a:lnTo>
                    <a:pt x="279933" y="1091588"/>
                  </a:lnTo>
                  <a:lnTo>
                    <a:pt x="288495" y="1018119"/>
                  </a:lnTo>
                  <a:lnTo>
                    <a:pt x="297058" y="963138"/>
                  </a:lnTo>
                  <a:lnTo>
                    <a:pt x="305620" y="914959"/>
                  </a:lnTo>
                  <a:lnTo>
                    <a:pt x="314182" y="914960"/>
                  </a:lnTo>
                  <a:lnTo>
                    <a:pt x="322744" y="915546"/>
                  </a:lnTo>
                  <a:lnTo>
                    <a:pt x="331306" y="971104"/>
                  </a:lnTo>
                  <a:lnTo>
                    <a:pt x="339868" y="931893"/>
                  </a:lnTo>
                  <a:lnTo>
                    <a:pt x="348430" y="971049"/>
                  </a:lnTo>
                  <a:lnTo>
                    <a:pt x="356992" y="1019228"/>
                  </a:lnTo>
                  <a:lnTo>
                    <a:pt x="365554" y="1007143"/>
                  </a:lnTo>
                  <a:lnTo>
                    <a:pt x="374117" y="949280"/>
                  </a:lnTo>
                  <a:lnTo>
                    <a:pt x="382679" y="911649"/>
                  </a:lnTo>
                  <a:lnTo>
                    <a:pt x="391241" y="980762"/>
                  </a:lnTo>
                  <a:lnTo>
                    <a:pt x="399803" y="986570"/>
                  </a:lnTo>
                  <a:lnTo>
                    <a:pt x="408365" y="960906"/>
                  </a:lnTo>
                  <a:lnTo>
                    <a:pt x="416927" y="936553"/>
                  </a:lnTo>
                  <a:lnTo>
                    <a:pt x="425489" y="949525"/>
                  </a:lnTo>
                  <a:lnTo>
                    <a:pt x="434051" y="988502"/>
                  </a:lnTo>
                  <a:lnTo>
                    <a:pt x="442614" y="1012194"/>
                  </a:lnTo>
                  <a:lnTo>
                    <a:pt x="451176" y="1022211"/>
                  </a:lnTo>
                  <a:lnTo>
                    <a:pt x="459738" y="1047874"/>
                  </a:lnTo>
                  <a:lnTo>
                    <a:pt x="468300" y="1084310"/>
                  </a:lnTo>
                  <a:lnTo>
                    <a:pt x="476862" y="1129204"/>
                  </a:lnTo>
                  <a:lnTo>
                    <a:pt x="485424" y="1175358"/>
                  </a:lnTo>
                  <a:lnTo>
                    <a:pt x="493986" y="1203294"/>
                  </a:lnTo>
                  <a:lnTo>
                    <a:pt x="502548" y="1203294"/>
                  </a:lnTo>
                  <a:lnTo>
                    <a:pt x="511111" y="1203294"/>
                  </a:lnTo>
                  <a:lnTo>
                    <a:pt x="519673" y="1203294"/>
                  </a:lnTo>
                  <a:lnTo>
                    <a:pt x="528235" y="1203294"/>
                  </a:lnTo>
                  <a:lnTo>
                    <a:pt x="536797" y="1191022"/>
                  </a:lnTo>
                  <a:lnTo>
                    <a:pt x="545359" y="1132325"/>
                  </a:lnTo>
                  <a:lnTo>
                    <a:pt x="553921" y="1098089"/>
                  </a:lnTo>
                  <a:lnTo>
                    <a:pt x="562483" y="1098090"/>
                  </a:lnTo>
                  <a:lnTo>
                    <a:pt x="571045" y="1061710"/>
                  </a:lnTo>
                  <a:lnTo>
                    <a:pt x="579608" y="1010880"/>
                  </a:lnTo>
                  <a:lnTo>
                    <a:pt x="588170" y="1057813"/>
                  </a:lnTo>
                  <a:lnTo>
                    <a:pt x="596732" y="1010461"/>
                  </a:lnTo>
                  <a:lnTo>
                    <a:pt x="605294" y="876599"/>
                  </a:lnTo>
                  <a:lnTo>
                    <a:pt x="613856" y="783272"/>
                  </a:lnTo>
                  <a:lnTo>
                    <a:pt x="622418" y="776767"/>
                  </a:lnTo>
                  <a:lnTo>
                    <a:pt x="630980" y="792271"/>
                  </a:lnTo>
                  <a:lnTo>
                    <a:pt x="639542" y="713563"/>
                  </a:lnTo>
                  <a:lnTo>
                    <a:pt x="648105" y="822823"/>
                  </a:lnTo>
                  <a:lnTo>
                    <a:pt x="656667" y="982863"/>
                  </a:lnTo>
                  <a:lnTo>
                    <a:pt x="665229" y="976618"/>
                  </a:lnTo>
                  <a:lnTo>
                    <a:pt x="673791" y="924562"/>
                  </a:lnTo>
                  <a:lnTo>
                    <a:pt x="682353" y="866746"/>
                  </a:lnTo>
                  <a:lnTo>
                    <a:pt x="690915" y="788158"/>
                  </a:lnTo>
                  <a:lnTo>
                    <a:pt x="699477" y="698107"/>
                  </a:lnTo>
                  <a:lnTo>
                    <a:pt x="708039" y="651183"/>
                  </a:lnTo>
                  <a:lnTo>
                    <a:pt x="716602" y="689306"/>
                  </a:lnTo>
                  <a:lnTo>
                    <a:pt x="725164" y="721790"/>
                  </a:lnTo>
                  <a:lnTo>
                    <a:pt x="733726" y="729835"/>
                  </a:lnTo>
                  <a:lnTo>
                    <a:pt x="742288" y="691448"/>
                  </a:lnTo>
                  <a:lnTo>
                    <a:pt x="750850" y="622460"/>
                  </a:lnTo>
                  <a:lnTo>
                    <a:pt x="759412" y="538440"/>
                  </a:lnTo>
                  <a:lnTo>
                    <a:pt x="767974" y="447689"/>
                  </a:lnTo>
                  <a:lnTo>
                    <a:pt x="776536" y="488506"/>
                  </a:lnTo>
                  <a:lnTo>
                    <a:pt x="785099" y="548594"/>
                  </a:lnTo>
                  <a:lnTo>
                    <a:pt x="793661" y="574140"/>
                  </a:lnTo>
                  <a:lnTo>
                    <a:pt x="802223" y="600487"/>
                  </a:lnTo>
                  <a:lnTo>
                    <a:pt x="810785" y="685238"/>
                  </a:lnTo>
                  <a:lnTo>
                    <a:pt x="819347" y="866411"/>
                  </a:lnTo>
                  <a:lnTo>
                    <a:pt x="827909" y="797628"/>
                  </a:lnTo>
                  <a:lnTo>
                    <a:pt x="836471" y="573306"/>
                  </a:lnTo>
                  <a:lnTo>
                    <a:pt x="845033" y="493211"/>
                  </a:lnTo>
                  <a:lnTo>
                    <a:pt x="853596" y="541463"/>
                  </a:lnTo>
                  <a:lnTo>
                    <a:pt x="862158" y="454803"/>
                  </a:lnTo>
                  <a:lnTo>
                    <a:pt x="870720" y="220723"/>
                  </a:lnTo>
                  <a:lnTo>
                    <a:pt x="879282" y="143682"/>
                  </a:lnTo>
                  <a:lnTo>
                    <a:pt x="887844" y="206679"/>
                  </a:lnTo>
                  <a:lnTo>
                    <a:pt x="896406" y="200832"/>
                  </a:lnTo>
                  <a:lnTo>
                    <a:pt x="904968" y="45471"/>
                  </a:lnTo>
                  <a:lnTo>
                    <a:pt x="913530" y="0"/>
                  </a:lnTo>
                  <a:lnTo>
                    <a:pt x="922092" y="149884"/>
                  </a:lnTo>
                  <a:lnTo>
                    <a:pt x="930655" y="245706"/>
                  </a:lnTo>
                  <a:lnTo>
                    <a:pt x="939217" y="306028"/>
                  </a:lnTo>
                  <a:lnTo>
                    <a:pt x="947779" y="352913"/>
                  </a:lnTo>
                  <a:lnTo>
                    <a:pt x="956341" y="450172"/>
                  </a:lnTo>
                  <a:lnTo>
                    <a:pt x="964903" y="508529"/>
                  </a:lnTo>
                  <a:lnTo>
                    <a:pt x="973465" y="435170"/>
                  </a:lnTo>
                  <a:lnTo>
                    <a:pt x="982027" y="446184"/>
                  </a:lnTo>
                  <a:lnTo>
                    <a:pt x="990589" y="572191"/>
                  </a:lnTo>
                  <a:lnTo>
                    <a:pt x="999152" y="730087"/>
                  </a:lnTo>
                  <a:lnTo>
                    <a:pt x="1007714" y="801416"/>
                  </a:lnTo>
                  <a:lnTo>
                    <a:pt x="1016276" y="911426"/>
                  </a:lnTo>
                  <a:lnTo>
                    <a:pt x="1024838" y="1040007"/>
                  </a:lnTo>
                  <a:lnTo>
                    <a:pt x="1033400" y="1100632"/>
                  </a:lnTo>
                  <a:lnTo>
                    <a:pt x="1041962" y="1081260"/>
                  </a:lnTo>
                  <a:lnTo>
                    <a:pt x="1050524" y="1053961"/>
                  </a:lnTo>
                  <a:lnTo>
                    <a:pt x="1059086" y="1085521"/>
                  </a:lnTo>
                  <a:lnTo>
                    <a:pt x="1067649" y="1094914"/>
                  </a:lnTo>
                  <a:lnTo>
                    <a:pt x="1076211" y="1083393"/>
                  </a:lnTo>
                  <a:lnTo>
                    <a:pt x="1084773" y="931891"/>
                  </a:lnTo>
                  <a:lnTo>
                    <a:pt x="1093335" y="805788"/>
                  </a:lnTo>
                  <a:lnTo>
                    <a:pt x="1101897" y="774458"/>
                  </a:lnTo>
                  <a:lnTo>
                    <a:pt x="1110459" y="737795"/>
                  </a:lnTo>
                  <a:lnTo>
                    <a:pt x="1119021" y="629063"/>
                  </a:lnTo>
                  <a:lnTo>
                    <a:pt x="1127583" y="489322"/>
                  </a:lnTo>
                  <a:lnTo>
                    <a:pt x="1136146" y="519757"/>
                  </a:lnTo>
                  <a:lnTo>
                    <a:pt x="1144708" y="609791"/>
                  </a:lnTo>
                  <a:lnTo>
                    <a:pt x="1153270" y="647890"/>
                  </a:lnTo>
                  <a:lnTo>
                    <a:pt x="1161832" y="699571"/>
                  </a:lnTo>
                  <a:lnTo>
                    <a:pt x="1170394" y="669770"/>
                  </a:lnTo>
                  <a:lnTo>
                    <a:pt x="1178956" y="621402"/>
                  </a:lnTo>
                  <a:lnTo>
                    <a:pt x="1187518" y="668339"/>
                  </a:lnTo>
                  <a:lnTo>
                    <a:pt x="1196080" y="719745"/>
                  </a:lnTo>
                  <a:lnTo>
                    <a:pt x="1204643" y="756919"/>
                  </a:lnTo>
                  <a:lnTo>
                    <a:pt x="1213205" y="775731"/>
                  </a:lnTo>
                  <a:lnTo>
                    <a:pt x="1221767" y="839535"/>
                  </a:lnTo>
                  <a:lnTo>
                    <a:pt x="1230329" y="960570"/>
                  </a:lnTo>
                  <a:lnTo>
                    <a:pt x="1238891" y="961298"/>
                  </a:lnTo>
                  <a:lnTo>
                    <a:pt x="1247453" y="802996"/>
                  </a:lnTo>
                  <a:lnTo>
                    <a:pt x="1256015" y="631592"/>
                  </a:lnTo>
                  <a:lnTo>
                    <a:pt x="1264577" y="536331"/>
                  </a:lnTo>
                  <a:lnTo>
                    <a:pt x="1273140" y="576271"/>
                  </a:lnTo>
                  <a:lnTo>
                    <a:pt x="1281702" y="643241"/>
                  </a:lnTo>
                  <a:lnTo>
                    <a:pt x="1290264" y="773451"/>
                  </a:lnTo>
                  <a:lnTo>
                    <a:pt x="1298826" y="1021194"/>
                  </a:lnTo>
                  <a:lnTo>
                    <a:pt x="1307388" y="1240180"/>
                  </a:lnTo>
                  <a:lnTo>
                    <a:pt x="1310723" y="12694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953895" y="145504"/>
              <a:ext cx="1446133" cy="3116972"/>
            </a:xfrm>
            <a:custGeom>
              <a:avLst/>
              <a:pathLst>
                <a:path w="1446133" h="3116972">
                  <a:moveTo>
                    <a:pt x="0" y="3116972"/>
                  </a:moveTo>
                  <a:lnTo>
                    <a:pt x="1509" y="3104098"/>
                  </a:lnTo>
                  <a:lnTo>
                    <a:pt x="10072" y="2960880"/>
                  </a:lnTo>
                  <a:lnTo>
                    <a:pt x="18634" y="2746749"/>
                  </a:lnTo>
                  <a:lnTo>
                    <a:pt x="27196" y="2411196"/>
                  </a:lnTo>
                  <a:lnTo>
                    <a:pt x="35758" y="2214345"/>
                  </a:lnTo>
                  <a:lnTo>
                    <a:pt x="44320" y="2110344"/>
                  </a:lnTo>
                  <a:lnTo>
                    <a:pt x="52882" y="2053446"/>
                  </a:lnTo>
                  <a:lnTo>
                    <a:pt x="61444" y="1994482"/>
                  </a:lnTo>
                  <a:lnTo>
                    <a:pt x="70006" y="2010019"/>
                  </a:lnTo>
                  <a:lnTo>
                    <a:pt x="78569" y="2165984"/>
                  </a:lnTo>
                  <a:lnTo>
                    <a:pt x="87131" y="2303809"/>
                  </a:lnTo>
                  <a:lnTo>
                    <a:pt x="95693" y="2430166"/>
                  </a:lnTo>
                  <a:lnTo>
                    <a:pt x="104255" y="2564447"/>
                  </a:lnTo>
                  <a:lnTo>
                    <a:pt x="112817" y="2628724"/>
                  </a:lnTo>
                  <a:lnTo>
                    <a:pt x="121379" y="2607780"/>
                  </a:lnTo>
                  <a:lnTo>
                    <a:pt x="129941" y="2494903"/>
                  </a:lnTo>
                  <a:lnTo>
                    <a:pt x="138503" y="2287854"/>
                  </a:lnTo>
                  <a:lnTo>
                    <a:pt x="147066" y="2039245"/>
                  </a:lnTo>
                  <a:lnTo>
                    <a:pt x="155628" y="1862825"/>
                  </a:lnTo>
                  <a:lnTo>
                    <a:pt x="164190" y="1810365"/>
                  </a:lnTo>
                  <a:lnTo>
                    <a:pt x="172752" y="1805260"/>
                  </a:lnTo>
                  <a:lnTo>
                    <a:pt x="181314" y="1914192"/>
                  </a:lnTo>
                  <a:lnTo>
                    <a:pt x="189876" y="2049561"/>
                  </a:lnTo>
                  <a:lnTo>
                    <a:pt x="198438" y="2221070"/>
                  </a:lnTo>
                  <a:lnTo>
                    <a:pt x="207000" y="2284738"/>
                  </a:lnTo>
                  <a:lnTo>
                    <a:pt x="215563" y="2232746"/>
                  </a:lnTo>
                  <a:lnTo>
                    <a:pt x="224125" y="2229121"/>
                  </a:lnTo>
                  <a:lnTo>
                    <a:pt x="232687" y="2280255"/>
                  </a:lnTo>
                  <a:lnTo>
                    <a:pt x="241249" y="2436555"/>
                  </a:lnTo>
                  <a:lnTo>
                    <a:pt x="249811" y="2474369"/>
                  </a:lnTo>
                  <a:lnTo>
                    <a:pt x="258373" y="2361463"/>
                  </a:lnTo>
                  <a:lnTo>
                    <a:pt x="266935" y="2206277"/>
                  </a:lnTo>
                  <a:lnTo>
                    <a:pt x="275497" y="1978902"/>
                  </a:lnTo>
                  <a:lnTo>
                    <a:pt x="284060" y="1714439"/>
                  </a:lnTo>
                  <a:lnTo>
                    <a:pt x="292622" y="1392335"/>
                  </a:lnTo>
                  <a:lnTo>
                    <a:pt x="301184" y="1195033"/>
                  </a:lnTo>
                  <a:lnTo>
                    <a:pt x="309746" y="1261080"/>
                  </a:lnTo>
                  <a:lnTo>
                    <a:pt x="318308" y="1420060"/>
                  </a:lnTo>
                  <a:lnTo>
                    <a:pt x="326870" y="1506088"/>
                  </a:lnTo>
                  <a:lnTo>
                    <a:pt x="335432" y="1562032"/>
                  </a:lnTo>
                  <a:lnTo>
                    <a:pt x="343994" y="1635937"/>
                  </a:lnTo>
                  <a:lnTo>
                    <a:pt x="352557" y="1677153"/>
                  </a:lnTo>
                  <a:lnTo>
                    <a:pt x="361119" y="1508144"/>
                  </a:lnTo>
                  <a:lnTo>
                    <a:pt x="369681" y="1414972"/>
                  </a:lnTo>
                  <a:lnTo>
                    <a:pt x="378243" y="1409183"/>
                  </a:lnTo>
                  <a:lnTo>
                    <a:pt x="386805" y="1377192"/>
                  </a:lnTo>
                  <a:lnTo>
                    <a:pt x="395367" y="1426165"/>
                  </a:lnTo>
                  <a:lnTo>
                    <a:pt x="403929" y="1465828"/>
                  </a:lnTo>
                  <a:lnTo>
                    <a:pt x="412491" y="1521553"/>
                  </a:lnTo>
                  <a:lnTo>
                    <a:pt x="421054" y="1487116"/>
                  </a:lnTo>
                  <a:lnTo>
                    <a:pt x="429616" y="1641062"/>
                  </a:lnTo>
                  <a:lnTo>
                    <a:pt x="438178" y="1916550"/>
                  </a:lnTo>
                  <a:lnTo>
                    <a:pt x="446740" y="1816044"/>
                  </a:lnTo>
                  <a:lnTo>
                    <a:pt x="455302" y="1562177"/>
                  </a:lnTo>
                  <a:lnTo>
                    <a:pt x="463864" y="1364855"/>
                  </a:lnTo>
                  <a:lnTo>
                    <a:pt x="472426" y="1208519"/>
                  </a:lnTo>
                  <a:lnTo>
                    <a:pt x="480988" y="1004044"/>
                  </a:lnTo>
                  <a:lnTo>
                    <a:pt x="489550" y="922773"/>
                  </a:lnTo>
                  <a:lnTo>
                    <a:pt x="498113" y="947368"/>
                  </a:lnTo>
                  <a:lnTo>
                    <a:pt x="506675" y="1035344"/>
                  </a:lnTo>
                  <a:lnTo>
                    <a:pt x="515237" y="1172894"/>
                  </a:lnTo>
                  <a:lnTo>
                    <a:pt x="523799" y="1269634"/>
                  </a:lnTo>
                  <a:lnTo>
                    <a:pt x="532361" y="1296841"/>
                  </a:lnTo>
                  <a:lnTo>
                    <a:pt x="540923" y="1121079"/>
                  </a:lnTo>
                  <a:lnTo>
                    <a:pt x="549485" y="986195"/>
                  </a:lnTo>
                  <a:lnTo>
                    <a:pt x="558047" y="937697"/>
                  </a:lnTo>
                  <a:lnTo>
                    <a:pt x="566610" y="976411"/>
                  </a:lnTo>
                  <a:lnTo>
                    <a:pt x="575172" y="1073853"/>
                  </a:lnTo>
                  <a:lnTo>
                    <a:pt x="583734" y="1068147"/>
                  </a:lnTo>
                  <a:lnTo>
                    <a:pt x="592296" y="1064409"/>
                  </a:lnTo>
                  <a:lnTo>
                    <a:pt x="600858" y="1214744"/>
                  </a:lnTo>
                  <a:lnTo>
                    <a:pt x="609420" y="1354179"/>
                  </a:lnTo>
                  <a:lnTo>
                    <a:pt x="617982" y="1387622"/>
                  </a:lnTo>
                  <a:lnTo>
                    <a:pt x="626544" y="1370151"/>
                  </a:lnTo>
                  <a:lnTo>
                    <a:pt x="635107" y="1294681"/>
                  </a:lnTo>
                  <a:lnTo>
                    <a:pt x="643669" y="1098725"/>
                  </a:lnTo>
                  <a:lnTo>
                    <a:pt x="652231" y="838317"/>
                  </a:lnTo>
                  <a:lnTo>
                    <a:pt x="660793" y="702954"/>
                  </a:lnTo>
                  <a:lnTo>
                    <a:pt x="669355" y="573576"/>
                  </a:lnTo>
                  <a:lnTo>
                    <a:pt x="677917" y="451107"/>
                  </a:lnTo>
                  <a:lnTo>
                    <a:pt x="686479" y="414544"/>
                  </a:lnTo>
                  <a:lnTo>
                    <a:pt x="695041" y="358853"/>
                  </a:lnTo>
                  <a:lnTo>
                    <a:pt x="703604" y="278221"/>
                  </a:lnTo>
                  <a:lnTo>
                    <a:pt x="712166" y="57679"/>
                  </a:lnTo>
                  <a:lnTo>
                    <a:pt x="720728" y="0"/>
                  </a:lnTo>
                  <a:lnTo>
                    <a:pt x="720728" y="0"/>
                  </a:lnTo>
                  <a:lnTo>
                    <a:pt x="729290" y="71603"/>
                  </a:lnTo>
                  <a:lnTo>
                    <a:pt x="737852" y="161936"/>
                  </a:lnTo>
                  <a:lnTo>
                    <a:pt x="746414" y="449024"/>
                  </a:lnTo>
                  <a:lnTo>
                    <a:pt x="754976" y="661032"/>
                  </a:lnTo>
                  <a:lnTo>
                    <a:pt x="763538" y="874303"/>
                  </a:lnTo>
                  <a:lnTo>
                    <a:pt x="772101" y="1031250"/>
                  </a:lnTo>
                  <a:lnTo>
                    <a:pt x="780663" y="1100483"/>
                  </a:lnTo>
                  <a:lnTo>
                    <a:pt x="789225" y="1229656"/>
                  </a:lnTo>
                  <a:lnTo>
                    <a:pt x="797787" y="1327793"/>
                  </a:lnTo>
                  <a:lnTo>
                    <a:pt x="806349" y="1526085"/>
                  </a:lnTo>
                  <a:lnTo>
                    <a:pt x="814911" y="1742933"/>
                  </a:lnTo>
                  <a:lnTo>
                    <a:pt x="823473" y="1910102"/>
                  </a:lnTo>
                  <a:lnTo>
                    <a:pt x="832035" y="2053960"/>
                  </a:lnTo>
                  <a:lnTo>
                    <a:pt x="840598" y="2163130"/>
                  </a:lnTo>
                  <a:lnTo>
                    <a:pt x="849160" y="2294863"/>
                  </a:lnTo>
                  <a:lnTo>
                    <a:pt x="857722" y="2449624"/>
                  </a:lnTo>
                  <a:lnTo>
                    <a:pt x="866284" y="2551012"/>
                  </a:lnTo>
                  <a:lnTo>
                    <a:pt x="874846" y="2506460"/>
                  </a:lnTo>
                  <a:lnTo>
                    <a:pt x="883408" y="2491279"/>
                  </a:lnTo>
                  <a:lnTo>
                    <a:pt x="891970" y="2506042"/>
                  </a:lnTo>
                  <a:lnTo>
                    <a:pt x="900532" y="2361076"/>
                  </a:lnTo>
                  <a:lnTo>
                    <a:pt x="909095" y="2137230"/>
                  </a:lnTo>
                  <a:lnTo>
                    <a:pt x="917657" y="2060166"/>
                  </a:lnTo>
                  <a:lnTo>
                    <a:pt x="926219" y="2200315"/>
                  </a:lnTo>
                  <a:lnTo>
                    <a:pt x="934781" y="2342255"/>
                  </a:lnTo>
                  <a:lnTo>
                    <a:pt x="943343" y="2429876"/>
                  </a:lnTo>
                  <a:lnTo>
                    <a:pt x="951905" y="2601098"/>
                  </a:lnTo>
                  <a:lnTo>
                    <a:pt x="960467" y="2724586"/>
                  </a:lnTo>
                  <a:lnTo>
                    <a:pt x="969029" y="2653004"/>
                  </a:lnTo>
                  <a:lnTo>
                    <a:pt x="977592" y="2395971"/>
                  </a:lnTo>
                  <a:lnTo>
                    <a:pt x="986154" y="2045511"/>
                  </a:lnTo>
                  <a:lnTo>
                    <a:pt x="994716" y="1805789"/>
                  </a:lnTo>
                  <a:lnTo>
                    <a:pt x="1003278" y="1705566"/>
                  </a:lnTo>
                  <a:lnTo>
                    <a:pt x="1011840" y="1488254"/>
                  </a:lnTo>
                  <a:lnTo>
                    <a:pt x="1020402" y="1224064"/>
                  </a:lnTo>
                  <a:lnTo>
                    <a:pt x="1028964" y="1049958"/>
                  </a:lnTo>
                  <a:lnTo>
                    <a:pt x="1037526" y="955343"/>
                  </a:lnTo>
                  <a:lnTo>
                    <a:pt x="1046088" y="758381"/>
                  </a:lnTo>
                  <a:lnTo>
                    <a:pt x="1054651" y="440380"/>
                  </a:lnTo>
                  <a:lnTo>
                    <a:pt x="1063213" y="432880"/>
                  </a:lnTo>
                  <a:lnTo>
                    <a:pt x="1071775" y="643469"/>
                  </a:lnTo>
                  <a:lnTo>
                    <a:pt x="1080337" y="851414"/>
                  </a:lnTo>
                  <a:lnTo>
                    <a:pt x="1088899" y="934214"/>
                  </a:lnTo>
                  <a:lnTo>
                    <a:pt x="1097461" y="983847"/>
                  </a:lnTo>
                  <a:lnTo>
                    <a:pt x="1106023" y="972080"/>
                  </a:lnTo>
                  <a:lnTo>
                    <a:pt x="1114585" y="1072451"/>
                  </a:lnTo>
                  <a:lnTo>
                    <a:pt x="1123148" y="1184852"/>
                  </a:lnTo>
                  <a:lnTo>
                    <a:pt x="1131710" y="1334897"/>
                  </a:lnTo>
                  <a:lnTo>
                    <a:pt x="1140272" y="1686669"/>
                  </a:lnTo>
                  <a:lnTo>
                    <a:pt x="1148834" y="2044749"/>
                  </a:lnTo>
                  <a:lnTo>
                    <a:pt x="1157396" y="2437724"/>
                  </a:lnTo>
                  <a:lnTo>
                    <a:pt x="1165958" y="2676087"/>
                  </a:lnTo>
                  <a:lnTo>
                    <a:pt x="1174520" y="2730129"/>
                  </a:lnTo>
                  <a:lnTo>
                    <a:pt x="1183082" y="2665875"/>
                  </a:lnTo>
                  <a:lnTo>
                    <a:pt x="1191645" y="2447181"/>
                  </a:lnTo>
                  <a:lnTo>
                    <a:pt x="1200207" y="2408783"/>
                  </a:lnTo>
                  <a:lnTo>
                    <a:pt x="1208769" y="2401659"/>
                  </a:lnTo>
                  <a:lnTo>
                    <a:pt x="1217331" y="2336511"/>
                  </a:lnTo>
                  <a:lnTo>
                    <a:pt x="1225893" y="2221812"/>
                  </a:lnTo>
                  <a:lnTo>
                    <a:pt x="1234455" y="2178537"/>
                  </a:lnTo>
                  <a:lnTo>
                    <a:pt x="1243017" y="2247970"/>
                  </a:lnTo>
                  <a:lnTo>
                    <a:pt x="1251579" y="2179858"/>
                  </a:lnTo>
                  <a:lnTo>
                    <a:pt x="1260142" y="2124834"/>
                  </a:lnTo>
                  <a:lnTo>
                    <a:pt x="1268704" y="2152780"/>
                  </a:lnTo>
                  <a:lnTo>
                    <a:pt x="1277266" y="2341625"/>
                  </a:lnTo>
                  <a:lnTo>
                    <a:pt x="1285828" y="2563732"/>
                  </a:lnTo>
                  <a:lnTo>
                    <a:pt x="1294390" y="2683131"/>
                  </a:lnTo>
                  <a:lnTo>
                    <a:pt x="1302952" y="2743999"/>
                  </a:lnTo>
                  <a:lnTo>
                    <a:pt x="1311514" y="2733758"/>
                  </a:lnTo>
                  <a:lnTo>
                    <a:pt x="1320076" y="2717607"/>
                  </a:lnTo>
                  <a:lnTo>
                    <a:pt x="1328639" y="2647986"/>
                  </a:lnTo>
                  <a:lnTo>
                    <a:pt x="1337201" y="2522372"/>
                  </a:lnTo>
                  <a:lnTo>
                    <a:pt x="1345763" y="2500055"/>
                  </a:lnTo>
                  <a:lnTo>
                    <a:pt x="1354325" y="2441980"/>
                  </a:lnTo>
                  <a:lnTo>
                    <a:pt x="1362887" y="2400768"/>
                  </a:lnTo>
                  <a:lnTo>
                    <a:pt x="1371449" y="2295292"/>
                  </a:lnTo>
                  <a:lnTo>
                    <a:pt x="1380011" y="2186798"/>
                  </a:lnTo>
                  <a:lnTo>
                    <a:pt x="1388573" y="2248777"/>
                  </a:lnTo>
                  <a:lnTo>
                    <a:pt x="1397136" y="2311454"/>
                  </a:lnTo>
                  <a:lnTo>
                    <a:pt x="1405698" y="2444147"/>
                  </a:lnTo>
                  <a:lnTo>
                    <a:pt x="1414260" y="2591950"/>
                  </a:lnTo>
                  <a:lnTo>
                    <a:pt x="1422822" y="2745282"/>
                  </a:lnTo>
                  <a:lnTo>
                    <a:pt x="1431384" y="2959423"/>
                  </a:lnTo>
                  <a:lnTo>
                    <a:pt x="1439946" y="3071944"/>
                  </a:lnTo>
                  <a:lnTo>
                    <a:pt x="1446133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03616" y="2619945"/>
              <a:ext cx="551794" cy="642531"/>
            </a:xfrm>
            <a:custGeom>
              <a:avLst/>
              <a:pathLst>
                <a:path w="551794" h="642531">
                  <a:moveTo>
                    <a:pt x="0" y="642531"/>
                  </a:moveTo>
                  <a:lnTo>
                    <a:pt x="7349" y="537706"/>
                  </a:lnTo>
                  <a:lnTo>
                    <a:pt x="15911" y="390877"/>
                  </a:lnTo>
                  <a:lnTo>
                    <a:pt x="24474" y="308447"/>
                  </a:lnTo>
                  <a:lnTo>
                    <a:pt x="33036" y="162175"/>
                  </a:lnTo>
                  <a:lnTo>
                    <a:pt x="41598" y="57254"/>
                  </a:lnTo>
                  <a:lnTo>
                    <a:pt x="50160" y="15792"/>
                  </a:lnTo>
                  <a:lnTo>
                    <a:pt x="58722" y="135947"/>
                  </a:lnTo>
                  <a:lnTo>
                    <a:pt x="67284" y="293797"/>
                  </a:lnTo>
                  <a:lnTo>
                    <a:pt x="75846" y="440089"/>
                  </a:lnTo>
                  <a:lnTo>
                    <a:pt x="84408" y="571427"/>
                  </a:lnTo>
                  <a:lnTo>
                    <a:pt x="92971" y="531828"/>
                  </a:lnTo>
                  <a:lnTo>
                    <a:pt x="101533" y="400629"/>
                  </a:lnTo>
                  <a:lnTo>
                    <a:pt x="110095" y="341382"/>
                  </a:lnTo>
                  <a:lnTo>
                    <a:pt x="118657" y="355274"/>
                  </a:lnTo>
                  <a:lnTo>
                    <a:pt x="127219" y="255919"/>
                  </a:lnTo>
                  <a:lnTo>
                    <a:pt x="135781" y="128226"/>
                  </a:lnTo>
                  <a:lnTo>
                    <a:pt x="144343" y="125514"/>
                  </a:lnTo>
                  <a:lnTo>
                    <a:pt x="152905" y="176915"/>
                  </a:lnTo>
                  <a:lnTo>
                    <a:pt x="161468" y="93717"/>
                  </a:lnTo>
                  <a:lnTo>
                    <a:pt x="170030" y="0"/>
                  </a:lnTo>
                  <a:lnTo>
                    <a:pt x="178592" y="39326"/>
                  </a:lnTo>
                  <a:lnTo>
                    <a:pt x="187154" y="203218"/>
                  </a:lnTo>
                  <a:lnTo>
                    <a:pt x="195716" y="329558"/>
                  </a:lnTo>
                  <a:lnTo>
                    <a:pt x="204278" y="301821"/>
                  </a:lnTo>
                  <a:lnTo>
                    <a:pt x="212840" y="357633"/>
                  </a:lnTo>
                  <a:lnTo>
                    <a:pt x="221402" y="440358"/>
                  </a:lnTo>
                  <a:lnTo>
                    <a:pt x="229964" y="409974"/>
                  </a:lnTo>
                  <a:lnTo>
                    <a:pt x="238527" y="374091"/>
                  </a:lnTo>
                  <a:lnTo>
                    <a:pt x="247089" y="258239"/>
                  </a:lnTo>
                  <a:lnTo>
                    <a:pt x="255651" y="261398"/>
                  </a:lnTo>
                  <a:lnTo>
                    <a:pt x="264213" y="260302"/>
                  </a:lnTo>
                  <a:lnTo>
                    <a:pt x="272775" y="168832"/>
                  </a:lnTo>
                  <a:lnTo>
                    <a:pt x="281337" y="128929"/>
                  </a:lnTo>
                  <a:lnTo>
                    <a:pt x="289899" y="60041"/>
                  </a:lnTo>
                  <a:lnTo>
                    <a:pt x="298461" y="118738"/>
                  </a:lnTo>
                  <a:lnTo>
                    <a:pt x="307024" y="202260"/>
                  </a:lnTo>
                  <a:lnTo>
                    <a:pt x="315586" y="291954"/>
                  </a:lnTo>
                  <a:lnTo>
                    <a:pt x="324148" y="391369"/>
                  </a:lnTo>
                  <a:lnTo>
                    <a:pt x="332710" y="482584"/>
                  </a:lnTo>
                  <a:lnTo>
                    <a:pt x="341272" y="553562"/>
                  </a:lnTo>
                  <a:lnTo>
                    <a:pt x="349834" y="576389"/>
                  </a:lnTo>
                  <a:lnTo>
                    <a:pt x="358396" y="576389"/>
                  </a:lnTo>
                  <a:lnTo>
                    <a:pt x="366958" y="546847"/>
                  </a:lnTo>
                  <a:lnTo>
                    <a:pt x="375521" y="495668"/>
                  </a:lnTo>
                  <a:lnTo>
                    <a:pt x="384083" y="422691"/>
                  </a:lnTo>
                  <a:lnTo>
                    <a:pt x="392645" y="329703"/>
                  </a:lnTo>
                  <a:lnTo>
                    <a:pt x="401207" y="265074"/>
                  </a:lnTo>
                  <a:lnTo>
                    <a:pt x="409769" y="200361"/>
                  </a:lnTo>
                  <a:lnTo>
                    <a:pt x="418331" y="144336"/>
                  </a:lnTo>
                  <a:lnTo>
                    <a:pt x="426893" y="85548"/>
                  </a:lnTo>
                  <a:lnTo>
                    <a:pt x="435455" y="113631"/>
                  </a:lnTo>
                  <a:lnTo>
                    <a:pt x="444018" y="182372"/>
                  </a:lnTo>
                  <a:lnTo>
                    <a:pt x="452580" y="189319"/>
                  </a:lnTo>
                  <a:lnTo>
                    <a:pt x="461142" y="220938"/>
                  </a:lnTo>
                  <a:lnTo>
                    <a:pt x="469704" y="246973"/>
                  </a:lnTo>
                  <a:lnTo>
                    <a:pt x="478266" y="418054"/>
                  </a:lnTo>
                  <a:lnTo>
                    <a:pt x="486828" y="501153"/>
                  </a:lnTo>
                  <a:lnTo>
                    <a:pt x="495390" y="469742"/>
                  </a:lnTo>
                  <a:lnTo>
                    <a:pt x="503952" y="442441"/>
                  </a:lnTo>
                  <a:lnTo>
                    <a:pt x="512515" y="471230"/>
                  </a:lnTo>
                  <a:lnTo>
                    <a:pt x="521077" y="548829"/>
                  </a:lnTo>
                  <a:lnTo>
                    <a:pt x="529639" y="467289"/>
                  </a:lnTo>
                  <a:lnTo>
                    <a:pt x="538201" y="460305"/>
                  </a:lnTo>
                  <a:lnTo>
                    <a:pt x="546763" y="573166"/>
                  </a:lnTo>
                  <a:lnTo>
                    <a:pt x="551794" y="6425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30160" y="2157529"/>
              <a:ext cx="287886" cy="1104947"/>
            </a:xfrm>
            <a:custGeom>
              <a:avLst/>
              <a:pathLst>
                <a:path w="287886" h="1104947">
                  <a:moveTo>
                    <a:pt x="0" y="1104947"/>
                  </a:moveTo>
                  <a:lnTo>
                    <a:pt x="5840" y="1065645"/>
                  </a:lnTo>
                  <a:lnTo>
                    <a:pt x="14402" y="1017759"/>
                  </a:lnTo>
                  <a:lnTo>
                    <a:pt x="22965" y="1058608"/>
                  </a:lnTo>
                  <a:lnTo>
                    <a:pt x="31527" y="1053755"/>
                  </a:lnTo>
                  <a:lnTo>
                    <a:pt x="40089" y="960462"/>
                  </a:lnTo>
                  <a:lnTo>
                    <a:pt x="48651" y="907463"/>
                  </a:lnTo>
                  <a:lnTo>
                    <a:pt x="57213" y="890164"/>
                  </a:lnTo>
                  <a:lnTo>
                    <a:pt x="65775" y="829182"/>
                  </a:lnTo>
                  <a:lnTo>
                    <a:pt x="74337" y="599679"/>
                  </a:lnTo>
                  <a:lnTo>
                    <a:pt x="82899" y="386809"/>
                  </a:lnTo>
                  <a:lnTo>
                    <a:pt x="91462" y="365324"/>
                  </a:lnTo>
                  <a:lnTo>
                    <a:pt x="100024" y="204402"/>
                  </a:lnTo>
                  <a:lnTo>
                    <a:pt x="108586" y="82534"/>
                  </a:lnTo>
                  <a:lnTo>
                    <a:pt x="117148" y="29857"/>
                  </a:lnTo>
                  <a:lnTo>
                    <a:pt x="125710" y="0"/>
                  </a:lnTo>
                  <a:lnTo>
                    <a:pt x="134272" y="112462"/>
                  </a:lnTo>
                  <a:lnTo>
                    <a:pt x="142834" y="183194"/>
                  </a:lnTo>
                  <a:lnTo>
                    <a:pt x="151396" y="334882"/>
                  </a:lnTo>
                  <a:lnTo>
                    <a:pt x="159959" y="469529"/>
                  </a:lnTo>
                  <a:lnTo>
                    <a:pt x="168521" y="631079"/>
                  </a:lnTo>
                  <a:lnTo>
                    <a:pt x="177083" y="782706"/>
                  </a:lnTo>
                  <a:lnTo>
                    <a:pt x="185645" y="724666"/>
                  </a:lnTo>
                  <a:lnTo>
                    <a:pt x="194207" y="719661"/>
                  </a:lnTo>
                  <a:lnTo>
                    <a:pt x="202769" y="806289"/>
                  </a:lnTo>
                  <a:lnTo>
                    <a:pt x="211331" y="982472"/>
                  </a:lnTo>
                  <a:lnTo>
                    <a:pt x="219893" y="996054"/>
                  </a:lnTo>
                  <a:lnTo>
                    <a:pt x="228455" y="878502"/>
                  </a:lnTo>
                  <a:lnTo>
                    <a:pt x="237018" y="930909"/>
                  </a:lnTo>
                  <a:lnTo>
                    <a:pt x="245580" y="899937"/>
                  </a:lnTo>
                  <a:lnTo>
                    <a:pt x="254142" y="873436"/>
                  </a:lnTo>
                  <a:lnTo>
                    <a:pt x="262704" y="718449"/>
                  </a:lnTo>
                  <a:lnTo>
                    <a:pt x="271266" y="729399"/>
                  </a:lnTo>
                  <a:lnTo>
                    <a:pt x="279828" y="984437"/>
                  </a:lnTo>
                  <a:lnTo>
                    <a:pt x="287886" y="11049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347413" y="2849763"/>
              <a:ext cx="225950" cy="412713"/>
            </a:xfrm>
            <a:custGeom>
              <a:avLst/>
              <a:pathLst>
                <a:path w="225950" h="412713">
                  <a:moveTo>
                    <a:pt x="0" y="412713"/>
                  </a:moveTo>
                  <a:lnTo>
                    <a:pt x="5386" y="372206"/>
                  </a:lnTo>
                  <a:lnTo>
                    <a:pt x="13948" y="356559"/>
                  </a:lnTo>
                  <a:lnTo>
                    <a:pt x="22510" y="327270"/>
                  </a:lnTo>
                  <a:lnTo>
                    <a:pt x="31072" y="284227"/>
                  </a:lnTo>
                  <a:lnTo>
                    <a:pt x="39634" y="261337"/>
                  </a:lnTo>
                  <a:lnTo>
                    <a:pt x="48196" y="300788"/>
                  </a:lnTo>
                  <a:lnTo>
                    <a:pt x="56759" y="255897"/>
                  </a:lnTo>
                  <a:lnTo>
                    <a:pt x="65321" y="130896"/>
                  </a:lnTo>
                  <a:lnTo>
                    <a:pt x="73883" y="56670"/>
                  </a:lnTo>
                  <a:lnTo>
                    <a:pt x="82445" y="0"/>
                  </a:lnTo>
                  <a:lnTo>
                    <a:pt x="91007" y="5590"/>
                  </a:lnTo>
                  <a:lnTo>
                    <a:pt x="99569" y="51512"/>
                  </a:lnTo>
                  <a:lnTo>
                    <a:pt x="108131" y="123145"/>
                  </a:lnTo>
                  <a:lnTo>
                    <a:pt x="116693" y="200329"/>
                  </a:lnTo>
                  <a:lnTo>
                    <a:pt x="125256" y="267737"/>
                  </a:lnTo>
                  <a:lnTo>
                    <a:pt x="133818" y="269860"/>
                  </a:lnTo>
                  <a:lnTo>
                    <a:pt x="142380" y="209221"/>
                  </a:lnTo>
                  <a:lnTo>
                    <a:pt x="150942" y="159124"/>
                  </a:lnTo>
                  <a:lnTo>
                    <a:pt x="159504" y="105302"/>
                  </a:lnTo>
                  <a:lnTo>
                    <a:pt x="168066" y="65481"/>
                  </a:lnTo>
                  <a:lnTo>
                    <a:pt x="176628" y="59346"/>
                  </a:lnTo>
                  <a:lnTo>
                    <a:pt x="185190" y="63327"/>
                  </a:lnTo>
                  <a:lnTo>
                    <a:pt x="193753" y="73790"/>
                  </a:lnTo>
                  <a:lnTo>
                    <a:pt x="202315" y="69731"/>
                  </a:lnTo>
                  <a:lnTo>
                    <a:pt x="210877" y="200778"/>
                  </a:lnTo>
                  <a:lnTo>
                    <a:pt x="219439" y="324397"/>
                  </a:lnTo>
                  <a:lnTo>
                    <a:pt x="225950" y="4127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615319" y="2333961"/>
              <a:ext cx="608171" cy="928515"/>
            </a:xfrm>
            <a:custGeom>
              <a:avLst/>
              <a:pathLst>
                <a:path w="608171" h="928515">
                  <a:moveTo>
                    <a:pt x="0" y="928515"/>
                  </a:moveTo>
                  <a:lnTo>
                    <a:pt x="2906" y="875197"/>
                  </a:lnTo>
                  <a:lnTo>
                    <a:pt x="11468" y="734725"/>
                  </a:lnTo>
                  <a:lnTo>
                    <a:pt x="20030" y="787355"/>
                  </a:lnTo>
                  <a:lnTo>
                    <a:pt x="28592" y="887744"/>
                  </a:lnTo>
                  <a:lnTo>
                    <a:pt x="37154" y="804072"/>
                  </a:lnTo>
                  <a:lnTo>
                    <a:pt x="45716" y="754318"/>
                  </a:lnTo>
                  <a:lnTo>
                    <a:pt x="54278" y="756064"/>
                  </a:lnTo>
                  <a:lnTo>
                    <a:pt x="62840" y="610933"/>
                  </a:lnTo>
                  <a:lnTo>
                    <a:pt x="71403" y="480293"/>
                  </a:lnTo>
                  <a:lnTo>
                    <a:pt x="79965" y="469905"/>
                  </a:lnTo>
                  <a:lnTo>
                    <a:pt x="88527" y="524532"/>
                  </a:lnTo>
                  <a:lnTo>
                    <a:pt x="97089" y="467401"/>
                  </a:lnTo>
                  <a:lnTo>
                    <a:pt x="105651" y="391683"/>
                  </a:lnTo>
                  <a:lnTo>
                    <a:pt x="114213" y="464066"/>
                  </a:lnTo>
                  <a:lnTo>
                    <a:pt x="122775" y="451106"/>
                  </a:lnTo>
                  <a:lnTo>
                    <a:pt x="131337" y="213244"/>
                  </a:lnTo>
                  <a:lnTo>
                    <a:pt x="139900" y="39256"/>
                  </a:lnTo>
                  <a:lnTo>
                    <a:pt x="148462" y="0"/>
                  </a:lnTo>
                  <a:lnTo>
                    <a:pt x="157024" y="142216"/>
                  </a:lnTo>
                  <a:lnTo>
                    <a:pt x="165586" y="246315"/>
                  </a:lnTo>
                  <a:lnTo>
                    <a:pt x="174148" y="240847"/>
                  </a:lnTo>
                  <a:lnTo>
                    <a:pt x="182710" y="353903"/>
                  </a:lnTo>
                  <a:lnTo>
                    <a:pt x="191272" y="450030"/>
                  </a:lnTo>
                  <a:lnTo>
                    <a:pt x="199834" y="503993"/>
                  </a:lnTo>
                  <a:lnTo>
                    <a:pt x="208397" y="496552"/>
                  </a:lnTo>
                  <a:lnTo>
                    <a:pt x="216959" y="502499"/>
                  </a:lnTo>
                  <a:lnTo>
                    <a:pt x="225521" y="653223"/>
                  </a:lnTo>
                  <a:lnTo>
                    <a:pt x="234083" y="772801"/>
                  </a:lnTo>
                  <a:lnTo>
                    <a:pt x="242645" y="803404"/>
                  </a:lnTo>
                  <a:lnTo>
                    <a:pt x="251207" y="747101"/>
                  </a:lnTo>
                  <a:lnTo>
                    <a:pt x="259769" y="608072"/>
                  </a:lnTo>
                  <a:lnTo>
                    <a:pt x="268331" y="521042"/>
                  </a:lnTo>
                  <a:lnTo>
                    <a:pt x="276894" y="494440"/>
                  </a:lnTo>
                  <a:lnTo>
                    <a:pt x="285456" y="458300"/>
                  </a:lnTo>
                  <a:lnTo>
                    <a:pt x="294018" y="435180"/>
                  </a:lnTo>
                  <a:lnTo>
                    <a:pt x="302580" y="448510"/>
                  </a:lnTo>
                  <a:lnTo>
                    <a:pt x="311142" y="510149"/>
                  </a:lnTo>
                  <a:lnTo>
                    <a:pt x="319704" y="493723"/>
                  </a:lnTo>
                  <a:lnTo>
                    <a:pt x="328266" y="441823"/>
                  </a:lnTo>
                  <a:lnTo>
                    <a:pt x="336828" y="490874"/>
                  </a:lnTo>
                  <a:lnTo>
                    <a:pt x="345391" y="547864"/>
                  </a:lnTo>
                  <a:lnTo>
                    <a:pt x="353953" y="604652"/>
                  </a:lnTo>
                  <a:lnTo>
                    <a:pt x="362515" y="632619"/>
                  </a:lnTo>
                  <a:lnTo>
                    <a:pt x="371077" y="682359"/>
                  </a:lnTo>
                  <a:lnTo>
                    <a:pt x="379639" y="704899"/>
                  </a:lnTo>
                  <a:lnTo>
                    <a:pt x="388201" y="540433"/>
                  </a:lnTo>
                  <a:lnTo>
                    <a:pt x="396763" y="387247"/>
                  </a:lnTo>
                  <a:lnTo>
                    <a:pt x="405325" y="430463"/>
                  </a:lnTo>
                  <a:lnTo>
                    <a:pt x="413888" y="488841"/>
                  </a:lnTo>
                  <a:lnTo>
                    <a:pt x="422450" y="504006"/>
                  </a:lnTo>
                  <a:lnTo>
                    <a:pt x="431012" y="494055"/>
                  </a:lnTo>
                  <a:lnTo>
                    <a:pt x="439574" y="640510"/>
                  </a:lnTo>
                  <a:lnTo>
                    <a:pt x="448136" y="824856"/>
                  </a:lnTo>
                  <a:lnTo>
                    <a:pt x="456698" y="843260"/>
                  </a:lnTo>
                  <a:lnTo>
                    <a:pt x="465260" y="839658"/>
                  </a:lnTo>
                  <a:lnTo>
                    <a:pt x="473822" y="889036"/>
                  </a:lnTo>
                  <a:lnTo>
                    <a:pt x="482384" y="881877"/>
                  </a:lnTo>
                  <a:lnTo>
                    <a:pt x="490947" y="795016"/>
                  </a:lnTo>
                  <a:lnTo>
                    <a:pt x="499509" y="722821"/>
                  </a:lnTo>
                  <a:lnTo>
                    <a:pt x="508071" y="619152"/>
                  </a:lnTo>
                  <a:lnTo>
                    <a:pt x="516633" y="535442"/>
                  </a:lnTo>
                  <a:lnTo>
                    <a:pt x="525195" y="525494"/>
                  </a:lnTo>
                  <a:lnTo>
                    <a:pt x="533757" y="561193"/>
                  </a:lnTo>
                  <a:lnTo>
                    <a:pt x="542319" y="634846"/>
                  </a:lnTo>
                  <a:lnTo>
                    <a:pt x="550881" y="672119"/>
                  </a:lnTo>
                  <a:lnTo>
                    <a:pt x="559444" y="707789"/>
                  </a:lnTo>
                  <a:lnTo>
                    <a:pt x="568006" y="773666"/>
                  </a:lnTo>
                  <a:lnTo>
                    <a:pt x="576568" y="762439"/>
                  </a:lnTo>
                  <a:lnTo>
                    <a:pt x="585130" y="773894"/>
                  </a:lnTo>
                  <a:lnTo>
                    <a:pt x="593692" y="814318"/>
                  </a:lnTo>
                  <a:lnTo>
                    <a:pt x="602254" y="860409"/>
                  </a:lnTo>
                  <a:lnTo>
                    <a:pt x="608171" y="92851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77843" y="2463417"/>
              <a:ext cx="657854" cy="799059"/>
            </a:xfrm>
            <a:custGeom>
              <a:avLst/>
              <a:pathLst>
                <a:path w="657854" h="799059">
                  <a:moveTo>
                    <a:pt x="0" y="799059"/>
                  </a:moveTo>
                  <a:lnTo>
                    <a:pt x="8227" y="772443"/>
                  </a:lnTo>
                  <a:lnTo>
                    <a:pt x="16789" y="671642"/>
                  </a:lnTo>
                  <a:lnTo>
                    <a:pt x="25351" y="408337"/>
                  </a:lnTo>
                  <a:lnTo>
                    <a:pt x="33913" y="237867"/>
                  </a:lnTo>
                  <a:lnTo>
                    <a:pt x="42475" y="205100"/>
                  </a:lnTo>
                  <a:lnTo>
                    <a:pt x="51038" y="155613"/>
                  </a:lnTo>
                  <a:lnTo>
                    <a:pt x="59600" y="39156"/>
                  </a:lnTo>
                  <a:lnTo>
                    <a:pt x="68162" y="0"/>
                  </a:lnTo>
                  <a:lnTo>
                    <a:pt x="76724" y="194996"/>
                  </a:lnTo>
                  <a:lnTo>
                    <a:pt x="85286" y="340976"/>
                  </a:lnTo>
                  <a:lnTo>
                    <a:pt x="93848" y="413379"/>
                  </a:lnTo>
                  <a:lnTo>
                    <a:pt x="102410" y="489378"/>
                  </a:lnTo>
                  <a:lnTo>
                    <a:pt x="110972" y="602760"/>
                  </a:lnTo>
                  <a:lnTo>
                    <a:pt x="119535" y="658092"/>
                  </a:lnTo>
                  <a:lnTo>
                    <a:pt x="128097" y="611226"/>
                  </a:lnTo>
                  <a:lnTo>
                    <a:pt x="136659" y="499647"/>
                  </a:lnTo>
                  <a:lnTo>
                    <a:pt x="145221" y="323598"/>
                  </a:lnTo>
                  <a:lnTo>
                    <a:pt x="153783" y="175211"/>
                  </a:lnTo>
                  <a:lnTo>
                    <a:pt x="162345" y="197092"/>
                  </a:lnTo>
                  <a:lnTo>
                    <a:pt x="170907" y="354247"/>
                  </a:lnTo>
                  <a:lnTo>
                    <a:pt x="179469" y="440913"/>
                  </a:lnTo>
                  <a:lnTo>
                    <a:pt x="188032" y="549563"/>
                  </a:lnTo>
                  <a:lnTo>
                    <a:pt x="196594" y="668444"/>
                  </a:lnTo>
                  <a:lnTo>
                    <a:pt x="205156" y="728779"/>
                  </a:lnTo>
                  <a:lnTo>
                    <a:pt x="213718" y="717802"/>
                  </a:lnTo>
                  <a:lnTo>
                    <a:pt x="222280" y="644316"/>
                  </a:lnTo>
                  <a:lnTo>
                    <a:pt x="230842" y="606448"/>
                  </a:lnTo>
                  <a:lnTo>
                    <a:pt x="239404" y="544100"/>
                  </a:lnTo>
                  <a:lnTo>
                    <a:pt x="247966" y="485349"/>
                  </a:lnTo>
                  <a:lnTo>
                    <a:pt x="256529" y="543928"/>
                  </a:lnTo>
                  <a:lnTo>
                    <a:pt x="265091" y="558368"/>
                  </a:lnTo>
                  <a:lnTo>
                    <a:pt x="273653" y="492695"/>
                  </a:lnTo>
                  <a:lnTo>
                    <a:pt x="282215" y="488705"/>
                  </a:lnTo>
                  <a:lnTo>
                    <a:pt x="290777" y="551052"/>
                  </a:lnTo>
                  <a:lnTo>
                    <a:pt x="299339" y="627337"/>
                  </a:lnTo>
                  <a:lnTo>
                    <a:pt x="307901" y="630296"/>
                  </a:lnTo>
                  <a:lnTo>
                    <a:pt x="316463" y="631636"/>
                  </a:lnTo>
                  <a:lnTo>
                    <a:pt x="325026" y="699261"/>
                  </a:lnTo>
                  <a:lnTo>
                    <a:pt x="333588" y="706338"/>
                  </a:lnTo>
                  <a:lnTo>
                    <a:pt x="342150" y="696326"/>
                  </a:lnTo>
                  <a:lnTo>
                    <a:pt x="350712" y="696326"/>
                  </a:lnTo>
                  <a:lnTo>
                    <a:pt x="359274" y="696326"/>
                  </a:lnTo>
                  <a:lnTo>
                    <a:pt x="367836" y="696326"/>
                  </a:lnTo>
                  <a:lnTo>
                    <a:pt x="376398" y="688382"/>
                  </a:lnTo>
                  <a:lnTo>
                    <a:pt x="384960" y="668578"/>
                  </a:lnTo>
                  <a:lnTo>
                    <a:pt x="393523" y="632350"/>
                  </a:lnTo>
                  <a:lnTo>
                    <a:pt x="402085" y="661359"/>
                  </a:lnTo>
                  <a:lnTo>
                    <a:pt x="410647" y="692908"/>
                  </a:lnTo>
                  <a:lnTo>
                    <a:pt x="419209" y="692907"/>
                  </a:lnTo>
                  <a:lnTo>
                    <a:pt x="427771" y="699856"/>
                  </a:lnTo>
                  <a:lnTo>
                    <a:pt x="436333" y="747235"/>
                  </a:lnTo>
                  <a:lnTo>
                    <a:pt x="444895" y="758803"/>
                  </a:lnTo>
                  <a:lnTo>
                    <a:pt x="453457" y="625928"/>
                  </a:lnTo>
                  <a:lnTo>
                    <a:pt x="462020" y="551119"/>
                  </a:lnTo>
                  <a:lnTo>
                    <a:pt x="470582" y="578657"/>
                  </a:lnTo>
                  <a:lnTo>
                    <a:pt x="479144" y="610703"/>
                  </a:lnTo>
                  <a:lnTo>
                    <a:pt x="487706" y="573524"/>
                  </a:lnTo>
                  <a:lnTo>
                    <a:pt x="496268" y="549592"/>
                  </a:lnTo>
                  <a:lnTo>
                    <a:pt x="504830" y="577673"/>
                  </a:lnTo>
                  <a:lnTo>
                    <a:pt x="513392" y="553704"/>
                  </a:lnTo>
                  <a:lnTo>
                    <a:pt x="521954" y="494635"/>
                  </a:lnTo>
                  <a:lnTo>
                    <a:pt x="530517" y="371933"/>
                  </a:lnTo>
                  <a:lnTo>
                    <a:pt x="539079" y="290406"/>
                  </a:lnTo>
                  <a:lnTo>
                    <a:pt x="547641" y="273062"/>
                  </a:lnTo>
                  <a:lnTo>
                    <a:pt x="556203" y="293604"/>
                  </a:lnTo>
                  <a:lnTo>
                    <a:pt x="564765" y="302534"/>
                  </a:lnTo>
                  <a:lnTo>
                    <a:pt x="573327" y="300089"/>
                  </a:lnTo>
                  <a:lnTo>
                    <a:pt x="581889" y="392175"/>
                  </a:lnTo>
                  <a:lnTo>
                    <a:pt x="590451" y="519054"/>
                  </a:lnTo>
                  <a:lnTo>
                    <a:pt x="599013" y="584373"/>
                  </a:lnTo>
                  <a:lnTo>
                    <a:pt x="607576" y="569174"/>
                  </a:lnTo>
                  <a:lnTo>
                    <a:pt x="616138" y="584517"/>
                  </a:lnTo>
                  <a:lnTo>
                    <a:pt x="624700" y="618494"/>
                  </a:lnTo>
                  <a:lnTo>
                    <a:pt x="633262" y="617065"/>
                  </a:lnTo>
                  <a:lnTo>
                    <a:pt x="641824" y="651361"/>
                  </a:lnTo>
                  <a:lnTo>
                    <a:pt x="650386" y="728014"/>
                  </a:lnTo>
                  <a:lnTo>
                    <a:pt x="657854" y="7990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952867" y="3176471"/>
              <a:ext cx="49729" cy="86005"/>
            </a:xfrm>
            <a:custGeom>
              <a:avLst/>
              <a:pathLst>
                <a:path w="49729" h="86005">
                  <a:moveTo>
                    <a:pt x="0" y="86005"/>
                  </a:moveTo>
                  <a:lnTo>
                    <a:pt x="1048" y="80163"/>
                  </a:lnTo>
                  <a:lnTo>
                    <a:pt x="9611" y="64501"/>
                  </a:lnTo>
                  <a:lnTo>
                    <a:pt x="18173" y="56101"/>
                  </a:lnTo>
                  <a:lnTo>
                    <a:pt x="26735" y="0"/>
                  </a:lnTo>
                  <a:lnTo>
                    <a:pt x="35297" y="25966"/>
                  </a:lnTo>
                  <a:lnTo>
                    <a:pt x="43859" y="72597"/>
                  </a:lnTo>
                  <a:lnTo>
                    <a:pt x="49729" y="860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006716" y="2076018"/>
              <a:ext cx="829097" cy="1186458"/>
            </a:xfrm>
            <a:custGeom>
              <a:avLst/>
              <a:pathLst>
                <a:path w="829097" h="1186458">
                  <a:moveTo>
                    <a:pt x="0" y="1186458"/>
                  </a:moveTo>
                  <a:lnTo>
                    <a:pt x="7134" y="1155715"/>
                  </a:lnTo>
                  <a:lnTo>
                    <a:pt x="15696" y="1145485"/>
                  </a:lnTo>
                  <a:lnTo>
                    <a:pt x="24259" y="1113344"/>
                  </a:lnTo>
                  <a:lnTo>
                    <a:pt x="32821" y="950050"/>
                  </a:lnTo>
                  <a:lnTo>
                    <a:pt x="41383" y="755568"/>
                  </a:lnTo>
                  <a:lnTo>
                    <a:pt x="49945" y="636628"/>
                  </a:lnTo>
                  <a:lnTo>
                    <a:pt x="58507" y="574805"/>
                  </a:lnTo>
                  <a:lnTo>
                    <a:pt x="67069" y="448386"/>
                  </a:lnTo>
                  <a:lnTo>
                    <a:pt x="75631" y="390597"/>
                  </a:lnTo>
                  <a:lnTo>
                    <a:pt x="84193" y="411588"/>
                  </a:lnTo>
                  <a:lnTo>
                    <a:pt x="92756" y="524332"/>
                  </a:lnTo>
                  <a:lnTo>
                    <a:pt x="101318" y="628609"/>
                  </a:lnTo>
                  <a:lnTo>
                    <a:pt x="109880" y="677156"/>
                  </a:lnTo>
                  <a:lnTo>
                    <a:pt x="118442" y="755059"/>
                  </a:lnTo>
                  <a:lnTo>
                    <a:pt x="127004" y="767066"/>
                  </a:lnTo>
                  <a:lnTo>
                    <a:pt x="135566" y="818805"/>
                  </a:lnTo>
                  <a:lnTo>
                    <a:pt x="144128" y="792775"/>
                  </a:lnTo>
                  <a:lnTo>
                    <a:pt x="152690" y="753300"/>
                  </a:lnTo>
                  <a:lnTo>
                    <a:pt x="161253" y="671814"/>
                  </a:lnTo>
                  <a:lnTo>
                    <a:pt x="169815" y="483702"/>
                  </a:lnTo>
                  <a:lnTo>
                    <a:pt x="178377" y="351619"/>
                  </a:lnTo>
                  <a:lnTo>
                    <a:pt x="186939" y="206811"/>
                  </a:lnTo>
                  <a:lnTo>
                    <a:pt x="195501" y="79486"/>
                  </a:lnTo>
                  <a:lnTo>
                    <a:pt x="204063" y="12432"/>
                  </a:lnTo>
                  <a:lnTo>
                    <a:pt x="212625" y="0"/>
                  </a:lnTo>
                  <a:lnTo>
                    <a:pt x="221187" y="132496"/>
                  </a:lnTo>
                  <a:lnTo>
                    <a:pt x="229750" y="200002"/>
                  </a:lnTo>
                  <a:lnTo>
                    <a:pt x="238312" y="315844"/>
                  </a:lnTo>
                  <a:lnTo>
                    <a:pt x="246874" y="500044"/>
                  </a:lnTo>
                  <a:lnTo>
                    <a:pt x="255436" y="629023"/>
                  </a:lnTo>
                  <a:lnTo>
                    <a:pt x="263998" y="788777"/>
                  </a:lnTo>
                  <a:lnTo>
                    <a:pt x="272560" y="869071"/>
                  </a:lnTo>
                  <a:lnTo>
                    <a:pt x="281122" y="926113"/>
                  </a:lnTo>
                  <a:lnTo>
                    <a:pt x="289684" y="903421"/>
                  </a:lnTo>
                  <a:lnTo>
                    <a:pt x="298246" y="912589"/>
                  </a:lnTo>
                  <a:lnTo>
                    <a:pt x="306809" y="932939"/>
                  </a:lnTo>
                  <a:lnTo>
                    <a:pt x="315371" y="932939"/>
                  </a:lnTo>
                  <a:lnTo>
                    <a:pt x="323933" y="886803"/>
                  </a:lnTo>
                  <a:lnTo>
                    <a:pt x="332495" y="850830"/>
                  </a:lnTo>
                  <a:lnTo>
                    <a:pt x="341057" y="790705"/>
                  </a:lnTo>
                  <a:lnTo>
                    <a:pt x="349619" y="652337"/>
                  </a:lnTo>
                  <a:lnTo>
                    <a:pt x="358181" y="560366"/>
                  </a:lnTo>
                  <a:lnTo>
                    <a:pt x="366743" y="445682"/>
                  </a:lnTo>
                  <a:lnTo>
                    <a:pt x="375306" y="455482"/>
                  </a:lnTo>
                  <a:lnTo>
                    <a:pt x="383868" y="518792"/>
                  </a:lnTo>
                  <a:lnTo>
                    <a:pt x="392430" y="548377"/>
                  </a:lnTo>
                  <a:lnTo>
                    <a:pt x="400992" y="547057"/>
                  </a:lnTo>
                  <a:lnTo>
                    <a:pt x="409554" y="451081"/>
                  </a:lnTo>
                  <a:lnTo>
                    <a:pt x="418116" y="465319"/>
                  </a:lnTo>
                  <a:lnTo>
                    <a:pt x="426678" y="440005"/>
                  </a:lnTo>
                  <a:lnTo>
                    <a:pt x="435240" y="406372"/>
                  </a:lnTo>
                  <a:lnTo>
                    <a:pt x="443803" y="390132"/>
                  </a:lnTo>
                  <a:lnTo>
                    <a:pt x="452365" y="387915"/>
                  </a:lnTo>
                  <a:lnTo>
                    <a:pt x="460927" y="602788"/>
                  </a:lnTo>
                  <a:lnTo>
                    <a:pt x="469489" y="723112"/>
                  </a:lnTo>
                  <a:lnTo>
                    <a:pt x="478051" y="723375"/>
                  </a:lnTo>
                  <a:lnTo>
                    <a:pt x="486613" y="804620"/>
                  </a:lnTo>
                  <a:lnTo>
                    <a:pt x="495175" y="952606"/>
                  </a:lnTo>
                  <a:lnTo>
                    <a:pt x="503737" y="1054379"/>
                  </a:lnTo>
                  <a:lnTo>
                    <a:pt x="512300" y="975933"/>
                  </a:lnTo>
                  <a:lnTo>
                    <a:pt x="520862" y="871136"/>
                  </a:lnTo>
                  <a:lnTo>
                    <a:pt x="529424" y="839661"/>
                  </a:lnTo>
                  <a:lnTo>
                    <a:pt x="537986" y="733151"/>
                  </a:lnTo>
                  <a:lnTo>
                    <a:pt x="546548" y="659512"/>
                  </a:lnTo>
                  <a:lnTo>
                    <a:pt x="555110" y="639903"/>
                  </a:lnTo>
                  <a:lnTo>
                    <a:pt x="563672" y="650244"/>
                  </a:lnTo>
                  <a:lnTo>
                    <a:pt x="572234" y="664561"/>
                  </a:lnTo>
                  <a:lnTo>
                    <a:pt x="580797" y="620265"/>
                  </a:lnTo>
                  <a:lnTo>
                    <a:pt x="589359" y="641553"/>
                  </a:lnTo>
                  <a:lnTo>
                    <a:pt x="597921" y="719226"/>
                  </a:lnTo>
                  <a:lnTo>
                    <a:pt x="606483" y="785570"/>
                  </a:lnTo>
                  <a:lnTo>
                    <a:pt x="615045" y="826751"/>
                  </a:lnTo>
                  <a:lnTo>
                    <a:pt x="623607" y="897353"/>
                  </a:lnTo>
                  <a:lnTo>
                    <a:pt x="632169" y="1034513"/>
                  </a:lnTo>
                  <a:lnTo>
                    <a:pt x="640731" y="1107859"/>
                  </a:lnTo>
                  <a:lnTo>
                    <a:pt x="649294" y="1002117"/>
                  </a:lnTo>
                  <a:lnTo>
                    <a:pt x="657856" y="860649"/>
                  </a:lnTo>
                  <a:lnTo>
                    <a:pt x="666418" y="713951"/>
                  </a:lnTo>
                  <a:lnTo>
                    <a:pt x="674980" y="676987"/>
                  </a:lnTo>
                  <a:lnTo>
                    <a:pt x="683542" y="665391"/>
                  </a:lnTo>
                  <a:lnTo>
                    <a:pt x="692104" y="564484"/>
                  </a:lnTo>
                  <a:lnTo>
                    <a:pt x="700666" y="541951"/>
                  </a:lnTo>
                  <a:lnTo>
                    <a:pt x="709228" y="665368"/>
                  </a:lnTo>
                  <a:lnTo>
                    <a:pt x="717791" y="812066"/>
                  </a:lnTo>
                  <a:lnTo>
                    <a:pt x="726353" y="756712"/>
                  </a:lnTo>
                  <a:lnTo>
                    <a:pt x="734915" y="663978"/>
                  </a:lnTo>
                  <a:lnTo>
                    <a:pt x="743477" y="702482"/>
                  </a:lnTo>
                  <a:lnTo>
                    <a:pt x="752039" y="813443"/>
                  </a:lnTo>
                  <a:lnTo>
                    <a:pt x="760601" y="818308"/>
                  </a:lnTo>
                  <a:lnTo>
                    <a:pt x="769163" y="713684"/>
                  </a:lnTo>
                  <a:lnTo>
                    <a:pt x="777725" y="734163"/>
                  </a:lnTo>
                  <a:lnTo>
                    <a:pt x="786288" y="874085"/>
                  </a:lnTo>
                  <a:lnTo>
                    <a:pt x="794850" y="979505"/>
                  </a:lnTo>
                  <a:lnTo>
                    <a:pt x="803412" y="996818"/>
                  </a:lnTo>
                  <a:lnTo>
                    <a:pt x="811974" y="1010003"/>
                  </a:lnTo>
                  <a:lnTo>
                    <a:pt x="820536" y="1114630"/>
                  </a:lnTo>
                  <a:lnTo>
                    <a:pt x="829097" y="11864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835818" y="3226897"/>
              <a:ext cx="38357" cy="35579"/>
            </a:xfrm>
            <a:custGeom>
              <a:avLst/>
              <a:pathLst>
                <a:path w="38357" h="35579">
                  <a:moveTo>
                    <a:pt x="0" y="35579"/>
                  </a:moveTo>
                  <a:lnTo>
                    <a:pt x="8559" y="0"/>
                  </a:lnTo>
                  <a:lnTo>
                    <a:pt x="17121" y="818"/>
                  </a:lnTo>
                  <a:lnTo>
                    <a:pt x="25683" y="2134"/>
                  </a:lnTo>
                  <a:lnTo>
                    <a:pt x="34245" y="16862"/>
                  </a:lnTo>
                  <a:lnTo>
                    <a:pt x="38357" y="355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912148" y="2991460"/>
              <a:ext cx="86347" cy="271017"/>
            </a:xfrm>
            <a:custGeom>
              <a:avLst/>
              <a:pathLst>
                <a:path w="86347" h="271017">
                  <a:moveTo>
                    <a:pt x="0" y="271017"/>
                  </a:moveTo>
                  <a:lnTo>
                    <a:pt x="726" y="265693"/>
                  </a:lnTo>
                  <a:lnTo>
                    <a:pt x="9288" y="209577"/>
                  </a:lnTo>
                  <a:lnTo>
                    <a:pt x="17850" y="170609"/>
                  </a:lnTo>
                  <a:lnTo>
                    <a:pt x="26412" y="152330"/>
                  </a:lnTo>
                  <a:lnTo>
                    <a:pt x="34974" y="73837"/>
                  </a:lnTo>
                  <a:lnTo>
                    <a:pt x="43536" y="0"/>
                  </a:lnTo>
                  <a:lnTo>
                    <a:pt x="52098" y="56097"/>
                  </a:lnTo>
                  <a:lnTo>
                    <a:pt x="60661" y="97486"/>
                  </a:lnTo>
                  <a:lnTo>
                    <a:pt x="69223" y="123975"/>
                  </a:lnTo>
                  <a:lnTo>
                    <a:pt x="77785" y="138091"/>
                  </a:lnTo>
                  <a:lnTo>
                    <a:pt x="86347" y="239401"/>
                  </a:lnTo>
                  <a:lnTo>
                    <a:pt x="86347" y="2394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066550"/>
                  </a:moveTo>
                  <a:lnTo>
                    <a:pt x="8562" y="3079670"/>
                  </a:lnTo>
                  <a:lnTo>
                    <a:pt x="17124" y="3002268"/>
                  </a:lnTo>
                  <a:lnTo>
                    <a:pt x="25686" y="2893088"/>
                  </a:lnTo>
                  <a:lnTo>
                    <a:pt x="34248" y="2860371"/>
                  </a:lnTo>
                  <a:lnTo>
                    <a:pt x="42810" y="2846063"/>
                  </a:lnTo>
                  <a:lnTo>
                    <a:pt x="51372" y="2755388"/>
                  </a:lnTo>
                  <a:lnTo>
                    <a:pt x="59934" y="2711451"/>
                  </a:lnTo>
                  <a:lnTo>
                    <a:pt x="68496" y="2711184"/>
                  </a:lnTo>
                  <a:lnTo>
                    <a:pt x="77059" y="2756613"/>
                  </a:lnTo>
                  <a:lnTo>
                    <a:pt x="85621" y="2771171"/>
                  </a:lnTo>
                  <a:lnTo>
                    <a:pt x="94183" y="2784245"/>
                  </a:lnTo>
                  <a:lnTo>
                    <a:pt x="102745" y="2872085"/>
                  </a:lnTo>
                  <a:lnTo>
                    <a:pt x="111307" y="2902901"/>
                  </a:lnTo>
                  <a:lnTo>
                    <a:pt x="119869" y="2940811"/>
                  </a:lnTo>
                  <a:lnTo>
                    <a:pt x="128431" y="2961733"/>
                  </a:lnTo>
                  <a:lnTo>
                    <a:pt x="136993" y="2958735"/>
                  </a:lnTo>
                  <a:lnTo>
                    <a:pt x="145556" y="2932203"/>
                  </a:lnTo>
                  <a:lnTo>
                    <a:pt x="154118" y="2932203"/>
                  </a:lnTo>
                  <a:lnTo>
                    <a:pt x="162680" y="2932205"/>
                  </a:lnTo>
                  <a:lnTo>
                    <a:pt x="171242" y="2932207"/>
                  </a:lnTo>
                  <a:lnTo>
                    <a:pt x="179804" y="2952191"/>
                  </a:lnTo>
                  <a:lnTo>
                    <a:pt x="188366" y="3005886"/>
                  </a:lnTo>
                  <a:lnTo>
                    <a:pt x="196928" y="3050830"/>
                  </a:lnTo>
                  <a:lnTo>
                    <a:pt x="205490" y="3050830"/>
                  </a:lnTo>
                  <a:lnTo>
                    <a:pt x="214053" y="3050830"/>
                  </a:lnTo>
                  <a:lnTo>
                    <a:pt x="222615" y="3050830"/>
                  </a:lnTo>
                  <a:lnTo>
                    <a:pt x="231177" y="3050830"/>
                  </a:lnTo>
                  <a:lnTo>
                    <a:pt x="239739" y="3050830"/>
                  </a:lnTo>
                  <a:lnTo>
                    <a:pt x="248301" y="3005650"/>
                  </a:lnTo>
                  <a:lnTo>
                    <a:pt x="256863" y="2864534"/>
                  </a:lnTo>
                  <a:lnTo>
                    <a:pt x="265425" y="2751653"/>
                  </a:lnTo>
                  <a:lnTo>
                    <a:pt x="273987" y="2746605"/>
                  </a:lnTo>
                  <a:lnTo>
                    <a:pt x="282550" y="2753363"/>
                  </a:lnTo>
                  <a:lnTo>
                    <a:pt x="291112" y="2753364"/>
                  </a:lnTo>
                  <a:lnTo>
                    <a:pt x="299674" y="2798546"/>
                  </a:lnTo>
                  <a:lnTo>
                    <a:pt x="308236" y="2939076"/>
                  </a:lnTo>
                  <a:lnTo>
                    <a:pt x="316798" y="2983974"/>
                  </a:lnTo>
                  <a:lnTo>
                    <a:pt x="325360" y="2916400"/>
                  </a:lnTo>
                  <a:lnTo>
                    <a:pt x="333922" y="2863399"/>
                  </a:lnTo>
                  <a:lnTo>
                    <a:pt x="342484" y="2824184"/>
                  </a:lnTo>
                  <a:lnTo>
                    <a:pt x="351047" y="2770013"/>
                  </a:lnTo>
                  <a:lnTo>
                    <a:pt x="359609" y="2741056"/>
                  </a:lnTo>
                  <a:lnTo>
                    <a:pt x="368171" y="2836010"/>
                  </a:lnTo>
                  <a:lnTo>
                    <a:pt x="376733" y="2947728"/>
                  </a:lnTo>
                  <a:lnTo>
                    <a:pt x="385295" y="2993966"/>
                  </a:lnTo>
                  <a:lnTo>
                    <a:pt x="393857" y="3071278"/>
                  </a:lnTo>
                  <a:lnTo>
                    <a:pt x="402419" y="3116972"/>
                  </a:lnTo>
                  <a:lnTo>
                    <a:pt x="410981" y="3116972"/>
                  </a:lnTo>
                  <a:lnTo>
                    <a:pt x="419544" y="3116972"/>
                  </a:lnTo>
                  <a:lnTo>
                    <a:pt x="428106" y="3032165"/>
                  </a:lnTo>
                  <a:lnTo>
                    <a:pt x="436668" y="3018980"/>
                  </a:lnTo>
                  <a:lnTo>
                    <a:pt x="445230" y="2980886"/>
                  </a:lnTo>
                  <a:lnTo>
                    <a:pt x="453792" y="2927497"/>
                  </a:lnTo>
                  <a:lnTo>
                    <a:pt x="462354" y="2852045"/>
                  </a:lnTo>
                  <a:lnTo>
                    <a:pt x="470916" y="2711790"/>
                  </a:lnTo>
                  <a:lnTo>
                    <a:pt x="479478" y="2660290"/>
                  </a:lnTo>
                  <a:lnTo>
                    <a:pt x="488041" y="2655547"/>
                  </a:lnTo>
                  <a:lnTo>
                    <a:pt x="496603" y="2676323"/>
                  </a:lnTo>
                  <a:lnTo>
                    <a:pt x="505165" y="2696433"/>
                  </a:lnTo>
                  <a:lnTo>
                    <a:pt x="513727" y="2771887"/>
                  </a:lnTo>
                  <a:lnTo>
                    <a:pt x="522289" y="2880338"/>
                  </a:lnTo>
                  <a:lnTo>
                    <a:pt x="530851" y="2916966"/>
                  </a:lnTo>
                  <a:lnTo>
                    <a:pt x="539413" y="2847446"/>
                  </a:lnTo>
                  <a:lnTo>
                    <a:pt x="547975" y="2676880"/>
                  </a:lnTo>
                  <a:lnTo>
                    <a:pt x="556538" y="2547721"/>
                  </a:lnTo>
                  <a:lnTo>
                    <a:pt x="565100" y="2502191"/>
                  </a:lnTo>
                  <a:lnTo>
                    <a:pt x="573662" y="2531914"/>
                  </a:lnTo>
                  <a:lnTo>
                    <a:pt x="582224" y="2618838"/>
                  </a:lnTo>
                  <a:lnTo>
                    <a:pt x="590786" y="2719384"/>
                  </a:lnTo>
                  <a:lnTo>
                    <a:pt x="599348" y="2881489"/>
                  </a:lnTo>
                  <a:lnTo>
                    <a:pt x="607910" y="2991367"/>
                  </a:lnTo>
                  <a:lnTo>
                    <a:pt x="616472" y="3032280"/>
                  </a:lnTo>
                  <a:lnTo>
                    <a:pt x="625034" y="3010497"/>
                  </a:lnTo>
                  <a:lnTo>
                    <a:pt x="633597" y="2976723"/>
                  </a:lnTo>
                  <a:lnTo>
                    <a:pt x="642159" y="3019101"/>
                  </a:lnTo>
                  <a:lnTo>
                    <a:pt x="650721" y="3047157"/>
                  </a:lnTo>
                  <a:lnTo>
                    <a:pt x="659283" y="3023270"/>
                  </a:lnTo>
                  <a:lnTo>
                    <a:pt x="667845" y="2963419"/>
                  </a:lnTo>
                  <a:lnTo>
                    <a:pt x="676407" y="2945343"/>
                  </a:lnTo>
                  <a:lnTo>
                    <a:pt x="684969" y="2938166"/>
                  </a:lnTo>
                  <a:lnTo>
                    <a:pt x="693531" y="2882691"/>
                  </a:lnTo>
                  <a:lnTo>
                    <a:pt x="702094" y="2856703"/>
                  </a:lnTo>
                  <a:lnTo>
                    <a:pt x="710656" y="2940294"/>
                  </a:lnTo>
                  <a:lnTo>
                    <a:pt x="719218" y="3019028"/>
                  </a:lnTo>
                  <a:lnTo>
                    <a:pt x="727780" y="3083010"/>
                  </a:lnTo>
                  <a:lnTo>
                    <a:pt x="736342" y="3116972"/>
                  </a:lnTo>
                  <a:lnTo>
                    <a:pt x="744904" y="3113132"/>
                  </a:lnTo>
                  <a:lnTo>
                    <a:pt x="753466" y="3020510"/>
                  </a:lnTo>
                  <a:lnTo>
                    <a:pt x="762028" y="2847674"/>
                  </a:lnTo>
                  <a:lnTo>
                    <a:pt x="770591" y="2759651"/>
                  </a:lnTo>
                  <a:lnTo>
                    <a:pt x="779153" y="2691360"/>
                  </a:lnTo>
                  <a:lnTo>
                    <a:pt x="787715" y="2668310"/>
                  </a:lnTo>
                  <a:lnTo>
                    <a:pt x="796277" y="2624596"/>
                  </a:lnTo>
                  <a:lnTo>
                    <a:pt x="804839" y="2595325"/>
                  </a:lnTo>
                  <a:lnTo>
                    <a:pt x="813401" y="2715960"/>
                  </a:lnTo>
                  <a:lnTo>
                    <a:pt x="821963" y="2793253"/>
                  </a:lnTo>
                  <a:lnTo>
                    <a:pt x="830525" y="2797290"/>
                  </a:lnTo>
                  <a:lnTo>
                    <a:pt x="839088" y="2764566"/>
                  </a:lnTo>
                  <a:lnTo>
                    <a:pt x="847650" y="2904070"/>
                  </a:lnTo>
                  <a:lnTo>
                    <a:pt x="856212" y="3096565"/>
                  </a:lnTo>
                  <a:lnTo>
                    <a:pt x="864774" y="3114647"/>
                  </a:lnTo>
                  <a:lnTo>
                    <a:pt x="873336" y="3116972"/>
                  </a:lnTo>
                  <a:lnTo>
                    <a:pt x="881898" y="3116972"/>
                  </a:lnTo>
                  <a:lnTo>
                    <a:pt x="890460" y="3116972"/>
                  </a:lnTo>
                  <a:lnTo>
                    <a:pt x="899022" y="3116972"/>
                  </a:lnTo>
                  <a:lnTo>
                    <a:pt x="907585" y="3116972"/>
                  </a:lnTo>
                  <a:lnTo>
                    <a:pt x="916147" y="3105451"/>
                  </a:lnTo>
                  <a:lnTo>
                    <a:pt x="924709" y="3061557"/>
                  </a:lnTo>
                  <a:lnTo>
                    <a:pt x="933271" y="3010378"/>
                  </a:lnTo>
                  <a:lnTo>
                    <a:pt x="941833" y="2974698"/>
                  </a:lnTo>
                  <a:lnTo>
                    <a:pt x="950395" y="3019425"/>
                  </a:lnTo>
                  <a:lnTo>
                    <a:pt x="958957" y="2984746"/>
                  </a:lnTo>
                  <a:lnTo>
                    <a:pt x="967519" y="2958184"/>
                  </a:lnTo>
                  <a:lnTo>
                    <a:pt x="976082" y="2968537"/>
                  </a:lnTo>
                  <a:lnTo>
                    <a:pt x="984644" y="2984126"/>
                  </a:lnTo>
                  <a:lnTo>
                    <a:pt x="993206" y="3104063"/>
                  </a:lnTo>
                  <a:lnTo>
                    <a:pt x="1001768" y="3096338"/>
                  </a:lnTo>
                  <a:lnTo>
                    <a:pt x="1010330" y="3093497"/>
                  </a:lnTo>
                  <a:lnTo>
                    <a:pt x="1018892" y="3116972"/>
                  </a:lnTo>
                  <a:lnTo>
                    <a:pt x="1027454" y="3116972"/>
                  </a:lnTo>
                  <a:lnTo>
                    <a:pt x="1036016" y="3116972"/>
                  </a:lnTo>
                  <a:lnTo>
                    <a:pt x="1044579" y="3116972"/>
                  </a:lnTo>
                  <a:lnTo>
                    <a:pt x="1053141" y="3080476"/>
                  </a:lnTo>
                  <a:lnTo>
                    <a:pt x="1061703" y="3081993"/>
                  </a:lnTo>
                  <a:lnTo>
                    <a:pt x="1070265" y="3042438"/>
                  </a:lnTo>
                  <a:lnTo>
                    <a:pt x="1078827" y="2971303"/>
                  </a:lnTo>
                  <a:lnTo>
                    <a:pt x="1087389" y="2896798"/>
                  </a:lnTo>
                  <a:lnTo>
                    <a:pt x="1095951" y="2841510"/>
                  </a:lnTo>
                  <a:lnTo>
                    <a:pt x="1104513" y="2843741"/>
                  </a:lnTo>
                  <a:lnTo>
                    <a:pt x="1113076" y="2832632"/>
                  </a:lnTo>
                  <a:lnTo>
                    <a:pt x="1121638" y="2877469"/>
                  </a:lnTo>
                  <a:lnTo>
                    <a:pt x="1130200" y="2903821"/>
                  </a:lnTo>
                  <a:lnTo>
                    <a:pt x="1138762" y="3000710"/>
                  </a:lnTo>
                  <a:lnTo>
                    <a:pt x="1147324" y="3093305"/>
                  </a:lnTo>
                  <a:lnTo>
                    <a:pt x="1155886" y="3116972"/>
                  </a:lnTo>
                  <a:lnTo>
                    <a:pt x="1164448" y="3116972"/>
                  </a:lnTo>
                  <a:lnTo>
                    <a:pt x="1173010" y="3116972"/>
                  </a:lnTo>
                  <a:lnTo>
                    <a:pt x="1181572" y="3116972"/>
                  </a:lnTo>
                  <a:lnTo>
                    <a:pt x="1190135" y="3116972"/>
                  </a:lnTo>
                  <a:lnTo>
                    <a:pt x="1198697" y="3116972"/>
                  </a:lnTo>
                  <a:lnTo>
                    <a:pt x="1207259" y="3116972"/>
                  </a:lnTo>
                  <a:lnTo>
                    <a:pt x="1215821" y="3116972"/>
                  </a:lnTo>
                  <a:lnTo>
                    <a:pt x="1224383" y="3116972"/>
                  </a:lnTo>
                  <a:lnTo>
                    <a:pt x="1232945" y="3009029"/>
                  </a:lnTo>
                  <a:lnTo>
                    <a:pt x="1241507" y="2919553"/>
                  </a:lnTo>
                  <a:lnTo>
                    <a:pt x="1250069" y="2843161"/>
                  </a:lnTo>
                  <a:lnTo>
                    <a:pt x="1258632" y="2788503"/>
                  </a:lnTo>
                  <a:lnTo>
                    <a:pt x="1267194" y="2819843"/>
                  </a:lnTo>
                  <a:lnTo>
                    <a:pt x="1275756" y="2905212"/>
                  </a:lnTo>
                  <a:lnTo>
                    <a:pt x="1284318" y="3008163"/>
                  </a:lnTo>
                  <a:lnTo>
                    <a:pt x="1292880" y="3048958"/>
                  </a:lnTo>
                  <a:lnTo>
                    <a:pt x="1301442" y="3095689"/>
                  </a:lnTo>
                  <a:lnTo>
                    <a:pt x="1310004" y="3074105"/>
                  </a:lnTo>
                  <a:lnTo>
                    <a:pt x="1318566" y="3009235"/>
                  </a:lnTo>
                  <a:lnTo>
                    <a:pt x="1327129" y="2951327"/>
                  </a:lnTo>
                  <a:lnTo>
                    <a:pt x="1335691" y="2951485"/>
                  </a:lnTo>
                  <a:lnTo>
                    <a:pt x="1344253" y="3000165"/>
                  </a:lnTo>
                  <a:lnTo>
                    <a:pt x="1352815" y="3019603"/>
                  </a:lnTo>
                  <a:lnTo>
                    <a:pt x="1361377" y="3055421"/>
                  </a:lnTo>
                  <a:lnTo>
                    <a:pt x="1369939" y="3058898"/>
                  </a:lnTo>
                  <a:lnTo>
                    <a:pt x="1378501" y="3050830"/>
                  </a:lnTo>
                  <a:lnTo>
                    <a:pt x="1387063" y="3050830"/>
                  </a:lnTo>
                  <a:lnTo>
                    <a:pt x="1395626" y="3050830"/>
                  </a:lnTo>
                  <a:lnTo>
                    <a:pt x="1404188" y="3050830"/>
                  </a:lnTo>
                  <a:lnTo>
                    <a:pt x="1412750" y="3050830"/>
                  </a:lnTo>
                  <a:lnTo>
                    <a:pt x="1421312" y="3050830"/>
                  </a:lnTo>
                  <a:lnTo>
                    <a:pt x="1429874" y="3050830"/>
                  </a:lnTo>
                  <a:lnTo>
                    <a:pt x="1438436" y="3050830"/>
                  </a:lnTo>
                  <a:lnTo>
                    <a:pt x="1446998" y="3050830"/>
                  </a:lnTo>
                  <a:lnTo>
                    <a:pt x="1455560" y="3050830"/>
                  </a:lnTo>
                  <a:lnTo>
                    <a:pt x="1464123" y="3050830"/>
                  </a:lnTo>
                  <a:lnTo>
                    <a:pt x="1472685" y="2998596"/>
                  </a:lnTo>
                  <a:lnTo>
                    <a:pt x="1481247" y="2904055"/>
                  </a:lnTo>
                  <a:lnTo>
                    <a:pt x="1489809" y="2860952"/>
                  </a:lnTo>
                  <a:lnTo>
                    <a:pt x="1498371" y="2816615"/>
                  </a:lnTo>
                  <a:lnTo>
                    <a:pt x="1506933" y="2798280"/>
                  </a:lnTo>
                  <a:lnTo>
                    <a:pt x="1515495" y="2778247"/>
                  </a:lnTo>
                  <a:lnTo>
                    <a:pt x="1524057" y="2776698"/>
                  </a:lnTo>
                  <a:lnTo>
                    <a:pt x="1532620" y="2921708"/>
                  </a:lnTo>
                  <a:lnTo>
                    <a:pt x="1541182" y="2969679"/>
                  </a:lnTo>
                  <a:lnTo>
                    <a:pt x="1549744" y="2985016"/>
                  </a:lnTo>
                  <a:lnTo>
                    <a:pt x="1558306" y="2966653"/>
                  </a:lnTo>
                  <a:lnTo>
                    <a:pt x="1566868" y="3018265"/>
                  </a:lnTo>
                  <a:lnTo>
                    <a:pt x="1575430" y="3112474"/>
                  </a:lnTo>
                  <a:lnTo>
                    <a:pt x="1583992" y="3079891"/>
                  </a:lnTo>
                  <a:lnTo>
                    <a:pt x="1592554" y="3075025"/>
                  </a:lnTo>
                  <a:lnTo>
                    <a:pt x="1601117" y="3104025"/>
                  </a:lnTo>
                  <a:lnTo>
                    <a:pt x="1609679" y="3116253"/>
                  </a:lnTo>
                  <a:lnTo>
                    <a:pt x="1618241" y="3060620"/>
                  </a:lnTo>
                  <a:lnTo>
                    <a:pt x="1626803" y="3060179"/>
                  </a:lnTo>
                  <a:lnTo>
                    <a:pt x="1635365" y="3033947"/>
                  </a:lnTo>
                  <a:lnTo>
                    <a:pt x="1643927" y="2901665"/>
                  </a:lnTo>
                  <a:lnTo>
                    <a:pt x="1652489" y="2810848"/>
                  </a:lnTo>
                  <a:lnTo>
                    <a:pt x="1661051" y="2813919"/>
                  </a:lnTo>
                  <a:lnTo>
                    <a:pt x="1669614" y="2794960"/>
                  </a:lnTo>
                  <a:lnTo>
                    <a:pt x="1678176" y="2818677"/>
                  </a:lnTo>
                  <a:lnTo>
                    <a:pt x="1686738" y="2927530"/>
                  </a:lnTo>
                  <a:lnTo>
                    <a:pt x="1695300" y="3066571"/>
                  </a:lnTo>
                  <a:lnTo>
                    <a:pt x="1703862" y="3114931"/>
                  </a:lnTo>
                  <a:lnTo>
                    <a:pt x="1712424" y="2968502"/>
                  </a:lnTo>
                  <a:lnTo>
                    <a:pt x="1720986" y="2880375"/>
                  </a:lnTo>
                  <a:lnTo>
                    <a:pt x="1729548" y="2757640"/>
                  </a:lnTo>
                  <a:lnTo>
                    <a:pt x="1738110" y="2614524"/>
                  </a:lnTo>
                  <a:lnTo>
                    <a:pt x="1746673" y="2574368"/>
                  </a:lnTo>
                  <a:lnTo>
                    <a:pt x="1755235" y="2563450"/>
                  </a:lnTo>
                  <a:lnTo>
                    <a:pt x="1763797" y="2710453"/>
                  </a:lnTo>
                  <a:lnTo>
                    <a:pt x="1772359" y="2841597"/>
                  </a:lnTo>
                  <a:lnTo>
                    <a:pt x="1780921" y="2900628"/>
                  </a:lnTo>
                  <a:lnTo>
                    <a:pt x="1789483" y="2949611"/>
                  </a:lnTo>
                  <a:lnTo>
                    <a:pt x="1798045" y="2952036"/>
                  </a:lnTo>
                  <a:lnTo>
                    <a:pt x="1806607" y="2944753"/>
                  </a:lnTo>
                  <a:lnTo>
                    <a:pt x="1815170" y="2902140"/>
                  </a:lnTo>
                  <a:lnTo>
                    <a:pt x="1823732" y="2903221"/>
                  </a:lnTo>
                  <a:lnTo>
                    <a:pt x="1832294" y="2899347"/>
                  </a:lnTo>
                  <a:lnTo>
                    <a:pt x="1840856" y="2892964"/>
                  </a:lnTo>
                  <a:lnTo>
                    <a:pt x="1849418" y="2923939"/>
                  </a:lnTo>
                  <a:lnTo>
                    <a:pt x="1857980" y="2984597"/>
                  </a:lnTo>
                  <a:lnTo>
                    <a:pt x="1866542" y="3050964"/>
                  </a:lnTo>
                  <a:lnTo>
                    <a:pt x="1875104" y="3089519"/>
                  </a:lnTo>
                  <a:lnTo>
                    <a:pt x="1883667" y="3116972"/>
                  </a:lnTo>
                  <a:lnTo>
                    <a:pt x="1892229" y="3055207"/>
                  </a:lnTo>
                  <a:lnTo>
                    <a:pt x="1900791" y="2923439"/>
                  </a:lnTo>
                  <a:lnTo>
                    <a:pt x="1909353" y="2810307"/>
                  </a:lnTo>
                  <a:lnTo>
                    <a:pt x="1917915" y="2754728"/>
                  </a:lnTo>
                  <a:lnTo>
                    <a:pt x="1926477" y="2723709"/>
                  </a:lnTo>
                  <a:lnTo>
                    <a:pt x="1935039" y="2695534"/>
                  </a:lnTo>
                  <a:lnTo>
                    <a:pt x="1943601" y="2739788"/>
                  </a:lnTo>
                  <a:lnTo>
                    <a:pt x="1952164" y="2826276"/>
                  </a:lnTo>
                  <a:lnTo>
                    <a:pt x="1960726" y="2904350"/>
                  </a:lnTo>
                  <a:lnTo>
                    <a:pt x="1969288" y="2960716"/>
                  </a:lnTo>
                  <a:lnTo>
                    <a:pt x="1977850" y="2952103"/>
                  </a:lnTo>
                  <a:lnTo>
                    <a:pt x="1986412" y="2957265"/>
                  </a:lnTo>
                  <a:lnTo>
                    <a:pt x="1994974" y="3018010"/>
                  </a:lnTo>
                  <a:lnTo>
                    <a:pt x="2003536" y="3082837"/>
                  </a:lnTo>
                  <a:lnTo>
                    <a:pt x="2012098" y="3116972"/>
                  </a:lnTo>
                  <a:lnTo>
                    <a:pt x="2020661" y="3116972"/>
                  </a:lnTo>
                  <a:lnTo>
                    <a:pt x="2029223" y="3116972"/>
                  </a:lnTo>
                  <a:lnTo>
                    <a:pt x="2037785" y="3116972"/>
                  </a:lnTo>
                  <a:lnTo>
                    <a:pt x="2046347" y="3116972"/>
                  </a:lnTo>
                  <a:lnTo>
                    <a:pt x="2054909" y="3116972"/>
                  </a:lnTo>
                  <a:lnTo>
                    <a:pt x="2063471" y="3116972"/>
                  </a:lnTo>
                  <a:lnTo>
                    <a:pt x="2072033" y="3116972"/>
                  </a:lnTo>
                  <a:lnTo>
                    <a:pt x="2080595" y="3116972"/>
                  </a:lnTo>
                  <a:lnTo>
                    <a:pt x="2089158" y="3116972"/>
                  </a:lnTo>
                  <a:lnTo>
                    <a:pt x="2097720" y="3116972"/>
                  </a:lnTo>
                  <a:lnTo>
                    <a:pt x="2106282" y="3116972"/>
                  </a:lnTo>
                  <a:lnTo>
                    <a:pt x="2114844" y="3017764"/>
                  </a:lnTo>
                  <a:lnTo>
                    <a:pt x="2123406" y="2886515"/>
                  </a:lnTo>
                  <a:lnTo>
                    <a:pt x="2131968" y="2822225"/>
                  </a:lnTo>
                  <a:lnTo>
                    <a:pt x="2140530" y="2836618"/>
                  </a:lnTo>
                  <a:lnTo>
                    <a:pt x="2149092" y="2849841"/>
                  </a:lnTo>
                  <a:lnTo>
                    <a:pt x="2157655" y="2898159"/>
                  </a:lnTo>
                  <a:lnTo>
                    <a:pt x="2166217" y="3020592"/>
                  </a:lnTo>
                  <a:lnTo>
                    <a:pt x="2174779" y="3116972"/>
                  </a:lnTo>
                  <a:lnTo>
                    <a:pt x="2183341" y="3072688"/>
                  </a:lnTo>
                  <a:lnTo>
                    <a:pt x="2191903" y="2978594"/>
                  </a:lnTo>
                  <a:lnTo>
                    <a:pt x="2200465" y="2935041"/>
                  </a:lnTo>
                  <a:lnTo>
                    <a:pt x="2209027" y="2924034"/>
                  </a:lnTo>
                  <a:lnTo>
                    <a:pt x="2217589" y="2900570"/>
                  </a:lnTo>
                  <a:lnTo>
                    <a:pt x="2226152" y="2913740"/>
                  </a:lnTo>
                  <a:lnTo>
                    <a:pt x="2234714" y="3054354"/>
                  </a:lnTo>
                  <a:lnTo>
                    <a:pt x="2243276" y="3097617"/>
                  </a:lnTo>
                  <a:lnTo>
                    <a:pt x="2251838" y="3058265"/>
                  </a:lnTo>
                  <a:lnTo>
                    <a:pt x="2260400" y="3024872"/>
                  </a:lnTo>
                  <a:lnTo>
                    <a:pt x="2268962" y="3078418"/>
                  </a:lnTo>
                  <a:lnTo>
                    <a:pt x="2277524" y="3065605"/>
                  </a:lnTo>
                  <a:lnTo>
                    <a:pt x="2286086" y="3018816"/>
                  </a:lnTo>
                  <a:lnTo>
                    <a:pt x="2294648" y="3004323"/>
                  </a:lnTo>
                  <a:lnTo>
                    <a:pt x="2303211" y="2963293"/>
                  </a:lnTo>
                  <a:lnTo>
                    <a:pt x="2311773" y="2942584"/>
                  </a:lnTo>
                  <a:lnTo>
                    <a:pt x="2320335" y="2796719"/>
                  </a:lnTo>
                  <a:lnTo>
                    <a:pt x="2328897" y="2678071"/>
                  </a:lnTo>
                  <a:lnTo>
                    <a:pt x="2337459" y="2584839"/>
                  </a:lnTo>
                  <a:lnTo>
                    <a:pt x="2346021" y="2548170"/>
                  </a:lnTo>
                  <a:lnTo>
                    <a:pt x="2354583" y="2525516"/>
                  </a:lnTo>
                  <a:lnTo>
                    <a:pt x="2363145" y="2468583"/>
                  </a:lnTo>
                  <a:lnTo>
                    <a:pt x="2371708" y="2539361"/>
                  </a:lnTo>
                  <a:lnTo>
                    <a:pt x="2380270" y="2630288"/>
                  </a:lnTo>
                  <a:lnTo>
                    <a:pt x="2388832" y="2682030"/>
                  </a:lnTo>
                  <a:lnTo>
                    <a:pt x="2397394" y="2653133"/>
                  </a:lnTo>
                  <a:lnTo>
                    <a:pt x="2405956" y="2646534"/>
                  </a:lnTo>
                  <a:lnTo>
                    <a:pt x="2414518" y="2749506"/>
                  </a:lnTo>
                  <a:lnTo>
                    <a:pt x="2423080" y="2771049"/>
                  </a:lnTo>
                  <a:lnTo>
                    <a:pt x="2431642" y="2772015"/>
                  </a:lnTo>
                  <a:lnTo>
                    <a:pt x="2440205" y="2813505"/>
                  </a:lnTo>
                  <a:lnTo>
                    <a:pt x="2448767" y="2929418"/>
                  </a:lnTo>
                  <a:lnTo>
                    <a:pt x="2457329" y="2939124"/>
                  </a:lnTo>
                  <a:lnTo>
                    <a:pt x="2465891" y="2865655"/>
                  </a:lnTo>
                  <a:lnTo>
                    <a:pt x="2474453" y="2810674"/>
                  </a:lnTo>
                  <a:lnTo>
                    <a:pt x="2483015" y="2762495"/>
                  </a:lnTo>
                  <a:lnTo>
                    <a:pt x="2491577" y="2762496"/>
                  </a:lnTo>
                  <a:lnTo>
                    <a:pt x="2500139" y="2763082"/>
                  </a:lnTo>
                  <a:lnTo>
                    <a:pt x="2508702" y="2818640"/>
                  </a:lnTo>
                  <a:lnTo>
                    <a:pt x="2517264" y="2779429"/>
                  </a:lnTo>
                  <a:lnTo>
                    <a:pt x="2525826" y="2818585"/>
                  </a:lnTo>
                  <a:lnTo>
                    <a:pt x="2534388" y="2866764"/>
                  </a:lnTo>
                  <a:lnTo>
                    <a:pt x="2542950" y="2854679"/>
                  </a:lnTo>
                  <a:lnTo>
                    <a:pt x="2551512" y="2796816"/>
                  </a:lnTo>
                  <a:lnTo>
                    <a:pt x="2560074" y="2759186"/>
                  </a:lnTo>
                  <a:lnTo>
                    <a:pt x="2568636" y="2828298"/>
                  </a:lnTo>
                  <a:lnTo>
                    <a:pt x="2577199" y="2834106"/>
                  </a:lnTo>
                  <a:lnTo>
                    <a:pt x="2585761" y="2808442"/>
                  </a:lnTo>
                  <a:lnTo>
                    <a:pt x="2594323" y="2784090"/>
                  </a:lnTo>
                  <a:lnTo>
                    <a:pt x="2602885" y="2797062"/>
                  </a:lnTo>
                  <a:lnTo>
                    <a:pt x="2611447" y="2836039"/>
                  </a:lnTo>
                  <a:lnTo>
                    <a:pt x="2620009" y="2859730"/>
                  </a:lnTo>
                  <a:lnTo>
                    <a:pt x="2628571" y="2869747"/>
                  </a:lnTo>
                  <a:lnTo>
                    <a:pt x="2637133" y="2895410"/>
                  </a:lnTo>
                  <a:lnTo>
                    <a:pt x="2645696" y="2931847"/>
                  </a:lnTo>
                  <a:lnTo>
                    <a:pt x="2654258" y="2976740"/>
                  </a:lnTo>
                  <a:lnTo>
                    <a:pt x="2662820" y="3022894"/>
                  </a:lnTo>
                  <a:lnTo>
                    <a:pt x="2671382" y="3050830"/>
                  </a:lnTo>
                  <a:lnTo>
                    <a:pt x="2679944" y="3050830"/>
                  </a:lnTo>
                  <a:lnTo>
                    <a:pt x="2688506" y="3050830"/>
                  </a:lnTo>
                  <a:lnTo>
                    <a:pt x="2697068" y="3050830"/>
                  </a:lnTo>
                  <a:lnTo>
                    <a:pt x="2705630" y="3050830"/>
                  </a:lnTo>
                  <a:lnTo>
                    <a:pt x="2714193" y="3038558"/>
                  </a:lnTo>
                  <a:lnTo>
                    <a:pt x="2722755" y="2979861"/>
                  </a:lnTo>
                  <a:lnTo>
                    <a:pt x="2731317" y="2945625"/>
                  </a:lnTo>
                  <a:lnTo>
                    <a:pt x="2739879" y="2945626"/>
                  </a:lnTo>
                  <a:lnTo>
                    <a:pt x="2748441" y="2909246"/>
                  </a:lnTo>
                  <a:lnTo>
                    <a:pt x="2757003" y="2858416"/>
                  </a:lnTo>
                  <a:lnTo>
                    <a:pt x="2765565" y="2905349"/>
                  </a:lnTo>
                  <a:lnTo>
                    <a:pt x="2774127" y="2857998"/>
                  </a:lnTo>
                  <a:lnTo>
                    <a:pt x="2782690" y="2724135"/>
                  </a:lnTo>
                  <a:lnTo>
                    <a:pt x="2791252" y="2630809"/>
                  </a:lnTo>
                  <a:lnTo>
                    <a:pt x="2799814" y="2624303"/>
                  </a:lnTo>
                  <a:lnTo>
                    <a:pt x="2808376" y="2639807"/>
                  </a:lnTo>
                  <a:lnTo>
                    <a:pt x="2816938" y="2561099"/>
                  </a:lnTo>
                  <a:lnTo>
                    <a:pt x="2825500" y="2670359"/>
                  </a:lnTo>
                  <a:lnTo>
                    <a:pt x="2834062" y="2830399"/>
                  </a:lnTo>
                  <a:lnTo>
                    <a:pt x="2842624" y="2824155"/>
                  </a:lnTo>
                  <a:lnTo>
                    <a:pt x="2851186" y="2772098"/>
                  </a:lnTo>
                  <a:lnTo>
                    <a:pt x="2859749" y="2714282"/>
                  </a:lnTo>
                  <a:lnTo>
                    <a:pt x="2868311" y="2635694"/>
                  </a:lnTo>
                  <a:lnTo>
                    <a:pt x="2876873" y="2545643"/>
                  </a:lnTo>
                  <a:lnTo>
                    <a:pt x="2885435" y="2498719"/>
                  </a:lnTo>
                  <a:lnTo>
                    <a:pt x="2893997" y="2536842"/>
                  </a:lnTo>
                  <a:lnTo>
                    <a:pt x="2902559" y="2569326"/>
                  </a:lnTo>
                  <a:lnTo>
                    <a:pt x="2911121" y="2577371"/>
                  </a:lnTo>
                  <a:lnTo>
                    <a:pt x="2919683" y="2538984"/>
                  </a:lnTo>
                  <a:lnTo>
                    <a:pt x="2928246" y="2469996"/>
                  </a:lnTo>
                  <a:lnTo>
                    <a:pt x="2936808" y="2385976"/>
                  </a:lnTo>
                  <a:lnTo>
                    <a:pt x="2945370" y="2295225"/>
                  </a:lnTo>
                  <a:lnTo>
                    <a:pt x="2953932" y="2336043"/>
                  </a:lnTo>
                  <a:lnTo>
                    <a:pt x="2962494" y="2396130"/>
                  </a:lnTo>
                  <a:lnTo>
                    <a:pt x="2971056" y="2421676"/>
                  </a:lnTo>
                  <a:lnTo>
                    <a:pt x="2979618" y="2448024"/>
                  </a:lnTo>
                  <a:lnTo>
                    <a:pt x="2988180" y="2532774"/>
                  </a:lnTo>
                  <a:lnTo>
                    <a:pt x="2996743" y="2713947"/>
                  </a:lnTo>
                  <a:lnTo>
                    <a:pt x="3005305" y="2645165"/>
                  </a:lnTo>
                  <a:lnTo>
                    <a:pt x="3013867" y="2420842"/>
                  </a:lnTo>
                  <a:lnTo>
                    <a:pt x="3022429" y="2340747"/>
                  </a:lnTo>
                  <a:lnTo>
                    <a:pt x="3030991" y="2389000"/>
                  </a:lnTo>
                  <a:lnTo>
                    <a:pt x="3039553" y="2302339"/>
                  </a:lnTo>
                  <a:lnTo>
                    <a:pt x="3048115" y="2068259"/>
                  </a:lnTo>
                  <a:lnTo>
                    <a:pt x="3056677" y="1991219"/>
                  </a:lnTo>
                  <a:lnTo>
                    <a:pt x="3065240" y="2054215"/>
                  </a:lnTo>
                  <a:lnTo>
                    <a:pt x="3073802" y="2048368"/>
                  </a:lnTo>
                  <a:lnTo>
                    <a:pt x="3082364" y="1893007"/>
                  </a:lnTo>
                  <a:lnTo>
                    <a:pt x="3090926" y="1847536"/>
                  </a:lnTo>
                  <a:lnTo>
                    <a:pt x="3099488" y="1997420"/>
                  </a:lnTo>
                  <a:lnTo>
                    <a:pt x="3108050" y="2093242"/>
                  </a:lnTo>
                  <a:lnTo>
                    <a:pt x="3116612" y="2153565"/>
                  </a:lnTo>
                  <a:lnTo>
                    <a:pt x="3125174" y="2200449"/>
                  </a:lnTo>
                  <a:lnTo>
                    <a:pt x="3133737" y="2297708"/>
                  </a:lnTo>
                  <a:lnTo>
                    <a:pt x="3142299" y="2356065"/>
                  </a:lnTo>
                  <a:lnTo>
                    <a:pt x="3150861" y="2282706"/>
                  </a:lnTo>
                  <a:lnTo>
                    <a:pt x="3159423" y="2293721"/>
                  </a:lnTo>
                  <a:lnTo>
                    <a:pt x="3167985" y="2419727"/>
                  </a:lnTo>
                  <a:lnTo>
                    <a:pt x="3176547" y="2577623"/>
                  </a:lnTo>
                  <a:lnTo>
                    <a:pt x="3185109" y="2648952"/>
                  </a:lnTo>
                  <a:lnTo>
                    <a:pt x="3193671" y="2758962"/>
                  </a:lnTo>
                  <a:lnTo>
                    <a:pt x="3202234" y="2887543"/>
                  </a:lnTo>
                  <a:lnTo>
                    <a:pt x="3210796" y="2948169"/>
                  </a:lnTo>
                  <a:lnTo>
                    <a:pt x="3219358" y="2928796"/>
                  </a:lnTo>
                  <a:lnTo>
                    <a:pt x="3227920" y="2901497"/>
                  </a:lnTo>
                  <a:lnTo>
                    <a:pt x="3236482" y="2933057"/>
                  </a:lnTo>
                  <a:lnTo>
                    <a:pt x="3245044" y="2942451"/>
                  </a:lnTo>
                  <a:lnTo>
                    <a:pt x="3253606" y="2930929"/>
                  </a:lnTo>
                  <a:lnTo>
                    <a:pt x="3262168" y="2779427"/>
                  </a:lnTo>
                  <a:lnTo>
                    <a:pt x="3270731" y="2653324"/>
                  </a:lnTo>
                  <a:lnTo>
                    <a:pt x="3279293" y="2621994"/>
                  </a:lnTo>
                  <a:lnTo>
                    <a:pt x="3287855" y="2585331"/>
                  </a:lnTo>
                  <a:lnTo>
                    <a:pt x="3296417" y="2476599"/>
                  </a:lnTo>
                  <a:lnTo>
                    <a:pt x="3304979" y="2336858"/>
                  </a:lnTo>
                  <a:lnTo>
                    <a:pt x="3313541" y="2367293"/>
                  </a:lnTo>
                  <a:lnTo>
                    <a:pt x="3322103" y="2457328"/>
                  </a:lnTo>
                  <a:lnTo>
                    <a:pt x="3330665" y="2495427"/>
                  </a:lnTo>
                  <a:lnTo>
                    <a:pt x="3339228" y="2547107"/>
                  </a:lnTo>
                  <a:lnTo>
                    <a:pt x="3347790" y="2517306"/>
                  </a:lnTo>
                  <a:lnTo>
                    <a:pt x="3356352" y="2468938"/>
                  </a:lnTo>
                  <a:lnTo>
                    <a:pt x="3364914" y="2515875"/>
                  </a:lnTo>
                  <a:lnTo>
                    <a:pt x="3373476" y="2567281"/>
                  </a:lnTo>
                  <a:lnTo>
                    <a:pt x="3382038" y="2604455"/>
                  </a:lnTo>
                  <a:lnTo>
                    <a:pt x="3390600" y="2623267"/>
                  </a:lnTo>
                  <a:lnTo>
                    <a:pt x="3399162" y="2687071"/>
                  </a:lnTo>
                  <a:lnTo>
                    <a:pt x="3407724" y="2808106"/>
                  </a:lnTo>
                  <a:lnTo>
                    <a:pt x="3416287" y="2808834"/>
                  </a:lnTo>
                  <a:lnTo>
                    <a:pt x="3424849" y="2650533"/>
                  </a:lnTo>
                  <a:lnTo>
                    <a:pt x="3433411" y="2479128"/>
                  </a:lnTo>
                  <a:lnTo>
                    <a:pt x="3441973" y="2383867"/>
                  </a:lnTo>
                  <a:lnTo>
                    <a:pt x="3450535" y="2423808"/>
                  </a:lnTo>
                  <a:lnTo>
                    <a:pt x="3459097" y="2490777"/>
                  </a:lnTo>
                  <a:lnTo>
                    <a:pt x="3467659" y="2620988"/>
                  </a:lnTo>
                  <a:lnTo>
                    <a:pt x="3476221" y="2868730"/>
                  </a:lnTo>
                  <a:lnTo>
                    <a:pt x="3484784" y="3087716"/>
                  </a:lnTo>
                  <a:lnTo>
                    <a:pt x="3493346" y="3116972"/>
                  </a:lnTo>
                  <a:lnTo>
                    <a:pt x="3501908" y="3116972"/>
                  </a:lnTo>
                  <a:lnTo>
                    <a:pt x="3510470" y="3104098"/>
                  </a:lnTo>
                  <a:lnTo>
                    <a:pt x="3519032" y="2960880"/>
                  </a:lnTo>
                  <a:lnTo>
                    <a:pt x="3527594" y="2746749"/>
                  </a:lnTo>
                  <a:lnTo>
                    <a:pt x="3536156" y="2411196"/>
                  </a:lnTo>
                  <a:lnTo>
                    <a:pt x="3544718" y="2214345"/>
                  </a:lnTo>
                  <a:lnTo>
                    <a:pt x="3553281" y="2110344"/>
                  </a:lnTo>
                  <a:lnTo>
                    <a:pt x="3561843" y="2053446"/>
                  </a:lnTo>
                  <a:lnTo>
                    <a:pt x="3570405" y="1994482"/>
                  </a:lnTo>
                  <a:lnTo>
                    <a:pt x="3578967" y="2010019"/>
                  </a:lnTo>
                  <a:lnTo>
                    <a:pt x="3587529" y="2165984"/>
                  </a:lnTo>
                  <a:lnTo>
                    <a:pt x="3596091" y="2303809"/>
                  </a:lnTo>
                  <a:lnTo>
                    <a:pt x="3604653" y="2430166"/>
                  </a:lnTo>
                  <a:lnTo>
                    <a:pt x="3613215" y="2564447"/>
                  </a:lnTo>
                  <a:lnTo>
                    <a:pt x="3621778" y="2628724"/>
                  </a:lnTo>
                  <a:lnTo>
                    <a:pt x="3630340" y="2607780"/>
                  </a:lnTo>
                  <a:lnTo>
                    <a:pt x="3638902" y="2494903"/>
                  </a:lnTo>
                  <a:lnTo>
                    <a:pt x="3647464" y="2287854"/>
                  </a:lnTo>
                  <a:lnTo>
                    <a:pt x="3656026" y="2039245"/>
                  </a:lnTo>
                  <a:lnTo>
                    <a:pt x="3664588" y="1862825"/>
                  </a:lnTo>
                  <a:lnTo>
                    <a:pt x="3673150" y="1810365"/>
                  </a:lnTo>
                  <a:lnTo>
                    <a:pt x="3681712" y="1805260"/>
                  </a:lnTo>
                  <a:lnTo>
                    <a:pt x="3690275" y="1914192"/>
                  </a:lnTo>
                  <a:lnTo>
                    <a:pt x="3698837" y="2049561"/>
                  </a:lnTo>
                  <a:lnTo>
                    <a:pt x="3707399" y="2221070"/>
                  </a:lnTo>
                  <a:lnTo>
                    <a:pt x="3715961" y="2284738"/>
                  </a:lnTo>
                  <a:lnTo>
                    <a:pt x="3724523" y="2232746"/>
                  </a:lnTo>
                  <a:lnTo>
                    <a:pt x="3733085" y="2229121"/>
                  </a:lnTo>
                  <a:lnTo>
                    <a:pt x="3741647" y="2280255"/>
                  </a:lnTo>
                  <a:lnTo>
                    <a:pt x="3750209" y="2436555"/>
                  </a:lnTo>
                  <a:lnTo>
                    <a:pt x="3758772" y="2474369"/>
                  </a:lnTo>
                  <a:lnTo>
                    <a:pt x="3767334" y="2361463"/>
                  </a:lnTo>
                  <a:lnTo>
                    <a:pt x="3775896" y="2206277"/>
                  </a:lnTo>
                  <a:lnTo>
                    <a:pt x="3784458" y="1978902"/>
                  </a:lnTo>
                  <a:lnTo>
                    <a:pt x="3793020" y="1714439"/>
                  </a:lnTo>
                  <a:lnTo>
                    <a:pt x="3801582" y="1392335"/>
                  </a:lnTo>
                  <a:lnTo>
                    <a:pt x="3810144" y="1195033"/>
                  </a:lnTo>
                  <a:lnTo>
                    <a:pt x="3818706" y="1261080"/>
                  </a:lnTo>
                  <a:lnTo>
                    <a:pt x="3827269" y="1420060"/>
                  </a:lnTo>
                  <a:lnTo>
                    <a:pt x="3835831" y="1506088"/>
                  </a:lnTo>
                  <a:lnTo>
                    <a:pt x="3844393" y="1562032"/>
                  </a:lnTo>
                  <a:lnTo>
                    <a:pt x="3852955" y="1635937"/>
                  </a:lnTo>
                  <a:lnTo>
                    <a:pt x="3861517" y="1677153"/>
                  </a:lnTo>
                  <a:lnTo>
                    <a:pt x="3870079" y="1508144"/>
                  </a:lnTo>
                  <a:lnTo>
                    <a:pt x="3878641" y="1414972"/>
                  </a:lnTo>
                  <a:lnTo>
                    <a:pt x="3887203" y="1409183"/>
                  </a:lnTo>
                  <a:lnTo>
                    <a:pt x="3895766" y="1377192"/>
                  </a:lnTo>
                  <a:lnTo>
                    <a:pt x="3904328" y="1426165"/>
                  </a:lnTo>
                  <a:lnTo>
                    <a:pt x="3912890" y="1465828"/>
                  </a:lnTo>
                  <a:lnTo>
                    <a:pt x="3921452" y="1521553"/>
                  </a:lnTo>
                  <a:lnTo>
                    <a:pt x="3930014" y="1487116"/>
                  </a:lnTo>
                  <a:lnTo>
                    <a:pt x="3938576" y="1641062"/>
                  </a:lnTo>
                  <a:lnTo>
                    <a:pt x="3947138" y="1916550"/>
                  </a:lnTo>
                  <a:lnTo>
                    <a:pt x="3955700" y="1816044"/>
                  </a:lnTo>
                  <a:lnTo>
                    <a:pt x="3964262" y="1562177"/>
                  </a:lnTo>
                  <a:lnTo>
                    <a:pt x="3972825" y="1364855"/>
                  </a:lnTo>
                  <a:lnTo>
                    <a:pt x="3981387" y="1208519"/>
                  </a:lnTo>
                  <a:lnTo>
                    <a:pt x="3989949" y="1004044"/>
                  </a:lnTo>
                  <a:lnTo>
                    <a:pt x="3998511" y="922773"/>
                  </a:lnTo>
                  <a:lnTo>
                    <a:pt x="4007073" y="947368"/>
                  </a:lnTo>
                  <a:lnTo>
                    <a:pt x="4015635" y="1035344"/>
                  </a:lnTo>
                  <a:lnTo>
                    <a:pt x="4024197" y="1172894"/>
                  </a:lnTo>
                  <a:lnTo>
                    <a:pt x="4032759" y="1269634"/>
                  </a:lnTo>
                  <a:lnTo>
                    <a:pt x="4041322" y="1296841"/>
                  </a:lnTo>
                  <a:lnTo>
                    <a:pt x="4049884" y="1121079"/>
                  </a:lnTo>
                  <a:lnTo>
                    <a:pt x="4058446" y="986195"/>
                  </a:lnTo>
                  <a:lnTo>
                    <a:pt x="4067008" y="937697"/>
                  </a:lnTo>
                  <a:lnTo>
                    <a:pt x="4075570" y="976411"/>
                  </a:lnTo>
                  <a:lnTo>
                    <a:pt x="4084132" y="1073853"/>
                  </a:lnTo>
                  <a:lnTo>
                    <a:pt x="4092694" y="1068147"/>
                  </a:lnTo>
                  <a:lnTo>
                    <a:pt x="4101256" y="1064409"/>
                  </a:lnTo>
                  <a:lnTo>
                    <a:pt x="4109819" y="1214744"/>
                  </a:lnTo>
                  <a:lnTo>
                    <a:pt x="4118381" y="1354179"/>
                  </a:lnTo>
                  <a:lnTo>
                    <a:pt x="4126943" y="1387622"/>
                  </a:lnTo>
                  <a:lnTo>
                    <a:pt x="4135505" y="1370151"/>
                  </a:lnTo>
                  <a:lnTo>
                    <a:pt x="4144067" y="1294681"/>
                  </a:lnTo>
                  <a:lnTo>
                    <a:pt x="4152629" y="1098725"/>
                  </a:lnTo>
                  <a:lnTo>
                    <a:pt x="4161191" y="838317"/>
                  </a:lnTo>
                  <a:lnTo>
                    <a:pt x="4169753" y="702954"/>
                  </a:lnTo>
                  <a:lnTo>
                    <a:pt x="4178316" y="573576"/>
                  </a:lnTo>
                  <a:lnTo>
                    <a:pt x="4186878" y="451107"/>
                  </a:lnTo>
                  <a:lnTo>
                    <a:pt x="4195440" y="414544"/>
                  </a:lnTo>
                  <a:lnTo>
                    <a:pt x="4204002" y="358853"/>
                  </a:lnTo>
                  <a:lnTo>
                    <a:pt x="4212564" y="278221"/>
                  </a:lnTo>
                  <a:lnTo>
                    <a:pt x="4221126" y="57679"/>
                  </a:lnTo>
                  <a:lnTo>
                    <a:pt x="4229688" y="0"/>
                  </a:lnTo>
                  <a:lnTo>
                    <a:pt x="4238250" y="71603"/>
                  </a:lnTo>
                  <a:lnTo>
                    <a:pt x="4246813" y="161936"/>
                  </a:lnTo>
                  <a:lnTo>
                    <a:pt x="4255375" y="449024"/>
                  </a:lnTo>
                  <a:lnTo>
                    <a:pt x="4263937" y="661032"/>
                  </a:lnTo>
                  <a:lnTo>
                    <a:pt x="4272499" y="874303"/>
                  </a:lnTo>
                  <a:lnTo>
                    <a:pt x="4281061" y="1031250"/>
                  </a:lnTo>
                  <a:lnTo>
                    <a:pt x="4289623" y="1100483"/>
                  </a:lnTo>
                  <a:lnTo>
                    <a:pt x="4298185" y="1229656"/>
                  </a:lnTo>
                  <a:lnTo>
                    <a:pt x="4306747" y="1327793"/>
                  </a:lnTo>
                  <a:lnTo>
                    <a:pt x="4315310" y="1526085"/>
                  </a:lnTo>
                  <a:lnTo>
                    <a:pt x="4323872" y="1742933"/>
                  </a:lnTo>
                  <a:lnTo>
                    <a:pt x="4332434" y="1910102"/>
                  </a:lnTo>
                  <a:lnTo>
                    <a:pt x="4340996" y="2053960"/>
                  </a:lnTo>
                  <a:lnTo>
                    <a:pt x="4349558" y="2163130"/>
                  </a:lnTo>
                  <a:lnTo>
                    <a:pt x="4358120" y="2294863"/>
                  </a:lnTo>
                  <a:lnTo>
                    <a:pt x="4366682" y="2449624"/>
                  </a:lnTo>
                  <a:lnTo>
                    <a:pt x="4375244" y="2551012"/>
                  </a:lnTo>
                  <a:lnTo>
                    <a:pt x="4383807" y="2506460"/>
                  </a:lnTo>
                  <a:lnTo>
                    <a:pt x="4392369" y="2491279"/>
                  </a:lnTo>
                  <a:lnTo>
                    <a:pt x="4400931" y="2506042"/>
                  </a:lnTo>
                  <a:lnTo>
                    <a:pt x="4409493" y="2361076"/>
                  </a:lnTo>
                  <a:lnTo>
                    <a:pt x="4418055" y="2137230"/>
                  </a:lnTo>
                  <a:lnTo>
                    <a:pt x="4426617" y="2060166"/>
                  </a:lnTo>
                  <a:lnTo>
                    <a:pt x="4435179" y="2200315"/>
                  </a:lnTo>
                  <a:lnTo>
                    <a:pt x="4443741" y="2342255"/>
                  </a:lnTo>
                  <a:lnTo>
                    <a:pt x="4452304" y="2429876"/>
                  </a:lnTo>
                  <a:lnTo>
                    <a:pt x="4460866" y="2601098"/>
                  </a:lnTo>
                  <a:lnTo>
                    <a:pt x="4469428" y="2724586"/>
                  </a:lnTo>
                  <a:lnTo>
                    <a:pt x="4477990" y="2653004"/>
                  </a:lnTo>
                  <a:lnTo>
                    <a:pt x="4486552" y="2395971"/>
                  </a:lnTo>
                  <a:lnTo>
                    <a:pt x="4495114" y="2045511"/>
                  </a:lnTo>
                  <a:lnTo>
                    <a:pt x="4503676" y="1805789"/>
                  </a:lnTo>
                  <a:lnTo>
                    <a:pt x="4512238" y="1705566"/>
                  </a:lnTo>
                  <a:lnTo>
                    <a:pt x="4520800" y="1488254"/>
                  </a:lnTo>
                  <a:lnTo>
                    <a:pt x="4529363" y="1224064"/>
                  </a:lnTo>
                  <a:lnTo>
                    <a:pt x="4537925" y="1049958"/>
                  </a:lnTo>
                  <a:lnTo>
                    <a:pt x="4546487" y="955343"/>
                  </a:lnTo>
                  <a:lnTo>
                    <a:pt x="4555049" y="758381"/>
                  </a:lnTo>
                  <a:lnTo>
                    <a:pt x="4563611" y="440380"/>
                  </a:lnTo>
                  <a:lnTo>
                    <a:pt x="4572173" y="432880"/>
                  </a:lnTo>
                  <a:lnTo>
                    <a:pt x="4580735" y="643469"/>
                  </a:lnTo>
                  <a:lnTo>
                    <a:pt x="4589297" y="851414"/>
                  </a:lnTo>
                  <a:lnTo>
                    <a:pt x="4597860" y="934214"/>
                  </a:lnTo>
                  <a:lnTo>
                    <a:pt x="4606422" y="983847"/>
                  </a:lnTo>
                  <a:lnTo>
                    <a:pt x="4614984" y="972080"/>
                  </a:lnTo>
                  <a:lnTo>
                    <a:pt x="4623546" y="1072451"/>
                  </a:lnTo>
                  <a:lnTo>
                    <a:pt x="4632108" y="1184852"/>
                  </a:lnTo>
                  <a:lnTo>
                    <a:pt x="4640670" y="1334897"/>
                  </a:lnTo>
                  <a:lnTo>
                    <a:pt x="4649232" y="1686669"/>
                  </a:lnTo>
                  <a:lnTo>
                    <a:pt x="4657794" y="2044749"/>
                  </a:lnTo>
                  <a:lnTo>
                    <a:pt x="4666357" y="2437724"/>
                  </a:lnTo>
                  <a:lnTo>
                    <a:pt x="4674919" y="2676087"/>
                  </a:lnTo>
                  <a:lnTo>
                    <a:pt x="4683481" y="2730129"/>
                  </a:lnTo>
                  <a:lnTo>
                    <a:pt x="4692043" y="2665875"/>
                  </a:lnTo>
                  <a:lnTo>
                    <a:pt x="4700605" y="2447181"/>
                  </a:lnTo>
                  <a:lnTo>
                    <a:pt x="4709167" y="2408783"/>
                  </a:lnTo>
                  <a:lnTo>
                    <a:pt x="4717729" y="2401659"/>
                  </a:lnTo>
                  <a:lnTo>
                    <a:pt x="4726291" y="2336511"/>
                  </a:lnTo>
                  <a:lnTo>
                    <a:pt x="4734854" y="2221812"/>
                  </a:lnTo>
                  <a:lnTo>
                    <a:pt x="4743416" y="2178537"/>
                  </a:lnTo>
                  <a:lnTo>
                    <a:pt x="4751978" y="2247970"/>
                  </a:lnTo>
                  <a:lnTo>
                    <a:pt x="4760540" y="2179858"/>
                  </a:lnTo>
                  <a:lnTo>
                    <a:pt x="4769102" y="2124834"/>
                  </a:lnTo>
                  <a:lnTo>
                    <a:pt x="4777664" y="2152780"/>
                  </a:lnTo>
                  <a:lnTo>
                    <a:pt x="4786226" y="2341625"/>
                  </a:lnTo>
                  <a:lnTo>
                    <a:pt x="4794788" y="2563732"/>
                  </a:lnTo>
                  <a:lnTo>
                    <a:pt x="4803351" y="2683131"/>
                  </a:lnTo>
                  <a:lnTo>
                    <a:pt x="4811913" y="2743999"/>
                  </a:lnTo>
                  <a:lnTo>
                    <a:pt x="4820475" y="2733758"/>
                  </a:lnTo>
                  <a:lnTo>
                    <a:pt x="4829037" y="2717607"/>
                  </a:lnTo>
                  <a:lnTo>
                    <a:pt x="4837599" y="2647986"/>
                  </a:lnTo>
                  <a:lnTo>
                    <a:pt x="4846161" y="2522372"/>
                  </a:lnTo>
                  <a:lnTo>
                    <a:pt x="4854723" y="2500055"/>
                  </a:lnTo>
                  <a:lnTo>
                    <a:pt x="4863285" y="2441980"/>
                  </a:lnTo>
                  <a:lnTo>
                    <a:pt x="4871848" y="2400768"/>
                  </a:lnTo>
                  <a:lnTo>
                    <a:pt x="4880410" y="2295292"/>
                  </a:lnTo>
                  <a:lnTo>
                    <a:pt x="4888972" y="2186798"/>
                  </a:lnTo>
                  <a:lnTo>
                    <a:pt x="4897534" y="2248777"/>
                  </a:lnTo>
                  <a:lnTo>
                    <a:pt x="4906096" y="2311454"/>
                  </a:lnTo>
                  <a:lnTo>
                    <a:pt x="4914658" y="2444147"/>
                  </a:lnTo>
                  <a:lnTo>
                    <a:pt x="4923220" y="2591950"/>
                  </a:lnTo>
                  <a:lnTo>
                    <a:pt x="4931782" y="2745282"/>
                  </a:lnTo>
                  <a:lnTo>
                    <a:pt x="4940345" y="2959423"/>
                  </a:lnTo>
                  <a:lnTo>
                    <a:pt x="4948907" y="3071944"/>
                  </a:lnTo>
                  <a:lnTo>
                    <a:pt x="4957469" y="3116972"/>
                  </a:lnTo>
                  <a:lnTo>
                    <a:pt x="4966031" y="3012148"/>
                  </a:lnTo>
                  <a:lnTo>
                    <a:pt x="4974593" y="2865319"/>
                  </a:lnTo>
                  <a:lnTo>
                    <a:pt x="4983155" y="2782888"/>
                  </a:lnTo>
                  <a:lnTo>
                    <a:pt x="4991717" y="2636617"/>
                  </a:lnTo>
                  <a:lnTo>
                    <a:pt x="5000279" y="2531696"/>
                  </a:lnTo>
                  <a:lnTo>
                    <a:pt x="5008842" y="2490233"/>
                  </a:lnTo>
                  <a:lnTo>
                    <a:pt x="5017404" y="2610388"/>
                  </a:lnTo>
                  <a:lnTo>
                    <a:pt x="5025966" y="2768238"/>
                  </a:lnTo>
                  <a:lnTo>
                    <a:pt x="5034528" y="2914531"/>
                  </a:lnTo>
                  <a:lnTo>
                    <a:pt x="5043090" y="3045868"/>
                  </a:lnTo>
                  <a:lnTo>
                    <a:pt x="5051652" y="3006269"/>
                  </a:lnTo>
                  <a:lnTo>
                    <a:pt x="5060214" y="2875070"/>
                  </a:lnTo>
                  <a:lnTo>
                    <a:pt x="5068776" y="2815824"/>
                  </a:lnTo>
                  <a:lnTo>
                    <a:pt x="5077338" y="2829715"/>
                  </a:lnTo>
                  <a:lnTo>
                    <a:pt x="5085901" y="2730360"/>
                  </a:lnTo>
                  <a:lnTo>
                    <a:pt x="5094463" y="2602667"/>
                  </a:lnTo>
                  <a:lnTo>
                    <a:pt x="5103025" y="2599955"/>
                  </a:lnTo>
                  <a:lnTo>
                    <a:pt x="5111587" y="2651357"/>
                  </a:lnTo>
                  <a:lnTo>
                    <a:pt x="5120149" y="2568158"/>
                  </a:lnTo>
                  <a:lnTo>
                    <a:pt x="5128711" y="2474441"/>
                  </a:lnTo>
                  <a:lnTo>
                    <a:pt x="5137273" y="2513767"/>
                  </a:lnTo>
                  <a:lnTo>
                    <a:pt x="5145835" y="2677659"/>
                  </a:lnTo>
                  <a:lnTo>
                    <a:pt x="5154398" y="2803999"/>
                  </a:lnTo>
                  <a:lnTo>
                    <a:pt x="5162960" y="2776262"/>
                  </a:lnTo>
                  <a:lnTo>
                    <a:pt x="5171522" y="2832074"/>
                  </a:lnTo>
                  <a:lnTo>
                    <a:pt x="5180084" y="2914799"/>
                  </a:lnTo>
                  <a:lnTo>
                    <a:pt x="5188646" y="2884416"/>
                  </a:lnTo>
                  <a:lnTo>
                    <a:pt x="5197208" y="2848532"/>
                  </a:lnTo>
                  <a:lnTo>
                    <a:pt x="5205770" y="2732680"/>
                  </a:lnTo>
                  <a:lnTo>
                    <a:pt x="5214332" y="2735839"/>
                  </a:lnTo>
                  <a:lnTo>
                    <a:pt x="5222895" y="2734743"/>
                  </a:lnTo>
                  <a:lnTo>
                    <a:pt x="5231457" y="2643273"/>
                  </a:lnTo>
                  <a:lnTo>
                    <a:pt x="5240019" y="2603370"/>
                  </a:lnTo>
                  <a:lnTo>
                    <a:pt x="5248581" y="2534482"/>
                  </a:lnTo>
                  <a:lnTo>
                    <a:pt x="5257143" y="2593179"/>
                  </a:lnTo>
                  <a:lnTo>
                    <a:pt x="5265705" y="2676701"/>
                  </a:lnTo>
                  <a:lnTo>
                    <a:pt x="5274267" y="2766395"/>
                  </a:lnTo>
                  <a:lnTo>
                    <a:pt x="5282829" y="2865810"/>
                  </a:lnTo>
                  <a:lnTo>
                    <a:pt x="5291392" y="2957025"/>
                  </a:lnTo>
                  <a:lnTo>
                    <a:pt x="5299954" y="3028004"/>
                  </a:lnTo>
                  <a:lnTo>
                    <a:pt x="5308516" y="3050830"/>
                  </a:lnTo>
                  <a:lnTo>
                    <a:pt x="5317078" y="3050830"/>
                  </a:lnTo>
                  <a:lnTo>
                    <a:pt x="5325640" y="3021289"/>
                  </a:lnTo>
                  <a:lnTo>
                    <a:pt x="5334202" y="2970109"/>
                  </a:lnTo>
                  <a:lnTo>
                    <a:pt x="5342764" y="2897132"/>
                  </a:lnTo>
                  <a:lnTo>
                    <a:pt x="5351326" y="2804144"/>
                  </a:lnTo>
                  <a:lnTo>
                    <a:pt x="5359889" y="2739515"/>
                  </a:lnTo>
                  <a:lnTo>
                    <a:pt x="5368451" y="2674802"/>
                  </a:lnTo>
                  <a:lnTo>
                    <a:pt x="5377013" y="2618777"/>
                  </a:lnTo>
                  <a:lnTo>
                    <a:pt x="5385575" y="2559989"/>
                  </a:lnTo>
                  <a:lnTo>
                    <a:pt x="5394137" y="2588073"/>
                  </a:lnTo>
                  <a:lnTo>
                    <a:pt x="5402699" y="2656813"/>
                  </a:lnTo>
                  <a:lnTo>
                    <a:pt x="5411261" y="2663760"/>
                  </a:lnTo>
                  <a:lnTo>
                    <a:pt x="5419823" y="2695379"/>
                  </a:lnTo>
                  <a:lnTo>
                    <a:pt x="5428386" y="2721415"/>
                  </a:lnTo>
                  <a:lnTo>
                    <a:pt x="5436948" y="2892495"/>
                  </a:lnTo>
                  <a:lnTo>
                    <a:pt x="5445510" y="2975595"/>
                  </a:lnTo>
                  <a:lnTo>
                    <a:pt x="5454072" y="2944183"/>
                  </a:lnTo>
                  <a:lnTo>
                    <a:pt x="5462634" y="2916882"/>
                  </a:lnTo>
                  <a:lnTo>
                    <a:pt x="5471196" y="2945672"/>
                  </a:lnTo>
                  <a:lnTo>
                    <a:pt x="5479758" y="3023270"/>
                  </a:lnTo>
                  <a:lnTo>
                    <a:pt x="5488320" y="2941731"/>
                  </a:lnTo>
                  <a:lnTo>
                    <a:pt x="5496883" y="2934746"/>
                  </a:lnTo>
                  <a:lnTo>
                    <a:pt x="5505445" y="3047607"/>
                  </a:lnTo>
                  <a:lnTo>
                    <a:pt x="5514007" y="3116972"/>
                  </a:lnTo>
                  <a:lnTo>
                    <a:pt x="5522569" y="3116972"/>
                  </a:lnTo>
                  <a:lnTo>
                    <a:pt x="5531131" y="3116972"/>
                  </a:lnTo>
                  <a:lnTo>
                    <a:pt x="5539693" y="3116972"/>
                  </a:lnTo>
                  <a:lnTo>
                    <a:pt x="5548255" y="3116972"/>
                  </a:lnTo>
                  <a:lnTo>
                    <a:pt x="5556817" y="3116972"/>
                  </a:lnTo>
                  <a:lnTo>
                    <a:pt x="5565380" y="3116972"/>
                  </a:lnTo>
                  <a:lnTo>
                    <a:pt x="5573942" y="3116972"/>
                  </a:lnTo>
                  <a:lnTo>
                    <a:pt x="5582504" y="3116972"/>
                  </a:lnTo>
                  <a:lnTo>
                    <a:pt x="5591066" y="3077670"/>
                  </a:lnTo>
                  <a:lnTo>
                    <a:pt x="5599628" y="3029785"/>
                  </a:lnTo>
                  <a:lnTo>
                    <a:pt x="5608190" y="3070634"/>
                  </a:lnTo>
                  <a:lnTo>
                    <a:pt x="5616752" y="3065781"/>
                  </a:lnTo>
                  <a:lnTo>
                    <a:pt x="5625314" y="2972488"/>
                  </a:lnTo>
                  <a:lnTo>
                    <a:pt x="5633876" y="2919488"/>
                  </a:lnTo>
                  <a:lnTo>
                    <a:pt x="5642439" y="2902189"/>
                  </a:lnTo>
                  <a:lnTo>
                    <a:pt x="5651001" y="2841207"/>
                  </a:lnTo>
                  <a:lnTo>
                    <a:pt x="5659563" y="2611704"/>
                  </a:lnTo>
                  <a:lnTo>
                    <a:pt x="5668125" y="2398834"/>
                  </a:lnTo>
                  <a:lnTo>
                    <a:pt x="5676687" y="2377350"/>
                  </a:lnTo>
                  <a:lnTo>
                    <a:pt x="5685249" y="2216427"/>
                  </a:lnTo>
                  <a:lnTo>
                    <a:pt x="5693811" y="2094560"/>
                  </a:lnTo>
                  <a:lnTo>
                    <a:pt x="5702373" y="2041883"/>
                  </a:lnTo>
                  <a:lnTo>
                    <a:pt x="5710936" y="2012025"/>
                  </a:lnTo>
                  <a:lnTo>
                    <a:pt x="5719498" y="2124487"/>
                  </a:lnTo>
                  <a:lnTo>
                    <a:pt x="5728060" y="2195220"/>
                  </a:lnTo>
                  <a:lnTo>
                    <a:pt x="5736622" y="2346908"/>
                  </a:lnTo>
                  <a:lnTo>
                    <a:pt x="5745184" y="2481555"/>
                  </a:lnTo>
                  <a:lnTo>
                    <a:pt x="5753746" y="2643104"/>
                  </a:lnTo>
                  <a:lnTo>
                    <a:pt x="5762308" y="2794731"/>
                  </a:lnTo>
                  <a:lnTo>
                    <a:pt x="5770870" y="2736691"/>
                  </a:lnTo>
                  <a:lnTo>
                    <a:pt x="5779433" y="2731686"/>
                  </a:lnTo>
                  <a:lnTo>
                    <a:pt x="5787995" y="2818315"/>
                  </a:lnTo>
                  <a:lnTo>
                    <a:pt x="5796557" y="2994497"/>
                  </a:lnTo>
                  <a:lnTo>
                    <a:pt x="5805119" y="3008080"/>
                  </a:lnTo>
                  <a:lnTo>
                    <a:pt x="5813681" y="2890527"/>
                  </a:lnTo>
                  <a:lnTo>
                    <a:pt x="5822243" y="2942934"/>
                  </a:lnTo>
                  <a:lnTo>
                    <a:pt x="5830805" y="2911963"/>
                  </a:lnTo>
                  <a:lnTo>
                    <a:pt x="5839367" y="2885461"/>
                  </a:lnTo>
                  <a:lnTo>
                    <a:pt x="5847930" y="2730474"/>
                  </a:lnTo>
                  <a:lnTo>
                    <a:pt x="5856492" y="2741425"/>
                  </a:lnTo>
                  <a:lnTo>
                    <a:pt x="5865054" y="2996462"/>
                  </a:lnTo>
                  <a:lnTo>
                    <a:pt x="5873616" y="3116972"/>
                  </a:lnTo>
                  <a:lnTo>
                    <a:pt x="5882178" y="3116972"/>
                  </a:lnTo>
                  <a:lnTo>
                    <a:pt x="5890740" y="3116972"/>
                  </a:lnTo>
                  <a:lnTo>
                    <a:pt x="5899302" y="3116972"/>
                  </a:lnTo>
                  <a:lnTo>
                    <a:pt x="5907864" y="3076465"/>
                  </a:lnTo>
                  <a:lnTo>
                    <a:pt x="5916427" y="3060818"/>
                  </a:lnTo>
                  <a:lnTo>
                    <a:pt x="5924989" y="3031529"/>
                  </a:lnTo>
                  <a:lnTo>
                    <a:pt x="5933551" y="2988486"/>
                  </a:lnTo>
                  <a:lnTo>
                    <a:pt x="5942113" y="2965595"/>
                  </a:lnTo>
                  <a:lnTo>
                    <a:pt x="5950675" y="3005047"/>
                  </a:lnTo>
                  <a:lnTo>
                    <a:pt x="5959237" y="2960156"/>
                  </a:lnTo>
                  <a:lnTo>
                    <a:pt x="5967799" y="2835155"/>
                  </a:lnTo>
                  <a:lnTo>
                    <a:pt x="5976361" y="2760929"/>
                  </a:lnTo>
                  <a:lnTo>
                    <a:pt x="5984924" y="2704258"/>
                  </a:lnTo>
                  <a:lnTo>
                    <a:pt x="5993486" y="2709849"/>
                  </a:lnTo>
                  <a:lnTo>
                    <a:pt x="6002048" y="2755771"/>
                  </a:lnTo>
                  <a:lnTo>
                    <a:pt x="6010610" y="2827404"/>
                  </a:lnTo>
                  <a:lnTo>
                    <a:pt x="6019172" y="2904588"/>
                  </a:lnTo>
                  <a:lnTo>
                    <a:pt x="6027734" y="2971996"/>
                  </a:lnTo>
                  <a:lnTo>
                    <a:pt x="6036296" y="2974119"/>
                  </a:lnTo>
                  <a:lnTo>
                    <a:pt x="6044858" y="2913480"/>
                  </a:lnTo>
                  <a:lnTo>
                    <a:pt x="6053421" y="2863383"/>
                  </a:lnTo>
                  <a:lnTo>
                    <a:pt x="6061983" y="2809560"/>
                  </a:lnTo>
                  <a:lnTo>
                    <a:pt x="6070545" y="2769740"/>
                  </a:lnTo>
                  <a:lnTo>
                    <a:pt x="6079107" y="2763605"/>
                  </a:lnTo>
                  <a:lnTo>
                    <a:pt x="6087669" y="2767586"/>
                  </a:lnTo>
                  <a:lnTo>
                    <a:pt x="6096231" y="2778049"/>
                  </a:lnTo>
                  <a:lnTo>
                    <a:pt x="6104793" y="2773990"/>
                  </a:lnTo>
                  <a:lnTo>
                    <a:pt x="6113355" y="2905037"/>
                  </a:lnTo>
                  <a:lnTo>
                    <a:pt x="6121918" y="3028656"/>
                  </a:lnTo>
                  <a:lnTo>
                    <a:pt x="6130480" y="3116972"/>
                  </a:lnTo>
                  <a:lnTo>
                    <a:pt x="6139042" y="3116972"/>
                  </a:lnTo>
                  <a:lnTo>
                    <a:pt x="6147604" y="3116972"/>
                  </a:lnTo>
                  <a:lnTo>
                    <a:pt x="6156166" y="3116972"/>
                  </a:lnTo>
                  <a:lnTo>
                    <a:pt x="6164728" y="3116972"/>
                  </a:lnTo>
                  <a:lnTo>
                    <a:pt x="6173290" y="3063654"/>
                  </a:lnTo>
                  <a:lnTo>
                    <a:pt x="6181852" y="2923183"/>
                  </a:lnTo>
                  <a:lnTo>
                    <a:pt x="6190414" y="2975812"/>
                  </a:lnTo>
                  <a:lnTo>
                    <a:pt x="6198977" y="3076201"/>
                  </a:lnTo>
                  <a:lnTo>
                    <a:pt x="6207539" y="2992529"/>
                  </a:lnTo>
                  <a:lnTo>
                    <a:pt x="6216101" y="2942775"/>
                  </a:lnTo>
                  <a:lnTo>
                    <a:pt x="6224663" y="2944522"/>
                  </a:lnTo>
                  <a:lnTo>
                    <a:pt x="6233225" y="2799390"/>
                  </a:lnTo>
                  <a:lnTo>
                    <a:pt x="6241787" y="2668751"/>
                  </a:lnTo>
                  <a:lnTo>
                    <a:pt x="6250349" y="2658363"/>
                  </a:lnTo>
                  <a:lnTo>
                    <a:pt x="6258911" y="2712989"/>
                  </a:lnTo>
                  <a:lnTo>
                    <a:pt x="6267474" y="2655858"/>
                  </a:lnTo>
                  <a:lnTo>
                    <a:pt x="6276036" y="2580141"/>
                  </a:lnTo>
                  <a:lnTo>
                    <a:pt x="6284598" y="2652523"/>
                  </a:lnTo>
                  <a:lnTo>
                    <a:pt x="6293160" y="2639564"/>
                  </a:lnTo>
                  <a:lnTo>
                    <a:pt x="6301722" y="2401701"/>
                  </a:lnTo>
                  <a:lnTo>
                    <a:pt x="6310284" y="2227714"/>
                  </a:lnTo>
                  <a:lnTo>
                    <a:pt x="6318846" y="2188457"/>
                  </a:lnTo>
                  <a:lnTo>
                    <a:pt x="6327408" y="2330674"/>
                  </a:lnTo>
                  <a:lnTo>
                    <a:pt x="6335971" y="2434772"/>
                  </a:lnTo>
                  <a:lnTo>
                    <a:pt x="6344533" y="2429305"/>
                  </a:lnTo>
                  <a:lnTo>
                    <a:pt x="6353095" y="2542360"/>
                  </a:lnTo>
                  <a:lnTo>
                    <a:pt x="6361657" y="2638487"/>
                  </a:lnTo>
                  <a:lnTo>
                    <a:pt x="6370219" y="2692450"/>
                  </a:lnTo>
                  <a:lnTo>
                    <a:pt x="6378781" y="2685010"/>
                  </a:lnTo>
                  <a:lnTo>
                    <a:pt x="6387343" y="2690957"/>
                  </a:lnTo>
                  <a:lnTo>
                    <a:pt x="6395905" y="2841681"/>
                  </a:lnTo>
                  <a:lnTo>
                    <a:pt x="6404468" y="2961258"/>
                  </a:lnTo>
                  <a:lnTo>
                    <a:pt x="6413030" y="2991862"/>
                  </a:lnTo>
                  <a:lnTo>
                    <a:pt x="6421592" y="2935558"/>
                  </a:lnTo>
                  <a:lnTo>
                    <a:pt x="6430154" y="2796530"/>
                  </a:lnTo>
                  <a:lnTo>
                    <a:pt x="6438716" y="2709499"/>
                  </a:lnTo>
                  <a:lnTo>
                    <a:pt x="6447278" y="2682897"/>
                  </a:lnTo>
                  <a:lnTo>
                    <a:pt x="6455840" y="2646757"/>
                  </a:lnTo>
                  <a:lnTo>
                    <a:pt x="6464402" y="2623638"/>
                  </a:lnTo>
                  <a:lnTo>
                    <a:pt x="6472965" y="2636967"/>
                  </a:lnTo>
                  <a:lnTo>
                    <a:pt x="6481527" y="2698606"/>
                  </a:lnTo>
                  <a:lnTo>
                    <a:pt x="6490089" y="2682180"/>
                  </a:lnTo>
                  <a:lnTo>
                    <a:pt x="6498651" y="2630281"/>
                  </a:lnTo>
                  <a:lnTo>
                    <a:pt x="6507213" y="2679331"/>
                  </a:lnTo>
                  <a:lnTo>
                    <a:pt x="6515775" y="2736321"/>
                  </a:lnTo>
                  <a:lnTo>
                    <a:pt x="6524337" y="2793110"/>
                  </a:lnTo>
                  <a:lnTo>
                    <a:pt x="6532899" y="2821077"/>
                  </a:lnTo>
                  <a:lnTo>
                    <a:pt x="6541462" y="2870817"/>
                  </a:lnTo>
                  <a:lnTo>
                    <a:pt x="6550024" y="2893357"/>
                  </a:lnTo>
                  <a:lnTo>
                    <a:pt x="6558586" y="2728891"/>
                  </a:lnTo>
                  <a:lnTo>
                    <a:pt x="6567148" y="2575704"/>
                  </a:lnTo>
                  <a:lnTo>
                    <a:pt x="6575710" y="2618920"/>
                  </a:lnTo>
                  <a:lnTo>
                    <a:pt x="6584272" y="2677298"/>
                  </a:lnTo>
                  <a:lnTo>
                    <a:pt x="6592834" y="2692463"/>
                  </a:lnTo>
                  <a:lnTo>
                    <a:pt x="6601396" y="2682512"/>
                  </a:lnTo>
                  <a:lnTo>
                    <a:pt x="6609959" y="2828967"/>
                  </a:lnTo>
                  <a:lnTo>
                    <a:pt x="6618521" y="3013313"/>
                  </a:lnTo>
                  <a:lnTo>
                    <a:pt x="6627083" y="3031717"/>
                  </a:lnTo>
                  <a:lnTo>
                    <a:pt x="6635645" y="3028115"/>
                  </a:lnTo>
                  <a:lnTo>
                    <a:pt x="6644207" y="3077494"/>
                  </a:lnTo>
                  <a:lnTo>
                    <a:pt x="6652769" y="3070335"/>
                  </a:lnTo>
                  <a:lnTo>
                    <a:pt x="6661331" y="2983473"/>
                  </a:lnTo>
                  <a:lnTo>
                    <a:pt x="6669893" y="2911279"/>
                  </a:lnTo>
                  <a:lnTo>
                    <a:pt x="6678456" y="2807610"/>
                  </a:lnTo>
                  <a:lnTo>
                    <a:pt x="6687018" y="2723900"/>
                  </a:lnTo>
                  <a:lnTo>
                    <a:pt x="6695580" y="2713952"/>
                  </a:lnTo>
                  <a:lnTo>
                    <a:pt x="6704142" y="2749651"/>
                  </a:lnTo>
                  <a:lnTo>
                    <a:pt x="6712704" y="2823303"/>
                  </a:lnTo>
                  <a:lnTo>
                    <a:pt x="6721266" y="2860576"/>
                  </a:lnTo>
                  <a:lnTo>
                    <a:pt x="6729828" y="2896247"/>
                  </a:lnTo>
                  <a:lnTo>
                    <a:pt x="6738390" y="2962124"/>
                  </a:lnTo>
                  <a:lnTo>
                    <a:pt x="6746952" y="2950897"/>
                  </a:lnTo>
                  <a:lnTo>
                    <a:pt x="6755515" y="2962352"/>
                  </a:lnTo>
                  <a:lnTo>
                    <a:pt x="6764077" y="3002775"/>
                  </a:lnTo>
                  <a:lnTo>
                    <a:pt x="6772639" y="3048867"/>
                  </a:lnTo>
                  <a:lnTo>
                    <a:pt x="6781201" y="3116972"/>
                  </a:lnTo>
                  <a:lnTo>
                    <a:pt x="6789763" y="3116972"/>
                  </a:lnTo>
                  <a:lnTo>
                    <a:pt x="6798325" y="3116972"/>
                  </a:lnTo>
                  <a:lnTo>
                    <a:pt x="6806887" y="3116972"/>
                  </a:lnTo>
                  <a:lnTo>
                    <a:pt x="6815449" y="3116972"/>
                  </a:lnTo>
                  <a:lnTo>
                    <a:pt x="6824012" y="3116972"/>
                  </a:lnTo>
                  <a:lnTo>
                    <a:pt x="6832574" y="3116972"/>
                  </a:lnTo>
                  <a:lnTo>
                    <a:pt x="6841136" y="3090356"/>
                  </a:lnTo>
                  <a:lnTo>
                    <a:pt x="6849698" y="2989555"/>
                  </a:lnTo>
                  <a:lnTo>
                    <a:pt x="6858260" y="2726251"/>
                  </a:lnTo>
                  <a:lnTo>
                    <a:pt x="6866822" y="2555780"/>
                  </a:lnTo>
                  <a:lnTo>
                    <a:pt x="6875384" y="2523013"/>
                  </a:lnTo>
                  <a:lnTo>
                    <a:pt x="6883946" y="2473526"/>
                  </a:lnTo>
                  <a:lnTo>
                    <a:pt x="6892509" y="2357069"/>
                  </a:lnTo>
                  <a:lnTo>
                    <a:pt x="6901071" y="2317913"/>
                  </a:lnTo>
                  <a:lnTo>
                    <a:pt x="6909633" y="2512910"/>
                  </a:lnTo>
                  <a:lnTo>
                    <a:pt x="6918195" y="2658889"/>
                  </a:lnTo>
                  <a:lnTo>
                    <a:pt x="6926757" y="2731292"/>
                  </a:lnTo>
                  <a:lnTo>
                    <a:pt x="6935319" y="2807291"/>
                  </a:lnTo>
                  <a:lnTo>
                    <a:pt x="6943881" y="2920673"/>
                  </a:lnTo>
                  <a:lnTo>
                    <a:pt x="6952443" y="2976006"/>
                  </a:lnTo>
                  <a:lnTo>
                    <a:pt x="6961006" y="2929139"/>
                  </a:lnTo>
                  <a:lnTo>
                    <a:pt x="6969568" y="2817560"/>
                  </a:lnTo>
                  <a:lnTo>
                    <a:pt x="6978130" y="2641511"/>
                  </a:lnTo>
                  <a:lnTo>
                    <a:pt x="6986692" y="2493124"/>
                  </a:lnTo>
                  <a:lnTo>
                    <a:pt x="6995254" y="2515005"/>
                  </a:lnTo>
                  <a:lnTo>
                    <a:pt x="7003816" y="2672160"/>
                  </a:lnTo>
                  <a:lnTo>
                    <a:pt x="7012378" y="2758827"/>
                  </a:lnTo>
                  <a:lnTo>
                    <a:pt x="7020940" y="2867476"/>
                  </a:lnTo>
                  <a:lnTo>
                    <a:pt x="7029503" y="2986357"/>
                  </a:lnTo>
                  <a:lnTo>
                    <a:pt x="7038065" y="3046692"/>
                  </a:lnTo>
                  <a:lnTo>
                    <a:pt x="7046627" y="3035715"/>
                  </a:lnTo>
                  <a:lnTo>
                    <a:pt x="7055189" y="2962229"/>
                  </a:lnTo>
                  <a:lnTo>
                    <a:pt x="7063751" y="2924361"/>
                  </a:lnTo>
                  <a:lnTo>
                    <a:pt x="7072313" y="2862013"/>
                  </a:lnTo>
                  <a:lnTo>
                    <a:pt x="7080875" y="2803262"/>
                  </a:lnTo>
                  <a:lnTo>
                    <a:pt x="7089437" y="2861841"/>
                  </a:lnTo>
                  <a:lnTo>
                    <a:pt x="7098000" y="2876282"/>
                  </a:lnTo>
                  <a:lnTo>
                    <a:pt x="7106562" y="2810608"/>
                  </a:lnTo>
                  <a:lnTo>
                    <a:pt x="7115124" y="2806618"/>
                  </a:lnTo>
                  <a:lnTo>
                    <a:pt x="7123686" y="2868965"/>
                  </a:lnTo>
                  <a:lnTo>
                    <a:pt x="7132248" y="2945250"/>
                  </a:lnTo>
                  <a:lnTo>
                    <a:pt x="7140810" y="2948209"/>
                  </a:lnTo>
                  <a:lnTo>
                    <a:pt x="7149372" y="2949550"/>
                  </a:lnTo>
                  <a:lnTo>
                    <a:pt x="7157934" y="3017174"/>
                  </a:lnTo>
                  <a:lnTo>
                    <a:pt x="7166497" y="3024251"/>
                  </a:lnTo>
                  <a:lnTo>
                    <a:pt x="7175059" y="3014239"/>
                  </a:lnTo>
                  <a:lnTo>
                    <a:pt x="7183621" y="3014239"/>
                  </a:lnTo>
                  <a:lnTo>
                    <a:pt x="7192183" y="3014239"/>
                  </a:lnTo>
                  <a:lnTo>
                    <a:pt x="7200745" y="3014239"/>
                  </a:lnTo>
                  <a:lnTo>
                    <a:pt x="7209307" y="3006295"/>
                  </a:lnTo>
                  <a:lnTo>
                    <a:pt x="7217869" y="2986491"/>
                  </a:lnTo>
                  <a:lnTo>
                    <a:pt x="7226431" y="2950263"/>
                  </a:lnTo>
                  <a:lnTo>
                    <a:pt x="7234994" y="2979272"/>
                  </a:lnTo>
                  <a:lnTo>
                    <a:pt x="7243556" y="3010821"/>
                  </a:lnTo>
                  <a:lnTo>
                    <a:pt x="7252118" y="3010820"/>
                  </a:lnTo>
                  <a:lnTo>
                    <a:pt x="7260680" y="3017769"/>
                  </a:lnTo>
                  <a:lnTo>
                    <a:pt x="7269242" y="3065148"/>
                  </a:lnTo>
                  <a:lnTo>
                    <a:pt x="7277804" y="3076716"/>
                  </a:lnTo>
                  <a:lnTo>
                    <a:pt x="7286366" y="2943841"/>
                  </a:lnTo>
                  <a:lnTo>
                    <a:pt x="7294928" y="2869033"/>
                  </a:lnTo>
                  <a:lnTo>
                    <a:pt x="7303490" y="2896570"/>
                  </a:lnTo>
                  <a:lnTo>
                    <a:pt x="7312053" y="2928616"/>
                  </a:lnTo>
                  <a:lnTo>
                    <a:pt x="7320615" y="2891437"/>
                  </a:lnTo>
                  <a:lnTo>
                    <a:pt x="7329177" y="2867505"/>
                  </a:lnTo>
                  <a:lnTo>
                    <a:pt x="7337739" y="2895586"/>
                  </a:lnTo>
                  <a:lnTo>
                    <a:pt x="7346301" y="2871617"/>
                  </a:lnTo>
                  <a:lnTo>
                    <a:pt x="7354863" y="2812548"/>
                  </a:lnTo>
                  <a:lnTo>
                    <a:pt x="7363425" y="2689846"/>
                  </a:lnTo>
                  <a:lnTo>
                    <a:pt x="7371987" y="2608319"/>
                  </a:lnTo>
                  <a:lnTo>
                    <a:pt x="7380550" y="2590975"/>
                  </a:lnTo>
                  <a:lnTo>
                    <a:pt x="7389112" y="2611518"/>
                  </a:lnTo>
                  <a:lnTo>
                    <a:pt x="7397674" y="2620448"/>
                  </a:lnTo>
                  <a:lnTo>
                    <a:pt x="7406236" y="2618003"/>
                  </a:lnTo>
                  <a:lnTo>
                    <a:pt x="7414798" y="2710088"/>
                  </a:lnTo>
                  <a:lnTo>
                    <a:pt x="7423360" y="2836968"/>
                  </a:lnTo>
                  <a:lnTo>
                    <a:pt x="7431922" y="2902286"/>
                  </a:lnTo>
                  <a:lnTo>
                    <a:pt x="7440484" y="2887087"/>
                  </a:lnTo>
                  <a:lnTo>
                    <a:pt x="7449047" y="2902431"/>
                  </a:lnTo>
                  <a:lnTo>
                    <a:pt x="7457609" y="2936408"/>
                  </a:lnTo>
                  <a:lnTo>
                    <a:pt x="7466171" y="2934978"/>
                  </a:lnTo>
                  <a:lnTo>
                    <a:pt x="7474733" y="2969274"/>
                  </a:lnTo>
                  <a:lnTo>
                    <a:pt x="7483295" y="3045927"/>
                  </a:lnTo>
                  <a:lnTo>
                    <a:pt x="7491857" y="3116972"/>
                  </a:lnTo>
                  <a:lnTo>
                    <a:pt x="7500419" y="3116972"/>
                  </a:lnTo>
                  <a:lnTo>
                    <a:pt x="7508981" y="3111130"/>
                  </a:lnTo>
                  <a:lnTo>
                    <a:pt x="7517544" y="3095468"/>
                  </a:lnTo>
                  <a:lnTo>
                    <a:pt x="7526106" y="3087068"/>
                  </a:lnTo>
                  <a:lnTo>
                    <a:pt x="7534668" y="3030967"/>
                  </a:lnTo>
                  <a:lnTo>
                    <a:pt x="7543230" y="3056933"/>
                  </a:lnTo>
                  <a:lnTo>
                    <a:pt x="7551792" y="3103564"/>
                  </a:lnTo>
                  <a:lnTo>
                    <a:pt x="7560354" y="3116972"/>
                  </a:lnTo>
                  <a:lnTo>
                    <a:pt x="7568916" y="3086229"/>
                  </a:lnTo>
                  <a:lnTo>
                    <a:pt x="7577478" y="3075999"/>
                  </a:lnTo>
                  <a:lnTo>
                    <a:pt x="7586041" y="3043858"/>
                  </a:lnTo>
                  <a:lnTo>
                    <a:pt x="7594603" y="2880564"/>
                  </a:lnTo>
                  <a:lnTo>
                    <a:pt x="7603165" y="2686082"/>
                  </a:lnTo>
                  <a:lnTo>
                    <a:pt x="7611727" y="2567142"/>
                  </a:lnTo>
                  <a:lnTo>
                    <a:pt x="7620289" y="2505319"/>
                  </a:lnTo>
                  <a:lnTo>
                    <a:pt x="7628851" y="2378900"/>
                  </a:lnTo>
                  <a:lnTo>
                    <a:pt x="7637413" y="2321111"/>
                  </a:lnTo>
                  <a:lnTo>
                    <a:pt x="7645975" y="2342102"/>
                  </a:lnTo>
                  <a:lnTo>
                    <a:pt x="7654538" y="2454847"/>
                  </a:lnTo>
                  <a:lnTo>
                    <a:pt x="7663100" y="2559123"/>
                  </a:lnTo>
                  <a:lnTo>
                    <a:pt x="7671662" y="2607670"/>
                  </a:lnTo>
                  <a:lnTo>
                    <a:pt x="7680224" y="2685574"/>
                  </a:lnTo>
                  <a:lnTo>
                    <a:pt x="7688786" y="2697580"/>
                  </a:lnTo>
                  <a:lnTo>
                    <a:pt x="7697348" y="2749320"/>
                  </a:lnTo>
                  <a:lnTo>
                    <a:pt x="7705910" y="2723290"/>
                  </a:lnTo>
                  <a:lnTo>
                    <a:pt x="7714472" y="2683814"/>
                  </a:lnTo>
                  <a:lnTo>
                    <a:pt x="7723035" y="2602328"/>
                  </a:lnTo>
                  <a:lnTo>
                    <a:pt x="7731597" y="2414216"/>
                  </a:lnTo>
                  <a:lnTo>
                    <a:pt x="7740159" y="2282133"/>
                  </a:lnTo>
                  <a:lnTo>
                    <a:pt x="7748721" y="2137325"/>
                  </a:lnTo>
                  <a:lnTo>
                    <a:pt x="7757283" y="2010000"/>
                  </a:lnTo>
                  <a:lnTo>
                    <a:pt x="7765845" y="1942946"/>
                  </a:lnTo>
                  <a:lnTo>
                    <a:pt x="7774407" y="1930514"/>
                  </a:lnTo>
                  <a:lnTo>
                    <a:pt x="7782969" y="2063010"/>
                  </a:lnTo>
                  <a:lnTo>
                    <a:pt x="7791532" y="2130516"/>
                  </a:lnTo>
                  <a:lnTo>
                    <a:pt x="7800094" y="2246358"/>
                  </a:lnTo>
                  <a:lnTo>
                    <a:pt x="7808656" y="2430558"/>
                  </a:lnTo>
                  <a:lnTo>
                    <a:pt x="7817218" y="2559537"/>
                  </a:lnTo>
                  <a:lnTo>
                    <a:pt x="7825780" y="2719291"/>
                  </a:lnTo>
                  <a:lnTo>
                    <a:pt x="7834342" y="2799585"/>
                  </a:lnTo>
                  <a:lnTo>
                    <a:pt x="7842904" y="2856627"/>
                  </a:lnTo>
                  <a:lnTo>
                    <a:pt x="7851466" y="2833935"/>
                  </a:lnTo>
                  <a:lnTo>
                    <a:pt x="7860029" y="2843103"/>
                  </a:lnTo>
                  <a:lnTo>
                    <a:pt x="7868591" y="2863453"/>
                  </a:lnTo>
                  <a:lnTo>
                    <a:pt x="7877153" y="2863453"/>
                  </a:lnTo>
                  <a:lnTo>
                    <a:pt x="7885715" y="2817318"/>
                  </a:lnTo>
                  <a:lnTo>
                    <a:pt x="7894277" y="2781344"/>
                  </a:lnTo>
                  <a:lnTo>
                    <a:pt x="7902839" y="2721219"/>
                  </a:lnTo>
                  <a:lnTo>
                    <a:pt x="7911401" y="2582851"/>
                  </a:lnTo>
                  <a:lnTo>
                    <a:pt x="7919963" y="2490880"/>
                  </a:lnTo>
                  <a:lnTo>
                    <a:pt x="7928525" y="2376196"/>
                  </a:lnTo>
                  <a:lnTo>
                    <a:pt x="7937088" y="2385996"/>
                  </a:lnTo>
                  <a:lnTo>
                    <a:pt x="7945650" y="2449306"/>
                  </a:lnTo>
                  <a:lnTo>
                    <a:pt x="7954212" y="2478891"/>
                  </a:lnTo>
                  <a:lnTo>
                    <a:pt x="7962774" y="2477571"/>
                  </a:lnTo>
                  <a:lnTo>
                    <a:pt x="7971336" y="2381595"/>
                  </a:lnTo>
                  <a:lnTo>
                    <a:pt x="7979898" y="2395833"/>
                  </a:lnTo>
                  <a:lnTo>
                    <a:pt x="7988460" y="2370519"/>
                  </a:lnTo>
                  <a:lnTo>
                    <a:pt x="7997022" y="2336886"/>
                  </a:lnTo>
                  <a:lnTo>
                    <a:pt x="8005585" y="2320646"/>
                  </a:lnTo>
                  <a:lnTo>
                    <a:pt x="8014147" y="2318429"/>
                  </a:lnTo>
                  <a:lnTo>
                    <a:pt x="8022709" y="2533303"/>
                  </a:lnTo>
                  <a:lnTo>
                    <a:pt x="8031271" y="2653626"/>
                  </a:lnTo>
                  <a:lnTo>
                    <a:pt x="8039833" y="2653889"/>
                  </a:lnTo>
                  <a:lnTo>
                    <a:pt x="8048395" y="2735135"/>
                  </a:lnTo>
                  <a:lnTo>
                    <a:pt x="8056957" y="2883120"/>
                  </a:lnTo>
                  <a:lnTo>
                    <a:pt x="8065519" y="2984893"/>
                  </a:lnTo>
                  <a:lnTo>
                    <a:pt x="8074082" y="2906447"/>
                  </a:lnTo>
                  <a:lnTo>
                    <a:pt x="8082644" y="2801650"/>
                  </a:lnTo>
                  <a:lnTo>
                    <a:pt x="8091206" y="2770175"/>
                  </a:lnTo>
                  <a:lnTo>
                    <a:pt x="8099768" y="2663665"/>
                  </a:lnTo>
                  <a:lnTo>
                    <a:pt x="8108330" y="2590026"/>
                  </a:lnTo>
                  <a:lnTo>
                    <a:pt x="8116892" y="2570417"/>
                  </a:lnTo>
                  <a:lnTo>
                    <a:pt x="8125454" y="2580759"/>
                  </a:lnTo>
                  <a:lnTo>
                    <a:pt x="8134016" y="2595075"/>
                  </a:lnTo>
                  <a:lnTo>
                    <a:pt x="8142579" y="2550779"/>
                  </a:lnTo>
                  <a:lnTo>
                    <a:pt x="8151141" y="2572068"/>
                  </a:lnTo>
                  <a:lnTo>
                    <a:pt x="8159703" y="2649740"/>
                  </a:lnTo>
                  <a:lnTo>
                    <a:pt x="8168265" y="2716084"/>
                  </a:lnTo>
                  <a:lnTo>
                    <a:pt x="8176827" y="2757265"/>
                  </a:lnTo>
                  <a:lnTo>
                    <a:pt x="8185389" y="2827867"/>
                  </a:lnTo>
                  <a:lnTo>
                    <a:pt x="8193951" y="2965027"/>
                  </a:lnTo>
                  <a:lnTo>
                    <a:pt x="8202513" y="3038373"/>
                  </a:lnTo>
                  <a:lnTo>
                    <a:pt x="8211076" y="2932631"/>
                  </a:lnTo>
                  <a:lnTo>
                    <a:pt x="8219638" y="2791163"/>
                  </a:lnTo>
                  <a:lnTo>
                    <a:pt x="8228200" y="2644465"/>
                  </a:lnTo>
                  <a:lnTo>
                    <a:pt x="8236762" y="2607501"/>
                  </a:lnTo>
                  <a:lnTo>
                    <a:pt x="8245324" y="2595905"/>
                  </a:lnTo>
                  <a:lnTo>
                    <a:pt x="8253886" y="2494998"/>
                  </a:lnTo>
                  <a:lnTo>
                    <a:pt x="8262448" y="2472466"/>
                  </a:lnTo>
                  <a:lnTo>
                    <a:pt x="8271010" y="2595882"/>
                  </a:lnTo>
                  <a:lnTo>
                    <a:pt x="8279573" y="2742581"/>
                  </a:lnTo>
                  <a:lnTo>
                    <a:pt x="8288135" y="2687226"/>
                  </a:lnTo>
                  <a:lnTo>
                    <a:pt x="8296697" y="2594492"/>
                  </a:lnTo>
                  <a:lnTo>
                    <a:pt x="8305259" y="2632996"/>
                  </a:lnTo>
                  <a:lnTo>
                    <a:pt x="8313821" y="2743957"/>
                  </a:lnTo>
                  <a:lnTo>
                    <a:pt x="8322383" y="2748822"/>
                  </a:lnTo>
                  <a:lnTo>
                    <a:pt x="8330945" y="2644199"/>
                  </a:lnTo>
                  <a:lnTo>
                    <a:pt x="8339507" y="2664677"/>
                  </a:lnTo>
                  <a:lnTo>
                    <a:pt x="8348070" y="2804599"/>
                  </a:lnTo>
                  <a:lnTo>
                    <a:pt x="8356632" y="2910019"/>
                  </a:lnTo>
                  <a:lnTo>
                    <a:pt x="8365194" y="2927332"/>
                  </a:lnTo>
                  <a:lnTo>
                    <a:pt x="8373756" y="2940517"/>
                  </a:lnTo>
                  <a:lnTo>
                    <a:pt x="8382318" y="3045144"/>
                  </a:lnTo>
                  <a:lnTo>
                    <a:pt x="8390880" y="3116972"/>
                  </a:lnTo>
                  <a:lnTo>
                    <a:pt x="8399442" y="3081393"/>
                  </a:lnTo>
                  <a:lnTo>
                    <a:pt x="8408004" y="3082211"/>
                  </a:lnTo>
                  <a:lnTo>
                    <a:pt x="8416567" y="3083527"/>
                  </a:lnTo>
                  <a:lnTo>
                    <a:pt x="8425129" y="3098255"/>
                  </a:lnTo>
                  <a:lnTo>
                    <a:pt x="8433691" y="3116972"/>
                  </a:lnTo>
                  <a:lnTo>
                    <a:pt x="8442253" y="3116972"/>
                  </a:lnTo>
                  <a:lnTo>
                    <a:pt x="8450815" y="3116972"/>
                  </a:lnTo>
                  <a:lnTo>
                    <a:pt x="8459377" y="3116972"/>
                  </a:lnTo>
                  <a:lnTo>
                    <a:pt x="8467939" y="3111649"/>
                  </a:lnTo>
                  <a:lnTo>
                    <a:pt x="8476501" y="3055533"/>
                  </a:lnTo>
                  <a:lnTo>
                    <a:pt x="8485063" y="3016565"/>
                  </a:lnTo>
                  <a:lnTo>
                    <a:pt x="8493626" y="2998285"/>
                  </a:lnTo>
                  <a:lnTo>
                    <a:pt x="8502188" y="2919793"/>
                  </a:lnTo>
                  <a:lnTo>
                    <a:pt x="8510750" y="2845955"/>
                  </a:lnTo>
                  <a:lnTo>
                    <a:pt x="8519312" y="2902053"/>
                  </a:lnTo>
                  <a:lnTo>
                    <a:pt x="8527874" y="2943441"/>
                  </a:lnTo>
                  <a:lnTo>
                    <a:pt x="8536436" y="2969930"/>
                  </a:lnTo>
                  <a:lnTo>
                    <a:pt x="8544998" y="2984046"/>
                  </a:lnTo>
                  <a:lnTo>
                    <a:pt x="8553560" y="3085357"/>
                  </a:lnTo>
                  <a:lnTo>
                    <a:pt x="8553560" y="3116972"/>
                  </a:lnTo>
                  <a:lnTo>
                    <a:pt x="8544998" y="3116972"/>
                  </a:lnTo>
                  <a:lnTo>
                    <a:pt x="8536436" y="3116972"/>
                  </a:lnTo>
                  <a:lnTo>
                    <a:pt x="8527874" y="3116972"/>
                  </a:lnTo>
                  <a:lnTo>
                    <a:pt x="8519312" y="3116972"/>
                  </a:lnTo>
                  <a:lnTo>
                    <a:pt x="8510750" y="3116972"/>
                  </a:lnTo>
                  <a:lnTo>
                    <a:pt x="8502188" y="3116972"/>
                  </a:lnTo>
                  <a:lnTo>
                    <a:pt x="8493626" y="3116972"/>
                  </a:lnTo>
                  <a:lnTo>
                    <a:pt x="8485063" y="3116972"/>
                  </a:lnTo>
                  <a:lnTo>
                    <a:pt x="8476501" y="3116972"/>
                  </a:lnTo>
                  <a:lnTo>
                    <a:pt x="8467939" y="3116972"/>
                  </a:lnTo>
                  <a:lnTo>
                    <a:pt x="8459377" y="3116972"/>
                  </a:lnTo>
                  <a:lnTo>
                    <a:pt x="8450815" y="3116972"/>
                  </a:lnTo>
                  <a:lnTo>
                    <a:pt x="8442253" y="3116972"/>
                  </a:lnTo>
                  <a:lnTo>
                    <a:pt x="8433691" y="3116972"/>
                  </a:lnTo>
                  <a:lnTo>
                    <a:pt x="8425129" y="3116972"/>
                  </a:lnTo>
                  <a:lnTo>
                    <a:pt x="8416567" y="3116972"/>
                  </a:lnTo>
                  <a:lnTo>
                    <a:pt x="8408004" y="3116972"/>
                  </a:lnTo>
                  <a:lnTo>
                    <a:pt x="8399442" y="3116972"/>
                  </a:lnTo>
                  <a:lnTo>
                    <a:pt x="8390880" y="3116972"/>
                  </a:lnTo>
                  <a:lnTo>
                    <a:pt x="8382318" y="3116972"/>
                  </a:lnTo>
                  <a:lnTo>
                    <a:pt x="8373756" y="3116972"/>
                  </a:lnTo>
                  <a:lnTo>
                    <a:pt x="8365194" y="3116972"/>
                  </a:lnTo>
                  <a:lnTo>
                    <a:pt x="8356632" y="3116972"/>
                  </a:lnTo>
                  <a:lnTo>
                    <a:pt x="8348070" y="3116972"/>
                  </a:lnTo>
                  <a:lnTo>
                    <a:pt x="8339507" y="3116972"/>
                  </a:lnTo>
                  <a:lnTo>
                    <a:pt x="8330945" y="3116972"/>
                  </a:lnTo>
                  <a:lnTo>
                    <a:pt x="8322383" y="3116972"/>
                  </a:lnTo>
                  <a:lnTo>
                    <a:pt x="8313821" y="3116972"/>
                  </a:lnTo>
                  <a:lnTo>
                    <a:pt x="8305259" y="3116972"/>
                  </a:lnTo>
                  <a:lnTo>
                    <a:pt x="8296697" y="3116972"/>
                  </a:lnTo>
                  <a:lnTo>
                    <a:pt x="8288135" y="3116972"/>
                  </a:lnTo>
                  <a:lnTo>
                    <a:pt x="8279573" y="3116972"/>
                  </a:lnTo>
                  <a:lnTo>
                    <a:pt x="8271010" y="3116972"/>
                  </a:lnTo>
                  <a:lnTo>
                    <a:pt x="8262448" y="3116972"/>
                  </a:lnTo>
                  <a:lnTo>
                    <a:pt x="8253886" y="3116972"/>
                  </a:lnTo>
                  <a:lnTo>
                    <a:pt x="8245324" y="3116972"/>
                  </a:lnTo>
                  <a:lnTo>
                    <a:pt x="8236762" y="3116972"/>
                  </a:lnTo>
                  <a:lnTo>
                    <a:pt x="8228200" y="3116972"/>
                  </a:lnTo>
                  <a:lnTo>
                    <a:pt x="8219638" y="3116972"/>
                  </a:lnTo>
                  <a:lnTo>
                    <a:pt x="8211076" y="3116972"/>
                  </a:lnTo>
                  <a:lnTo>
                    <a:pt x="8202513" y="3116972"/>
                  </a:lnTo>
                  <a:lnTo>
                    <a:pt x="8193951" y="3116972"/>
                  </a:lnTo>
                  <a:lnTo>
                    <a:pt x="8185389" y="3116972"/>
                  </a:lnTo>
                  <a:lnTo>
                    <a:pt x="8176827" y="3116972"/>
                  </a:lnTo>
                  <a:lnTo>
                    <a:pt x="8168265" y="3116972"/>
                  </a:lnTo>
                  <a:lnTo>
                    <a:pt x="8159703" y="3116972"/>
                  </a:lnTo>
                  <a:lnTo>
                    <a:pt x="8151141" y="3116972"/>
                  </a:lnTo>
                  <a:lnTo>
                    <a:pt x="8142579" y="3116972"/>
                  </a:lnTo>
                  <a:lnTo>
                    <a:pt x="8134016" y="3116972"/>
                  </a:lnTo>
                  <a:lnTo>
                    <a:pt x="8125454" y="3116972"/>
                  </a:lnTo>
                  <a:lnTo>
                    <a:pt x="8116892" y="3116972"/>
                  </a:lnTo>
                  <a:lnTo>
                    <a:pt x="8108330" y="3116972"/>
                  </a:lnTo>
                  <a:lnTo>
                    <a:pt x="8099768" y="3116972"/>
                  </a:lnTo>
                  <a:lnTo>
                    <a:pt x="8091206" y="3116972"/>
                  </a:lnTo>
                  <a:lnTo>
                    <a:pt x="8082644" y="3116972"/>
                  </a:lnTo>
                  <a:lnTo>
                    <a:pt x="8074082" y="3116972"/>
                  </a:lnTo>
                  <a:lnTo>
                    <a:pt x="8065519" y="3116972"/>
                  </a:lnTo>
                  <a:lnTo>
                    <a:pt x="8056957" y="3116972"/>
                  </a:lnTo>
                  <a:lnTo>
                    <a:pt x="8048395" y="3116972"/>
                  </a:lnTo>
                  <a:lnTo>
                    <a:pt x="8039833" y="3116972"/>
                  </a:lnTo>
                  <a:lnTo>
                    <a:pt x="8031271" y="3116972"/>
                  </a:lnTo>
                  <a:lnTo>
                    <a:pt x="8022709" y="3116972"/>
                  </a:lnTo>
                  <a:lnTo>
                    <a:pt x="8014147" y="3116972"/>
                  </a:lnTo>
                  <a:lnTo>
                    <a:pt x="8005585" y="3116972"/>
                  </a:lnTo>
                  <a:lnTo>
                    <a:pt x="7997022" y="3116972"/>
                  </a:lnTo>
                  <a:lnTo>
                    <a:pt x="7988460" y="3116972"/>
                  </a:lnTo>
                  <a:lnTo>
                    <a:pt x="7979898" y="3116972"/>
                  </a:lnTo>
                  <a:lnTo>
                    <a:pt x="7971336" y="3116972"/>
                  </a:lnTo>
                  <a:lnTo>
                    <a:pt x="7962774" y="3116972"/>
                  </a:lnTo>
                  <a:lnTo>
                    <a:pt x="7954212" y="3116972"/>
                  </a:lnTo>
                  <a:lnTo>
                    <a:pt x="7945650" y="3116972"/>
                  </a:lnTo>
                  <a:lnTo>
                    <a:pt x="7937088" y="3116972"/>
                  </a:lnTo>
                  <a:lnTo>
                    <a:pt x="7928525" y="3116972"/>
                  </a:lnTo>
                  <a:lnTo>
                    <a:pt x="7919963" y="3116972"/>
                  </a:lnTo>
                  <a:lnTo>
                    <a:pt x="7911401" y="3116972"/>
                  </a:lnTo>
                  <a:lnTo>
                    <a:pt x="7902839" y="3116972"/>
                  </a:lnTo>
                  <a:lnTo>
                    <a:pt x="7894277" y="3116972"/>
                  </a:lnTo>
                  <a:lnTo>
                    <a:pt x="7885715" y="3116972"/>
                  </a:lnTo>
                  <a:lnTo>
                    <a:pt x="7877153" y="3116972"/>
                  </a:lnTo>
                  <a:lnTo>
                    <a:pt x="7868591" y="3116972"/>
                  </a:lnTo>
                  <a:lnTo>
                    <a:pt x="7860029" y="3116972"/>
                  </a:lnTo>
                  <a:lnTo>
                    <a:pt x="7851466" y="3116972"/>
                  </a:lnTo>
                  <a:lnTo>
                    <a:pt x="7842904" y="3116972"/>
                  </a:lnTo>
                  <a:lnTo>
                    <a:pt x="7834342" y="3116972"/>
                  </a:lnTo>
                  <a:lnTo>
                    <a:pt x="7825780" y="3116972"/>
                  </a:lnTo>
                  <a:lnTo>
                    <a:pt x="7817218" y="3116972"/>
                  </a:lnTo>
                  <a:lnTo>
                    <a:pt x="7808656" y="3116972"/>
                  </a:lnTo>
                  <a:lnTo>
                    <a:pt x="7800094" y="3116972"/>
                  </a:lnTo>
                  <a:lnTo>
                    <a:pt x="7791532" y="3116972"/>
                  </a:lnTo>
                  <a:lnTo>
                    <a:pt x="7782969" y="3116972"/>
                  </a:lnTo>
                  <a:lnTo>
                    <a:pt x="7774407" y="3116972"/>
                  </a:lnTo>
                  <a:lnTo>
                    <a:pt x="7765845" y="3116972"/>
                  </a:lnTo>
                  <a:lnTo>
                    <a:pt x="7757283" y="3116972"/>
                  </a:lnTo>
                  <a:lnTo>
                    <a:pt x="7748721" y="3116972"/>
                  </a:lnTo>
                  <a:lnTo>
                    <a:pt x="7740159" y="3116972"/>
                  </a:lnTo>
                  <a:lnTo>
                    <a:pt x="7731597" y="3116972"/>
                  </a:lnTo>
                  <a:lnTo>
                    <a:pt x="7723035" y="3116972"/>
                  </a:lnTo>
                  <a:lnTo>
                    <a:pt x="7714472" y="3116972"/>
                  </a:lnTo>
                  <a:lnTo>
                    <a:pt x="7705910" y="3116972"/>
                  </a:lnTo>
                  <a:lnTo>
                    <a:pt x="7697348" y="3116972"/>
                  </a:lnTo>
                  <a:lnTo>
                    <a:pt x="7688786" y="3116972"/>
                  </a:lnTo>
                  <a:lnTo>
                    <a:pt x="7680224" y="3116972"/>
                  </a:lnTo>
                  <a:lnTo>
                    <a:pt x="7671662" y="3116972"/>
                  </a:lnTo>
                  <a:lnTo>
                    <a:pt x="7663100" y="3116972"/>
                  </a:lnTo>
                  <a:lnTo>
                    <a:pt x="7654538" y="3116972"/>
                  </a:lnTo>
                  <a:lnTo>
                    <a:pt x="7645975" y="3116972"/>
                  </a:lnTo>
                  <a:lnTo>
                    <a:pt x="7637413" y="3116972"/>
                  </a:lnTo>
                  <a:lnTo>
                    <a:pt x="7628851" y="3116972"/>
                  </a:lnTo>
                  <a:lnTo>
                    <a:pt x="7620289" y="3116972"/>
                  </a:lnTo>
                  <a:lnTo>
                    <a:pt x="7611727" y="3116972"/>
                  </a:lnTo>
                  <a:lnTo>
                    <a:pt x="7603165" y="3116972"/>
                  </a:lnTo>
                  <a:lnTo>
                    <a:pt x="7594603" y="3116972"/>
                  </a:lnTo>
                  <a:lnTo>
                    <a:pt x="7586041" y="3116972"/>
                  </a:lnTo>
                  <a:lnTo>
                    <a:pt x="7577478" y="3116972"/>
                  </a:lnTo>
                  <a:lnTo>
                    <a:pt x="7568916" y="3116972"/>
                  </a:lnTo>
                  <a:lnTo>
                    <a:pt x="7560354" y="3116972"/>
                  </a:lnTo>
                  <a:lnTo>
                    <a:pt x="7551792" y="3116972"/>
                  </a:lnTo>
                  <a:lnTo>
                    <a:pt x="7543230" y="3116972"/>
                  </a:lnTo>
                  <a:lnTo>
                    <a:pt x="7534668" y="3116972"/>
                  </a:lnTo>
                  <a:lnTo>
                    <a:pt x="7526106" y="3116972"/>
                  </a:lnTo>
                  <a:lnTo>
                    <a:pt x="7517544" y="3116972"/>
                  </a:lnTo>
                  <a:lnTo>
                    <a:pt x="7508981" y="3116972"/>
                  </a:lnTo>
                  <a:lnTo>
                    <a:pt x="7500419" y="3116972"/>
                  </a:lnTo>
                  <a:lnTo>
                    <a:pt x="7491857" y="3116972"/>
                  </a:lnTo>
                  <a:lnTo>
                    <a:pt x="7483295" y="3116972"/>
                  </a:lnTo>
                  <a:lnTo>
                    <a:pt x="7474733" y="3116972"/>
                  </a:lnTo>
                  <a:lnTo>
                    <a:pt x="7466171" y="3116972"/>
                  </a:lnTo>
                  <a:lnTo>
                    <a:pt x="7457609" y="3116972"/>
                  </a:lnTo>
                  <a:lnTo>
                    <a:pt x="7449047" y="3116972"/>
                  </a:lnTo>
                  <a:lnTo>
                    <a:pt x="7440484" y="3116972"/>
                  </a:lnTo>
                  <a:lnTo>
                    <a:pt x="7431922" y="3116972"/>
                  </a:lnTo>
                  <a:lnTo>
                    <a:pt x="7423360" y="3116972"/>
                  </a:lnTo>
                  <a:lnTo>
                    <a:pt x="7414798" y="3116972"/>
                  </a:lnTo>
                  <a:lnTo>
                    <a:pt x="7406236" y="3116972"/>
                  </a:lnTo>
                  <a:lnTo>
                    <a:pt x="7397674" y="3116972"/>
                  </a:lnTo>
                  <a:lnTo>
                    <a:pt x="7389112" y="3116972"/>
                  </a:lnTo>
                  <a:lnTo>
                    <a:pt x="7380550" y="3116972"/>
                  </a:lnTo>
                  <a:lnTo>
                    <a:pt x="7371987" y="3116972"/>
                  </a:lnTo>
                  <a:lnTo>
                    <a:pt x="7363425" y="3116972"/>
                  </a:lnTo>
                  <a:lnTo>
                    <a:pt x="7354863" y="3116972"/>
                  </a:lnTo>
                  <a:lnTo>
                    <a:pt x="7346301" y="3116972"/>
                  </a:lnTo>
                  <a:lnTo>
                    <a:pt x="7337739" y="3116972"/>
                  </a:lnTo>
                  <a:lnTo>
                    <a:pt x="7329177" y="3116972"/>
                  </a:lnTo>
                  <a:lnTo>
                    <a:pt x="7320615" y="3116972"/>
                  </a:lnTo>
                  <a:lnTo>
                    <a:pt x="7312053" y="3116972"/>
                  </a:lnTo>
                  <a:lnTo>
                    <a:pt x="7303490" y="3116972"/>
                  </a:lnTo>
                  <a:lnTo>
                    <a:pt x="7294928" y="3116972"/>
                  </a:lnTo>
                  <a:lnTo>
                    <a:pt x="7286366" y="3116972"/>
                  </a:lnTo>
                  <a:lnTo>
                    <a:pt x="7277804" y="3116972"/>
                  </a:lnTo>
                  <a:lnTo>
                    <a:pt x="7269242" y="3116972"/>
                  </a:lnTo>
                  <a:lnTo>
                    <a:pt x="7260680" y="3116972"/>
                  </a:lnTo>
                  <a:lnTo>
                    <a:pt x="7252118" y="3116972"/>
                  </a:lnTo>
                  <a:lnTo>
                    <a:pt x="7243556" y="3116972"/>
                  </a:lnTo>
                  <a:lnTo>
                    <a:pt x="7234994" y="3116972"/>
                  </a:lnTo>
                  <a:lnTo>
                    <a:pt x="7226431" y="3116972"/>
                  </a:lnTo>
                  <a:lnTo>
                    <a:pt x="7217869" y="3116972"/>
                  </a:lnTo>
                  <a:lnTo>
                    <a:pt x="7209307" y="3116972"/>
                  </a:lnTo>
                  <a:lnTo>
                    <a:pt x="7200745" y="3116972"/>
                  </a:lnTo>
                  <a:lnTo>
                    <a:pt x="7192183" y="3116972"/>
                  </a:lnTo>
                  <a:lnTo>
                    <a:pt x="7183621" y="3116972"/>
                  </a:lnTo>
                  <a:lnTo>
                    <a:pt x="7175059" y="3116972"/>
                  </a:lnTo>
                  <a:lnTo>
                    <a:pt x="7166497" y="3116972"/>
                  </a:lnTo>
                  <a:lnTo>
                    <a:pt x="7157934" y="3116972"/>
                  </a:lnTo>
                  <a:lnTo>
                    <a:pt x="7149372" y="3116972"/>
                  </a:lnTo>
                  <a:lnTo>
                    <a:pt x="7140810" y="3116972"/>
                  </a:lnTo>
                  <a:lnTo>
                    <a:pt x="7132248" y="3116972"/>
                  </a:lnTo>
                  <a:lnTo>
                    <a:pt x="7123686" y="3116972"/>
                  </a:lnTo>
                  <a:lnTo>
                    <a:pt x="7115124" y="3116972"/>
                  </a:lnTo>
                  <a:lnTo>
                    <a:pt x="7106562" y="3116972"/>
                  </a:lnTo>
                  <a:lnTo>
                    <a:pt x="7098000" y="3116972"/>
                  </a:lnTo>
                  <a:lnTo>
                    <a:pt x="7089437" y="3116972"/>
                  </a:lnTo>
                  <a:lnTo>
                    <a:pt x="7080875" y="3116972"/>
                  </a:lnTo>
                  <a:lnTo>
                    <a:pt x="7072313" y="3116972"/>
                  </a:lnTo>
                  <a:lnTo>
                    <a:pt x="7063751" y="3116972"/>
                  </a:lnTo>
                  <a:lnTo>
                    <a:pt x="7055189" y="3116972"/>
                  </a:lnTo>
                  <a:lnTo>
                    <a:pt x="7046627" y="3116972"/>
                  </a:lnTo>
                  <a:lnTo>
                    <a:pt x="7038065" y="3116972"/>
                  </a:lnTo>
                  <a:lnTo>
                    <a:pt x="7029503" y="3116972"/>
                  </a:lnTo>
                  <a:lnTo>
                    <a:pt x="7020940" y="3116972"/>
                  </a:lnTo>
                  <a:lnTo>
                    <a:pt x="7012378" y="3116972"/>
                  </a:lnTo>
                  <a:lnTo>
                    <a:pt x="7003816" y="3116972"/>
                  </a:lnTo>
                  <a:lnTo>
                    <a:pt x="6995254" y="3116972"/>
                  </a:lnTo>
                  <a:lnTo>
                    <a:pt x="6986692" y="3116972"/>
                  </a:lnTo>
                  <a:lnTo>
                    <a:pt x="6978130" y="3116972"/>
                  </a:lnTo>
                  <a:lnTo>
                    <a:pt x="6969568" y="3116972"/>
                  </a:lnTo>
                  <a:lnTo>
                    <a:pt x="6961006" y="3116972"/>
                  </a:lnTo>
                  <a:lnTo>
                    <a:pt x="6952443" y="3116972"/>
                  </a:lnTo>
                  <a:lnTo>
                    <a:pt x="6943881" y="3116972"/>
                  </a:lnTo>
                  <a:lnTo>
                    <a:pt x="6935319" y="3116972"/>
                  </a:lnTo>
                  <a:lnTo>
                    <a:pt x="6926757" y="3116972"/>
                  </a:lnTo>
                  <a:lnTo>
                    <a:pt x="6918195" y="3116972"/>
                  </a:lnTo>
                  <a:lnTo>
                    <a:pt x="6909633" y="3116972"/>
                  </a:lnTo>
                  <a:lnTo>
                    <a:pt x="6901071" y="3116972"/>
                  </a:lnTo>
                  <a:lnTo>
                    <a:pt x="6892509" y="3116972"/>
                  </a:lnTo>
                  <a:lnTo>
                    <a:pt x="6883946" y="3116972"/>
                  </a:lnTo>
                  <a:lnTo>
                    <a:pt x="6875384" y="3116972"/>
                  </a:lnTo>
                  <a:lnTo>
                    <a:pt x="6866822" y="3116972"/>
                  </a:lnTo>
                  <a:lnTo>
                    <a:pt x="6858260" y="3116972"/>
                  </a:lnTo>
                  <a:lnTo>
                    <a:pt x="6849698" y="3116972"/>
                  </a:lnTo>
                  <a:lnTo>
                    <a:pt x="6841136" y="3116972"/>
                  </a:lnTo>
                  <a:lnTo>
                    <a:pt x="6832574" y="3116972"/>
                  </a:lnTo>
                  <a:lnTo>
                    <a:pt x="6824012" y="3116972"/>
                  </a:lnTo>
                  <a:lnTo>
                    <a:pt x="6815449" y="3116972"/>
                  </a:lnTo>
                  <a:lnTo>
                    <a:pt x="6806887" y="3116972"/>
                  </a:lnTo>
                  <a:lnTo>
                    <a:pt x="6798325" y="3116972"/>
                  </a:lnTo>
                  <a:lnTo>
                    <a:pt x="6789763" y="3116972"/>
                  </a:lnTo>
                  <a:lnTo>
                    <a:pt x="6781201" y="3116972"/>
                  </a:lnTo>
                  <a:lnTo>
                    <a:pt x="6772639" y="3116972"/>
                  </a:lnTo>
                  <a:lnTo>
                    <a:pt x="6764077" y="3116972"/>
                  </a:lnTo>
                  <a:lnTo>
                    <a:pt x="6755515" y="3116972"/>
                  </a:lnTo>
                  <a:lnTo>
                    <a:pt x="6746952" y="3116972"/>
                  </a:lnTo>
                  <a:lnTo>
                    <a:pt x="6738390" y="3116972"/>
                  </a:lnTo>
                  <a:lnTo>
                    <a:pt x="6729828" y="3116972"/>
                  </a:lnTo>
                  <a:lnTo>
                    <a:pt x="6721266" y="3116972"/>
                  </a:lnTo>
                  <a:lnTo>
                    <a:pt x="6712704" y="3116972"/>
                  </a:lnTo>
                  <a:lnTo>
                    <a:pt x="6704142" y="3116972"/>
                  </a:lnTo>
                  <a:lnTo>
                    <a:pt x="6695580" y="3116972"/>
                  </a:lnTo>
                  <a:lnTo>
                    <a:pt x="6687018" y="3116972"/>
                  </a:lnTo>
                  <a:lnTo>
                    <a:pt x="6678456" y="3116972"/>
                  </a:lnTo>
                  <a:lnTo>
                    <a:pt x="6669893" y="3116972"/>
                  </a:lnTo>
                  <a:lnTo>
                    <a:pt x="6661331" y="3116972"/>
                  </a:lnTo>
                  <a:lnTo>
                    <a:pt x="6652769" y="3116972"/>
                  </a:lnTo>
                  <a:lnTo>
                    <a:pt x="6644207" y="3116972"/>
                  </a:lnTo>
                  <a:lnTo>
                    <a:pt x="6635645" y="3116972"/>
                  </a:lnTo>
                  <a:lnTo>
                    <a:pt x="6627083" y="3116972"/>
                  </a:lnTo>
                  <a:lnTo>
                    <a:pt x="6618521" y="3116972"/>
                  </a:lnTo>
                  <a:lnTo>
                    <a:pt x="6609959" y="3116972"/>
                  </a:lnTo>
                  <a:lnTo>
                    <a:pt x="6601396" y="3116972"/>
                  </a:lnTo>
                  <a:lnTo>
                    <a:pt x="6592834" y="3116972"/>
                  </a:lnTo>
                  <a:lnTo>
                    <a:pt x="6584272" y="3116972"/>
                  </a:lnTo>
                  <a:lnTo>
                    <a:pt x="6575710" y="3116972"/>
                  </a:lnTo>
                  <a:lnTo>
                    <a:pt x="6567148" y="3116972"/>
                  </a:lnTo>
                  <a:lnTo>
                    <a:pt x="6558586" y="3116972"/>
                  </a:lnTo>
                  <a:lnTo>
                    <a:pt x="6550024" y="3116972"/>
                  </a:lnTo>
                  <a:lnTo>
                    <a:pt x="6541462" y="3116972"/>
                  </a:lnTo>
                  <a:lnTo>
                    <a:pt x="6532899" y="3116972"/>
                  </a:lnTo>
                  <a:lnTo>
                    <a:pt x="6524337" y="3116972"/>
                  </a:lnTo>
                  <a:lnTo>
                    <a:pt x="6515775" y="3116972"/>
                  </a:lnTo>
                  <a:lnTo>
                    <a:pt x="6507213" y="3116972"/>
                  </a:lnTo>
                  <a:lnTo>
                    <a:pt x="6498651" y="3116972"/>
                  </a:lnTo>
                  <a:lnTo>
                    <a:pt x="6490089" y="3116972"/>
                  </a:lnTo>
                  <a:lnTo>
                    <a:pt x="6481527" y="3116972"/>
                  </a:lnTo>
                  <a:lnTo>
                    <a:pt x="6472965" y="3116972"/>
                  </a:lnTo>
                  <a:lnTo>
                    <a:pt x="6464402" y="3116972"/>
                  </a:lnTo>
                  <a:lnTo>
                    <a:pt x="6455840" y="3116972"/>
                  </a:lnTo>
                  <a:lnTo>
                    <a:pt x="6447278" y="3116972"/>
                  </a:lnTo>
                  <a:lnTo>
                    <a:pt x="6438716" y="3116972"/>
                  </a:lnTo>
                  <a:lnTo>
                    <a:pt x="6430154" y="3116972"/>
                  </a:lnTo>
                  <a:lnTo>
                    <a:pt x="6421592" y="3116972"/>
                  </a:lnTo>
                  <a:lnTo>
                    <a:pt x="6413030" y="3116972"/>
                  </a:lnTo>
                  <a:lnTo>
                    <a:pt x="6404468" y="3116972"/>
                  </a:lnTo>
                  <a:lnTo>
                    <a:pt x="6395905" y="3116972"/>
                  </a:lnTo>
                  <a:lnTo>
                    <a:pt x="6387343" y="3116972"/>
                  </a:lnTo>
                  <a:lnTo>
                    <a:pt x="6378781" y="3116972"/>
                  </a:lnTo>
                  <a:lnTo>
                    <a:pt x="6370219" y="3116972"/>
                  </a:lnTo>
                  <a:lnTo>
                    <a:pt x="6361657" y="3116972"/>
                  </a:lnTo>
                  <a:lnTo>
                    <a:pt x="6353095" y="3116972"/>
                  </a:lnTo>
                  <a:lnTo>
                    <a:pt x="6344533" y="3116972"/>
                  </a:lnTo>
                  <a:lnTo>
                    <a:pt x="6335971" y="3116972"/>
                  </a:lnTo>
                  <a:lnTo>
                    <a:pt x="6327408" y="3116972"/>
                  </a:lnTo>
                  <a:lnTo>
                    <a:pt x="6318846" y="3116972"/>
                  </a:lnTo>
                  <a:lnTo>
                    <a:pt x="6310284" y="3116972"/>
                  </a:lnTo>
                  <a:lnTo>
                    <a:pt x="6301722" y="3116972"/>
                  </a:lnTo>
                  <a:lnTo>
                    <a:pt x="6293160" y="3116972"/>
                  </a:lnTo>
                  <a:lnTo>
                    <a:pt x="6284598" y="3116972"/>
                  </a:lnTo>
                  <a:lnTo>
                    <a:pt x="6276036" y="3116972"/>
                  </a:lnTo>
                  <a:lnTo>
                    <a:pt x="6267474" y="3116972"/>
                  </a:lnTo>
                  <a:lnTo>
                    <a:pt x="6258911" y="3116972"/>
                  </a:lnTo>
                  <a:lnTo>
                    <a:pt x="6250349" y="3116972"/>
                  </a:lnTo>
                  <a:lnTo>
                    <a:pt x="6241787" y="3116972"/>
                  </a:lnTo>
                  <a:lnTo>
                    <a:pt x="6233225" y="3116972"/>
                  </a:lnTo>
                  <a:lnTo>
                    <a:pt x="6224663" y="3116972"/>
                  </a:lnTo>
                  <a:lnTo>
                    <a:pt x="6216101" y="3116972"/>
                  </a:lnTo>
                  <a:lnTo>
                    <a:pt x="6207539" y="3116972"/>
                  </a:lnTo>
                  <a:lnTo>
                    <a:pt x="6198977" y="3116972"/>
                  </a:lnTo>
                  <a:lnTo>
                    <a:pt x="6190414" y="3116972"/>
                  </a:lnTo>
                  <a:lnTo>
                    <a:pt x="6181852" y="3116972"/>
                  </a:lnTo>
                  <a:lnTo>
                    <a:pt x="6173290" y="3116972"/>
                  </a:lnTo>
                  <a:lnTo>
                    <a:pt x="6164728" y="3116972"/>
                  </a:lnTo>
                  <a:lnTo>
                    <a:pt x="6156166" y="3116972"/>
                  </a:lnTo>
                  <a:lnTo>
                    <a:pt x="6147604" y="3116972"/>
                  </a:lnTo>
                  <a:lnTo>
                    <a:pt x="6139042" y="3116972"/>
                  </a:lnTo>
                  <a:lnTo>
                    <a:pt x="6130480" y="3116972"/>
                  </a:lnTo>
                  <a:lnTo>
                    <a:pt x="6121918" y="3116972"/>
                  </a:lnTo>
                  <a:lnTo>
                    <a:pt x="6113355" y="3116972"/>
                  </a:lnTo>
                  <a:lnTo>
                    <a:pt x="6104793" y="3116972"/>
                  </a:lnTo>
                  <a:lnTo>
                    <a:pt x="6096231" y="3116972"/>
                  </a:lnTo>
                  <a:lnTo>
                    <a:pt x="6087669" y="3116972"/>
                  </a:lnTo>
                  <a:lnTo>
                    <a:pt x="6079107" y="3116972"/>
                  </a:lnTo>
                  <a:lnTo>
                    <a:pt x="6070545" y="3116972"/>
                  </a:lnTo>
                  <a:lnTo>
                    <a:pt x="6061983" y="3116972"/>
                  </a:lnTo>
                  <a:lnTo>
                    <a:pt x="6053421" y="3116972"/>
                  </a:lnTo>
                  <a:lnTo>
                    <a:pt x="6044858" y="3116972"/>
                  </a:lnTo>
                  <a:lnTo>
                    <a:pt x="6036296" y="3116972"/>
                  </a:lnTo>
                  <a:lnTo>
                    <a:pt x="6027734" y="3116972"/>
                  </a:lnTo>
                  <a:lnTo>
                    <a:pt x="6019172" y="3116972"/>
                  </a:lnTo>
                  <a:lnTo>
                    <a:pt x="6010610" y="3116972"/>
                  </a:lnTo>
                  <a:lnTo>
                    <a:pt x="6002048" y="3116972"/>
                  </a:lnTo>
                  <a:lnTo>
                    <a:pt x="5993486" y="3116972"/>
                  </a:lnTo>
                  <a:lnTo>
                    <a:pt x="5984924" y="3116972"/>
                  </a:lnTo>
                  <a:lnTo>
                    <a:pt x="5976361" y="3116972"/>
                  </a:lnTo>
                  <a:lnTo>
                    <a:pt x="5967799" y="3116972"/>
                  </a:lnTo>
                  <a:lnTo>
                    <a:pt x="5959237" y="3116972"/>
                  </a:lnTo>
                  <a:lnTo>
                    <a:pt x="5950675" y="3116972"/>
                  </a:lnTo>
                  <a:lnTo>
                    <a:pt x="5942113" y="3116972"/>
                  </a:lnTo>
                  <a:lnTo>
                    <a:pt x="5933551" y="3116972"/>
                  </a:lnTo>
                  <a:lnTo>
                    <a:pt x="5924989" y="3116972"/>
                  </a:lnTo>
                  <a:lnTo>
                    <a:pt x="5916427" y="3116972"/>
                  </a:lnTo>
                  <a:lnTo>
                    <a:pt x="5907864" y="3116972"/>
                  </a:lnTo>
                  <a:lnTo>
                    <a:pt x="5899302" y="3116972"/>
                  </a:lnTo>
                  <a:lnTo>
                    <a:pt x="5890740" y="3116972"/>
                  </a:lnTo>
                  <a:lnTo>
                    <a:pt x="5882178" y="3116972"/>
                  </a:lnTo>
                  <a:lnTo>
                    <a:pt x="5873616" y="3116972"/>
                  </a:lnTo>
                  <a:lnTo>
                    <a:pt x="5865054" y="3116972"/>
                  </a:lnTo>
                  <a:lnTo>
                    <a:pt x="5856492" y="3116972"/>
                  </a:lnTo>
                  <a:lnTo>
                    <a:pt x="5847930" y="3116972"/>
                  </a:lnTo>
                  <a:lnTo>
                    <a:pt x="5839367" y="3116972"/>
                  </a:lnTo>
                  <a:lnTo>
                    <a:pt x="5830805" y="3116972"/>
                  </a:lnTo>
                  <a:lnTo>
                    <a:pt x="5822243" y="3116972"/>
                  </a:lnTo>
                  <a:lnTo>
                    <a:pt x="5813681" y="3116972"/>
                  </a:lnTo>
                  <a:lnTo>
                    <a:pt x="5805119" y="3116972"/>
                  </a:lnTo>
                  <a:lnTo>
                    <a:pt x="5796557" y="3116972"/>
                  </a:lnTo>
                  <a:lnTo>
                    <a:pt x="5787995" y="3116972"/>
                  </a:lnTo>
                  <a:lnTo>
                    <a:pt x="5779433" y="3116972"/>
                  </a:lnTo>
                  <a:lnTo>
                    <a:pt x="5770870" y="3116972"/>
                  </a:lnTo>
                  <a:lnTo>
                    <a:pt x="5762308" y="3116972"/>
                  </a:lnTo>
                  <a:lnTo>
                    <a:pt x="5753746" y="3116972"/>
                  </a:lnTo>
                  <a:lnTo>
                    <a:pt x="5745184" y="3116972"/>
                  </a:lnTo>
                  <a:lnTo>
                    <a:pt x="5736622" y="3116972"/>
                  </a:lnTo>
                  <a:lnTo>
                    <a:pt x="5728060" y="3116972"/>
                  </a:lnTo>
                  <a:lnTo>
                    <a:pt x="5719498" y="3116972"/>
                  </a:lnTo>
                  <a:lnTo>
                    <a:pt x="5710936" y="3116972"/>
                  </a:lnTo>
                  <a:lnTo>
                    <a:pt x="5702373" y="3116972"/>
                  </a:lnTo>
                  <a:lnTo>
                    <a:pt x="5693811" y="3116972"/>
                  </a:lnTo>
                  <a:lnTo>
                    <a:pt x="5685249" y="3116972"/>
                  </a:lnTo>
                  <a:lnTo>
                    <a:pt x="5676687" y="3116972"/>
                  </a:lnTo>
                  <a:lnTo>
                    <a:pt x="5668125" y="3116972"/>
                  </a:lnTo>
                  <a:lnTo>
                    <a:pt x="5659563" y="3116972"/>
                  </a:lnTo>
                  <a:lnTo>
                    <a:pt x="5651001" y="3116972"/>
                  </a:lnTo>
                  <a:lnTo>
                    <a:pt x="5642439" y="3116972"/>
                  </a:lnTo>
                  <a:lnTo>
                    <a:pt x="5633876" y="3116972"/>
                  </a:lnTo>
                  <a:lnTo>
                    <a:pt x="5625314" y="3116972"/>
                  </a:lnTo>
                  <a:lnTo>
                    <a:pt x="5616752" y="3116972"/>
                  </a:lnTo>
                  <a:lnTo>
                    <a:pt x="5608190" y="3116972"/>
                  </a:lnTo>
                  <a:lnTo>
                    <a:pt x="5599628" y="3116972"/>
                  </a:lnTo>
                  <a:lnTo>
                    <a:pt x="5591066" y="3116972"/>
                  </a:lnTo>
                  <a:lnTo>
                    <a:pt x="5582504" y="3116972"/>
                  </a:lnTo>
                  <a:lnTo>
                    <a:pt x="5573942" y="3116972"/>
                  </a:lnTo>
                  <a:lnTo>
                    <a:pt x="5565380" y="3116972"/>
                  </a:lnTo>
                  <a:lnTo>
                    <a:pt x="5556817" y="3116972"/>
                  </a:lnTo>
                  <a:lnTo>
                    <a:pt x="5548255" y="3116972"/>
                  </a:lnTo>
                  <a:lnTo>
                    <a:pt x="5539693" y="3116972"/>
                  </a:lnTo>
                  <a:lnTo>
                    <a:pt x="5531131" y="3116972"/>
                  </a:lnTo>
                  <a:lnTo>
                    <a:pt x="5522569" y="3116972"/>
                  </a:lnTo>
                  <a:lnTo>
                    <a:pt x="5514007" y="3116972"/>
                  </a:lnTo>
                  <a:lnTo>
                    <a:pt x="5505445" y="3116972"/>
                  </a:lnTo>
                  <a:lnTo>
                    <a:pt x="5496883" y="3116972"/>
                  </a:lnTo>
                  <a:lnTo>
                    <a:pt x="5488320" y="3116972"/>
                  </a:lnTo>
                  <a:lnTo>
                    <a:pt x="5479758" y="3116972"/>
                  </a:lnTo>
                  <a:lnTo>
                    <a:pt x="5471196" y="3116972"/>
                  </a:lnTo>
                  <a:lnTo>
                    <a:pt x="5462634" y="3116972"/>
                  </a:lnTo>
                  <a:lnTo>
                    <a:pt x="5454072" y="3116972"/>
                  </a:lnTo>
                  <a:lnTo>
                    <a:pt x="5445510" y="3116972"/>
                  </a:lnTo>
                  <a:lnTo>
                    <a:pt x="5436948" y="3116972"/>
                  </a:lnTo>
                  <a:lnTo>
                    <a:pt x="5428386" y="3116972"/>
                  </a:lnTo>
                  <a:lnTo>
                    <a:pt x="5419823" y="3116972"/>
                  </a:lnTo>
                  <a:lnTo>
                    <a:pt x="5411261" y="3116972"/>
                  </a:lnTo>
                  <a:lnTo>
                    <a:pt x="5402699" y="3116972"/>
                  </a:lnTo>
                  <a:lnTo>
                    <a:pt x="5394137" y="3116972"/>
                  </a:lnTo>
                  <a:lnTo>
                    <a:pt x="5385575" y="3116972"/>
                  </a:lnTo>
                  <a:lnTo>
                    <a:pt x="5377013" y="3116972"/>
                  </a:lnTo>
                  <a:lnTo>
                    <a:pt x="5368451" y="3116972"/>
                  </a:lnTo>
                  <a:lnTo>
                    <a:pt x="5359889" y="3116972"/>
                  </a:lnTo>
                  <a:lnTo>
                    <a:pt x="5351326" y="3116972"/>
                  </a:lnTo>
                  <a:lnTo>
                    <a:pt x="5342764" y="3116972"/>
                  </a:lnTo>
                  <a:lnTo>
                    <a:pt x="5334202" y="3116972"/>
                  </a:lnTo>
                  <a:lnTo>
                    <a:pt x="5325640" y="3116972"/>
                  </a:lnTo>
                  <a:lnTo>
                    <a:pt x="5317078" y="3116972"/>
                  </a:lnTo>
                  <a:lnTo>
                    <a:pt x="5308516" y="3116972"/>
                  </a:lnTo>
                  <a:lnTo>
                    <a:pt x="5299954" y="3116972"/>
                  </a:lnTo>
                  <a:lnTo>
                    <a:pt x="5291392" y="3116972"/>
                  </a:lnTo>
                  <a:lnTo>
                    <a:pt x="5282829" y="3116972"/>
                  </a:lnTo>
                  <a:lnTo>
                    <a:pt x="5274267" y="3116972"/>
                  </a:lnTo>
                  <a:lnTo>
                    <a:pt x="5265705" y="3116972"/>
                  </a:lnTo>
                  <a:lnTo>
                    <a:pt x="5257143" y="3116972"/>
                  </a:lnTo>
                  <a:lnTo>
                    <a:pt x="5248581" y="3116972"/>
                  </a:lnTo>
                  <a:lnTo>
                    <a:pt x="5240019" y="3116972"/>
                  </a:lnTo>
                  <a:lnTo>
                    <a:pt x="5231457" y="3116972"/>
                  </a:lnTo>
                  <a:lnTo>
                    <a:pt x="5222895" y="3116972"/>
                  </a:lnTo>
                  <a:lnTo>
                    <a:pt x="5214332" y="3116972"/>
                  </a:lnTo>
                  <a:lnTo>
                    <a:pt x="5205770" y="3116972"/>
                  </a:lnTo>
                  <a:lnTo>
                    <a:pt x="5197208" y="3116972"/>
                  </a:lnTo>
                  <a:lnTo>
                    <a:pt x="5188646" y="3116972"/>
                  </a:lnTo>
                  <a:lnTo>
                    <a:pt x="5180084" y="3116972"/>
                  </a:lnTo>
                  <a:lnTo>
                    <a:pt x="5171522" y="3116972"/>
                  </a:lnTo>
                  <a:lnTo>
                    <a:pt x="5162960" y="3116972"/>
                  </a:lnTo>
                  <a:lnTo>
                    <a:pt x="5154398" y="3116972"/>
                  </a:lnTo>
                  <a:lnTo>
                    <a:pt x="5145835" y="3116972"/>
                  </a:lnTo>
                  <a:lnTo>
                    <a:pt x="5137273" y="3116972"/>
                  </a:lnTo>
                  <a:lnTo>
                    <a:pt x="5128711" y="3116972"/>
                  </a:lnTo>
                  <a:lnTo>
                    <a:pt x="5120149" y="3116972"/>
                  </a:lnTo>
                  <a:lnTo>
                    <a:pt x="5111587" y="3116972"/>
                  </a:lnTo>
                  <a:lnTo>
                    <a:pt x="5103025" y="3116972"/>
                  </a:lnTo>
                  <a:lnTo>
                    <a:pt x="5094463" y="3116972"/>
                  </a:lnTo>
                  <a:lnTo>
                    <a:pt x="5085901" y="3116972"/>
                  </a:lnTo>
                  <a:lnTo>
                    <a:pt x="5077338" y="3116972"/>
                  </a:lnTo>
                  <a:lnTo>
                    <a:pt x="5068776" y="3116972"/>
                  </a:lnTo>
                  <a:lnTo>
                    <a:pt x="5060214" y="3116972"/>
                  </a:lnTo>
                  <a:lnTo>
                    <a:pt x="5051652" y="3116972"/>
                  </a:lnTo>
                  <a:lnTo>
                    <a:pt x="5043090" y="3116972"/>
                  </a:lnTo>
                  <a:lnTo>
                    <a:pt x="5034528" y="3116972"/>
                  </a:lnTo>
                  <a:lnTo>
                    <a:pt x="5025966" y="3116972"/>
                  </a:lnTo>
                  <a:lnTo>
                    <a:pt x="5017404" y="3116972"/>
                  </a:lnTo>
                  <a:lnTo>
                    <a:pt x="5008842" y="3116972"/>
                  </a:lnTo>
                  <a:lnTo>
                    <a:pt x="5000279" y="3116972"/>
                  </a:lnTo>
                  <a:lnTo>
                    <a:pt x="4991717" y="3116972"/>
                  </a:lnTo>
                  <a:lnTo>
                    <a:pt x="4983155" y="3116972"/>
                  </a:lnTo>
                  <a:lnTo>
                    <a:pt x="4974593" y="3116972"/>
                  </a:lnTo>
                  <a:lnTo>
                    <a:pt x="4966031" y="3116972"/>
                  </a:lnTo>
                  <a:lnTo>
                    <a:pt x="4957469" y="3116972"/>
                  </a:lnTo>
                  <a:lnTo>
                    <a:pt x="4948907" y="3116972"/>
                  </a:lnTo>
                  <a:lnTo>
                    <a:pt x="4940345" y="3116972"/>
                  </a:lnTo>
                  <a:lnTo>
                    <a:pt x="4931782" y="3116972"/>
                  </a:lnTo>
                  <a:lnTo>
                    <a:pt x="4923220" y="3116972"/>
                  </a:lnTo>
                  <a:lnTo>
                    <a:pt x="4914658" y="3116972"/>
                  </a:lnTo>
                  <a:lnTo>
                    <a:pt x="4906096" y="3116972"/>
                  </a:lnTo>
                  <a:lnTo>
                    <a:pt x="4897534" y="3116972"/>
                  </a:lnTo>
                  <a:lnTo>
                    <a:pt x="4888972" y="3116972"/>
                  </a:lnTo>
                  <a:lnTo>
                    <a:pt x="4880410" y="3116972"/>
                  </a:lnTo>
                  <a:lnTo>
                    <a:pt x="4871848" y="3116972"/>
                  </a:lnTo>
                  <a:lnTo>
                    <a:pt x="4863285" y="3116972"/>
                  </a:lnTo>
                  <a:lnTo>
                    <a:pt x="4854723" y="3116972"/>
                  </a:lnTo>
                  <a:lnTo>
                    <a:pt x="4846161" y="3116972"/>
                  </a:lnTo>
                  <a:lnTo>
                    <a:pt x="4837599" y="3116972"/>
                  </a:lnTo>
                  <a:lnTo>
                    <a:pt x="4829037" y="3116972"/>
                  </a:lnTo>
                  <a:lnTo>
                    <a:pt x="4820475" y="3116972"/>
                  </a:lnTo>
                  <a:lnTo>
                    <a:pt x="4811913" y="3116972"/>
                  </a:lnTo>
                  <a:lnTo>
                    <a:pt x="4803351" y="3116972"/>
                  </a:lnTo>
                  <a:lnTo>
                    <a:pt x="4794788" y="3116972"/>
                  </a:lnTo>
                  <a:lnTo>
                    <a:pt x="4786226" y="3116972"/>
                  </a:lnTo>
                  <a:lnTo>
                    <a:pt x="4777664" y="3116972"/>
                  </a:lnTo>
                  <a:lnTo>
                    <a:pt x="4769102" y="3116972"/>
                  </a:lnTo>
                  <a:lnTo>
                    <a:pt x="4760540" y="3116972"/>
                  </a:lnTo>
                  <a:lnTo>
                    <a:pt x="4751978" y="3116972"/>
                  </a:lnTo>
                  <a:lnTo>
                    <a:pt x="4743416" y="3116972"/>
                  </a:lnTo>
                  <a:lnTo>
                    <a:pt x="4734854" y="3116972"/>
                  </a:lnTo>
                  <a:lnTo>
                    <a:pt x="4726291" y="3116972"/>
                  </a:lnTo>
                  <a:lnTo>
                    <a:pt x="4717729" y="3116972"/>
                  </a:lnTo>
                  <a:lnTo>
                    <a:pt x="4709167" y="3116972"/>
                  </a:lnTo>
                  <a:lnTo>
                    <a:pt x="4700605" y="3116972"/>
                  </a:lnTo>
                  <a:lnTo>
                    <a:pt x="4692043" y="3116972"/>
                  </a:lnTo>
                  <a:lnTo>
                    <a:pt x="4683481" y="3116972"/>
                  </a:lnTo>
                  <a:lnTo>
                    <a:pt x="4674919" y="3116972"/>
                  </a:lnTo>
                  <a:lnTo>
                    <a:pt x="4666357" y="3116972"/>
                  </a:lnTo>
                  <a:lnTo>
                    <a:pt x="4657794" y="3116972"/>
                  </a:lnTo>
                  <a:lnTo>
                    <a:pt x="4649232" y="3116972"/>
                  </a:lnTo>
                  <a:lnTo>
                    <a:pt x="4640670" y="3116972"/>
                  </a:lnTo>
                  <a:lnTo>
                    <a:pt x="4632108" y="3116972"/>
                  </a:lnTo>
                  <a:lnTo>
                    <a:pt x="4623546" y="3116972"/>
                  </a:lnTo>
                  <a:lnTo>
                    <a:pt x="4614984" y="3116972"/>
                  </a:lnTo>
                  <a:lnTo>
                    <a:pt x="4606422" y="3116972"/>
                  </a:lnTo>
                  <a:lnTo>
                    <a:pt x="4597860" y="3116972"/>
                  </a:lnTo>
                  <a:lnTo>
                    <a:pt x="4589297" y="3116972"/>
                  </a:lnTo>
                  <a:lnTo>
                    <a:pt x="4580735" y="3116972"/>
                  </a:lnTo>
                  <a:lnTo>
                    <a:pt x="4572173" y="3116972"/>
                  </a:lnTo>
                  <a:lnTo>
                    <a:pt x="4563611" y="3116972"/>
                  </a:lnTo>
                  <a:lnTo>
                    <a:pt x="4555049" y="3116972"/>
                  </a:lnTo>
                  <a:lnTo>
                    <a:pt x="4546487" y="3116972"/>
                  </a:lnTo>
                  <a:lnTo>
                    <a:pt x="4537925" y="3116972"/>
                  </a:lnTo>
                  <a:lnTo>
                    <a:pt x="4529363" y="3116972"/>
                  </a:lnTo>
                  <a:lnTo>
                    <a:pt x="4520800" y="3116972"/>
                  </a:lnTo>
                  <a:lnTo>
                    <a:pt x="4512238" y="3116972"/>
                  </a:lnTo>
                  <a:lnTo>
                    <a:pt x="4503676" y="3116972"/>
                  </a:lnTo>
                  <a:lnTo>
                    <a:pt x="4495114" y="3116972"/>
                  </a:lnTo>
                  <a:lnTo>
                    <a:pt x="4486552" y="3116972"/>
                  </a:lnTo>
                  <a:lnTo>
                    <a:pt x="4477990" y="3116972"/>
                  </a:lnTo>
                  <a:lnTo>
                    <a:pt x="4469428" y="3116972"/>
                  </a:lnTo>
                  <a:lnTo>
                    <a:pt x="4460866" y="3116972"/>
                  </a:lnTo>
                  <a:lnTo>
                    <a:pt x="4452304" y="3116972"/>
                  </a:lnTo>
                  <a:lnTo>
                    <a:pt x="4443741" y="3116972"/>
                  </a:lnTo>
                  <a:lnTo>
                    <a:pt x="4435179" y="3116972"/>
                  </a:lnTo>
                  <a:lnTo>
                    <a:pt x="4426617" y="3116972"/>
                  </a:lnTo>
                  <a:lnTo>
                    <a:pt x="4418055" y="3116972"/>
                  </a:lnTo>
                  <a:lnTo>
                    <a:pt x="4409493" y="3116972"/>
                  </a:lnTo>
                  <a:lnTo>
                    <a:pt x="4400931" y="3116972"/>
                  </a:lnTo>
                  <a:lnTo>
                    <a:pt x="4392369" y="3116972"/>
                  </a:lnTo>
                  <a:lnTo>
                    <a:pt x="4383807" y="3116972"/>
                  </a:lnTo>
                  <a:lnTo>
                    <a:pt x="4375244" y="3116972"/>
                  </a:lnTo>
                  <a:lnTo>
                    <a:pt x="4366682" y="3116972"/>
                  </a:lnTo>
                  <a:lnTo>
                    <a:pt x="4358120" y="3116972"/>
                  </a:lnTo>
                  <a:lnTo>
                    <a:pt x="4349558" y="3116972"/>
                  </a:lnTo>
                  <a:lnTo>
                    <a:pt x="4340996" y="3116972"/>
                  </a:lnTo>
                  <a:lnTo>
                    <a:pt x="4332434" y="3116972"/>
                  </a:lnTo>
                  <a:lnTo>
                    <a:pt x="4323872" y="3116972"/>
                  </a:lnTo>
                  <a:lnTo>
                    <a:pt x="4315310" y="3116972"/>
                  </a:lnTo>
                  <a:lnTo>
                    <a:pt x="4306747" y="3116972"/>
                  </a:lnTo>
                  <a:lnTo>
                    <a:pt x="4298185" y="3116972"/>
                  </a:lnTo>
                  <a:lnTo>
                    <a:pt x="4289623" y="3116972"/>
                  </a:lnTo>
                  <a:lnTo>
                    <a:pt x="4281061" y="3116972"/>
                  </a:lnTo>
                  <a:lnTo>
                    <a:pt x="4272499" y="3116972"/>
                  </a:lnTo>
                  <a:lnTo>
                    <a:pt x="4263937" y="3116972"/>
                  </a:lnTo>
                  <a:lnTo>
                    <a:pt x="4255375" y="3116972"/>
                  </a:lnTo>
                  <a:lnTo>
                    <a:pt x="4246813" y="3116972"/>
                  </a:lnTo>
                  <a:lnTo>
                    <a:pt x="4238250" y="3116972"/>
                  </a:lnTo>
                  <a:lnTo>
                    <a:pt x="4229688" y="3116972"/>
                  </a:lnTo>
                  <a:lnTo>
                    <a:pt x="4221126" y="3116972"/>
                  </a:lnTo>
                  <a:lnTo>
                    <a:pt x="4212564" y="3116972"/>
                  </a:lnTo>
                  <a:lnTo>
                    <a:pt x="4204002" y="3116972"/>
                  </a:lnTo>
                  <a:lnTo>
                    <a:pt x="4195440" y="3116972"/>
                  </a:lnTo>
                  <a:lnTo>
                    <a:pt x="4186878" y="3116972"/>
                  </a:lnTo>
                  <a:lnTo>
                    <a:pt x="4178316" y="3116972"/>
                  </a:lnTo>
                  <a:lnTo>
                    <a:pt x="4169753" y="3116972"/>
                  </a:lnTo>
                  <a:lnTo>
                    <a:pt x="4161191" y="3116972"/>
                  </a:lnTo>
                  <a:lnTo>
                    <a:pt x="4152629" y="3116972"/>
                  </a:lnTo>
                  <a:lnTo>
                    <a:pt x="4144067" y="3116972"/>
                  </a:lnTo>
                  <a:lnTo>
                    <a:pt x="4135505" y="3116972"/>
                  </a:lnTo>
                  <a:lnTo>
                    <a:pt x="4126943" y="3116972"/>
                  </a:lnTo>
                  <a:lnTo>
                    <a:pt x="4118381" y="3116972"/>
                  </a:lnTo>
                  <a:lnTo>
                    <a:pt x="4109819" y="3116972"/>
                  </a:lnTo>
                  <a:lnTo>
                    <a:pt x="4101256" y="3116972"/>
                  </a:lnTo>
                  <a:lnTo>
                    <a:pt x="4092694" y="3116972"/>
                  </a:lnTo>
                  <a:lnTo>
                    <a:pt x="4084132" y="3116972"/>
                  </a:lnTo>
                  <a:lnTo>
                    <a:pt x="4075570" y="3116972"/>
                  </a:lnTo>
                  <a:lnTo>
                    <a:pt x="4067008" y="3116972"/>
                  </a:lnTo>
                  <a:lnTo>
                    <a:pt x="4058446" y="3116972"/>
                  </a:lnTo>
                  <a:lnTo>
                    <a:pt x="4049884" y="3116972"/>
                  </a:lnTo>
                  <a:lnTo>
                    <a:pt x="4041322" y="3116972"/>
                  </a:lnTo>
                  <a:lnTo>
                    <a:pt x="4032759" y="3116972"/>
                  </a:lnTo>
                  <a:lnTo>
                    <a:pt x="4024197" y="3116972"/>
                  </a:lnTo>
                  <a:lnTo>
                    <a:pt x="4015635" y="3116972"/>
                  </a:lnTo>
                  <a:lnTo>
                    <a:pt x="4007073" y="3116972"/>
                  </a:lnTo>
                  <a:lnTo>
                    <a:pt x="3998511" y="3116972"/>
                  </a:lnTo>
                  <a:lnTo>
                    <a:pt x="3989949" y="3116972"/>
                  </a:lnTo>
                  <a:lnTo>
                    <a:pt x="3981387" y="3116972"/>
                  </a:lnTo>
                  <a:lnTo>
                    <a:pt x="3972825" y="3116972"/>
                  </a:lnTo>
                  <a:lnTo>
                    <a:pt x="3964262" y="3116972"/>
                  </a:lnTo>
                  <a:lnTo>
                    <a:pt x="3955700" y="3116972"/>
                  </a:lnTo>
                  <a:lnTo>
                    <a:pt x="3947138" y="3116972"/>
                  </a:lnTo>
                  <a:lnTo>
                    <a:pt x="3938576" y="3116972"/>
                  </a:lnTo>
                  <a:lnTo>
                    <a:pt x="3930014" y="3116972"/>
                  </a:lnTo>
                  <a:lnTo>
                    <a:pt x="3921452" y="3116972"/>
                  </a:lnTo>
                  <a:lnTo>
                    <a:pt x="3912890" y="3116972"/>
                  </a:lnTo>
                  <a:lnTo>
                    <a:pt x="3904328" y="3116972"/>
                  </a:lnTo>
                  <a:lnTo>
                    <a:pt x="3895766" y="3116972"/>
                  </a:lnTo>
                  <a:lnTo>
                    <a:pt x="3887203" y="3116972"/>
                  </a:lnTo>
                  <a:lnTo>
                    <a:pt x="3878641" y="3116972"/>
                  </a:lnTo>
                  <a:lnTo>
                    <a:pt x="3870079" y="3116972"/>
                  </a:lnTo>
                  <a:lnTo>
                    <a:pt x="3861517" y="3116972"/>
                  </a:lnTo>
                  <a:lnTo>
                    <a:pt x="3852955" y="3116972"/>
                  </a:lnTo>
                  <a:lnTo>
                    <a:pt x="3844393" y="3116972"/>
                  </a:lnTo>
                  <a:lnTo>
                    <a:pt x="3835831" y="3116972"/>
                  </a:lnTo>
                  <a:lnTo>
                    <a:pt x="3827269" y="3116972"/>
                  </a:lnTo>
                  <a:lnTo>
                    <a:pt x="3818706" y="3116972"/>
                  </a:lnTo>
                  <a:lnTo>
                    <a:pt x="3810144" y="3116972"/>
                  </a:lnTo>
                  <a:lnTo>
                    <a:pt x="3801582" y="3116972"/>
                  </a:lnTo>
                  <a:lnTo>
                    <a:pt x="3793020" y="3116972"/>
                  </a:lnTo>
                  <a:lnTo>
                    <a:pt x="3784458" y="3116972"/>
                  </a:lnTo>
                  <a:lnTo>
                    <a:pt x="3775896" y="3116972"/>
                  </a:lnTo>
                  <a:lnTo>
                    <a:pt x="3767334" y="3116972"/>
                  </a:lnTo>
                  <a:lnTo>
                    <a:pt x="3758772" y="3116972"/>
                  </a:lnTo>
                  <a:lnTo>
                    <a:pt x="3750209" y="3116972"/>
                  </a:lnTo>
                  <a:lnTo>
                    <a:pt x="3741647" y="3116972"/>
                  </a:lnTo>
                  <a:lnTo>
                    <a:pt x="3733085" y="3116972"/>
                  </a:lnTo>
                  <a:lnTo>
                    <a:pt x="3724523" y="3116972"/>
                  </a:lnTo>
                  <a:lnTo>
                    <a:pt x="3715961" y="3116972"/>
                  </a:lnTo>
                  <a:lnTo>
                    <a:pt x="3707399" y="3116972"/>
                  </a:lnTo>
                  <a:lnTo>
                    <a:pt x="3698837" y="3116972"/>
                  </a:lnTo>
                  <a:lnTo>
                    <a:pt x="3690275" y="3116972"/>
                  </a:lnTo>
                  <a:lnTo>
                    <a:pt x="3681712" y="3116972"/>
                  </a:lnTo>
                  <a:lnTo>
                    <a:pt x="3673150" y="3116972"/>
                  </a:lnTo>
                  <a:lnTo>
                    <a:pt x="3664588" y="3116972"/>
                  </a:lnTo>
                  <a:lnTo>
                    <a:pt x="3656026" y="3116972"/>
                  </a:lnTo>
                  <a:lnTo>
                    <a:pt x="3647464" y="3116972"/>
                  </a:lnTo>
                  <a:lnTo>
                    <a:pt x="3638902" y="3116972"/>
                  </a:lnTo>
                  <a:lnTo>
                    <a:pt x="3630340" y="3116972"/>
                  </a:lnTo>
                  <a:lnTo>
                    <a:pt x="3621778" y="3116972"/>
                  </a:lnTo>
                  <a:lnTo>
                    <a:pt x="3613215" y="3116972"/>
                  </a:lnTo>
                  <a:lnTo>
                    <a:pt x="3604653" y="3116972"/>
                  </a:lnTo>
                  <a:lnTo>
                    <a:pt x="3596091" y="3116972"/>
                  </a:lnTo>
                  <a:lnTo>
                    <a:pt x="3587529" y="3116972"/>
                  </a:lnTo>
                  <a:lnTo>
                    <a:pt x="3578967" y="3116972"/>
                  </a:lnTo>
                  <a:lnTo>
                    <a:pt x="3570405" y="3116972"/>
                  </a:lnTo>
                  <a:lnTo>
                    <a:pt x="3561843" y="3116972"/>
                  </a:lnTo>
                  <a:lnTo>
                    <a:pt x="3553281" y="3116972"/>
                  </a:lnTo>
                  <a:lnTo>
                    <a:pt x="3544718" y="3116972"/>
                  </a:lnTo>
                  <a:lnTo>
                    <a:pt x="3536156" y="3116972"/>
                  </a:lnTo>
                  <a:lnTo>
                    <a:pt x="3527594" y="3116972"/>
                  </a:lnTo>
                  <a:lnTo>
                    <a:pt x="3519032" y="3116972"/>
                  </a:lnTo>
                  <a:lnTo>
                    <a:pt x="3510470" y="3116972"/>
                  </a:lnTo>
                  <a:lnTo>
                    <a:pt x="3501908" y="3116972"/>
                  </a:lnTo>
                  <a:lnTo>
                    <a:pt x="3493346" y="3116972"/>
                  </a:lnTo>
                  <a:lnTo>
                    <a:pt x="3484784" y="3116972"/>
                  </a:lnTo>
                  <a:lnTo>
                    <a:pt x="3476221" y="3116972"/>
                  </a:lnTo>
                  <a:lnTo>
                    <a:pt x="3467659" y="3116972"/>
                  </a:lnTo>
                  <a:lnTo>
                    <a:pt x="3459097" y="3116972"/>
                  </a:lnTo>
                  <a:lnTo>
                    <a:pt x="3450535" y="3116972"/>
                  </a:lnTo>
                  <a:lnTo>
                    <a:pt x="3441973" y="3116972"/>
                  </a:lnTo>
                  <a:lnTo>
                    <a:pt x="3433411" y="3116972"/>
                  </a:lnTo>
                  <a:lnTo>
                    <a:pt x="3424849" y="3116972"/>
                  </a:lnTo>
                  <a:lnTo>
                    <a:pt x="3416287" y="3116972"/>
                  </a:lnTo>
                  <a:lnTo>
                    <a:pt x="3407724" y="3116972"/>
                  </a:lnTo>
                  <a:lnTo>
                    <a:pt x="3399162" y="3116972"/>
                  </a:lnTo>
                  <a:lnTo>
                    <a:pt x="3390600" y="3116972"/>
                  </a:lnTo>
                  <a:lnTo>
                    <a:pt x="3382038" y="3116972"/>
                  </a:lnTo>
                  <a:lnTo>
                    <a:pt x="3373476" y="3116972"/>
                  </a:lnTo>
                  <a:lnTo>
                    <a:pt x="3364914" y="3116972"/>
                  </a:lnTo>
                  <a:lnTo>
                    <a:pt x="3356352" y="3116972"/>
                  </a:lnTo>
                  <a:lnTo>
                    <a:pt x="3347790" y="3116972"/>
                  </a:lnTo>
                  <a:lnTo>
                    <a:pt x="3339228" y="3116972"/>
                  </a:lnTo>
                  <a:lnTo>
                    <a:pt x="3330665" y="3116972"/>
                  </a:lnTo>
                  <a:lnTo>
                    <a:pt x="3322103" y="3116972"/>
                  </a:lnTo>
                  <a:lnTo>
                    <a:pt x="3313541" y="3116972"/>
                  </a:lnTo>
                  <a:lnTo>
                    <a:pt x="3304979" y="3116972"/>
                  </a:lnTo>
                  <a:lnTo>
                    <a:pt x="3296417" y="3116972"/>
                  </a:lnTo>
                  <a:lnTo>
                    <a:pt x="3287855" y="3116972"/>
                  </a:lnTo>
                  <a:lnTo>
                    <a:pt x="3279293" y="3116972"/>
                  </a:lnTo>
                  <a:lnTo>
                    <a:pt x="3270731" y="3116972"/>
                  </a:lnTo>
                  <a:lnTo>
                    <a:pt x="3262168" y="3116972"/>
                  </a:lnTo>
                  <a:lnTo>
                    <a:pt x="3253606" y="3116972"/>
                  </a:lnTo>
                  <a:lnTo>
                    <a:pt x="3245044" y="3116972"/>
                  </a:lnTo>
                  <a:lnTo>
                    <a:pt x="3236482" y="3116972"/>
                  </a:lnTo>
                  <a:lnTo>
                    <a:pt x="3227920" y="3116972"/>
                  </a:lnTo>
                  <a:lnTo>
                    <a:pt x="3219358" y="3116972"/>
                  </a:lnTo>
                  <a:lnTo>
                    <a:pt x="3210796" y="3116972"/>
                  </a:lnTo>
                  <a:lnTo>
                    <a:pt x="3202234" y="3116972"/>
                  </a:lnTo>
                  <a:lnTo>
                    <a:pt x="3193671" y="3116972"/>
                  </a:lnTo>
                  <a:lnTo>
                    <a:pt x="3185109" y="3116972"/>
                  </a:lnTo>
                  <a:lnTo>
                    <a:pt x="3176547" y="3116972"/>
                  </a:lnTo>
                  <a:lnTo>
                    <a:pt x="3167985" y="3116972"/>
                  </a:lnTo>
                  <a:lnTo>
                    <a:pt x="3159423" y="3116972"/>
                  </a:lnTo>
                  <a:lnTo>
                    <a:pt x="3150861" y="3116972"/>
                  </a:lnTo>
                  <a:lnTo>
                    <a:pt x="3142299" y="3116972"/>
                  </a:lnTo>
                  <a:lnTo>
                    <a:pt x="3133737" y="3116972"/>
                  </a:lnTo>
                  <a:lnTo>
                    <a:pt x="3125174" y="3116972"/>
                  </a:lnTo>
                  <a:lnTo>
                    <a:pt x="3116612" y="3116972"/>
                  </a:lnTo>
                  <a:lnTo>
                    <a:pt x="3108050" y="3116972"/>
                  </a:lnTo>
                  <a:lnTo>
                    <a:pt x="3099488" y="3116972"/>
                  </a:lnTo>
                  <a:lnTo>
                    <a:pt x="3090926" y="3116972"/>
                  </a:lnTo>
                  <a:lnTo>
                    <a:pt x="3082364" y="3116972"/>
                  </a:lnTo>
                  <a:lnTo>
                    <a:pt x="3073802" y="3116972"/>
                  </a:lnTo>
                  <a:lnTo>
                    <a:pt x="3065240" y="3116972"/>
                  </a:lnTo>
                  <a:lnTo>
                    <a:pt x="3056677" y="3116972"/>
                  </a:lnTo>
                  <a:lnTo>
                    <a:pt x="3048115" y="3116972"/>
                  </a:lnTo>
                  <a:lnTo>
                    <a:pt x="3039553" y="3116972"/>
                  </a:lnTo>
                  <a:lnTo>
                    <a:pt x="3030991" y="3116972"/>
                  </a:lnTo>
                  <a:lnTo>
                    <a:pt x="3022429" y="3116972"/>
                  </a:lnTo>
                  <a:lnTo>
                    <a:pt x="3013867" y="3116972"/>
                  </a:lnTo>
                  <a:lnTo>
                    <a:pt x="3005305" y="3116972"/>
                  </a:lnTo>
                  <a:lnTo>
                    <a:pt x="2996743" y="3116972"/>
                  </a:lnTo>
                  <a:lnTo>
                    <a:pt x="2988180" y="3116972"/>
                  </a:lnTo>
                  <a:lnTo>
                    <a:pt x="2979618" y="3116972"/>
                  </a:lnTo>
                  <a:lnTo>
                    <a:pt x="2971056" y="3116972"/>
                  </a:lnTo>
                  <a:lnTo>
                    <a:pt x="2962494" y="3116972"/>
                  </a:lnTo>
                  <a:lnTo>
                    <a:pt x="2953932" y="3116972"/>
                  </a:lnTo>
                  <a:lnTo>
                    <a:pt x="2945370" y="3116972"/>
                  </a:lnTo>
                  <a:lnTo>
                    <a:pt x="2936808" y="3116972"/>
                  </a:lnTo>
                  <a:lnTo>
                    <a:pt x="2928246" y="3116972"/>
                  </a:lnTo>
                  <a:lnTo>
                    <a:pt x="2919683" y="3116972"/>
                  </a:lnTo>
                  <a:lnTo>
                    <a:pt x="2911121" y="3116972"/>
                  </a:lnTo>
                  <a:lnTo>
                    <a:pt x="2902559" y="3116972"/>
                  </a:lnTo>
                  <a:lnTo>
                    <a:pt x="2893997" y="3116972"/>
                  </a:lnTo>
                  <a:lnTo>
                    <a:pt x="2885435" y="3116972"/>
                  </a:lnTo>
                  <a:lnTo>
                    <a:pt x="2876873" y="3116972"/>
                  </a:lnTo>
                  <a:lnTo>
                    <a:pt x="2868311" y="3116972"/>
                  </a:lnTo>
                  <a:lnTo>
                    <a:pt x="2859749" y="3116972"/>
                  </a:lnTo>
                  <a:lnTo>
                    <a:pt x="2851186" y="3116972"/>
                  </a:lnTo>
                  <a:lnTo>
                    <a:pt x="2842624" y="3116972"/>
                  </a:lnTo>
                  <a:lnTo>
                    <a:pt x="2834062" y="3116972"/>
                  </a:lnTo>
                  <a:lnTo>
                    <a:pt x="2825500" y="3116972"/>
                  </a:lnTo>
                  <a:lnTo>
                    <a:pt x="2816938" y="3116972"/>
                  </a:lnTo>
                  <a:lnTo>
                    <a:pt x="2808376" y="3116972"/>
                  </a:lnTo>
                  <a:lnTo>
                    <a:pt x="2799814" y="3116972"/>
                  </a:lnTo>
                  <a:lnTo>
                    <a:pt x="2791252" y="3116972"/>
                  </a:lnTo>
                  <a:lnTo>
                    <a:pt x="2782690" y="3116972"/>
                  </a:lnTo>
                  <a:lnTo>
                    <a:pt x="2774127" y="3116972"/>
                  </a:lnTo>
                  <a:lnTo>
                    <a:pt x="2765565" y="3116972"/>
                  </a:lnTo>
                  <a:lnTo>
                    <a:pt x="2757003" y="3116972"/>
                  </a:lnTo>
                  <a:lnTo>
                    <a:pt x="2748441" y="3116972"/>
                  </a:lnTo>
                  <a:lnTo>
                    <a:pt x="2739879" y="3116972"/>
                  </a:lnTo>
                  <a:lnTo>
                    <a:pt x="2731317" y="3116972"/>
                  </a:lnTo>
                  <a:lnTo>
                    <a:pt x="2722755" y="3116972"/>
                  </a:lnTo>
                  <a:lnTo>
                    <a:pt x="2714193" y="3116972"/>
                  </a:lnTo>
                  <a:lnTo>
                    <a:pt x="2705630" y="3116972"/>
                  </a:lnTo>
                  <a:lnTo>
                    <a:pt x="2697068" y="3116972"/>
                  </a:lnTo>
                  <a:lnTo>
                    <a:pt x="2688506" y="3116972"/>
                  </a:lnTo>
                  <a:lnTo>
                    <a:pt x="2679944" y="3116972"/>
                  </a:lnTo>
                  <a:lnTo>
                    <a:pt x="2671382" y="3116972"/>
                  </a:lnTo>
                  <a:lnTo>
                    <a:pt x="2662820" y="3116972"/>
                  </a:lnTo>
                  <a:lnTo>
                    <a:pt x="2654258" y="3116972"/>
                  </a:lnTo>
                  <a:lnTo>
                    <a:pt x="2645696" y="3116972"/>
                  </a:lnTo>
                  <a:lnTo>
                    <a:pt x="2637133" y="3116972"/>
                  </a:lnTo>
                  <a:lnTo>
                    <a:pt x="2628571" y="3116972"/>
                  </a:lnTo>
                  <a:lnTo>
                    <a:pt x="2620009" y="3116972"/>
                  </a:lnTo>
                  <a:lnTo>
                    <a:pt x="2611447" y="3116972"/>
                  </a:lnTo>
                  <a:lnTo>
                    <a:pt x="2602885" y="3116972"/>
                  </a:lnTo>
                  <a:lnTo>
                    <a:pt x="2594323" y="3116972"/>
                  </a:lnTo>
                  <a:lnTo>
                    <a:pt x="2585761" y="3116972"/>
                  </a:lnTo>
                  <a:lnTo>
                    <a:pt x="2577199" y="3116972"/>
                  </a:lnTo>
                  <a:lnTo>
                    <a:pt x="2568636" y="3116972"/>
                  </a:lnTo>
                  <a:lnTo>
                    <a:pt x="2560074" y="3116972"/>
                  </a:lnTo>
                  <a:lnTo>
                    <a:pt x="2551512" y="3116972"/>
                  </a:lnTo>
                  <a:lnTo>
                    <a:pt x="2542950" y="3116972"/>
                  </a:lnTo>
                  <a:lnTo>
                    <a:pt x="2534388" y="3116972"/>
                  </a:lnTo>
                  <a:lnTo>
                    <a:pt x="2525826" y="3116972"/>
                  </a:lnTo>
                  <a:lnTo>
                    <a:pt x="2517264" y="3116972"/>
                  </a:lnTo>
                  <a:lnTo>
                    <a:pt x="2508702" y="3116972"/>
                  </a:lnTo>
                  <a:lnTo>
                    <a:pt x="2500139" y="3116972"/>
                  </a:lnTo>
                  <a:lnTo>
                    <a:pt x="2491577" y="3116972"/>
                  </a:lnTo>
                  <a:lnTo>
                    <a:pt x="2483015" y="3116972"/>
                  </a:lnTo>
                  <a:lnTo>
                    <a:pt x="2474453" y="3116972"/>
                  </a:lnTo>
                  <a:lnTo>
                    <a:pt x="2465891" y="3116972"/>
                  </a:lnTo>
                  <a:lnTo>
                    <a:pt x="2457329" y="3116972"/>
                  </a:lnTo>
                  <a:lnTo>
                    <a:pt x="2448767" y="3116972"/>
                  </a:lnTo>
                  <a:lnTo>
                    <a:pt x="2440205" y="3116972"/>
                  </a:lnTo>
                  <a:lnTo>
                    <a:pt x="2431642" y="3116972"/>
                  </a:lnTo>
                  <a:lnTo>
                    <a:pt x="2423080" y="3116972"/>
                  </a:lnTo>
                  <a:lnTo>
                    <a:pt x="2414518" y="3116972"/>
                  </a:lnTo>
                  <a:lnTo>
                    <a:pt x="2405956" y="3116972"/>
                  </a:lnTo>
                  <a:lnTo>
                    <a:pt x="2397394" y="3116972"/>
                  </a:lnTo>
                  <a:lnTo>
                    <a:pt x="2388832" y="3116972"/>
                  </a:lnTo>
                  <a:lnTo>
                    <a:pt x="2380270" y="3116972"/>
                  </a:lnTo>
                  <a:lnTo>
                    <a:pt x="2371708" y="3116972"/>
                  </a:lnTo>
                  <a:lnTo>
                    <a:pt x="2363145" y="3116972"/>
                  </a:lnTo>
                  <a:lnTo>
                    <a:pt x="2354583" y="3116972"/>
                  </a:lnTo>
                  <a:lnTo>
                    <a:pt x="2346021" y="3116972"/>
                  </a:lnTo>
                  <a:lnTo>
                    <a:pt x="2337459" y="3116972"/>
                  </a:lnTo>
                  <a:lnTo>
                    <a:pt x="2328897" y="3116972"/>
                  </a:lnTo>
                  <a:lnTo>
                    <a:pt x="2320335" y="3116972"/>
                  </a:lnTo>
                  <a:lnTo>
                    <a:pt x="2311773" y="3116972"/>
                  </a:lnTo>
                  <a:lnTo>
                    <a:pt x="2303211" y="3116972"/>
                  </a:lnTo>
                  <a:lnTo>
                    <a:pt x="2294648" y="3116972"/>
                  </a:lnTo>
                  <a:lnTo>
                    <a:pt x="2286086" y="3116972"/>
                  </a:lnTo>
                  <a:lnTo>
                    <a:pt x="2277524" y="3116972"/>
                  </a:lnTo>
                  <a:lnTo>
                    <a:pt x="2268962" y="3116972"/>
                  </a:lnTo>
                  <a:lnTo>
                    <a:pt x="2260400" y="3116972"/>
                  </a:lnTo>
                  <a:lnTo>
                    <a:pt x="2251838" y="3116972"/>
                  </a:lnTo>
                  <a:lnTo>
                    <a:pt x="2243276" y="3116972"/>
                  </a:lnTo>
                  <a:lnTo>
                    <a:pt x="2234714" y="3116972"/>
                  </a:lnTo>
                  <a:lnTo>
                    <a:pt x="2226152" y="3116972"/>
                  </a:lnTo>
                  <a:lnTo>
                    <a:pt x="2217589" y="3116972"/>
                  </a:lnTo>
                  <a:lnTo>
                    <a:pt x="2209027" y="3116972"/>
                  </a:lnTo>
                  <a:lnTo>
                    <a:pt x="2200465" y="3116972"/>
                  </a:lnTo>
                  <a:lnTo>
                    <a:pt x="2191903" y="3116972"/>
                  </a:lnTo>
                  <a:lnTo>
                    <a:pt x="2183341" y="3116972"/>
                  </a:lnTo>
                  <a:lnTo>
                    <a:pt x="2174779" y="3116972"/>
                  </a:lnTo>
                  <a:lnTo>
                    <a:pt x="2166217" y="3116972"/>
                  </a:lnTo>
                  <a:lnTo>
                    <a:pt x="2157655" y="3116972"/>
                  </a:lnTo>
                  <a:lnTo>
                    <a:pt x="2149092" y="3116972"/>
                  </a:lnTo>
                  <a:lnTo>
                    <a:pt x="2140530" y="3116972"/>
                  </a:lnTo>
                  <a:lnTo>
                    <a:pt x="2131968" y="3116972"/>
                  </a:lnTo>
                  <a:lnTo>
                    <a:pt x="2123406" y="3116972"/>
                  </a:lnTo>
                  <a:lnTo>
                    <a:pt x="2114844" y="3116972"/>
                  </a:lnTo>
                  <a:lnTo>
                    <a:pt x="2106282" y="3116972"/>
                  </a:lnTo>
                  <a:lnTo>
                    <a:pt x="2097720" y="3116972"/>
                  </a:lnTo>
                  <a:lnTo>
                    <a:pt x="2089158" y="3116972"/>
                  </a:lnTo>
                  <a:lnTo>
                    <a:pt x="2080595" y="3116972"/>
                  </a:lnTo>
                  <a:lnTo>
                    <a:pt x="2072033" y="3116972"/>
                  </a:lnTo>
                  <a:lnTo>
                    <a:pt x="2063471" y="3116972"/>
                  </a:lnTo>
                  <a:lnTo>
                    <a:pt x="2054909" y="3116972"/>
                  </a:lnTo>
                  <a:lnTo>
                    <a:pt x="2046347" y="3116972"/>
                  </a:lnTo>
                  <a:lnTo>
                    <a:pt x="2037785" y="3116972"/>
                  </a:lnTo>
                  <a:lnTo>
                    <a:pt x="2029223" y="3116972"/>
                  </a:lnTo>
                  <a:lnTo>
                    <a:pt x="2020661" y="3116972"/>
                  </a:lnTo>
                  <a:lnTo>
                    <a:pt x="2012098" y="3116972"/>
                  </a:lnTo>
                  <a:lnTo>
                    <a:pt x="2003536" y="3116972"/>
                  </a:lnTo>
                  <a:lnTo>
                    <a:pt x="1994974" y="3116972"/>
                  </a:lnTo>
                  <a:lnTo>
                    <a:pt x="1986412" y="3116972"/>
                  </a:lnTo>
                  <a:lnTo>
                    <a:pt x="1977850" y="3116972"/>
                  </a:lnTo>
                  <a:lnTo>
                    <a:pt x="1969288" y="3116972"/>
                  </a:lnTo>
                  <a:lnTo>
                    <a:pt x="1960726" y="3116972"/>
                  </a:lnTo>
                  <a:lnTo>
                    <a:pt x="1952164" y="3116972"/>
                  </a:lnTo>
                  <a:lnTo>
                    <a:pt x="1943601" y="3116972"/>
                  </a:lnTo>
                  <a:lnTo>
                    <a:pt x="1935039" y="3116972"/>
                  </a:lnTo>
                  <a:lnTo>
                    <a:pt x="1926477" y="3116972"/>
                  </a:lnTo>
                  <a:lnTo>
                    <a:pt x="1917915" y="3116972"/>
                  </a:lnTo>
                  <a:lnTo>
                    <a:pt x="1909353" y="3116972"/>
                  </a:lnTo>
                  <a:lnTo>
                    <a:pt x="1900791" y="3116972"/>
                  </a:lnTo>
                  <a:lnTo>
                    <a:pt x="1892229" y="3116972"/>
                  </a:lnTo>
                  <a:lnTo>
                    <a:pt x="1883667" y="3116972"/>
                  </a:lnTo>
                  <a:lnTo>
                    <a:pt x="1875104" y="3116972"/>
                  </a:lnTo>
                  <a:lnTo>
                    <a:pt x="1866542" y="3116972"/>
                  </a:lnTo>
                  <a:lnTo>
                    <a:pt x="1857980" y="3116972"/>
                  </a:lnTo>
                  <a:lnTo>
                    <a:pt x="1849418" y="3116972"/>
                  </a:lnTo>
                  <a:lnTo>
                    <a:pt x="1840856" y="3116972"/>
                  </a:lnTo>
                  <a:lnTo>
                    <a:pt x="1832294" y="3116972"/>
                  </a:lnTo>
                  <a:lnTo>
                    <a:pt x="1823732" y="3116972"/>
                  </a:lnTo>
                  <a:lnTo>
                    <a:pt x="1815170" y="3116972"/>
                  </a:lnTo>
                  <a:lnTo>
                    <a:pt x="1806607" y="3116972"/>
                  </a:lnTo>
                  <a:lnTo>
                    <a:pt x="1798045" y="3116972"/>
                  </a:lnTo>
                  <a:lnTo>
                    <a:pt x="1789483" y="3116972"/>
                  </a:lnTo>
                  <a:lnTo>
                    <a:pt x="1780921" y="3116972"/>
                  </a:lnTo>
                  <a:lnTo>
                    <a:pt x="1772359" y="3116972"/>
                  </a:lnTo>
                  <a:lnTo>
                    <a:pt x="1763797" y="3116972"/>
                  </a:lnTo>
                  <a:lnTo>
                    <a:pt x="1755235" y="3116972"/>
                  </a:lnTo>
                  <a:lnTo>
                    <a:pt x="1746673" y="3116972"/>
                  </a:lnTo>
                  <a:lnTo>
                    <a:pt x="1738110" y="3116972"/>
                  </a:lnTo>
                  <a:lnTo>
                    <a:pt x="1729548" y="3116972"/>
                  </a:lnTo>
                  <a:lnTo>
                    <a:pt x="1720986" y="3116972"/>
                  </a:lnTo>
                  <a:lnTo>
                    <a:pt x="1712424" y="3116972"/>
                  </a:lnTo>
                  <a:lnTo>
                    <a:pt x="1703862" y="3116972"/>
                  </a:lnTo>
                  <a:lnTo>
                    <a:pt x="1695300" y="3116972"/>
                  </a:lnTo>
                  <a:lnTo>
                    <a:pt x="1686738" y="3116972"/>
                  </a:lnTo>
                  <a:lnTo>
                    <a:pt x="1678176" y="3116972"/>
                  </a:lnTo>
                  <a:lnTo>
                    <a:pt x="1669614" y="3116972"/>
                  </a:lnTo>
                  <a:lnTo>
                    <a:pt x="1661051" y="3116972"/>
                  </a:lnTo>
                  <a:lnTo>
                    <a:pt x="1652489" y="3116972"/>
                  </a:lnTo>
                  <a:lnTo>
                    <a:pt x="1643927" y="3116972"/>
                  </a:lnTo>
                  <a:lnTo>
                    <a:pt x="1635365" y="3116972"/>
                  </a:lnTo>
                  <a:lnTo>
                    <a:pt x="1626803" y="3116972"/>
                  </a:lnTo>
                  <a:lnTo>
                    <a:pt x="1618241" y="3116972"/>
                  </a:lnTo>
                  <a:lnTo>
                    <a:pt x="1609679" y="3116972"/>
                  </a:lnTo>
                  <a:lnTo>
                    <a:pt x="1601117" y="3116972"/>
                  </a:lnTo>
                  <a:lnTo>
                    <a:pt x="1592554" y="3116972"/>
                  </a:lnTo>
                  <a:lnTo>
                    <a:pt x="1583992" y="3116972"/>
                  </a:lnTo>
                  <a:lnTo>
                    <a:pt x="1575430" y="3116972"/>
                  </a:lnTo>
                  <a:lnTo>
                    <a:pt x="1566868" y="3116972"/>
                  </a:lnTo>
                  <a:lnTo>
                    <a:pt x="1558306" y="3116972"/>
                  </a:lnTo>
                  <a:lnTo>
                    <a:pt x="1549744" y="3116972"/>
                  </a:lnTo>
                  <a:lnTo>
                    <a:pt x="1541182" y="3116972"/>
                  </a:lnTo>
                  <a:lnTo>
                    <a:pt x="1532620" y="3116972"/>
                  </a:lnTo>
                  <a:lnTo>
                    <a:pt x="1524057" y="3116972"/>
                  </a:lnTo>
                  <a:lnTo>
                    <a:pt x="1515495" y="3116972"/>
                  </a:lnTo>
                  <a:lnTo>
                    <a:pt x="1506933" y="3116972"/>
                  </a:lnTo>
                  <a:lnTo>
                    <a:pt x="1498371" y="3116972"/>
                  </a:lnTo>
                  <a:lnTo>
                    <a:pt x="1489809" y="3116972"/>
                  </a:lnTo>
                  <a:lnTo>
                    <a:pt x="1481247" y="3116972"/>
                  </a:lnTo>
                  <a:lnTo>
                    <a:pt x="1472685" y="3116972"/>
                  </a:lnTo>
                  <a:lnTo>
                    <a:pt x="1464123" y="3116972"/>
                  </a:lnTo>
                  <a:lnTo>
                    <a:pt x="1455560" y="3116972"/>
                  </a:lnTo>
                  <a:lnTo>
                    <a:pt x="1446998" y="3116972"/>
                  </a:lnTo>
                  <a:lnTo>
                    <a:pt x="1438436" y="3116972"/>
                  </a:lnTo>
                  <a:lnTo>
                    <a:pt x="1429874" y="3116972"/>
                  </a:lnTo>
                  <a:lnTo>
                    <a:pt x="1421312" y="3116972"/>
                  </a:lnTo>
                  <a:lnTo>
                    <a:pt x="1412750" y="3116972"/>
                  </a:lnTo>
                  <a:lnTo>
                    <a:pt x="1404188" y="3116972"/>
                  </a:lnTo>
                  <a:lnTo>
                    <a:pt x="1395626" y="3116972"/>
                  </a:lnTo>
                  <a:lnTo>
                    <a:pt x="1387063" y="3116972"/>
                  </a:lnTo>
                  <a:lnTo>
                    <a:pt x="1378501" y="3116972"/>
                  </a:lnTo>
                  <a:lnTo>
                    <a:pt x="1369939" y="3116972"/>
                  </a:lnTo>
                  <a:lnTo>
                    <a:pt x="1361377" y="3116972"/>
                  </a:lnTo>
                  <a:lnTo>
                    <a:pt x="1352815" y="3116972"/>
                  </a:lnTo>
                  <a:lnTo>
                    <a:pt x="1344253" y="3116972"/>
                  </a:lnTo>
                  <a:lnTo>
                    <a:pt x="1335691" y="3116972"/>
                  </a:lnTo>
                  <a:lnTo>
                    <a:pt x="1327129" y="3116972"/>
                  </a:lnTo>
                  <a:lnTo>
                    <a:pt x="1318566" y="3116972"/>
                  </a:lnTo>
                  <a:lnTo>
                    <a:pt x="1310004" y="3116972"/>
                  </a:lnTo>
                  <a:lnTo>
                    <a:pt x="1301442" y="3116972"/>
                  </a:lnTo>
                  <a:lnTo>
                    <a:pt x="1292880" y="3116972"/>
                  </a:lnTo>
                  <a:lnTo>
                    <a:pt x="1284318" y="3116972"/>
                  </a:lnTo>
                  <a:lnTo>
                    <a:pt x="1275756" y="3116972"/>
                  </a:lnTo>
                  <a:lnTo>
                    <a:pt x="1267194" y="3116972"/>
                  </a:lnTo>
                  <a:lnTo>
                    <a:pt x="1258632" y="3116972"/>
                  </a:lnTo>
                  <a:lnTo>
                    <a:pt x="1250069" y="3116972"/>
                  </a:lnTo>
                  <a:lnTo>
                    <a:pt x="1241507" y="3116972"/>
                  </a:lnTo>
                  <a:lnTo>
                    <a:pt x="1232945" y="3116972"/>
                  </a:lnTo>
                  <a:lnTo>
                    <a:pt x="1224383" y="3116972"/>
                  </a:lnTo>
                  <a:lnTo>
                    <a:pt x="1215821" y="3116972"/>
                  </a:lnTo>
                  <a:lnTo>
                    <a:pt x="1207259" y="3116972"/>
                  </a:lnTo>
                  <a:lnTo>
                    <a:pt x="1198697" y="3116972"/>
                  </a:lnTo>
                  <a:lnTo>
                    <a:pt x="1190135" y="3116972"/>
                  </a:lnTo>
                  <a:lnTo>
                    <a:pt x="1181572" y="3116972"/>
                  </a:lnTo>
                  <a:lnTo>
                    <a:pt x="1173010" y="3116972"/>
                  </a:lnTo>
                  <a:lnTo>
                    <a:pt x="1164448" y="3116972"/>
                  </a:lnTo>
                  <a:lnTo>
                    <a:pt x="1155886" y="3116972"/>
                  </a:lnTo>
                  <a:lnTo>
                    <a:pt x="1147324" y="3116972"/>
                  </a:lnTo>
                  <a:lnTo>
                    <a:pt x="1138762" y="3116972"/>
                  </a:lnTo>
                  <a:lnTo>
                    <a:pt x="1130200" y="3116972"/>
                  </a:lnTo>
                  <a:lnTo>
                    <a:pt x="1121638" y="3116972"/>
                  </a:lnTo>
                  <a:lnTo>
                    <a:pt x="1113076" y="3116972"/>
                  </a:lnTo>
                  <a:lnTo>
                    <a:pt x="1104513" y="3116972"/>
                  </a:lnTo>
                  <a:lnTo>
                    <a:pt x="1095951" y="3116972"/>
                  </a:lnTo>
                  <a:lnTo>
                    <a:pt x="1087389" y="3116972"/>
                  </a:lnTo>
                  <a:lnTo>
                    <a:pt x="1078827" y="3116972"/>
                  </a:lnTo>
                  <a:lnTo>
                    <a:pt x="1070265" y="3116972"/>
                  </a:lnTo>
                  <a:lnTo>
                    <a:pt x="1061703" y="3116972"/>
                  </a:lnTo>
                  <a:lnTo>
                    <a:pt x="1053141" y="3116972"/>
                  </a:lnTo>
                  <a:lnTo>
                    <a:pt x="1044579" y="3116972"/>
                  </a:lnTo>
                  <a:lnTo>
                    <a:pt x="1036016" y="3116972"/>
                  </a:lnTo>
                  <a:lnTo>
                    <a:pt x="1027454" y="3116972"/>
                  </a:lnTo>
                  <a:lnTo>
                    <a:pt x="1018892" y="3116972"/>
                  </a:lnTo>
                  <a:lnTo>
                    <a:pt x="1010330" y="3116972"/>
                  </a:lnTo>
                  <a:lnTo>
                    <a:pt x="1001768" y="3116972"/>
                  </a:lnTo>
                  <a:lnTo>
                    <a:pt x="993206" y="3116972"/>
                  </a:lnTo>
                  <a:lnTo>
                    <a:pt x="984644" y="3116972"/>
                  </a:lnTo>
                  <a:lnTo>
                    <a:pt x="976082" y="3116972"/>
                  </a:lnTo>
                  <a:lnTo>
                    <a:pt x="967519" y="3116972"/>
                  </a:lnTo>
                  <a:lnTo>
                    <a:pt x="958957" y="3116972"/>
                  </a:lnTo>
                  <a:lnTo>
                    <a:pt x="950395" y="3116972"/>
                  </a:lnTo>
                  <a:lnTo>
                    <a:pt x="941833" y="3116972"/>
                  </a:lnTo>
                  <a:lnTo>
                    <a:pt x="933271" y="3116972"/>
                  </a:lnTo>
                  <a:lnTo>
                    <a:pt x="924709" y="3116972"/>
                  </a:lnTo>
                  <a:lnTo>
                    <a:pt x="916147" y="3116972"/>
                  </a:lnTo>
                  <a:lnTo>
                    <a:pt x="907585" y="3116972"/>
                  </a:lnTo>
                  <a:lnTo>
                    <a:pt x="899022" y="3116972"/>
                  </a:lnTo>
                  <a:lnTo>
                    <a:pt x="890460" y="3116972"/>
                  </a:lnTo>
                  <a:lnTo>
                    <a:pt x="881898" y="3116972"/>
                  </a:lnTo>
                  <a:lnTo>
                    <a:pt x="873336" y="3116972"/>
                  </a:lnTo>
                  <a:lnTo>
                    <a:pt x="864774" y="3116972"/>
                  </a:lnTo>
                  <a:lnTo>
                    <a:pt x="856212" y="3116972"/>
                  </a:lnTo>
                  <a:lnTo>
                    <a:pt x="847650" y="3116972"/>
                  </a:lnTo>
                  <a:lnTo>
                    <a:pt x="839088" y="3116972"/>
                  </a:lnTo>
                  <a:lnTo>
                    <a:pt x="830525" y="3116972"/>
                  </a:lnTo>
                  <a:lnTo>
                    <a:pt x="821963" y="3116972"/>
                  </a:lnTo>
                  <a:lnTo>
                    <a:pt x="813401" y="3116972"/>
                  </a:lnTo>
                  <a:lnTo>
                    <a:pt x="804839" y="3116972"/>
                  </a:lnTo>
                  <a:lnTo>
                    <a:pt x="796277" y="3116972"/>
                  </a:lnTo>
                  <a:lnTo>
                    <a:pt x="787715" y="3116972"/>
                  </a:lnTo>
                  <a:lnTo>
                    <a:pt x="779153" y="3116972"/>
                  </a:lnTo>
                  <a:lnTo>
                    <a:pt x="770591" y="3116972"/>
                  </a:lnTo>
                  <a:lnTo>
                    <a:pt x="762028" y="3116972"/>
                  </a:lnTo>
                  <a:lnTo>
                    <a:pt x="753466" y="3116972"/>
                  </a:lnTo>
                  <a:lnTo>
                    <a:pt x="744904" y="3116972"/>
                  </a:lnTo>
                  <a:lnTo>
                    <a:pt x="736342" y="3116972"/>
                  </a:lnTo>
                  <a:lnTo>
                    <a:pt x="727780" y="3116972"/>
                  </a:lnTo>
                  <a:lnTo>
                    <a:pt x="719218" y="3116972"/>
                  </a:lnTo>
                  <a:lnTo>
                    <a:pt x="710656" y="3116972"/>
                  </a:lnTo>
                  <a:lnTo>
                    <a:pt x="702094" y="3116972"/>
                  </a:lnTo>
                  <a:lnTo>
                    <a:pt x="693531" y="3116972"/>
                  </a:lnTo>
                  <a:lnTo>
                    <a:pt x="684969" y="3116972"/>
                  </a:lnTo>
                  <a:lnTo>
                    <a:pt x="676407" y="3116972"/>
                  </a:lnTo>
                  <a:lnTo>
                    <a:pt x="667845" y="3116972"/>
                  </a:lnTo>
                  <a:lnTo>
                    <a:pt x="659283" y="3116972"/>
                  </a:lnTo>
                  <a:lnTo>
                    <a:pt x="650721" y="3116972"/>
                  </a:lnTo>
                  <a:lnTo>
                    <a:pt x="642159" y="3116972"/>
                  </a:lnTo>
                  <a:lnTo>
                    <a:pt x="633597" y="3116972"/>
                  </a:lnTo>
                  <a:lnTo>
                    <a:pt x="625034" y="3116972"/>
                  </a:lnTo>
                  <a:lnTo>
                    <a:pt x="616472" y="3116972"/>
                  </a:lnTo>
                  <a:lnTo>
                    <a:pt x="607910" y="3116972"/>
                  </a:lnTo>
                  <a:lnTo>
                    <a:pt x="599348" y="3116972"/>
                  </a:lnTo>
                  <a:lnTo>
                    <a:pt x="590786" y="3116972"/>
                  </a:lnTo>
                  <a:lnTo>
                    <a:pt x="582224" y="3116972"/>
                  </a:lnTo>
                  <a:lnTo>
                    <a:pt x="573662" y="3116972"/>
                  </a:lnTo>
                  <a:lnTo>
                    <a:pt x="565100" y="3116972"/>
                  </a:lnTo>
                  <a:lnTo>
                    <a:pt x="556538" y="3116972"/>
                  </a:lnTo>
                  <a:lnTo>
                    <a:pt x="547975" y="3116972"/>
                  </a:lnTo>
                  <a:lnTo>
                    <a:pt x="539413" y="3116972"/>
                  </a:lnTo>
                  <a:lnTo>
                    <a:pt x="530851" y="3116972"/>
                  </a:lnTo>
                  <a:lnTo>
                    <a:pt x="522289" y="3116972"/>
                  </a:lnTo>
                  <a:lnTo>
                    <a:pt x="513727" y="3116972"/>
                  </a:lnTo>
                  <a:lnTo>
                    <a:pt x="505165" y="3116972"/>
                  </a:lnTo>
                  <a:lnTo>
                    <a:pt x="496603" y="3116972"/>
                  </a:lnTo>
                  <a:lnTo>
                    <a:pt x="488041" y="3116972"/>
                  </a:lnTo>
                  <a:lnTo>
                    <a:pt x="479478" y="3116972"/>
                  </a:lnTo>
                  <a:lnTo>
                    <a:pt x="470916" y="3116972"/>
                  </a:lnTo>
                  <a:lnTo>
                    <a:pt x="462354" y="3116972"/>
                  </a:lnTo>
                  <a:lnTo>
                    <a:pt x="453792" y="3116972"/>
                  </a:lnTo>
                  <a:lnTo>
                    <a:pt x="445230" y="3116972"/>
                  </a:lnTo>
                  <a:lnTo>
                    <a:pt x="436668" y="3116972"/>
                  </a:lnTo>
                  <a:lnTo>
                    <a:pt x="428106" y="3116972"/>
                  </a:lnTo>
                  <a:lnTo>
                    <a:pt x="419544" y="3116972"/>
                  </a:lnTo>
                  <a:lnTo>
                    <a:pt x="410981" y="3116972"/>
                  </a:lnTo>
                  <a:lnTo>
                    <a:pt x="402419" y="3116972"/>
                  </a:lnTo>
                  <a:lnTo>
                    <a:pt x="393857" y="3116972"/>
                  </a:lnTo>
                  <a:lnTo>
                    <a:pt x="385295" y="3116972"/>
                  </a:lnTo>
                  <a:lnTo>
                    <a:pt x="376733" y="3116972"/>
                  </a:lnTo>
                  <a:lnTo>
                    <a:pt x="368171" y="3116972"/>
                  </a:lnTo>
                  <a:lnTo>
                    <a:pt x="359609" y="3116972"/>
                  </a:lnTo>
                  <a:lnTo>
                    <a:pt x="351047" y="3116972"/>
                  </a:lnTo>
                  <a:lnTo>
                    <a:pt x="342484" y="3116972"/>
                  </a:lnTo>
                  <a:lnTo>
                    <a:pt x="333922" y="3116972"/>
                  </a:lnTo>
                  <a:lnTo>
                    <a:pt x="325360" y="3116972"/>
                  </a:lnTo>
                  <a:lnTo>
                    <a:pt x="316798" y="3116972"/>
                  </a:lnTo>
                  <a:lnTo>
                    <a:pt x="308236" y="3116972"/>
                  </a:lnTo>
                  <a:lnTo>
                    <a:pt x="299674" y="3116972"/>
                  </a:lnTo>
                  <a:lnTo>
                    <a:pt x="291112" y="3116972"/>
                  </a:lnTo>
                  <a:lnTo>
                    <a:pt x="282550" y="3116972"/>
                  </a:lnTo>
                  <a:lnTo>
                    <a:pt x="273987" y="3116972"/>
                  </a:lnTo>
                  <a:lnTo>
                    <a:pt x="265425" y="3116972"/>
                  </a:lnTo>
                  <a:lnTo>
                    <a:pt x="256863" y="3116972"/>
                  </a:lnTo>
                  <a:lnTo>
                    <a:pt x="248301" y="3116972"/>
                  </a:lnTo>
                  <a:lnTo>
                    <a:pt x="239739" y="3116972"/>
                  </a:lnTo>
                  <a:lnTo>
                    <a:pt x="231177" y="3116972"/>
                  </a:lnTo>
                  <a:lnTo>
                    <a:pt x="222615" y="3116972"/>
                  </a:lnTo>
                  <a:lnTo>
                    <a:pt x="214053" y="3116972"/>
                  </a:lnTo>
                  <a:lnTo>
                    <a:pt x="205490" y="3116972"/>
                  </a:lnTo>
                  <a:lnTo>
                    <a:pt x="196928" y="3116972"/>
                  </a:lnTo>
                  <a:lnTo>
                    <a:pt x="188366" y="3116972"/>
                  </a:lnTo>
                  <a:lnTo>
                    <a:pt x="179804" y="3116972"/>
                  </a:lnTo>
                  <a:lnTo>
                    <a:pt x="171242" y="3116972"/>
                  </a:lnTo>
                  <a:lnTo>
                    <a:pt x="162680" y="3116972"/>
                  </a:lnTo>
                  <a:lnTo>
                    <a:pt x="154118" y="3116972"/>
                  </a:lnTo>
                  <a:lnTo>
                    <a:pt x="145556" y="3116972"/>
                  </a:lnTo>
                  <a:lnTo>
                    <a:pt x="136993" y="3116972"/>
                  </a:lnTo>
                  <a:lnTo>
                    <a:pt x="128431" y="3116972"/>
                  </a:lnTo>
                  <a:lnTo>
                    <a:pt x="119869" y="3116972"/>
                  </a:lnTo>
                  <a:lnTo>
                    <a:pt x="111307" y="3116972"/>
                  </a:lnTo>
                  <a:lnTo>
                    <a:pt x="102745" y="3116972"/>
                  </a:lnTo>
                  <a:lnTo>
                    <a:pt x="94183" y="3116972"/>
                  </a:lnTo>
                  <a:lnTo>
                    <a:pt x="85621" y="3116972"/>
                  </a:lnTo>
                  <a:lnTo>
                    <a:pt x="77059" y="3116972"/>
                  </a:lnTo>
                  <a:lnTo>
                    <a:pt x="68496" y="3116972"/>
                  </a:lnTo>
                  <a:lnTo>
                    <a:pt x="59934" y="3116972"/>
                  </a:lnTo>
                  <a:lnTo>
                    <a:pt x="51372" y="3116972"/>
                  </a:lnTo>
                  <a:lnTo>
                    <a:pt x="42810" y="3116972"/>
                  </a:lnTo>
                  <a:lnTo>
                    <a:pt x="34248" y="3116972"/>
                  </a:lnTo>
                  <a:lnTo>
                    <a:pt x="25686" y="3116972"/>
                  </a:lnTo>
                  <a:lnTo>
                    <a:pt x="17124" y="3116972"/>
                  </a:lnTo>
                  <a:lnTo>
                    <a:pt x="8562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3066550"/>
                  </a:moveTo>
                  <a:lnTo>
                    <a:pt x="8562" y="3079670"/>
                  </a:lnTo>
                  <a:lnTo>
                    <a:pt x="17124" y="3002268"/>
                  </a:lnTo>
                  <a:lnTo>
                    <a:pt x="25686" y="2893088"/>
                  </a:lnTo>
                  <a:lnTo>
                    <a:pt x="34248" y="2860371"/>
                  </a:lnTo>
                  <a:lnTo>
                    <a:pt x="42810" y="2846063"/>
                  </a:lnTo>
                  <a:lnTo>
                    <a:pt x="51372" y="2755388"/>
                  </a:lnTo>
                  <a:lnTo>
                    <a:pt x="59934" y="2711451"/>
                  </a:lnTo>
                  <a:lnTo>
                    <a:pt x="68496" y="2711184"/>
                  </a:lnTo>
                  <a:lnTo>
                    <a:pt x="77059" y="2756613"/>
                  </a:lnTo>
                  <a:lnTo>
                    <a:pt x="85621" y="2771171"/>
                  </a:lnTo>
                  <a:lnTo>
                    <a:pt x="94183" y="2784245"/>
                  </a:lnTo>
                  <a:lnTo>
                    <a:pt x="102745" y="2872085"/>
                  </a:lnTo>
                  <a:lnTo>
                    <a:pt x="111307" y="2902901"/>
                  </a:lnTo>
                  <a:lnTo>
                    <a:pt x="119869" y="2940811"/>
                  </a:lnTo>
                  <a:lnTo>
                    <a:pt x="128431" y="2961733"/>
                  </a:lnTo>
                  <a:lnTo>
                    <a:pt x="136993" y="2958735"/>
                  </a:lnTo>
                  <a:lnTo>
                    <a:pt x="145556" y="2932203"/>
                  </a:lnTo>
                  <a:lnTo>
                    <a:pt x="154118" y="2932203"/>
                  </a:lnTo>
                  <a:lnTo>
                    <a:pt x="162680" y="2932205"/>
                  </a:lnTo>
                  <a:lnTo>
                    <a:pt x="171242" y="2932207"/>
                  </a:lnTo>
                  <a:lnTo>
                    <a:pt x="179804" y="2952191"/>
                  </a:lnTo>
                  <a:lnTo>
                    <a:pt x="188366" y="3005886"/>
                  </a:lnTo>
                  <a:lnTo>
                    <a:pt x="196928" y="3050830"/>
                  </a:lnTo>
                  <a:lnTo>
                    <a:pt x="205490" y="3050830"/>
                  </a:lnTo>
                  <a:lnTo>
                    <a:pt x="214053" y="3050830"/>
                  </a:lnTo>
                  <a:lnTo>
                    <a:pt x="222615" y="3050830"/>
                  </a:lnTo>
                  <a:lnTo>
                    <a:pt x="231177" y="3050830"/>
                  </a:lnTo>
                  <a:lnTo>
                    <a:pt x="239739" y="3050830"/>
                  </a:lnTo>
                  <a:lnTo>
                    <a:pt x="248301" y="3005650"/>
                  </a:lnTo>
                  <a:lnTo>
                    <a:pt x="256863" y="2864534"/>
                  </a:lnTo>
                  <a:lnTo>
                    <a:pt x="265425" y="2751653"/>
                  </a:lnTo>
                  <a:lnTo>
                    <a:pt x="273987" y="2746605"/>
                  </a:lnTo>
                  <a:lnTo>
                    <a:pt x="282550" y="2753363"/>
                  </a:lnTo>
                  <a:lnTo>
                    <a:pt x="291112" y="2753364"/>
                  </a:lnTo>
                  <a:lnTo>
                    <a:pt x="299674" y="2798546"/>
                  </a:lnTo>
                  <a:lnTo>
                    <a:pt x="308236" y="2939076"/>
                  </a:lnTo>
                  <a:lnTo>
                    <a:pt x="316798" y="2983974"/>
                  </a:lnTo>
                  <a:lnTo>
                    <a:pt x="325360" y="2916400"/>
                  </a:lnTo>
                  <a:lnTo>
                    <a:pt x="333922" y="2863399"/>
                  </a:lnTo>
                  <a:lnTo>
                    <a:pt x="342484" y="2824184"/>
                  </a:lnTo>
                  <a:lnTo>
                    <a:pt x="351047" y="2770013"/>
                  </a:lnTo>
                  <a:lnTo>
                    <a:pt x="359609" y="2741056"/>
                  </a:lnTo>
                  <a:lnTo>
                    <a:pt x="368171" y="2836010"/>
                  </a:lnTo>
                  <a:lnTo>
                    <a:pt x="376733" y="2947728"/>
                  </a:lnTo>
                  <a:lnTo>
                    <a:pt x="385295" y="2993966"/>
                  </a:lnTo>
                  <a:lnTo>
                    <a:pt x="393857" y="3071278"/>
                  </a:lnTo>
                  <a:lnTo>
                    <a:pt x="402419" y="3116972"/>
                  </a:lnTo>
                  <a:lnTo>
                    <a:pt x="402419" y="3116972"/>
                  </a:lnTo>
                  <a:lnTo>
                    <a:pt x="410981" y="3116972"/>
                  </a:lnTo>
                  <a:lnTo>
                    <a:pt x="419544" y="3116972"/>
                  </a:lnTo>
                  <a:lnTo>
                    <a:pt x="428106" y="3032165"/>
                  </a:lnTo>
                  <a:lnTo>
                    <a:pt x="436668" y="3018980"/>
                  </a:lnTo>
                  <a:lnTo>
                    <a:pt x="445230" y="2980886"/>
                  </a:lnTo>
                  <a:lnTo>
                    <a:pt x="453792" y="2927497"/>
                  </a:lnTo>
                  <a:lnTo>
                    <a:pt x="462354" y="2852045"/>
                  </a:lnTo>
                  <a:lnTo>
                    <a:pt x="470916" y="2711790"/>
                  </a:lnTo>
                  <a:lnTo>
                    <a:pt x="479478" y="2660290"/>
                  </a:lnTo>
                  <a:lnTo>
                    <a:pt x="488041" y="2655547"/>
                  </a:lnTo>
                  <a:lnTo>
                    <a:pt x="496603" y="2676323"/>
                  </a:lnTo>
                  <a:lnTo>
                    <a:pt x="505165" y="2696433"/>
                  </a:lnTo>
                  <a:lnTo>
                    <a:pt x="513727" y="2771887"/>
                  </a:lnTo>
                  <a:lnTo>
                    <a:pt x="522289" y="2880338"/>
                  </a:lnTo>
                  <a:lnTo>
                    <a:pt x="530851" y="2916966"/>
                  </a:lnTo>
                  <a:lnTo>
                    <a:pt x="539413" y="2847446"/>
                  </a:lnTo>
                  <a:lnTo>
                    <a:pt x="547975" y="2676880"/>
                  </a:lnTo>
                  <a:lnTo>
                    <a:pt x="556538" y="2547721"/>
                  </a:lnTo>
                  <a:lnTo>
                    <a:pt x="565100" y="2502191"/>
                  </a:lnTo>
                  <a:lnTo>
                    <a:pt x="573662" y="2531914"/>
                  </a:lnTo>
                  <a:lnTo>
                    <a:pt x="582224" y="2618838"/>
                  </a:lnTo>
                  <a:lnTo>
                    <a:pt x="590786" y="2719384"/>
                  </a:lnTo>
                  <a:lnTo>
                    <a:pt x="599348" y="2881489"/>
                  </a:lnTo>
                  <a:lnTo>
                    <a:pt x="607910" y="2991367"/>
                  </a:lnTo>
                  <a:lnTo>
                    <a:pt x="616472" y="3032280"/>
                  </a:lnTo>
                  <a:lnTo>
                    <a:pt x="625034" y="3010497"/>
                  </a:lnTo>
                  <a:lnTo>
                    <a:pt x="633597" y="2976723"/>
                  </a:lnTo>
                  <a:lnTo>
                    <a:pt x="642159" y="3019101"/>
                  </a:lnTo>
                  <a:lnTo>
                    <a:pt x="650721" y="3047157"/>
                  </a:lnTo>
                  <a:lnTo>
                    <a:pt x="659283" y="3023270"/>
                  </a:lnTo>
                  <a:lnTo>
                    <a:pt x="667845" y="2963419"/>
                  </a:lnTo>
                  <a:lnTo>
                    <a:pt x="676407" y="2945343"/>
                  </a:lnTo>
                  <a:lnTo>
                    <a:pt x="684969" y="2938166"/>
                  </a:lnTo>
                  <a:lnTo>
                    <a:pt x="693531" y="2882691"/>
                  </a:lnTo>
                  <a:lnTo>
                    <a:pt x="702094" y="2856703"/>
                  </a:lnTo>
                  <a:lnTo>
                    <a:pt x="710656" y="2940294"/>
                  </a:lnTo>
                  <a:lnTo>
                    <a:pt x="719218" y="3019028"/>
                  </a:lnTo>
                  <a:lnTo>
                    <a:pt x="727780" y="3083010"/>
                  </a:lnTo>
                  <a:lnTo>
                    <a:pt x="736342" y="3116972"/>
                  </a:lnTo>
                  <a:lnTo>
                    <a:pt x="736342" y="3116972"/>
                  </a:lnTo>
                  <a:lnTo>
                    <a:pt x="744904" y="3113132"/>
                  </a:lnTo>
                  <a:lnTo>
                    <a:pt x="753466" y="3020510"/>
                  </a:lnTo>
                  <a:lnTo>
                    <a:pt x="762028" y="2847674"/>
                  </a:lnTo>
                  <a:lnTo>
                    <a:pt x="770591" y="2759651"/>
                  </a:lnTo>
                  <a:lnTo>
                    <a:pt x="779153" y="2691360"/>
                  </a:lnTo>
                  <a:lnTo>
                    <a:pt x="787715" y="2668310"/>
                  </a:lnTo>
                  <a:lnTo>
                    <a:pt x="796277" y="2624596"/>
                  </a:lnTo>
                  <a:lnTo>
                    <a:pt x="804839" y="2595325"/>
                  </a:lnTo>
                  <a:lnTo>
                    <a:pt x="813401" y="2715960"/>
                  </a:lnTo>
                  <a:lnTo>
                    <a:pt x="821963" y="2793253"/>
                  </a:lnTo>
                  <a:lnTo>
                    <a:pt x="830525" y="2797290"/>
                  </a:lnTo>
                  <a:lnTo>
                    <a:pt x="839088" y="2764566"/>
                  </a:lnTo>
                  <a:lnTo>
                    <a:pt x="847650" y="2904070"/>
                  </a:lnTo>
                  <a:lnTo>
                    <a:pt x="856212" y="3096565"/>
                  </a:lnTo>
                  <a:lnTo>
                    <a:pt x="864774" y="3114647"/>
                  </a:lnTo>
                  <a:lnTo>
                    <a:pt x="873336" y="3116972"/>
                  </a:lnTo>
                  <a:lnTo>
                    <a:pt x="873336" y="3116972"/>
                  </a:lnTo>
                  <a:lnTo>
                    <a:pt x="881898" y="3116972"/>
                  </a:lnTo>
                  <a:lnTo>
                    <a:pt x="890460" y="3116972"/>
                  </a:lnTo>
                  <a:lnTo>
                    <a:pt x="899022" y="3116972"/>
                  </a:lnTo>
                  <a:lnTo>
                    <a:pt x="907585" y="3116972"/>
                  </a:lnTo>
                  <a:lnTo>
                    <a:pt x="916147" y="3105451"/>
                  </a:lnTo>
                  <a:lnTo>
                    <a:pt x="924709" y="3061557"/>
                  </a:lnTo>
                  <a:lnTo>
                    <a:pt x="933271" y="3010378"/>
                  </a:lnTo>
                  <a:lnTo>
                    <a:pt x="941833" y="2974698"/>
                  </a:lnTo>
                  <a:lnTo>
                    <a:pt x="950395" y="3019425"/>
                  </a:lnTo>
                  <a:lnTo>
                    <a:pt x="958957" y="2984746"/>
                  </a:lnTo>
                  <a:lnTo>
                    <a:pt x="967519" y="2958184"/>
                  </a:lnTo>
                  <a:lnTo>
                    <a:pt x="976082" y="2968537"/>
                  </a:lnTo>
                  <a:lnTo>
                    <a:pt x="984644" y="2984126"/>
                  </a:lnTo>
                  <a:lnTo>
                    <a:pt x="993206" y="3104063"/>
                  </a:lnTo>
                  <a:lnTo>
                    <a:pt x="1001768" y="3096338"/>
                  </a:lnTo>
                  <a:lnTo>
                    <a:pt x="1010330" y="3093497"/>
                  </a:lnTo>
                  <a:lnTo>
                    <a:pt x="1018892" y="3116972"/>
                  </a:lnTo>
                  <a:lnTo>
                    <a:pt x="1018892" y="3116972"/>
                  </a:lnTo>
                  <a:lnTo>
                    <a:pt x="1027454" y="3116972"/>
                  </a:lnTo>
                  <a:lnTo>
                    <a:pt x="1036016" y="3116972"/>
                  </a:lnTo>
                  <a:lnTo>
                    <a:pt x="1044579" y="3116972"/>
                  </a:lnTo>
                  <a:lnTo>
                    <a:pt x="1053141" y="3080476"/>
                  </a:lnTo>
                  <a:lnTo>
                    <a:pt x="1061703" y="3081993"/>
                  </a:lnTo>
                  <a:lnTo>
                    <a:pt x="1070265" y="3042438"/>
                  </a:lnTo>
                  <a:lnTo>
                    <a:pt x="1078827" y="2971303"/>
                  </a:lnTo>
                  <a:lnTo>
                    <a:pt x="1087389" y="2896798"/>
                  </a:lnTo>
                  <a:lnTo>
                    <a:pt x="1095951" y="2841510"/>
                  </a:lnTo>
                  <a:lnTo>
                    <a:pt x="1104513" y="2843741"/>
                  </a:lnTo>
                  <a:lnTo>
                    <a:pt x="1113076" y="2832632"/>
                  </a:lnTo>
                  <a:lnTo>
                    <a:pt x="1121638" y="2877469"/>
                  </a:lnTo>
                  <a:lnTo>
                    <a:pt x="1130200" y="2903821"/>
                  </a:lnTo>
                  <a:lnTo>
                    <a:pt x="1138762" y="3000710"/>
                  </a:lnTo>
                  <a:lnTo>
                    <a:pt x="1147324" y="3093305"/>
                  </a:lnTo>
                  <a:lnTo>
                    <a:pt x="1155886" y="3116972"/>
                  </a:lnTo>
                  <a:lnTo>
                    <a:pt x="1155886" y="3116972"/>
                  </a:lnTo>
                  <a:lnTo>
                    <a:pt x="1164448" y="3116972"/>
                  </a:lnTo>
                  <a:lnTo>
                    <a:pt x="1173010" y="3116972"/>
                  </a:lnTo>
                  <a:lnTo>
                    <a:pt x="1181572" y="3116972"/>
                  </a:lnTo>
                  <a:lnTo>
                    <a:pt x="1190135" y="3116972"/>
                  </a:lnTo>
                  <a:lnTo>
                    <a:pt x="1198697" y="3116972"/>
                  </a:lnTo>
                  <a:lnTo>
                    <a:pt x="1207259" y="3116972"/>
                  </a:lnTo>
                  <a:lnTo>
                    <a:pt x="1215821" y="3116972"/>
                  </a:lnTo>
                  <a:lnTo>
                    <a:pt x="1224383" y="3116972"/>
                  </a:lnTo>
                  <a:lnTo>
                    <a:pt x="1232945" y="3009029"/>
                  </a:lnTo>
                  <a:lnTo>
                    <a:pt x="1241507" y="2919553"/>
                  </a:lnTo>
                  <a:lnTo>
                    <a:pt x="1250069" y="2843161"/>
                  </a:lnTo>
                  <a:lnTo>
                    <a:pt x="1258632" y="2788503"/>
                  </a:lnTo>
                  <a:lnTo>
                    <a:pt x="1267194" y="2819843"/>
                  </a:lnTo>
                  <a:lnTo>
                    <a:pt x="1275756" y="2905212"/>
                  </a:lnTo>
                  <a:lnTo>
                    <a:pt x="1284318" y="3008163"/>
                  </a:lnTo>
                  <a:lnTo>
                    <a:pt x="1292880" y="3048958"/>
                  </a:lnTo>
                  <a:lnTo>
                    <a:pt x="1301442" y="3095689"/>
                  </a:lnTo>
                  <a:lnTo>
                    <a:pt x="1310004" y="3074105"/>
                  </a:lnTo>
                  <a:lnTo>
                    <a:pt x="1318566" y="3009235"/>
                  </a:lnTo>
                  <a:lnTo>
                    <a:pt x="1327129" y="2951327"/>
                  </a:lnTo>
                  <a:lnTo>
                    <a:pt x="1335691" y="2951485"/>
                  </a:lnTo>
                  <a:lnTo>
                    <a:pt x="1344253" y="3000165"/>
                  </a:lnTo>
                  <a:lnTo>
                    <a:pt x="1352815" y="3019603"/>
                  </a:lnTo>
                  <a:lnTo>
                    <a:pt x="1361377" y="3055421"/>
                  </a:lnTo>
                  <a:lnTo>
                    <a:pt x="1369939" y="3058898"/>
                  </a:lnTo>
                  <a:lnTo>
                    <a:pt x="1378501" y="3050830"/>
                  </a:lnTo>
                  <a:lnTo>
                    <a:pt x="1387063" y="3050830"/>
                  </a:lnTo>
                  <a:lnTo>
                    <a:pt x="1395626" y="3050830"/>
                  </a:lnTo>
                  <a:lnTo>
                    <a:pt x="1404188" y="3050830"/>
                  </a:lnTo>
                  <a:lnTo>
                    <a:pt x="1412750" y="3050830"/>
                  </a:lnTo>
                  <a:lnTo>
                    <a:pt x="1421312" y="3050830"/>
                  </a:lnTo>
                  <a:lnTo>
                    <a:pt x="1429874" y="3050830"/>
                  </a:lnTo>
                  <a:lnTo>
                    <a:pt x="1438436" y="3050830"/>
                  </a:lnTo>
                  <a:lnTo>
                    <a:pt x="1446998" y="3050830"/>
                  </a:lnTo>
                  <a:lnTo>
                    <a:pt x="1455560" y="3050830"/>
                  </a:lnTo>
                  <a:lnTo>
                    <a:pt x="1464123" y="3050830"/>
                  </a:lnTo>
                  <a:lnTo>
                    <a:pt x="1472685" y="2998596"/>
                  </a:lnTo>
                  <a:lnTo>
                    <a:pt x="1481247" y="2904055"/>
                  </a:lnTo>
                  <a:lnTo>
                    <a:pt x="1489809" y="2860952"/>
                  </a:lnTo>
                  <a:lnTo>
                    <a:pt x="1498371" y="2816615"/>
                  </a:lnTo>
                  <a:lnTo>
                    <a:pt x="1506933" y="2798280"/>
                  </a:lnTo>
                  <a:lnTo>
                    <a:pt x="1515495" y="2778247"/>
                  </a:lnTo>
                  <a:lnTo>
                    <a:pt x="1524057" y="2776698"/>
                  </a:lnTo>
                  <a:lnTo>
                    <a:pt x="1532620" y="2921708"/>
                  </a:lnTo>
                  <a:lnTo>
                    <a:pt x="1541182" y="2969679"/>
                  </a:lnTo>
                  <a:lnTo>
                    <a:pt x="1549744" y="2985016"/>
                  </a:lnTo>
                  <a:lnTo>
                    <a:pt x="1558306" y="2966653"/>
                  </a:lnTo>
                  <a:lnTo>
                    <a:pt x="1566868" y="3018265"/>
                  </a:lnTo>
                  <a:lnTo>
                    <a:pt x="1575430" y="3112474"/>
                  </a:lnTo>
                  <a:lnTo>
                    <a:pt x="1583992" y="3079891"/>
                  </a:lnTo>
                  <a:lnTo>
                    <a:pt x="1592554" y="3075025"/>
                  </a:lnTo>
                  <a:lnTo>
                    <a:pt x="1601117" y="3104025"/>
                  </a:lnTo>
                  <a:lnTo>
                    <a:pt x="1609679" y="3116253"/>
                  </a:lnTo>
                  <a:lnTo>
                    <a:pt x="1618241" y="3060620"/>
                  </a:lnTo>
                  <a:lnTo>
                    <a:pt x="1626803" y="3060179"/>
                  </a:lnTo>
                  <a:lnTo>
                    <a:pt x="1635365" y="3033947"/>
                  </a:lnTo>
                  <a:lnTo>
                    <a:pt x="1643927" y="2901665"/>
                  </a:lnTo>
                  <a:lnTo>
                    <a:pt x="1652489" y="2810848"/>
                  </a:lnTo>
                  <a:lnTo>
                    <a:pt x="1661051" y="2813919"/>
                  </a:lnTo>
                  <a:lnTo>
                    <a:pt x="1669614" y="2794960"/>
                  </a:lnTo>
                  <a:lnTo>
                    <a:pt x="1678176" y="2818677"/>
                  </a:lnTo>
                  <a:lnTo>
                    <a:pt x="1686738" y="2927530"/>
                  </a:lnTo>
                  <a:lnTo>
                    <a:pt x="1695300" y="3066571"/>
                  </a:lnTo>
                  <a:lnTo>
                    <a:pt x="1703862" y="3114931"/>
                  </a:lnTo>
                  <a:lnTo>
                    <a:pt x="1712424" y="2968502"/>
                  </a:lnTo>
                  <a:lnTo>
                    <a:pt x="1720986" y="2880375"/>
                  </a:lnTo>
                  <a:lnTo>
                    <a:pt x="1729548" y="2757640"/>
                  </a:lnTo>
                  <a:lnTo>
                    <a:pt x="1738110" y="2614524"/>
                  </a:lnTo>
                  <a:lnTo>
                    <a:pt x="1746673" y="2574368"/>
                  </a:lnTo>
                  <a:lnTo>
                    <a:pt x="1755235" y="2563450"/>
                  </a:lnTo>
                  <a:lnTo>
                    <a:pt x="1763797" y="2710453"/>
                  </a:lnTo>
                  <a:lnTo>
                    <a:pt x="1772359" y="2841597"/>
                  </a:lnTo>
                  <a:lnTo>
                    <a:pt x="1780921" y="2900628"/>
                  </a:lnTo>
                  <a:lnTo>
                    <a:pt x="1789483" y="2949611"/>
                  </a:lnTo>
                  <a:lnTo>
                    <a:pt x="1798045" y="2952036"/>
                  </a:lnTo>
                  <a:lnTo>
                    <a:pt x="1806607" y="2944753"/>
                  </a:lnTo>
                  <a:lnTo>
                    <a:pt x="1815170" y="2902140"/>
                  </a:lnTo>
                  <a:lnTo>
                    <a:pt x="1823732" y="2903221"/>
                  </a:lnTo>
                  <a:lnTo>
                    <a:pt x="1832294" y="2899347"/>
                  </a:lnTo>
                  <a:lnTo>
                    <a:pt x="1840856" y="2892964"/>
                  </a:lnTo>
                  <a:lnTo>
                    <a:pt x="1849418" y="2923939"/>
                  </a:lnTo>
                  <a:lnTo>
                    <a:pt x="1857980" y="2984597"/>
                  </a:lnTo>
                  <a:lnTo>
                    <a:pt x="1866542" y="3050964"/>
                  </a:lnTo>
                  <a:lnTo>
                    <a:pt x="1875104" y="3089519"/>
                  </a:lnTo>
                  <a:lnTo>
                    <a:pt x="1883667" y="3116972"/>
                  </a:lnTo>
                  <a:lnTo>
                    <a:pt x="1883667" y="3116972"/>
                  </a:lnTo>
                  <a:lnTo>
                    <a:pt x="1892229" y="3055207"/>
                  </a:lnTo>
                  <a:lnTo>
                    <a:pt x="1900791" y="2923439"/>
                  </a:lnTo>
                  <a:lnTo>
                    <a:pt x="1909353" y="2810307"/>
                  </a:lnTo>
                  <a:lnTo>
                    <a:pt x="1917915" y="2754728"/>
                  </a:lnTo>
                  <a:lnTo>
                    <a:pt x="1926477" y="2723709"/>
                  </a:lnTo>
                  <a:lnTo>
                    <a:pt x="1935039" y="2695534"/>
                  </a:lnTo>
                  <a:lnTo>
                    <a:pt x="1943601" y="2739788"/>
                  </a:lnTo>
                  <a:lnTo>
                    <a:pt x="1952164" y="2826276"/>
                  </a:lnTo>
                  <a:lnTo>
                    <a:pt x="1960726" y="2904350"/>
                  </a:lnTo>
                  <a:lnTo>
                    <a:pt x="1969288" y="2960716"/>
                  </a:lnTo>
                  <a:lnTo>
                    <a:pt x="1977850" y="2952103"/>
                  </a:lnTo>
                  <a:lnTo>
                    <a:pt x="1986412" y="2957265"/>
                  </a:lnTo>
                  <a:lnTo>
                    <a:pt x="1994974" y="3018010"/>
                  </a:lnTo>
                  <a:lnTo>
                    <a:pt x="2003536" y="3082837"/>
                  </a:lnTo>
                  <a:lnTo>
                    <a:pt x="2012098" y="3116972"/>
                  </a:lnTo>
                  <a:lnTo>
                    <a:pt x="2012098" y="3116972"/>
                  </a:lnTo>
                  <a:lnTo>
                    <a:pt x="2020661" y="3116972"/>
                  </a:lnTo>
                  <a:lnTo>
                    <a:pt x="2029223" y="3116972"/>
                  </a:lnTo>
                  <a:lnTo>
                    <a:pt x="2037785" y="3116972"/>
                  </a:lnTo>
                  <a:lnTo>
                    <a:pt x="2046347" y="3116972"/>
                  </a:lnTo>
                  <a:lnTo>
                    <a:pt x="2054909" y="3116972"/>
                  </a:lnTo>
                  <a:lnTo>
                    <a:pt x="2063471" y="3116972"/>
                  </a:lnTo>
                  <a:lnTo>
                    <a:pt x="2072033" y="3116972"/>
                  </a:lnTo>
                  <a:lnTo>
                    <a:pt x="2080595" y="3116972"/>
                  </a:lnTo>
                  <a:lnTo>
                    <a:pt x="2089158" y="3116972"/>
                  </a:lnTo>
                  <a:lnTo>
                    <a:pt x="2097720" y="3116972"/>
                  </a:lnTo>
                  <a:lnTo>
                    <a:pt x="2106282" y="3116972"/>
                  </a:lnTo>
                  <a:lnTo>
                    <a:pt x="2114844" y="3017764"/>
                  </a:lnTo>
                  <a:lnTo>
                    <a:pt x="2123406" y="2886515"/>
                  </a:lnTo>
                  <a:lnTo>
                    <a:pt x="2131968" y="2822225"/>
                  </a:lnTo>
                  <a:lnTo>
                    <a:pt x="2140530" y="2836618"/>
                  </a:lnTo>
                  <a:lnTo>
                    <a:pt x="2149092" y="2849841"/>
                  </a:lnTo>
                  <a:lnTo>
                    <a:pt x="2157655" y="2898159"/>
                  </a:lnTo>
                  <a:lnTo>
                    <a:pt x="2166217" y="3020592"/>
                  </a:lnTo>
                  <a:lnTo>
                    <a:pt x="2174779" y="3116972"/>
                  </a:lnTo>
                  <a:lnTo>
                    <a:pt x="2174779" y="3116972"/>
                  </a:lnTo>
                  <a:lnTo>
                    <a:pt x="2183341" y="3072688"/>
                  </a:lnTo>
                  <a:lnTo>
                    <a:pt x="2191903" y="2978594"/>
                  </a:lnTo>
                  <a:lnTo>
                    <a:pt x="2200465" y="2935041"/>
                  </a:lnTo>
                  <a:lnTo>
                    <a:pt x="2209027" y="2924034"/>
                  </a:lnTo>
                  <a:lnTo>
                    <a:pt x="2217589" y="2900570"/>
                  </a:lnTo>
                  <a:lnTo>
                    <a:pt x="2226152" y="2913740"/>
                  </a:lnTo>
                  <a:lnTo>
                    <a:pt x="2234714" y="3054354"/>
                  </a:lnTo>
                  <a:lnTo>
                    <a:pt x="2243276" y="3097617"/>
                  </a:lnTo>
                  <a:lnTo>
                    <a:pt x="2251838" y="3058265"/>
                  </a:lnTo>
                  <a:lnTo>
                    <a:pt x="2260400" y="3024872"/>
                  </a:lnTo>
                  <a:lnTo>
                    <a:pt x="2268962" y="3078418"/>
                  </a:lnTo>
                  <a:lnTo>
                    <a:pt x="2277524" y="3065605"/>
                  </a:lnTo>
                  <a:lnTo>
                    <a:pt x="2286086" y="3018816"/>
                  </a:lnTo>
                  <a:lnTo>
                    <a:pt x="2294648" y="3004323"/>
                  </a:lnTo>
                  <a:lnTo>
                    <a:pt x="2303211" y="2963293"/>
                  </a:lnTo>
                  <a:lnTo>
                    <a:pt x="2311773" y="2942584"/>
                  </a:lnTo>
                  <a:lnTo>
                    <a:pt x="2320335" y="2796719"/>
                  </a:lnTo>
                  <a:lnTo>
                    <a:pt x="2328897" y="2678071"/>
                  </a:lnTo>
                  <a:lnTo>
                    <a:pt x="2337459" y="2584839"/>
                  </a:lnTo>
                  <a:lnTo>
                    <a:pt x="2346021" y="2548170"/>
                  </a:lnTo>
                  <a:lnTo>
                    <a:pt x="2354583" y="2525516"/>
                  </a:lnTo>
                  <a:lnTo>
                    <a:pt x="2363145" y="2468583"/>
                  </a:lnTo>
                  <a:lnTo>
                    <a:pt x="2371708" y="2539361"/>
                  </a:lnTo>
                  <a:lnTo>
                    <a:pt x="2380270" y="2630288"/>
                  </a:lnTo>
                  <a:lnTo>
                    <a:pt x="2388832" y="2682030"/>
                  </a:lnTo>
                  <a:lnTo>
                    <a:pt x="2397394" y="2653133"/>
                  </a:lnTo>
                  <a:lnTo>
                    <a:pt x="2405956" y="2646534"/>
                  </a:lnTo>
                  <a:lnTo>
                    <a:pt x="2414518" y="2749506"/>
                  </a:lnTo>
                  <a:lnTo>
                    <a:pt x="2423080" y="2771049"/>
                  </a:lnTo>
                  <a:lnTo>
                    <a:pt x="2431642" y="2772015"/>
                  </a:lnTo>
                  <a:lnTo>
                    <a:pt x="2440205" y="2813505"/>
                  </a:lnTo>
                  <a:lnTo>
                    <a:pt x="2448767" y="2929418"/>
                  </a:lnTo>
                  <a:lnTo>
                    <a:pt x="2457329" y="2939124"/>
                  </a:lnTo>
                  <a:lnTo>
                    <a:pt x="2465891" y="2865655"/>
                  </a:lnTo>
                  <a:lnTo>
                    <a:pt x="2474453" y="2810674"/>
                  </a:lnTo>
                  <a:lnTo>
                    <a:pt x="2483015" y="2762495"/>
                  </a:lnTo>
                  <a:lnTo>
                    <a:pt x="2491577" y="2762496"/>
                  </a:lnTo>
                  <a:lnTo>
                    <a:pt x="2500139" y="2763082"/>
                  </a:lnTo>
                  <a:lnTo>
                    <a:pt x="2508702" y="2818640"/>
                  </a:lnTo>
                  <a:lnTo>
                    <a:pt x="2517264" y="2779429"/>
                  </a:lnTo>
                  <a:lnTo>
                    <a:pt x="2525826" y="2818585"/>
                  </a:lnTo>
                  <a:lnTo>
                    <a:pt x="2534388" y="2866764"/>
                  </a:lnTo>
                  <a:lnTo>
                    <a:pt x="2542950" y="2854679"/>
                  </a:lnTo>
                  <a:lnTo>
                    <a:pt x="2551512" y="2796816"/>
                  </a:lnTo>
                  <a:lnTo>
                    <a:pt x="2560074" y="2759186"/>
                  </a:lnTo>
                  <a:lnTo>
                    <a:pt x="2568636" y="2828298"/>
                  </a:lnTo>
                  <a:lnTo>
                    <a:pt x="2577199" y="2834106"/>
                  </a:lnTo>
                  <a:lnTo>
                    <a:pt x="2585761" y="2808442"/>
                  </a:lnTo>
                  <a:lnTo>
                    <a:pt x="2594323" y="2784090"/>
                  </a:lnTo>
                  <a:lnTo>
                    <a:pt x="2602885" y="2797062"/>
                  </a:lnTo>
                  <a:lnTo>
                    <a:pt x="2611447" y="2836039"/>
                  </a:lnTo>
                  <a:lnTo>
                    <a:pt x="2620009" y="2859730"/>
                  </a:lnTo>
                  <a:lnTo>
                    <a:pt x="2628571" y="2869747"/>
                  </a:lnTo>
                  <a:lnTo>
                    <a:pt x="2637133" y="2895410"/>
                  </a:lnTo>
                  <a:lnTo>
                    <a:pt x="2645696" y="2931847"/>
                  </a:lnTo>
                  <a:lnTo>
                    <a:pt x="2654258" y="2976740"/>
                  </a:lnTo>
                  <a:lnTo>
                    <a:pt x="2662820" y="3022894"/>
                  </a:lnTo>
                  <a:lnTo>
                    <a:pt x="2671382" y="3050830"/>
                  </a:lnTo>
                  <a:lnTo>
                    <a:pt x="2679944" y="3050830"/>
                  </a:lnTo>
                  <a:lnTo>
                    <a:pt x="2688506" y="3050830"/>
                  </a:lnTo>
                  <a:lnTo>
                    <a:pt x="2697068" y="3050830"/>
                  </a:lnTo>
                  <a:lnTo>
                    <a:pt x="2705630" y="3050830"/>
                  </a:lnTo>
                  <a:lnTo>
                    <a:pt x="2714193" y="3038558"/>
                  </a:lnTo>
                  <a:lnTo>
                    <a:pt x="2722755" y="2979861"/>
                  </a:lnTo>
                  <a:lnTo>
                    <a:pt x="2731317" y="2945625"/>
                  </a:lnTo>
                  <a:lnTo>
                    <a:pt x="2739879" y="2945626"/>
                  </a:lnTo>
                  <a:lnTo>
                    <a:pt x="2748441" y="2909246"/>
                  </a:lnTo>
                  <a:lnTo>
                    <a:pt x="2757003" y="2858416"/>
                  </a:lnTo>
                  <a:lnTo>
                    <a:pt x="2765565" y="2905349"/>
                  </a:lnTo>
                  <a:lnTo>
                    <a:pt x="2774127" y="2857998"/>
                  </a:lnTo>
                  <a:lnTo>
                    <a:pt x="2782690" y="2724135"/>
                  </a:lnTo>
                  <a:lnTo>
                    <a:pt x="2791252" y="2630809"/>
                  </a:lnTo>
                  <a:lnTo>
                    <a:pt x="2799814" y="2624303"/>
                  </a:lnTo>
                  <a:lnTo>
                    <a:pt x="2808376" y="2639807"/>
                  </a:lnTo>
                  <a:lnTo>
                    <a:pt x="2816938" y="2561099"/>
                  </a:lnTo>
                  <a:lnTo>
                    <a:pt x="2825500" y="2670359"/>
                  </a:lnTo>
                  <a:lnTo>
                    <a:pt x="2834062" y="2830399"/>
                  </a:lnTo>
                  <a:lnTo>
                    <a:pt x="2842624" y="2824155"/>
                  </a:lnTo>
                  <a:lnTo>
                    <a:pt x="2851186" y="2772098"/>
                  </a:lnTo>
                  <a:lnTo>
                    <a:pt x="2859749" y="2714282"/>
                  </a:lnTo>
                  <a:lnTo>
                    <a:pt x="2868311" y="2635694"/>
                  </a:lnTo>
                  <a:lnTo>
                    <a:pt x="2876873" y="2545643"/>
                  </a:lnTo>
                  <a:lnTo>
                    <a:pt x="2885435" y="2498719"/>
                  </a:lnTo>
                  <a:lnTo>
                    <a:pt x="2893997" y="2536842"/>
                  </a:lnTo>
                  <a:lnTo>
                    <a:pt x="2902559" y="2569326"/>
                  </a:lnTo>
                  <a:lnTo>
                    <a:pt x="2911121" y="2577371"/>
                  </a:lnTo>
                  <a:lnTo>
                    <a:pt x="2919683" y="2538984"/>
                  </a:lnTo>
                  <a:lnTo>
                    <a:pt x="2928246" y="2469996"/>
                  </a:lnTo>
                  <a:lnTo>
                    <a:pt x="2936808" y="2385976"/>
                  </a:lnTo>
                  <a:lnTo>
                    <a:pt x="2945370" y="2295225"/>
                  </a:lnTo>
                  <a:lnTo>
                    <a:pt x="2953932" y="2336043"/>
                  </a:lnTo>
                  <a:lnTo>
                    <a:pt x="2962494" y="2396130"/>
                  </a:lnTo>
                  <a:lnTo>
                    <a:pt x="2971056" y="2421676"/>
                  </a:lnTo>
                  <a:lnTo>
                    <a:pt x="2979618" y="2448024"/>
                  </a:lnTo>
                  <a:lnTo>
                    <a:pt x="2988180" y="2532774"/>
                  </a:lnTo>
                  <a:lnTo>
                    <a:pt x="2996743" y="2713947"/>
                  </a:lnTo>
                  <a:lnTo>
                    <a:pt x="3005305" y="2645165"/>
                  </a:lnTo>
                  <a:lnTo>
                    <a:pt x="3013867" y="2420842"/>
                  </a:lnTo>
                  <a:lnTo>
                    <a:pt x="3022429" y="2340747"/>
                  </a:lnTo>
                  <a:lnTo>
                    <a:pt x="3030991" y="2389000"/>
                  </a:lnTo>
                  <a:lnTo>
                    <a:pt x="3039553" y="2302339"/>
                  </a:lnTo>
                  <a:lnTo>
                    <a:pt x="3048115" y="2068259"/>
                  </a:lnTo>
                  <a:lnTo>
                    <a:pt x="3056677" y="1991219"/>
                  </a:lnTo>
                  <a:lnTo>
                    <a:pt x="3065240" y="2054215"/>
                  </a:lnTo>
                  <a:lnTo>
                    <a:pt x="3073802" y="2048368"/>
                  </a:lnTo>
                  <a:lnTo>
                    <a:pt x="3082364" y="1893007"/>
                  </a:lnTo>
                  <a:lnTo>
                    <a:pt x="3090926" y="1847536"/>
                  </a:lnTo>
                  <a:lnTo>
                    <a:pt x="3099488" y="1997420"/>
                  </a:lnTo>
                  <a:lnTo>
                    <a:pt x="3108050" y="2093242"/>
                  </a:lnTo>
                  <a:lnTo>
                    <a:pt x="3116612" y="2153565"/>
                  </a:lnTo>
                  <a:lnTo>
                    <a:pt x="3125174" y="2200449"/>
                  </a:lnTo>
                  <a:lnTo>
                    <a:pt x="3133737" y="2297708"/>
                  </a:lnTo>
                  <a:lnTo>
                    <a:pt x="3142299" y="2356065"/>
                  </a:lnTo>
                  <a:lnTo>
                    <a:pt x="3150861" y="2282706"/>
                  </a:lnTo>
                  <a:lnTo>
                    <a:pt x="3159423" y="2293721"/>
                  </a:lnTo>
                  <a:lnTo>
                    <a:pt x="3167985" y="2419727"/>
                  </a:lnTo>
                  <a:lnTo>
                    <a:pt x="3176547" y="2577623"/>
                  </a:lnTo>
                  <a:lnTo>
                    <a:pt x="3185109" y="2648952"/>
                  </a:lnTo>
                  <a:lnTo>
                    <a:pt x="3193671" y="2758962"/>
                  </a:lnTo>
                  <a:lnTo>
                    <a:pt x="3202234" y="2887543"/>
                  </a:lnTo>
                  <a:lnTo>
                    <a:pt x="3210796" y="2948169"/>
                  </a:lnTo>
                  <a:lnTo>
                    <a:pt x="3219358" y="2928796"/>
                  </a:lnTo>
                  <a:lnTo>
                    <a:pt x="3227920" y="2901497"/>
                  </a:lnTo>
                  <a:lnTo>
                    <a:pt x="3236482" y="2933057"/>
                  </a:lnTo>
                  <a:lnTo>
                    <a:pt x="3245044" y="2942451"/>
                  </a:lnTo>
                  <a:lnTo>
                    <a:pt x="3253606" y="2930929"/>
                  </a:lnTo>
                  <a:lnTo>
                    <a:pt x="3262168" y="2779427"/>
                  </a:lnTo>
                  <a:lnTo>
                    <a:pt x="3270731" y="2653324"/>
                  </a:lnTo>
                  <a:lnTo>
                    <a:pt x="3279293" y="2621994"/>
                  </a:lnTo>
                  <a:lnTo>
                    <a:pt x="3287855" y="2585331"/>
                  </a:lnTo>
                  <a:lnTo>
                    <a:pt x="3296417" y="2476599"/>
                  </a:lnTo>
                  <a:lnTo>
                    <a:pt x="3304979" y="2336858"/>
                  </a:lnTo>
                  <a:lnTo>
                    <a:pt x="3313541" y="2367293"/>
                  </a:lnTo>
                  <a:lnTo>
                    <a:pt x="3322103" y="2457328"/>
                  </a:lnTo>
                  <a:lnTo>
                    <a:pt x="3330665" y="2495427"/>
                  </a:lnTo>
                  <a:lnTo>
                    <a:pt x="3339228" y="2547107"/>
                  </a:lnTo>
                  <a:lnTo>
                    <a:pt x="3347790" y="2517306"/>
                  </a:lnTo>
                  <a:lnTo>
                    <a:pt x="3356352" y="2468938"/>
                  </a:lnTo>
                  <a:lnTo>
                    <a:pt x="3364914" y="2515875"/>
                  </a:lnTo>
                  <a:lnTo>
                    <a:pt x="3373476" y="2567281"/>
                  </a:lnTo>
                  <a:lnTo>
                    <a:pt x="3382038" y="2604455"/>
                  </a:lnTo>
                  <a:lnTo>
                    <a:pt x="3390600" y="2623267"/>
                  </a:lnTo>
                  <a:lnTo>
                    <a:pt x="3399162" y="2687071"/>
                  </a:lnTo>
                  <a:lnTo>
                    <a:pt x="3407724" y="2808106"/>
                  </a:lnTo>
                  <a:lnTo>
                    <a:pt x="3416287" y="2808834"/>
                  </a:lnTo>
                  <a:lnTo>
                    <a:pt x="3424849" y="2650533"/>
                  </a:lnTo>
                  <a:lnTo>
                    <a:pt x="3433411" y="2479128"/>
                  </a:lnTo>
                  <a:lnTo>
                    <a:pt x="3441973" y="2383867"/>
                  </a:lnTo>
                  <a:lnTo>
                    <a:pt x="3450535" y="2423808"/>
                  </a:lnTo>
                  <a:lnTo>
                    <a:pt x="3459097" y="2490777"/>
                  </a:lnTo>
                  <a:lnTo>
                    <a:pt x="3467659" y="2620988"/>
                  </a:lnTo>
                  <a:lnTo>
                    <a:pt x="3476221" y="2868730"/>
                  </a:lnTo>
                  <a:lnTo>
                    <a:pt x="3484784" y="3087716"/>
                  </a:lnTo>
                  <a:lnTo>
                    <a:pt x="3493346" y="3116972"/>
                  </a:lnTo>
                  <a:lnTo>
                    <a:pt x="3493346" y="3116972"/>
                  </a:lnTo>
                  <a:lnTo>
                    <a:pt x="3501908" y="3116972"/>
                  </a:lnTo>
                  <a:lnTo>
                    <a:pt x="3510470" y="3104098"/>
                  </a:lnTo>
                  <a:lnTo>
                    <a:pt x="3519032" y="2960880"/>
                  </a:lnTo>
                  <a:lnTo>
                    <a:pt x="3527594" y="2746749"/>
                  </a:lnTo>
                  <a:lnTo>
                    <a:pt x="3536156" y="2411196"/>
                  </a:lnTo>
                  <a:lnTo>
                    <a:pt x="3544718" y="2214345"/>
                  </a:lnTo>
                  <a:lnTo>
                    <a:pt x="3553281" y="2110344"/>
                  </a:lnTo>
                  <a:lnTo>
                    <a:pt x="3561843" y="2053446"/>
                  </a:lnTo>
                  <a:lnTo>
                    <a:pt x="3570405" y="1994482"/>
                  </a:lnTo>
                  <a:lnTo>
                    <a:pt x="3578967" y="2010019"/>
                  </a:lnTo>
                  <a:lnTo>
                    <a:pt x="3587529" y="2165984"/>
                  </a:lnTo>
                  <a:lnTo>
                    <a:pt x="3596091" y="2303809"/>
                  </a:lnTo>
                  <a:lnTo>
                    <a:pt x="3604653" y="2430166"/>
                  </a:lnTo>
                  <a:lnTo>
                    <a:pt x="3613215" y="2564447"/>
                  </a:lnTo>
                  <a:lnTo>
                    <a:pt x="3621778" y="2628724"/>
                  </a:lnTo>
                  <a:lnTo>
                    <a:pt x="3630340" y="2607780"/>
                  </a:lnTo>
                  <a:lnTo>
                    <a:pt x="3638902" y="2494903"/>
                  </a:lnTo>
                  <a:lnTo>
                    <a:pt x="3647464" y="2287854"/>
                  </a:lnTo>
                  <a:lnTo>
                    <a:pt x="3656026" y="2039245"/>
                  </a:lnTo>
                  <a:lnTo>
                    <a:pt x="3664588" y="1862825"/>
                  </a:lnTo>
                  <a:lnTo>
                    <a:pt x="3673150" y="1810365"/>
                  </a:lnTo>
                  <a:lnTo>
                    <a:pt x="3681712" y="1805260"/>
                  </a:lnTo>
                  <a:lnTo>
                    <a:pt x="3690275" y="1914192"/>
                  </a:lnTo>
                  <a:lnTo>
                    <a:pt x="3698837" y="2049561"/>
                  </a:lnTo>
                  <a:lnTo>
                    <a:pt x="3707399" y="2221070"/>
                  </a:lnTo>
                  <a:lnTo>
                    <a:pt x="3715961" y="2284738"/>
                  </a:lnTo>
                  <a:lnTo>
                    <a:pt x="3724523" y="2232746"/>
                  </a:lnTo>
                  <a:lnTo>
                    <a:pt x="3733085" y="2229121"/>
                  </a:lnTo>
                  <a:lnTo>
                    <a:pt x="3741647" y="2280255"/>
                  </a:lnTo>
                  <a:lnTo>
                    <a:pt x="3750209" y="2436555"/>
                  </a:lnTo>
                  <a:lnTo>
                    <a:pt x="3758772" y="2474369"/>
                  </a:lnTo>
                  <a:lnTo>
                    <a:pt x="3767334" y="2361463"/>
                  </a:lnTo>
                  <a:lnTo>
                    <a:pt x="3775896" y="2206277"/>
                  </a:lnTo>
                  <a:lnTo>
                    <a:pt x="3784458" y="1978902"/>
                  </a:lnTo>
                  <a:lnTo>
                    <a:pt x="3793020" y="1714439"/>
                  </a:lnTo>
                  <a:lnTo>
                    <a:pt x="3801582" y="1392335"/>
                  </a:lnTo>
                  <a:lnTo>
                    <a:pt x="3810144" y="1195033"/>
                  </a:lnTo>
                  <a:lnTo>
                    <a:pt x="3818706" y="1261080"/>
                  </a:lnTo>
                  <a:lnTo>
                    <a:pt x="3827269" y="1420060"/>
                  </a:lnTo>
                  <a:lnTo>
                    <a:pt x="3835831" y="1506088"/>
                  </a:lnTo>
                  <a:lnTo>
                    <a:pt x="3844393" y="1562032"/>
                  </a:lnTo>
                  <a:lnTo>
                    <a:pt x="3852955" y="1635937"/>
                  </a:lnTo>
                  <a:lnTo>
                    <a:pt x="3861517" y="1677153"/>
                  </a:lnTo>
                  <a:lnTo>
                    <a:pt x="3870079" y="1508144"/>
                  </a:lnTo>
                  <a:lnTo>
                    <a:pt x="3878641" y="1414972"/>
                  </a:lnTo>
                  <a:lnTo>
                    <a:pt x="3887203" y="1409183"/>
                  </a:lnTo>
                  <a:lnTo>
                    <a:pt x="3895766" y="1377192"/>
                  </a:lnTo>
                  <a:lnTo>
                    <a:pt x="3904328" y="1426165"/>
                  </a:lnTo>
                  <a:lnTo>
                    <a:pt x="3912890" y="1465828"/>
                  </a:lnTo>
                  <a:lnTo>
                    <a:pt x="3921452" y="1521553"/>
                  </a:lnTo>
                  <a:lnTo>
                    <a:pt x="3930014" y="1487116"/>
                  </a:lnTo>
                  <a:lnTo>
                    <a:pt x="3938576" y="1641062"/>
                  </a:lnTo>
                  <a:lnTo>
                    <a:pt x="3947138" y="1916550"/>
                  </a:lnTo>
                  <a:lnTo>
                    <a:pt x="3955700" y="1816044"/>
                  </a:lnTo>
                  <a:lnTo>
                    <a:pt x="3964262" y="1562177"/>
                  </a:lnTo>
                  <a:lnTo>
                    <a:pt x="3972825" y="1364855"/>
                  </a:lnTo>
                  <a:lnTo>
                    <a:pt x="3981387" y="1208519"/>
                  </a:lnTo>
                  <a:lnTo>
                    <a:pt x="3989949" y="1004044"/>
                  </a:lnTo>
                  <a:lnTo>
                    <a:pt x="3998511" y="922773"/>
                  </a:lnTo>
                  <a:lnTo>
                    <a:pt x="4007073" y="947368"/>
                  </a:lnTo>
                  <a:lnTo>
                    <a:pt x="4015635" y="1035344"/>
                  </a:lnTo>
                  <a:lnTo>
                    <a:pt x="4024197" y="1172894"/>
                  </a:lnTo>
                  <a:lnTo>
                    <a:pt x="4032759" y="1269634"/>
                  </a:lnTo>
                  <a:lnTo>
                    <a:pt x="4041322" y="1296841"/>
                  </a:lnTo>
                  <a:lnTo>
                    <a:pt x="4049884" y="1121079"/>
                  </a:lnTo>
                  <a:lnTo>
                    <a:pt x="4058446" y="986195"/>
                  </a:lnTo>
                  <a:lnTo>
                    <a:pt x="4067008" y="937697"/>
                  </a:lnTo>
                  <a:lnTo>
                    <a:pt x="4075570" y="976411"/>
                  </a:lnTo>
                  <a:lnTo>
                    <a:pt x="4084132" y="1073853"/>
                  </a:lnTo>
                  <a:lnTo>
                    <a:pt x="4092694" y="1068147"/>
                  </a:lnTo>
                  <a:lnTo>
                    <a:pt x="4101256" y="1064409"/>
                  </a:lnTo>
                  <a:lnTo>
                    <a:pt x="4109819" y="1214744"/>
                  </a:lnTo>
                  <a:lnTo>
                    <a:pt x="4118381" y="1354179"/>
                  </a:lnTo>
                  <a:lnTo>
                    <a:pt x="4126943" y="1387622"/>
                  </a:lnTo>
                  <a:lnTo>
                    <a:pt x="4135505" y="1370151"/>
                  </a:lnTo>
                  <a:lnTo>
                    <a:pt x="4144067" y="1294681"/>
                  </a:lnTo>
                  <a:lnTo>
                    <a:pt x="4152629" y="1098725"/>
                  </a:lnTo>
                  <a:lnTo>
                    <a:pt x="4161191" y="838317"/>
                  </a:lnTo>
                  <a:lnTo>
                    <a:pt x="4169753" y="702954"/>
                  </a:lnTo>
                  <a:lnTo>
                    <a:pt x="4178316" y="573576"/>
                  </a:lnTo>
                  <a:lnTo>
                    <a:pt x="4186878" y="451107"/>
                  </a:lnTo>
                  <a:lnTo>
                    <a:pt x="4195440" y="414544"/>
                  </a:lnTo>
                  <a:lnTo>
                    <a:pt x="4204002" y="358853"/>
                  </a:lnTo>
                  <a:lnTo>
                    <a:pt x="4212564" y="278221"/>
                  </a:lnTo>
                  <a:lnTo>
                    <a:pt x="4221126" y="57679"/>
                  </a:lnTo>
                  <a:lnTo>
                    <a:pt x="4229688" y="0"/>
                  </a:lnTo>
                  <a:lnTo>
                    <a:pt x="4229688" y="0"/>
                  </a:lnTo>
                  <a:lnTo>
                    <a:pt x="4238250" y="71603"/>
                  </a:lnTo>
                  <a:lnTo>
                    <a:pt x="4246813" y="161936"/>
                  </a:lnTo>
                  <a:lnTo>
                    <a:pt x="4255375" y="449024"/>
                  </a:lnTo>
                  <a:lnTo>
                    <a:pt x="4263937" y="661032"/>
                  </a:lnTo>
                  <a:lnTo>
                    <a:pt x="4272499" y="874303"/>
                  </a:lnTo>
                  <a:lnTo>
                    <a:pt x="4281061" y="1031250"/>
                  </a:lnTo>
                  <a:lnTo>
                    <a:pt x="4289623" y="1100483"/>
                  </a:lnTo>
                  <a:lnTo>
                    <a:pt x="4298185" y="1229656"/>
                  </a:lnTo>
                  <a:lnTo>
                    <a:pt x="4306747" y="1327793"/>
                  </a:lnTo>
                  <a:lnTo>
                    <a:pt x="4315310" y="1526085"/>
                  </a:lnTo>
                  <a:lnTo>
                    <a:pt x="4323872" y="1742933"/>
                  </a:lnTo>
                  <a:lnTo>
                    <a:pt x="4332434" y="1910102"/>
                  </a:lnTo>
                  <a:lnTo>
                    <a:pt x="4340996" y="2053960"/>
                  </a:lnTo>
                  <a:lnTo>
                    <a:pt x="4349558" y="2163130"/>
                  </a:lnTo>
                  <a:lnTo>
                    <a:pt x="4358120" y="2294863"/>
                  </a:lnTo>
                  <a:lnTo>
                    <a:pt x="4366682" y="2449624"/>
                  </a:lnTo>
                  <a:lnTo>
                    <a:pt x="4375244" y="2551012"/>
                  </a:lnTo>
                  <a:lnTo>
                    <a:pt x="4383807" y="2506460"/>
                  </a:lnTo>
                  <a:lnTo>
                    <a:pt x="4392369" y="2491279"/>
                  </a:lnTo>
                  <a:lnTo>
                    <a:pt x="4400931" y="2506042"/>
                  </a:lnTo>
                  <a:lnTo>
                    <a:pt x="4409493" y="2361076"/>
                  </a:lnTo>
                  <a:lnTo>
                    <a:pt x="4418055" y="2137230"/>
                  </a:lnTo>
                  <a:lnTo>
                    <a:pt x="4426617" y="2060166"/>
                  </a:lnTo>
                  <a:lnTo>
                    <a:pt x="4435179" y="2200315"/>
                  </a:lnTo>
                  <a:lnTo>
                    <a:pt x="4443741" y="2342255"/>
                  </a:lnTo>
                  <a:lnTo>
                    <a:pt x="4452304" y="2429876"/>
                  </a:lnTo>
                  <a:lnTo>
                    <a:pt x="4460866" y="2601098"/>
                  </a:lnTo>
                  <a:lnTo>
                    <a:pt x="4469428" y="2724586"/>
                  </a:lnTo>
                  <a:lnTo>
                    <a:pt x="4477990" y="2653004"/>
                  </a:lnTo>
                  <a:lnTo>
                    <a:pt x="4486552" y="2395971"/>
                  </a:lnTo>
                  <a:lnTo>
                    <a:pt x="4495114" y="2045511"/>
                  </a:lnTo>
                  <a:lnTo>
                    <a:pt x="4503676" y="1805789"/>
                  </a:lnTo>
                  <a:lnTo>
                    <a:pt x="4512238" y="1705566"/>
                  </a:lnTo>
                  <a:lnTo>
                    <a:pt x="4520800" y="1488254"/>
                  </a:lnTo>
                  <a:lnTo>
                    <a:pt x="4529363" y="1224064"/>
                  </a:lnTo>
                  <a:lnTo>
                    <a:pt x="4537925" y="1049958"/>
                  </a:lnTo>
                  <a:lnTo>
                    <a:pt x="4546487" y="955343"/>
                  </a:lnTo>
                  <a:lnTo>
                    <a:pt x="4555049" y="758381"/>
                  </a:lnTo>
                  <a:lnTo>
                    <a:pt x="4563611" y="440380"/>
                  </a:lnTo>
                  <a:lnTo>
                    <a:pt x="4572173" y="432880"/>
                  </a:lnTo>
                  <a:lnTo>
                    <a:pt x="4580735" y="643469"/>
                  </a:lnTo>
                  <a:lnTo>
                    <a:pt x="4589297" y="851414"/>
                  </a:lnTo>
                  <a:lnTo>
                    <a:pt x="4597860" y="934214"/>
                  </a:lnTo>
                  <a:lnTo>
                    <a:pt x="4606422" y="983847"/>
                  </a:lnTo>
                  <a:lnTo>
                    <a:pt x="4614984" y="972080"/>
                  </a:lnTo>
                  <a:lnTo>
                    <a:pt x="4623546" y="1072451"/>
                  </a:lnTo>
                  <a:lnTo>
                    <a:pt x="4632108" y="1184852"/>
                  </a:lnTo>
                  <a:lnTo>
                    <a:pt x="4640670" y="1334897"/>
                  </a:lnTo>
                  <a:lnTo>
                    <a:pt x="4649232" y="1686669"/>
                  </a:lnTo>
                  <a:lnTo>
                    <a:pt x="4657794" y="2044749"/>
                  </a:lnTo>
                  <a:lnTo>
                    <a:pt x="4666357" y="2437724"/>
                  </a:lnTo>
                  <a:lnTo>
                    <a:pt x="4674919" y="2676087"/>
                  </a:lnTo>
                  <a:lnTo>
                    <a:pt x="4683481" y="2730129"/>
                  </a:lnTo>
                  <a:lnTo>
                    <a:pt x="4692043" y="2665875"/>
                  </a:lnTo>
                  <a:lnTo>
                    <a:pt x="4700605" y="2447181"/>
                  </a:lnTo>
                  <a:lnTo>
                    <a:pt x="4709167" y="2408783"/>
                  </a:lnTo>
                  <a:lnTo>
                    <a:pt x="4717729" y="2401659"/>
                  </a:lnTo>
                  <a:lnTo>
                    <a:pt x="4726291" y="2336511"/>
                  </a:lnTo>
                  <a:lnTo>
                    <a:pt x="4734854" y="2221812"/>
                  </a:lnTo>
                  <a:lnTo>
                    <a:pt x="4743416" y="2178537"/>
                  </a:lnTo>
                  <a:lnTo>
                    <a:pt x="4751978" y="2247970"/>
                  </a:lnTo>
                  <a:lnTo>
                    <a:pt x="4760540" y="2179858"/>
                  </a:lnTo>
                  <a:lnTo>
                    <a:pt x="4769102" y="2124834"/>
                  </a:lnTo>
                  <a:lnTo>
                    <a:pt x="4777664" y="2152780"/>
                  </a:lnTo>
                  <a:lnTo>
                    <a:pt x="4786226" y="2341625"/>
                  </a:lnTo>
                  <a:lnTo>
                    <a:pt x="4794788" y="2563732"/>
                  </a:lnTo>
                  <a:lnTo>
                    <a:pt x="4803351" y="2683131"/>
                  </a:lnTo>
                  <a:lnTo>
                    <a:pt x="4811913" y="2743999"/>
                  </a:lnTo>
                  <a:lnTo>
                    <a:pt x="4820475" y="2733758"/>
                  </a:lnTo>
                  <a:lnTo>
                    <a:pt x="4829037" y="2717607"/>
                  </a:lnTo>
                  <a:lnTo>
                    <a:pt x="4837599" y="2647986"/>
                  </a:lnTo>
                  <a:lnTo>
                    <a:pt x="4846161" y="2522372"/>
                  </a:lnTo>
                  <a:lnTo>
                    <a:pt x="4854723" y="2500055"/>
                  </a:lnTo>
                  <a:lnTo>
                    <a:pt x="4863285" y="2441980"/>
                  </a:lnTo>
                  <a:lnTo>
                    <a:pt x="4871848" y="2400768"/>
                  </a:lnTo>
                  <a:lnTo>
                    <a:pt x="4880410" y="2295292"/>
                  </a:lnTo>
                  <a:lnTo>
                    <a:pt x="4888972" y="2186798"/>
                  </a:lnTo>
                  <a:lnTo>
                    <a:pt x="4897534" y="2248777"/>
                  </a:lnTo>
                  <a:lnTo>
                    <a:pt x="4906096" y="2311454"/>
                  </a:lnTo>
                  <a:lnTo>
                    <a:pt x="4914658" y="2444147"/>
                  </a:lnTo>
                  <a:lnTo>
                    <a:pt x="4923220" y="2591950"/>
                  </a:lnTo>
                  <a:lnTo>
                    <a:pt x="4931782" y="2745282"/>
                  </a:lnTo>
                  <a:lnTo>
                    <a:pt x="4940345" y="2959423"/>
                  </a:lnTo>
                  <a:lnTo>
                    <a:pt x="4948907" y="3071944"/>
                  </a:lnTo>
                  <a:lnTo>
                    <a:pt x="4957469" y="3116972"/>
                  </a:lnTo>
                  <a:lnTo>
                    <a:pt x="4957469" y="3116972"/>
                  </a:lnTo>
                  <a:lnTo>
                    <a:pt x="4966031" y="3012148"/>
                  </a:lnTo>
                  <a:lnTo>
                    <a:pt x="4974593" y="2865319"/>
                  </a:lnTo>
                  <a:lnTo>
                    <a:pt x="4983155" y="2782888"/>
                  </a:lnTo>
                  <a:lnTo>
                    <a:pt x="4991717" y="2636617"/>
                  </a:lnTo>
                  <a:lnTo>
                    <a:pt x="5000279" y="2531696"/>
                  </a:lnTo>
                  <a:lnTo>
                    <a:pt x="5008842" y="2490233"/>
                  </a:lnTo>
                  <a:lnTo>
                    <a:pt x="5017404" y="2610388"/>
                  </a:lnTo>
                  <a:lnTo>
                    <a:pt x="5025966" y="2768238"/>
                  </a:lnTo>
                  <a:lnTo>
                    <a:pt x="5034528" y="2914531"/>
                  </a:lnTo>
                  <a:lnTo>
                    <a:pt x="5043090" y="3045868"/>
                  </a:lnTo>
                  <a:lnTo>
                    <a:pt x="5051652" y="3006269"/>
                  </a:lnTo>
                  <a:lnTo>
                    <a:pt x="5060214" y="2875070"/>
                  </a:lnTo>
                  <a:lnTo>
                    <a:pt x="5068776" y="2815824"/>
                  </a:lnTo>
                  <a:lnTo>
                    <a:pt x="5077338" y="2829715"/>
                  </a:lnTo>
                  <a:lnTo>
                    <a:pt x="5085901" y="2730360"/>
                  </a:lnTo>
                  <a:lnTo>
                    <a:pt x="5094463" y="2602667"/>
                  </a:lnTo>
                  <a:lnTo>
                    <a:pt x="5103025" y="2599955"/>
                  </a:lnTo>
                  <a:lnTo>
                    <a:pt x="5111587" y="2651357"/>
                  </a:lnTo>
                  <a:lnTo>
                    <a:pt x="5120149" y="2568158"/>
                  </a:lnTo>
                  <a:lnTo>
                    <a:pt x="5128711" y="2474441"/>
                  </a:lnTo>
                  <a:lnTo>
                    <a:pt x="5137273" y="2513767"/>
                  </a:lnTo>
                  <a:lnTo>
                    <a:pt x="5145835" y="2677659"/>
                  </a:lnTo>
                  <a:lnTo>
                    <a:pt x="5154398" y="2803999"/>
                  </a:lnTo>
                  <a:lnTo>
                    <a:pt x="5162960" y="2776262"/>
                  </a:lnTo>
                  <a:lnTo>
                    <a:pt x="5171522" y="2832074"/>
                  </a:lnTo>
                  <a:lnTo>
                    <a:pt x="5180084" y="2914799"/>
                  </a:lnTo>
                  <a:lnTo>
                    <a:pt x="5188646" y="2884416"/>
                  </a:lnTo>
                  <a:lnTo>
                    <a:pt x="5197208" y="2848532"/>
                  </a:lnTo>
                  <a:lnTo>
                    <a:pt x="5205770" y="2732680"/>
                  </a:lnTo>
                  <a:lnTo>
                    <a:pt x="5214332" y="2735839"/>
                  </a:lnTo>
                  <a:lnTo>
                    <a:pt x="5222895" y="2734743"/>
                  </a:lnTo>
                  <a:lnTo>
                    <a:pt x="5231457" y="2643273"/>
                  </a:lnTo>
                  <a:lnTo>
                    <a:pt x="5240019" y="2603370"/>
                  </a:lnTo>
                  <a:lnTo>
                    <a:pt x="5248581" y="2534482"/>
                  </a:lnTo>
                  <a:lnTo>
                    <a:pt x="5257143" y="2593179"/>
                  </a:lnTo>
                  <a:lnTo>
                    <a:pt x="5265705" y="2676701"/>
                  </a:lnTo>
                  <a:lnTo>
                    <a:pt x="5274267" y="2766395"/>
                  </a:lnTo>
                  <a:lnTo>
                    <a:pt x="5282829" y="2865810"/>
                  </a:lnTo>
                  <a:lnTo>
                    <a:pt x="5291392" y="2957025"/>
                  </a:lnTo>
                  <a:lnTo>
                    <a:pt x="5299954" y="3028004"/>
                  </a:lnTo>
                  <a:lnTo>
                    <a:pt x="5308516" y="3050830"/>
                  </a:lnTo>
                  <a:lnTo>
                    <a:pt x="5317078" y="3050830"/>
                  </a:lnTo>
                  <a:lnTo>
                    <a:pt x="5325640" y="3021289"/>
                  </a:lnTo>
                  <a:lnTo>
                    <a:pt x="5334202" y="2970109"/>
                  </a:lnTo>
                  <a:lnTo>
                    <a:pt x="5342764" y="2897132"/>
                  </a:lnTo>
                  <a:lnTo>
                    <a:pt x="5351326" y="2804144"/>
                  </a:lnTo>
                  <a:lnTo>
                    <a:pt x="5359889" y="2739515"/>
                  </a:lnTo>
                  <a:lnTo>
                    <a:pt x="5368451" y="2674802"/>
                  </a:lnTo>
                  <a:lnTo>
                    <a:pt x="5377013" y="2618777"/>
                  </a:lnTo>
                  <a:lnTo>
                    <a:pt x="5385575" y="2559989"/>
                  </a:lnTo>
                  <a:lnTo>
                    <a:pt x="5394137" y="2588073"/>
                  </a:lnTo>
                  <a:lnTo>
                    <a:pt x="5402699" y="2656813"/>
                  </a:lnTo>
                  <a:lnTo>
                    <a:pt x="5411261" y="2663760"/>
                  </a:lnTo>
                  <a:lnTo>
                    <a:pt x="5419823" y="2695379"/>
                  </a:lnTo>
                  <a:lnTo>
                    <a:pt x="5428386" y="2721415"/>
                  </a:lnTo>
                  <a:lnTo>
                    <a:pt x="5436948" y="2892495"/>
                  </a:lnTo>
                  <a:lnTo>
                    <a:pt x="5445510" y="2975595"/>
                  </a:lnTo>
                  <a:lnTo>
                    <a:pt x="5454072" y="2944183"/>
                  </a:lnTo>
                  <a:lnTo>
                    <a:pt x="5462634" y="2916882"/>
                  </a:lnTo>
                  <a:lnTo>
                    <a:pt x="5471196" y="2945672"/>
                  </a:lnTo>
                  <a:lnTo>
                    <a:pt x="5479758" y="3023270"/>
                  </a:lnTo>
                  <a:lnTo>
                    <a:pt x="5488320" y="2941731"/>
                  </a:lnTo>
                  <a:lnTo>
                    <a:pt x="5496883" y="2934746"/>
                  </a:lnTo>
                  <a:lnTo>
                    <a:pt x="5505445" y="3047607"/>
                  </a:lnTo>
                  <a:lnTo>
                    <a:pt x="5514007" y="3116972"/>
                  </a:lnTo>
                  <a:lnTo>
                    <a:pt x="5514007" y="3116972"/>
                  </a:lnTo>
                  <a:lnTo>
                    <a:pt x="5522569" y="3116972"/>
                  </a:lnTo>
                  <a:lnTo>
                    <a:pt x="5531131" y="3116972"/>
                  </a:lnTo>
                  <a:lnTo>
                    <a:pt x="5539693" y="3116972"/>
                  </a:lnTo>
                  <a:lnTo>
                    <a:pt x="5548255" y="3116972"/>
                  </a:lnTo>
                  <a:lnTo>
                    <a:pt x="5556817" y="3116972"/>
                  </a:lnTo>
                  <a:lnTo>
                    <a:pt x="5565380" y="3116972"/>
                  </a:lnTo>
                  <a:lnTo>
                    <a:pt x="5573942" y="3116972"/>
                  </a:lnTo>
                  <a:lnTo>
                    <a:pt x="5582504" y="3116972"/>
                  </a:lnTo>
                  <a:lnTo>
                    <a:pt x="5591066" y="3077670"/>
                  </a:lnTo>
                  <a:lnTo>
                    <a:pt x="5599628" y="3029785"/>
                  </a:lnTo>
                  <a:lnTo>
                    <a:pt x="5608190" y="3070634"/>
                  </a:lnTo>
                  <a:lnTo>
                    <a:pt x="5616752" y="3065781"/>
                  </a:lnTo>
                  <a:lnTo>
                    <a:pt x="5625314" y="2972488"/>
                  </a:lnTo>
                  <a:lnTo>
                    <a:pt x="5633876" y="2919488"/>
                  </a:lnTo>
                  <a:lnTo>
                    <a:pt x="5642439" y="2902189"/>
                  </a:lnTo>
                  <a:lnTo>
                    <a:pt x="5651001" y="2841207"/>
                  </a:lnTo>
                  <a:lnTo>
                    <a:pt x="5659563" y="2611704"/>
                  </a:lnTo>
                  <a:lnTo>
                    <a:pt x="5668125" y="2398834"/>
                  </a:lnTo>
                  <a:lnTo>
                    <a:pt x="5676687" y="2377350"/>
                  </a:lnTo>
                  <a:lnTo>
                    <a:pt x="5685249" y="2216427"/>
                  </a:lnTo>
                  <a:lnTo>
                    <a:pt x="5693811" y="2094560"/>
                  </a:lnTo>
                  <a:lnTo>
                    <a:pt x="5702373" y="2041883"/>
                  </a:lnTo>
                  <a:lnTo>
                    <a:pt x="5710936" y="2012025"/>
                  </a:lnTo>
                  <a:lnTo>
                    <a:pt x="5719498" y="2124487"/>
                  </a:lnTo>
                  <a:lnTo>
                    <a:pt x="5728060" y="2195220"/>
                  </a:lnTo>
                  <a:lnTo>
                    <a:pt x="5736622" y="2346908"/>
                  </a:lnTo>
                  <a:lnTo>
                    <a:pt x="5745184" y="2481555"/>
                  </a:lnTo>
                  <a:lnTo>
                    <a:pt x="5753746" y="2643104"/>
                  </a:lnTo>
                  <a:lnTo>
                    <a:pt x="5762308" y="2794731"/>
                  </a:lnTo>
                  <a:lnTo>
                    <a:pt x="5770870" y="2736691"/>
                  </a:lnTo>
                  <a:lnTo>
                    <a:pt x="5779433" y="2731686"/>
                  </a:lnTo>
                  <a:lnTo>
                    <a:pt x="5787995" y="2818315"/>
                  </a:lnTo>
                  <a:lnTo>
                    <a:pt x="5796557" y="2994497"/>
                  </a:lnTo>
                  <a:lnTo>
                    <a:pt x="5805119" y="3008080"/>
                  </a:lnTo>
                  <a:lnTo>
                    <a:pt x="5813681" y="2890527"/>
                  </a:lnTo>
                  <a:lnTo>
                    <a:pt x="5822243" y="2942934"/>
                  </a:lnTo>
                  <a:lnTo>
                    <a:pt x="5830805" y="2911963"/>
                  </a:lnTo>
                  <a:lnTo>
                    <a:pt x="5839367" y="2885461"/>
                  </a:lnTo>
                  <a:lnTo>
                    <a:pt x="5847930" y="2730474"/>
                  </a:lnTo>
                  <a:lnTo>
                    <a:pt x="5856492" y="2741425"/>
                  </a:lnTo>
                  <a:lnTo>
                    <a:pt x="5865054" y="2996462"/>
                  </a:lnTo>
                  <a:lnTo>
                    <a:pt x="5873616" y="3116972"/>
                  </a:lnTo>
                  <a:lnTo>
                    <a:pt x="5873616" y="3116972"/>
                  </a:lnTo>
                  <a:lnTo>
                    <a:pt x="5882178" y="3116972"/>
                  </a:lnTo>
                  <a:lnTo>
                    <a:pt x="5890740" y="3116972"/>
                  </a:lnTo>
                  <a:lnTo>
                    <a:pt x="5899302" y="3116972"/>
                  </a:lnTo>
                  <a:lnTo>
                    <a:pt x="5907864" y="3076465"/>
                  </a:lnTo>
                  <a:lnTo>
                    <a:pt x="5916427" y="3060818"/>
                  </a:lnTo>
                  <a:lnTo>
                    <a:pt x="5924989" y="3031529"/>
                  </a:lnTo>
                  <a:lnTo>
                    <a:pt x="5933551" y="2988486"/>
                  </a:lnTo>
                  <a:lnTo>
                    <a:pt x="5942113" y="2965595"/>
                  </a:lnTo>
                  <a:lnTo>
                    <a:pt x="5950675" y="3005047"/>
                  </a:lnTo>
                  <a:lnTo>
                    <a:pt x="5959237" y="2960156"/>
                  </a:lnTo>
                  <a:lnTo>
                    <a:pt x="5967799" y="2835155"/>
                  </a:lnTo>
                  <a:lnTo>
                    <a:pt x="5976361" y="2760929"/>
                  </a:lnTo>
                  <a:lnTo>
                    <a:pt x="5984924" y="2704258"/>
                  </a:lnTo>
                  <a:lnTo>
                    <a:pt x="5993486" y="2709849"/>
                  </a:lnTo>
                  <a:lnTo>
                    <a:pt x="6002048" y="2755771"/>
                  </a:lnTo>
                  <a:lnTo>
                    <a:pt x="6010610" y="2827404"/>
                  </a:lnTo>
                  <a:lnTo>
                    <a:pt x="6019172" y="2904588"/>
                  </a:lnTo>
                  <a:lnTo>
                    <a:pt x="6027734" y="2971996"/>
                  </a:lnTo>
                  <a:lnTo>
                    <a:pt x="6036296" y="2974119"/>
                  </a:lnTo>
                  <a:lnTo>
                    <a:pt x="6044858" y="2913480"/>
                  </a:lnTo>
                  <a:lnTo>
                    <a:pt x="6053421" y="2863383"/>
                  </a:lnTo>
                  <a:lnTo>
                    <a:pt x="6061983" y="2809560"/>
                  </a:lnTo>
                  <a:lnTo>
                    <a:pt x="6070545" y="2769740"/>
                  </a:lnTo>
                  <a:lnTo>
                    <a:pt x="6079107" y="2763605"/>
                  </a:lnTo>
                  <a:lnTo>
                    <a:pt x="6087669" y="2767586"/>
                  </a:lnTo>
                  <a:lnTo>
                    <a:pt x="6096231" y="2778049"/>
                  </a:lnTo>
                  <a:lnTo>
                    <a:pt x="6104793" y="2773990"/>
                  </a:lnTo>
                  <a:lnTo>
                    <a:pt x="6113355" y="2905037"/>
                  </a:lnTo>
                  <a:lnTo>
                    <a:pt x="6121918" y="3028656"/>
                  </a:lnTo>
                  <a:lnTo>
                    <a:pt x="6130480" y="3116972"/>
                  </a:lnTo>
                  <a:lnTo>
                    <a:pt x="6130480" y="3116972"/>
                  </a:lnTo>
                  <a:lnTo>
                    <a:pt x="6139042" y="3116972"/>
                  </a:lnTo>
                  <a:lnTo>
                    <a:pt x="6147604" y="3116972"/>
                  </a:lnTo>
                  <a:lnTo>
                    <a:pt x="6156166" y="3116972"/>
                  </a:lnTo>
                  <a:lnTo>
                    <a:pt x="6164728" y="3116972"/>
                  </a:lnTo>
                  <a:lnTo>
                    <a:pt x="6173290" y="3063654"/>
                  </a:lnTo>
                  <a:lnTo>
                    <a:pt x="6181852" y="2923183"/>
                  </a:lnTo>
                  <a:lnTo>
                    <a:pt x="6190414" y="2975812"/>
                  </a:lnTo>
                  <a:lnTo>
                    <a:pt x="6198977" y="3076201"/>
                  </a:lnTo>
                  <a:lnTo>
                    <a:pt x="6207539" y="2992529"/>
                  </a:lnTo>
                  <a:lnTo>
                    <a:pt x="6216101" y="2942775"/>
                  </a:lnTo>
                  <a:lnTo>
                    <a:pt x="6224663" y="2944522"/>
                  </a:lnTo>
                  <a:lnTo>
                    <a:pt x="6233225" y="2799390"/>
                  </a:lnTo>
                  <a:lnTo>
                    <a:pt x="6241787" y="2668751"/>
                  </a:lnTo>
                  <a:lnTo>
                    <a:pt x="6250349" y="2658363"/>
                  </a:lnTo>
                  <a:lnTo>
                    <a:pt x="6258911" y="2712989"/>
                  </a:lnTo>
                  <a:lnTo>
                    <a:pt x="6267474" y="2655858"/>
                  </a:lnTo>
                  <a:lnTo>
                    <a:pt x="6276036" y="2580141"/>
                  </a:lnTo>
                  <a:lnTo>
                    <a:pt x="6284598" y="2652523"/>
                  </a:lnTo>
                  <a:lnTo>
                    <a:pt x="6293160" y="2639564"/>
                  </a:lnTo>
                  <a:lnTo>
                    <a:pt x="6301722" y="2401701"/>
                  </a:lnTo>
                  <a:lnTo>
                    <a:pt x="6310284" y="2227714"/>
                  </a:lnTo>
                  <a:lnTo>
                    <a:pt x="6318846" y="2188457"/>
                  </a:lnTo>
                  <a:lnTo>
                    <a:pt x="6327408" y="2330674"/>
                  </a:lnTo>
                  <a:lnTo>
                    <a:pt x="6335971" y="2434772"/>
                  </a:lnTo>
                  <a:lnTo>
                    <a:pt x="6344533" y="2429305"/>
                  </a:lnTo>
                  <a:lnTo>
                    <a:pt x="6353095" y="2542360"/>
                  </a:lnTo>
                  <a:lnTo>
                    <a:pt x="6361657" y="2638487"/>
                  </a:lnTo>
                  <a:lnTo>
                    <a:pt x="6370219" y="2692450"/>
                  </a:lnTo>
                  <a:lnTo>
                    <a:pt x="6378781" y="2685010"/>
                  </a:lnTo>
                  <a:lnTo>
                    <a:pt x="6387343" y="2690957"/>
                  </a:lnTo>
                  <a:lnTo>
                    <a:pt x="6395905" y="2841681"/>
                  </a:lnTo>
                  <a:lnTo>
                    <a:pt x="6404468" y="2961258"/>
                  </a:lnTo>
                  <a:lnTo>
                    <a:pt x="6413030" y="2991862"/>
                  </a:lnTo>
                  <a:lnTo>
                    <a:pt x="6421592" y="2935558"/>
                  </a:lnTo>
                  <a:lnTo>
                    <a:pt x="6430154" y="2796530"/>
                  </a:lnTo>
                  <a:lnTo>
                    <a:pt x="6438716" y="2709499"/>
                  </a:lnTo>
                  <a:lnTo>
                    <a:pt x="6447278" y="2682897"/>
                  </a:lnTo>
                  <a:lnTo>
                    <a:pt x="6455840" y="2646757"/>
                  </a:lnTo>
                  <a:lnTo>
                    <a:pt x="6464402" y="2623638"/>
                  </a:lnTo>
                  <a:lnTo>
                    <a:pt x="6472965" y="2636967"/>
                  </a:lnTo>
                  <a:lnTo>
                    <a:pt x="6481527" y="2698606"/>
                  </a:lnTo>
                  <a:lnTo>
                    <a:pt x="6490089" y="2682180"/>
                  </a:lnTo>
                  <a:lnTo>
                    <a:pt x="6498651" y="2630281"/>
                  </a:lnTo>
                  <a:lnTo>
                    <a:pt x="6507213" y="2679331"/>
                  </a:lnTo>
                  <a:lnTo>
                    <a:pt x="6515775" y="2736321"/>
                  </a:lnTo>
                  <a:lnTo>
                    <a:pt x="6524337" y="2793110"/>
                  </a:lnTo>
                  <a:lnTo>
                    <a:pt x="6532899" y="2821077"/>
                  </a:lnTo>
                  <a:lnTo>
                    <a:pt x="6541462" y="2870817"/>
                  </a:lnTo>
                  <a:lnTo>
                    <a:pt x="6550024" y="2893357"/>
                  </a:lnTo>
                  <a:lnTo>
                    <a:pt x="6558586" y="2728891"/>
                  </a:lnTo>
                  <a:lnTo>
                    <a:pt x="6567148" y="2575704"/>
                  </a:lnTo>
                  <a:lnTo>
                    <a:pt x="6575710" y="2618920"/>
                  </a:lnTo>
                  <a:lnTo>
                    <a:pt x="6584272" y="2677298"/>
                  </a:lnTo>
                  <a:lnTo>
                    <a:pt x="6592834" y="2692463"/>
                  </a:lnTo>
                  <a:lnTo>
                    <a:pt x="6601396" y="2682512"/>
                  </a:lnTo>
                  <a:lnTo>
                    <a:pt x="6609959" y="2828967"/>
                  </a:lnTo>
                  <a:lnTo>
                    <a:pt x="6618521" y="3013313"/>
                  </a:lnTo>
                  <a:lnTo>
                    <a:pt x="6627083" y="3031717"/>
                  </a:lnTo>
                  <a:lnTo>
                    <a:pt x="6635645" y="3028115"/>
                  </a:lnTo>
                  <a:lnTo>
                    <a:pt x="6644207" y="3077494"/>
                  </a:lnTo>
                  <a:lnTo>
                    <a:pt x="6652769" y="3070335"/>
                  </a:lnTo>
                  <a:lnTo>
                    <a:pt x="6661331" y="2983473"/>
                  </a:lnTo>
                  <a:lnTo>
                    <a:pt x="6669893" y="2911279"/>
                  </a:lnTo>
                  <a:lnTo>
                    <a:pt x="6678456" y="2807610"/>
                  </a:lnTo>
                  <a:lnTo>
                    <a:pt x="6687018" y="2723900"/>
                  </a:lnTo>
                  <a:lnTo>
                    <a:pt x="6695580" y="2713952"/>
                  </a:lnTo>
                  <a:lnTo>
                    <a:pt x="6704142" y="2749651"/>
                  </a:lnTo>
                  <a:lnTo>
                    <a:pt x="6712704" y="2823303"/>
                  </a:lnTo>
                  <a:lnTo>
                    <a:pt x="6721266" y="2860576"/>
                  </a:lnTo>
                  <a:lnTo>
                    <a:pt x="6729828" y="2896247"/>
                  </a:lnTo>
                  <a:lnTo>
                    <a:pt x="6738390" y="2962124"/>
                  </a:lnTo>
                  <a:lnTo>
                    <a:pt x="6746952" y="2950897"/>
                  </a:lnTo>
                  <a:lnTo>
                    <a:pt x="6755515" y="2962352"/>
                  </a:lnTo>
                  <a:lnTo>
                    <a:pt x="6764077" y="3002775"/>
                  </a:lnTo>
                  <a:lnTo>
                    <a:pt x="6772639" y="3048867"/>
                  </a:lnTo>
                  <a:lnTo>
                    <a:pt x="6781201" y="3116972"/>
                  </a:lnTo>
                  <a:lnTo>
                    <a:pt x="6781201" y="3116972"/>
                  </a:lnTo>
                  <a:lnTo>
                    <a:pt x="6789763" y="3116972"/>
                  </a:lnTo>
                  <a:lnTo>
                    <a:pt x="6798325" y="3116972"/>
                  </a:lnTo>
                  <a:lnTo>
                    <a:pt x="6806887" y="3116972"/>
                  </a:lnTo>
                  <a:lnTo>
                    <a:pt x="6815449" y="3116972"/>
                  </a:lnTo>
                  <a:lnTo>
                    <a:pt x="6824012" y="3116972"/>
                  </a:lnTo>
                  <a:lnTo>
                    <a:pt x="6832574" y="3116972"/>
                  </a:lnTo>
                  <a:lnTo>
                    <a:pt x="6841136" y="3090356"/>
                  </a:lnTo>
                  <a:lnTo>
                    <a:pt x="6849698" y="2989555"/>
                  </a:lnTo>
                  <a:lnTo>
                    <a:pt x="6858260" y="2726251"/>
                  </a:lnTo>
                  <a:lnTo>
                    <a:pt x="6866822" y="2555780"/>
                  </a:lnTo>
                  <a:lnTo>
                    <a:pt x="6875384" y="2523013"/>
                  </a:lnTo>
                  <a:lnTo>
                    <a:pt x="6883946" y="2473526"/>
                  </a:lnTo>
                  <a:lnTo>
                    <a:pt x="6892509" y="2357069"/>
                  </a:lnTo>
                  <a:lnTo>
                    <a:pt x="6901071" y="2317913"/>
                  </a:lnTo>
                  <a:lnTo>
                    <a:pt x="6909633" y="2512910"/>
                  </a:lnTo>
                  <a:lnTo>
                    <a:pt x="6918195" y="2658889"/>
                  </a:lnTo>
                  <a:lnTo>
                    <a:pt x="6926757" y="2731292"/>
                  </a:lnTo>
                  <a:lnTo>
                    <a:pt x="6935319" y="2807291"/>
                  </a:lnTo>
                  <a:lnTo>
                    <a:pt x="6943881" y="2920673"/>
                  </a:lnTo>
                  <a:lnTo>
                    <a:pt x="6952443" y="2976006"/>
                  </a:lnTo>
                  <a:lnTo>
                    <a:pt x="6961006" y="2929139"/>
                  </a:lnTo>
                  <a:lnTo>
                    <a:pt x="6969568" y="2817560"/>
                  </a:lnTo>
                  <a:lnTo>
                    <a:pt x="6978130" y="2641511"/>
                  </a:lnTo>
                  <a:lnTo>
                    <a:pt x="6986692" y="2493124"/>
                  </a:lnTo>
                  <a:lnTo>
                    <a:pt x="6995254" y="2515005"/>
                  </a:lnTo>
                  <a:lnTo>
                    <a:pt x="7003816" y="2672160"/>
                  </a:lnTo>
                  <a:lnTo>
                    <a:pt x="7012378" y="2758827"/>
                  </a:lnTo>
                  <a:lnTo>
                    <a:pt x="7020940" y="2867476"/>
                  </a:lnTo>
                  <a:lnTo>
                    <a:pt x="7029503" y="2986357"/>
                  </a:lnTo>
                  <a:lnTo>
                    <a:pt x="7038065" y="3046692"/>
                  </a:lnTo>
                  <a:lnTo>
                    <a:pt x="7046627" y="3035715"/>
                  </a:lnTo>
                  <a:lnTo>
                    <a:pt x="7055189" y="2962229"/>
                  </a:lnTo>
                  <a:lnTo>
                    <a:pt x="7063751" y="2924361"/>
                  </a:lnTo>
                  <a:lnTo>
                    <a:pt x="7072313" y="2862013"/>
                  </a:lnTo>
                  <a:lnTo>
                    <a:pt x="7080875" y="2803262"/>
                  </a:lnTo>
                  <a:lnTo>
                    <a:pt x="7089437" y="2861841"/>
                  </a:lnTo>
                  <a:lnTo>
                    <a:pt x="7098000" y="2876282"/>
                  </a:lnTo>
                  <a:lnTo>
                    <a:pt x="7106562" y="2810608"/>
                  </a:lnTo>
                  <a:lnTo>
                    <a:pt x="7115124" y="2806618"/>
                  </a:lnTo>
                  <a:lnTo>
                    <a:pt x="7123686" y="2868965"/>
                  </a:lnTo>
                  <a:lnTo>
                    <a:pt x="7132248" y="2945250"/>
                  </a:lnTo>
                  <a:lnTo>
                    <a:pt x="7140810" y="2948209"/>
                  </a:lnTo>
                  <a:lnTo>
                    <a:pt x="7149372" y="2949550"/>
                  </a:lnTo>
                  <a:lnTo>
                    <a:pt x="7157934" y="3017174"/>
                  </a:lnTo>
                  <a:lnTo>
                    <a:pt x="7166497" y="3024251"/>
                  </a:lnTo>
                  <a:lnTo>
                    <a:pt x="7175059" y="3014239"/>
                  </a:lnTo>
                  <a:lnTo>
                    <a:pt x="7183621" y="3014239"/>
                  </a:lnTo>
                  <a:lnTo>
                    <a:pt x="7192183" y="3014239"/>
                  </a:lnTo>
                  <a:lnTo>
                    <a:pt x="7200745" y="3014239"/>
                  </a:lnTo>
                  <a:lnTo>
                    <a:pt x="7209307" y="3006295"/>
                  </a:lnTo>
                  <a:lnTo>
                    <a:pt x="7217869" y="2986491"/>
                  </a:lnTo>
                  <a:lnTo>
                    <a:pt x="7226431" y="2950263"/>
                  </a:lnTo>
                  <a:lnTo>
                    <a:pt x="7234994" y="2979272"/>
                  </a:lnTo>
                  <a:lnTo>
                    <a:pt x="7243556" y="3010821"/>
                  </a:lnTo>
                  <a:lnTo>
                    <a:pt x="7252118" y="3010820"/>
                  </a:lnTo>
                  <a:lnTo>
                    <a:pt x="7260680" y="3017769"/>
                  </a:lnTo>
                  <a:lnTo>
                    <a:pt x="7269242" y="3065148"/>
                  </a:lnTo>
                  <a:lnTo>
                    <a:pt x="7277804" y="3076716"/>
                  </a:lnTo>
                  <a:lnTo>
                    <a:pt x="7286366" y="2943841"/>
                  </a:lnTo>
                  <a:lnTo>
                    <a:pt x="7294928" y="2869033"/>
                  </a:lnTo>
                  <a:lnTo>
                    <a:pt x="7303490" y="2896570"/>
                  </a:lnTo>
                  <a:lnTo>
                    <a:pt x="7312053" y="2928616"/>
                  </a:lnTo>
                  <a:lnTo>
                    <a:pt x="7320615" y="2891437"/>
                  </a:lnTo>
                  <a:lnTo>
                    <a:pt x="7329177" y="2867505"/>
                  </a:lnTo>
                  <a:lnTo>
                    <a:pt x="7337739" y="2895586"/>
                  </a:lnTo>
                  <a:lnTo>
                    <a:pt x="7346301" y="2871617"/>
                  </a:lnTo>
                  <a:lnTo>
                    <a:pt x="7354863" y="2812548"/>
                  </a:lnTo>
                  <a:lnTo>
                    <a:pt x="7363425" y="2689846"/>
                  </a:lnTo>
                  <a:lnTo>
                    <a:pt x="7371987" y="2608319"/>
                  </a:lnTo>
                  <a:lnTo>
                    <a:pt x="7380550" y="2590975"/>
                  </a:lnTo>
                  <a:lnTo>
                    <a:pt x="7389112" y="2611518"/>
                  </a:lnTo>
                  <a:lnTo>
                    <a:pt x="7397674" y="2620448"/>
                  </a:lnTo>
                  <a:lnTo>
                    <a:pt x="7406236" y="2618003"/>
                  </a:lnTo>
                  <a:lnTo>
                    <a:pt x="7414798" y="2710088"/>
                  </a:lnTo>
                  <a:lnTo>
                    <a:pt x="7423360" y="2836968"/>
                  </a:lnTo>
                  <a:lnTo>
                    <a:pt x="7431922" y="2902286"/>
                  </a:lnTo>
                  <a:lnTo>
                    <a:pt x="7440484" y="2887087"/>
                  </a:lnTo>
                  <a:lnTo>
                    <a:pt x="7449047" y="2902431"/>
                  </a:lnTo>
                  <a:lnTo>
                    <a:pt x="7457609" y="2936408"/>
                  </a:lnTo>
                  <a:lnTo>
                    <a:pt x="7466171" y="2934978"/>
                  </a:lnTo>
                  <a:lnTo>
                    <a:pt x="7474733" y="2969274"/>
                  </a:lnTo>
                  <a:lnTo>
                    <a:pt x="7483295" y="3045927"/>
                  </a:lnTo>
                  <a:lnTo>
                    <a:pt x="7491857" y="3116972"/>
                  </a:lnTo>
                  <a:lnTo>
                    <a:pt x="7491857" y="3116972"/>
                  </a:lnTo>
                  <a:lnTo>
                    <a:pt x="7500419" y="3116972"/>
                  </a:lnTo>
                  <a:lnTo>
                    <a:pt x="7508981" y="3111130"/>
                  </a:lnTo>
                  <a:lnTo>
                    <a:pt x="7517544" y="3095468"/>
                  </a:lnTo>
                  <a:lnTo>
                    <a:pt x="7526106" y="3087068"/>
                  </a:lnTo>
                  <a:lnTo>
                    <a:pt x="7534668" y="3030967"/>
                  </a:lnTo>
                  <a:lnTo>
                    <a:pt x="7543230" y="3056933"/>
                  </a:lnTo>
                  <a:lnTo>
                    <a:pt x="7551792" y="3103564"/>
                  </a:lnTo>
                  <a:lnTo>
                    <a:pt x="7560354" y="3116972"/>
                  </a:lnTo>
                  <a:lnTo>
                    <a:pt x="7560354" y="3116972"/>
                  </a:lnTo>
                  <a:lnTo>
                    <a:pt x="7568916" y="3086229"/>
                  </a:lnTo>
                  <a:lnTo>
                    <a:pt x="7577478" y="3075999"/>
                  </a:lnTo>
                  <a:lnTo>
                    <a:pt x="7586041" y="3043858"/>
                  </a:lnTo>
                  <a:lnTo>
                    <a:pt x="7594603" y="2880564"/>
                  </a:lnTo>
                  <a:lnTo>
                    <a:pt x="7603165" y="2686082"/>
                  </a:lnTo>
                  <a:lnTo>
                    <a:pt x="7611727" y="2567142"/>
                  </a:lnTo>
                  <a:lnTo>
                    <a:pt x="7620289" y="2505319"/>
                  </a:lnTo>
                  <a:lnTo>
                    <a:pt x="7628851" y="2378900"/>
                  </a:lnTo>
                  <a:lnTo>
                    <a:pt x="7637413" y="2321111"/>
                  </a:lnTo>
                  <a:lnTo>
                    <a:pt x="7645975" y="2342102"/>
                  </a:lnTo>
                  <a:lnTo>
                    <a:pt x="7654538" y="2454847"/>
                  </a:lnTo>
                  <a:lnTo>
                    <a:pt x="7663100" y="2559123"/>
                  </a:lnTo>
                  <a:lnTo>
                    <a:pt x="7671662" y="2607670"/>
                  </a:lnTo>
                  <a:lnTo>
                    <a:pt x="7680224" y="2685574"/>
                  </a:lnTo>
                  <a:lnTo>
                    <a:pt x="7688786" y="2697580"/>
                  </a:lnTo>
                  <a:lnTo>
                    <a:pt x="7697348" y="2749320"/>
                  </a:lnTo>
                  <a:lnTo>
                    <a:pt x="7705910" y="2723290"/>
                  </a:lnTo>
                  <a:lnTo>
                    <a:pt x="7714472" y="2683814"/>
                  </a:lnTo>
                  <a:lnTo>
                    <a:pt x="7723035" y="2602328"/>
                  </a:lnTo>
                  <a:lnTo>
                    <a:pt x="7731597" y="2414216"/>
                  </a:lnTo>
                  <a:lnTo>
                    <a:pt x="7740159" y="2282133"/>
                  </a:lnTo>
                  <a:lnTo>
                    <a:pt x="7748721" y="2137325"/>
                  </a:lnTo>
                  <a:lnTo>
                    <a:pt x="7757283" y="2010000"/>
                  </a:lnTo>
                  <a:lnTo>
                    <a:pt x="7765845" y="1942946"/>
                  </a:lnTo>
                  <a:lnTo>
                    <a:pt x="7774407" y="1930514"/>
                  </a:lnTo>
                  <a:lnTo>
                    <a:pt x="7782969" y="2063010"/>
                  </a:lnTo>
                  <a:lnTo>
                    <a:pt x="7791532" y="2130516"/>
                  </a:lnTo>
                  <a:lnTo>
                    <a:pt x="7800094" y="2246358"/>
                  </a:lnTo>
                  <a:lnTo>
                    <a:pt x="7808656" y="2430558"/>
                  </a:lnTo>
                  <a:lnTo>
                    <a:pt x="7817218" y="2559537"/>
                  </a:lnTo>
                  <a:lnTo>
                    <a:pt x="7825780" y="2719291"/>
                  </a:lnTo>
                  <a:lnTo>
                    <a:pt x="7834342" y="2799585"/>
                  </a:lnTo>
                  <a:lnTo>
                    <a:pt x="7842904" y="2856627"/>
                  </a:lnTo>
                  <a:lnTo>
                    <a:pt x="7851466" y="2833935"/>
                  </a:lnTo>
                  <a:lnTo>
                    <a:pt x="7860029" y="2843103"/>
                  </a:lnTo>
                  <a:lnTo>
                    <a:pt x="7868591" y="2863453"/>
                  </a:lnTo>
                  <a:lnTo>
                    <a:pt x="7877153" y="2863453"/>
                  </a:lnTo>
                  <a:lnTo>
                    <a:pt x="7885715" y="2817318"/>
                  </a:lnTo>
                  <a:lnTo>
                    <a:pt x="7894277" y="2781344"/>
                  </a:lnTo>
                  <a:lnTo>
                    <a:pt x="7902839" y="2721219"/>
                  </a:lnTo>
                  <a:lnTo>
                    <a:pt x="7911401" y="2582851"/>
                  </a:lnTo>
                  <a:lnTo>
                    <a:pt x="7919963" y="2490880"/>
                  </a:lnTo>
                  <a:lnTo>
                    <a:pt x="7928525" y="2376196"/>
                  </a:lnTo>
                  <a:lnTo>
                    <a:pt x="7937088" y="2385996"/>
                  </a:lnTo>
                  <a:lnTo>
                    <a:pt x="7945650" y="2449306"/>
                  </a:lnTo>
                  <a:lnTo>
                    <a:pt x="7954212" y="2478891"/>
                  </a:lnTo>
                  <a:lnTo>
                    <a:pt x="7962774" y="2477571"/>
                  </a:lnTo>
                  <a:lnTo>
                    <a:pt x="7971336" y="2381595"/>
                  </a:lnTo>
                  <a:lnTo>
                    <a:pt x="7979898" y="2395833"/>
                  </a:lnTo>
                  <a:lnTo>
                    <a:pt x="7988460" y="2370519"/>
                  </a:lnTo>
                  <a:lnTo>
                    <a:pt x="7997022" y="2336886"/>
                  </a:lnTo>
                  <a:lnTo>
                    <a:pt x="8005585" y="2320646"/>
                  </a:lnTo>
                  <a:lnTo>
                    <a:pt x="8014147" y="2318429"/>
                  </a:lnTo>
                  <a:lnTo>
                    <a:pt x="8022709" y="2533303"/>
                  </a:lnTo>
                  <a:lnTo>
                    <a:pt x="8031271" y="2653626"/>
                  </a:lnTo>
                  <a:lnTo>
                    <a:pt x="8039833" y="2653889"/>
                  </a:lnTo>
                  <a:lnTo>
                    <a:pt x="8048395" y="2735135"/>
                  </a:lnTo>
                  <a:lnTo>
                    <a:pt x="8056957" y="2883120"/>
                  </a:lnTo>
                  <a:lnTo>
                    <a:pt x="8065519" y="2984893"/>
                  </a:lnTo>
                  <a:lnTo>
                    <a:pt x="8074082" y="2906447"/>
                  </a:lnTo>
                  <a:lnTo>
                    <a:pt x="8082644" y="2801650"/>
                  </a:lnTo>
                  <a:lnTo>
                    <a:pt x="8091206" y="2770175"/>
                  </a:lnTo>
                  <a:lnTo>
                    <a:pt x="8099768" y="2663665"/>
                  </a:lnTo>
                  <a:lnTo>
                    <a:pt x="8108330" y="2590026"/>
                  </a:lnTo>
                  <a:lnTo>
                    <a:pt x="8116892" y="2570417"/>
                  </a:lnTo>
                  <a:lnTo>
                    <a:pt x="8125454" y="2580759"/>
                  </a:lnTo>
                  <a:lnTo>
                    <a:pt x="8134016" y="2595075"/>
                  </a:lnTo>
                  <a:lnTo>
                    <a:pt x="8142579" y="2550779"/>
                  </a:lnTo>
                  <a:lnTo>
                    <a:pt x="8151141" y="2572068"/>
                  </a:lnTo>
                  <a:lnTo>
                    <a:pt x="8159703" y="2649740"/>
                  </a:lnTo>
                  <a:lnTo>
                    <a:pt x="8168265" y="2716084"/>
                  </a:lnTo>
                  <a:lnTo>
                    <a:pt x="8176827" y="2757265"/>
                  </a:lnTo>
                  <a:lnTo>
                    <a:pt x="8185389" y="2827867"/>
                  </a:lnTo>
                  <a:lnTo>
                    <a:pt x="8193951" y="2965027"/>
                  </a:lnTo>
                  <a:lnTo>
                    <a:pt x="8202513" y="3038373"/>
                  </a:lnTo>
                  <a:lnTo>
                    <a:pt x="8211076" y="2932631"/>
                  </a:lnTo>
                  <a:lnTo>
                    <a:pt x="8219638" y="2791163"/>
                  </a:lnTo>
                  <a:lnTo>
                    <a:pt x="8228200" y="2644465"/>
                  </a:lnTo>
                  <a:lnTo>
                    <a:pt x="8236762" y="2607501"/>
                  </a:lnTo>
                  <a:lnTo>
                    <a:pt x="8245324" y="2595905"/>
                  </a:lnTo>
                  <a:lnTo>
                    <a:pt x="8253886" y="2494998"/>
                  </a:lnTo>
                  <a:lnTo>
                    <a:pt x="8262448" y="2472466"/>
                  </a:lnTo>
                  <a:lnTo>
                    <a:pt x="8271010" y="2595882"/>
                  </a:lnTo>
                  <a:lnTo>
                    <a:pt x="8279573" y="2742581"/>
                  </a:lnTo>
                  <a:lnTo>
                    <a:pt x="8288135" y="2687226"/>
                  </a:lnTo>
                  <a:lnTo>
                    <a:pt x="8296697" y="2594492"/>
                  </a:lnTo>
                  <a:lnTo>
                    <a:pt x="8305259" y="2632996"/>
                  </a:lnTo>
                  <a:lnTo>
                    <a:pt x="8313821" y="2743957"/>
                  </a:lnTo>
                  <a:lnTo>
                    <a:pt x="8322383" y="2748822"/>
                  </a:lnTo>
                  <a:lnTo>
                    <a:pt x="8330945" y="2644199"/>
                  </a:lnTo>
                  <a:lnTo>
                    <a:pt x="8339507" y="2664677"/>
                  </a:lnTo>
                  <a:lnTo>
                    <a:pt x="8348070" y="2804599"/>
                  </a:lnTo>
                  <a:lnTo>
                    <a:pt x="8356632" y="2910019"/>
                  </a:lnTo>
                  <a:lnTo>
                    <a:pt x="8365194" y="2927332"/>
                  </a:lnTo>
                  <a:lnTo>
                    <a:pt x="8373756" y="2940517"/>
                  </a:lnTo>
                  <a:lnTo>
                    <a:pt x="8382318" y="3045144"/>
                  </a:lnTo>
                  <a:lnTo>
                    <a:pt x="8390880" y="3116972"/>
                  </a:lnTo>
                  <a:lnTo>
                    <a:pt x="8390880" y="3116972"/>
                  </a:lnTo>
                  <a:lnTo>
                    <a:pt x="8399442" y="3081393"/>
                  </a:lnTo>
                  <a:lnTo>
                    <a:pt x="8408004" y="3082211"/>
                  </a:lnTo>
                  <a:lnTo>
                    <a:pt x="8416567" y="3083527"/>
                  </a:lnTo>
                  <a:lnTo>
                    <a:pt x="8425129" y="3098255"/>
                  </a:lnTo>
                  <a:lnTo>
                    <a:pt x="8433691" y="3116972"/>
                  </a:lnTo>
                  <a:lnTo>
                    <a:pt x="8433691" y="3116972"/>
                  </a:lnTo>
                  <a:lnTo>
                    <a:pt x="8442253" y="3116972"/>
                  </a:lnTo>
                  <a:lnTo>
                    <a:pt x="8450815" y="3116972"/>
                  </a:lnTo>
                  <a:lnTo>
                    <a:pt x="8459377" y="3116972"/>
                  </a:lnTo>
                  <a:lnTo>
                    <a:pt x="8467939" y="3111649"/>
                  </a:lnTo>
                  <a:lnTo>
                    <a:pt x="8476501" y="3055533"/>
                  </a:lnTo>
                  <a:lnTo>
                    <a:pt x="8485063" y="3016565"/>
                  </a:lnTo>
                  <a:lnTo>
                    <a:pt x="8493626" y="2998285"/>
                  </a:lnTo>
                  <a:lnTo>
                    <a:pt x="8502188" y="2919793"/>
                  </a:lnTo>
                  <a:lnTo>
                    <a:pt x="8510750" y="2845955"/>
                  </a:lnTo>
                  <a:lnTo>
                    <a:pt x="8519312" y="2902053"/>
                  </a:lnTo>
                  <a:lnTo>
                    <a:pt x="8527874" y="2943441"/>
                  </a:lnTo>
                  <a:lnTo>
                    <a:pt x="8536436" y="2969930"/>
                  </a:lnTo>
                  <a:lnTo>
                    <a:pt x="8544998" y="2984046"/>
                  </a:lnTo>
                  <a:lnTo>
                    <a:pt x="8553560" y="3085357"/>
                  </a:lnTo>
                  <a:lnTo>
                    <a:pt x="8553560" y="30853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4998" y="0"/>
                  </a:lnTo>
                  <a:lnTo>
                    <a:pt x="8536436" y="0"/>
                  </a:lnTo>
                  <a:lnTo>
                    <a:pt x="8527874" y="0"/>
                  </a:lnTo>
                  <a:lnTo>
                    <a:pt x="8519312" y="0"/>
                  </a:lnTo>
                  <a:lnTo>
                    <a:pt x="8510750" y="0"/>
                  </a:lnTo>
                  <a:lnTo>
                    <a:pt x="8502188" y="0"/>
                  </a:lnTo>
                  <a:lnTo>
                    <a:pt x="8493626" y="0"/>
                  </a:lnTo>
                  <a:lnTo>
                    <a:pt x="8485063" y="0"/>
                  </a:lnTo>
                  <a:lnTo>
                    <a:pt x="8476501" y="0"/>
                  </a:lnTo>
                  <a:lnTo>
                    <a:pt x="8467939" y="0"/>
                  </a:lnTo>
                  <a:lnTo>
                    <a:pt x="8459377" y="0"/>
                  </a:lnTo>
                  <a:lnTo>
                    <a:pt x="8450815" y="0"/>
                  </a:lnTo>
                  <a:lnTo>
                    <a:pt x="8442253" y="0"/>
                  </a:lnTo>
                  <a:lnTo>
                    <a:pt x="8433691" y="0"/>
                  </a:lnTo>
                  <a:lnTo>
                    <a:pt x="8425129" y="0"/>
                  </a:lnTo>
                  <a:lnTo>
                    <a:pt x="8416567" y="0"/>
                  </a:lnTo>
                  <a:lnTo>
                    <a:pt x="8408004" y="0"/>
                  </a:lnTo>
                  <a:lnTo>
                    <a:pt x="8399442" y="0"/>
                  </a:lnTo>
                  <a:lnTo>
                    <a:pt x="8390880" y="0"/>
                  </a:lnTo>
                  <a:lnTo>
                    <a:pt x="8382318" y="0"/>
                  </a:lnTo>
                  <a:lnTo>
                    <a:pt x="8373756" y="0"/>
                  </a:lnTo>
                  <a:lnTo>
                    <a:pt x="8365194" y="0"/>
                  </a:lnTo>
                  <a:lnTo>
                    <a:pt x="8356632" y="0"/>
                  </a:lnTo>
                  <a:lnTo>
                    <a:pt x="8348070" y="0"/>
                  </a:lnTo>
                  <a:lnTo>
                    <a:pt x="8339507" y="0"/>
                  </a:lnTo>
                  <a:lnTo>
                    <a:pt x="8330945" y="0"/>
                  </a:lnTo>
                  <a:lnTo>
                    <a:pt x="8322383" y="0"/>
                  </a:lnTo>
                  <a:lnTo>
                    <a:pt x="8313821" y="0"/>
                  </a:lnTo>
                  <a:lnTo>
                    <a:pt x="8305259" y="0"/>
                  </a:lnTo>
                  <a:lnTo>
                    <a:pt x="8296697" y="0"/>
                  </a:lnTo>
                  <a:lnTo>
                    <a:pt x="8288135" y="0"/>
                  </a:lnTo>
                  <a:lnTo>
                    <a:pt x="8279573" y="0"/>
                  </a:lnTo>
                  <a:lnTo>
                    <a:pt x="8271010" y="0"/>
                  </a:lnTo>
                  <a:lnTo>
                    <a:pt x="8262448" y="0"/>
                  </a:lnTo>
                  <a:lnTo>
                    <a:pt x="8253886" y="0"/>
                  </a:lnTo>
                  <a:lnTo>
                    <a:pt x="8245324" y="0"/>
                  </a:lnTo>
                  <a:lnTo>
                    <a:pt x="8236762" y="0"/>
                  </a:lnTo>
                  <a:lnTo>
                    <a:pt x="8228200" y="0"/>
                  </a:lnTo>
                  <a:lnTo>
                    <a:pt x="8219638" y="0"/>
                  </a:lnTo>
                  <a:lnTo>
                    <a:pt x="8211076" y="0"/>
                  </a:lnTo>
                  <a:lnTo>
                    <a:pt x="8202513" y="0"/>
                  </a:lnTo>
                  <a:lnTo>
                    <a:pt x="8193951" y="0"/>
                  </a:lnTo>
                  <a:lnTo>
                    <a:pt x="8185389" y="0"/>
                  </a:lnTo>
                  <a:lnTo>
                    <a:pt x="8176827" y="0"/>
                  </a:lnTo>
                  <a:lnTo>
                    <a:pt x="8168265" y="0"/>
                  </a:lnTo>
                  <a:lnTo>
                    <a:pt x="8159703" y="0"/>
                  </a:lnTo>
                  <a:lnTo>
                    <a:pt x="8151141" y="0"/>
                  </a:lnTo>
                  <a:lnTo>
                    <a:pt x="8142579" y="0"/>
                  </a:lnTo>
                  <a:lnTo>
                    <a:pt x="8134016" y="0"/>
                  </a:lnTo>
                  <a:lnTo>
                    <a:pt x="8125454" y="0"/>
                  </a:lnTo>
                  <a:lnTo>
                    <a:pt x="8116892" y="0"/>
                  </a:lnTo>
                  <a:lnTo>
                    <a:pt x="8108330" y="0"/>
                  </a:lnTo>
                  <a:lnTo>
                    <a:pt x="8099768" y="0"/>
                  </a:lnTo>
                  <a:lnTo>
                    <a:pt x="8091206" y="0"/>
                  </a:lnTo>
                  <a:lnTo>
                    <a:pt x="8082644" y="0"/>
                  </a:lnTo>
                  <a:lnTo>
                    <a:pt x="8074082" y="0"/>
                  </a:lnTo>
                  <a:lnTo>
                    <a:pt x="8065519" y="0"/>
                  </a:lnTo>
                  <a:lnTo>
                    <a:pt x="8056957" y="0"/>
                  </a:lnTo>
                  <a:lnTo>
                    <a:pt x="8048395" y="0"/>
                  </a:lnTo>
                  <a:lnTo>
                    <a:pt x="8039833" y="0"/>
                  </a:lnTo>
                  <a:lnTo>
                    <a:pt x="8031271" y="0"/>
                  </a:lnTo>
                  <a:lnTo>
                    <a:pt x="8022709" y="0"/>
                  </a:lnTo>
                  <a:lnTo>
                    <a:pt x="8014147" y="0"/>
                  </a:lnTo>
                  <a:lnTo>
                    <a:pt x="8005585" y="0"/>
                  </a:lnTo>
                  <a:lnTo>
                    <a:pt x="7997022" y="0"/>
                  </a:lnTo>
                  <a:lnTo>
                    <a:pt x="7988460" y="0"/>
                  </a:lnTo>
                  <a:lnTo>
                    <a:pt x="7979898" y="0"/>
                  </a:lnTo>
                  <a:lnTo>
                    <a:pt x="7971336" y="0"/>
                  </a:lnTo>
                  <a:lnTo>
                    <a:pt x="7962774" y="0"/>
                  </a:lnTo>
                  <a:lnTo>
                    <a:pt x="7954212" y="0"/>
                  </a:lnTo>
                  <a:lnTo>
                    <a:pt x="7945650" y="0"/>
                  </a:lnTo>
                  <a:lnTo>
                    <a:pt x="7937088" y="0"/>
                  </a:lnTo>
                  <a:lnTo>
                    <a:pt x="7928525" y="0"/>
                  </a:lnTo>
                  <a:lnTo>
                    <a:pt x="7919963" y="0"/>
                  </a:lnTo>
                  <a:lnTo>
                    <a:pt x="7911401" y="0"/>
                  </a:lnTo>
                  <a:lnTo>
                    <a:pt x="7902839" y="0"/>
                  </a:lnTo>
                  <a:lnTo>
                    <a:pt x="7894277" y="0"/>
                  </a:lnTo>
                  <a:lnTo>
                    <a:pt x="7885715" y="0"/>
                  </a:lnTo>
                  <a:lnTo>
                    <a:pt x="7877153" y="0"/>
                  </a:lnTo>
                  <a:lnTo>
                    <a:pt x="7868591" y="0"/>
                  </a:lnTo>
                  <a:lnTo>
                    <a:pt x="7860029" y="0"/>
                  </a:lnTo>
                  <a:lnTo>
                    <a:pt x="7851466" y="0"/>
                  </a:lnTo>
                  <a:lnTo>
                    <a:pt x="7842904" y="0"/>
                  </a:lnTo>
                  <a:lnTo>
                    <a:pt x="7834342" y="0"/>
                  </a:lnTo>
                  <a:lnTo>
                    <a:pt x="7825780" y="0"/>
                  </a:lnTo>
                  <a:lnTo>
                    <a:pt x="7817218" y="0"/>
                  </a:lnTo>
                  <a:lnTo>
                    <a:pt x="7808656" y="0"/>
                  </a:lnTo>
                  <a:lnTo>
                    <a:pt x="7800094" y="0"/>
                  </a:lnTo>
                  <a:lnTo>
                    <a:pt x="7791532" y="0"/>
                  </a:lnTo>
                  <a:lnTo>
                    <a:pt x="7782969" y="0"/>
                  </a:lnTo>
                  <a:lnTo>
                    <a:pt x="7774407" y="0"/>
                  </a:lnTo>
                  <a:lnTo>
                    <a:pt x="7765845" y="0"/>
                  </a:lnTo>
                  <a:lnTo>
                    <a:pt x="7757283" y="0"/>
                  </a:lnTo>
                  <a:lnTo>
                    <a:pt x="7748721" y="0"/>
                  </a:lnTo>
                  <a:lnTo>
                    <a:pt x="7740159" y="0"/>
                  </a:lnTo>
                  <a:lnTo>
                    <a:pt x="7731597" y="0"/>
                  </a:lnTo>
                  <a:lnTo>
                    <a:pt x="7723035" y="0"/>
                  </a:lnTo>
                  <a:lnTo>
                    <a:pt x="7714472" y="0"/>
                  </a:lnTo>
                  <a:lnTo>
                    <a:pt x="7705910" y="0"/>
                  </a:lnTo>
                  <a:lnTo>
                    <a:pt x="7697348" y="0"/>
                  </a:lnTo>
                  <a:lnTo>
                    <a:pt x="7688786" y="0"/>
                  </a:lnTo>
                  <a:lnTo>
                    <a:pt x="7680224" y="0"/>
                  </a:lnTo>
                  <a:lnTo>
                    <a:pt x="7671662" y="0"/>
                  </a:lnTo>
                  <a:lnTo>
                    <a:pt x="7663100" y="0"/>
                  </a:lnTo>
                  <a:lnTo>
                    <a:pt x="7654538" y="0"/>
                  </a:lnTo>
                  <a:lnTo>
                    <a:pt x="7645975" y="0"/>
                  </a:lnTo>
                  <a:lnTo>
                    <a:pt x="7637413" y="0"/>
                  </a:lnTo>
                  <a:lnTo>
                    <a:pt x="7628851" y="0"/>
                  </a:lnTo>
                  <a:lnTo>
                    <a:pt x="7620289" y="0"/>
                  </a:lnTo>
                  <a:lnTo>
                    <a:pt x="7611727" y="0"/>
                  </a:lnTo>
                  <a:lnTo>
                    <a:pt x="7603165" y="0"/>
                  </a:lnTo>
                  <a:lnTo>
                    <a:pt x="7594603" y="0"/>
                  </a:lnTo>
                  <a:lnTo>
                    <a:pt x="7586041" y="0"/>
                  </a:lnTo>
                  <a:lnTo>
                    <a:pt x="7577478" y="0"/>
                  </a:lnTo>
                  <a:lnTo>
                    <a:pt x="7568916" y="0"/>
                  </a:lnTo>
                  <a:lnTo>
                    <a:pt x="7560354" y="0"/>
                  </a:lnTo>
                  <a:lnTo>
                    <a:pt x="7551792" y="0"/>
                  </a:lnTo>
                  <a:lnTo>
                    <a:pt x="7543230" y="0"/>
                  </a:lnTo>
                  <a:lnTo>
                    <a:pt x="7534668" y="0"/>
                  </a:lnTo>
                  <a:lnTo>
                    <a:pt x="7526106" y="0"/>
                  </a:lnTo>
                  <a:lnTo>
                    <a:pt x="7517544" y="0"/>
                  </a:lnTo>
                  <a:lnTo>
                    <a:pt x="7508981" y="0"/>
                  </a:lnTo>
                  <a:lnTo>
                    <a:pt x="7500419" y="0"/>
                  </a:lnTo>
                  <a:lnTo>
                    <a:pt x="7491857" y="0"/>
                  </a:lnTo>
                  <a:lnTo>
                    <a:pt x="7483295" y="0"/>
                  </a:lnTo>
                  <a:lnTo>
                    <a:pt x="7474733" y="0"/>
                  </a:lnTo>
                  <a:lnTo>
                    <a:pt x="7466171" y="0"/>
                  </a:lnTo>
                  <a:lnTo>
                    <a:pt x="7457609" y="0"/>
                  </a:lnTo>
                  <a:lnTo>
                    <a:pt x="7449047" y="0"/>
                  </a:lnTo>
                  <a:lnTo>
                    <a:pt x="7440484" y="0"/>
                  </a:lnTo>
                  <a:lnTo>
                    <a:pt x="7431922" y="0"/>
                  </a:lnTo>
                  <a:lnTo>
                    <a:pt x="7423360" y="0"/>
                  </a:lnTo>
                  <a:lnTo>
                    <a:pt x="7414798" y="0"/>
                  </a:lnTo>
                  <a:lnTo>
                    <a:pt x="7406236" y="0"/>
                  </a:lnTo>
                  <a:lnTo>
                    <a:pt x="7397674" y="0"/>
                  </a:lnTo>
                  <a:lnTo>
                    <a:pt x="7389112" y="0"/>
                  </a:lnTo>
                  <a:lnTo>
                    <a:pt x="7380550" y="0"/>
                  </a:lnTo>
                  <a:lnTo>
                    <a:pt x="7371987" y="0"/>
                  </a:lnTo>
                  <a:lnTo>
                    <a:pt x="7363425" y="0"/>
                  </a:lnTo>
                  <a:lnTo>
                    <a:pt x="7354863" y="0"/>
                  </a:lnTo>
                  <a:lnTo>
                    <a:pt x="7346301" y="0"/>
                  </a:lnTo>
                  <a:lnTo>
                    <a:pt x="7337739" y="0"/>
                  </a:lnTo>
                  <a:lnTo>
                    <a:pt x="7329177" y="0"/>
                  </a:lnTo>
                  <a:lnTo>
                    <a:pt x="7320615" y="0"/>
                  </a:lnTo>
                  <a:lnTo>
                    <a:pt x="7312053" y="0"/>
                  </a:lnTo>
                  <a:lnTo>
                    <a:pt x="7303490" y="0"/>
                  </a:lnTo>
                  <a:lnTo>
                    <a:pt x="7294928" y="0"/>
                  </a:lnTo>
                  <a:lnTo>
                    <a:pt x="7286366" y="0"/>
                  </a:lnTo>
                  <a:lnTo>
                    <a:pt x="7277804" y="0"/>
                  </a:lnTo>
                  <a:lnTo>
                    <a:pt x="7269242" y="0"/>
                  </a:lnTo>
                  <a:lnTo>
                    <a:pt x="7260680" y="0"/>
                  </a:lnTo>
                  <a:lnTo>
                    <a:pt x="7252118" y="0"/>
                  </a:lnTo>
                  <a:lnTo>
                    <a:pt x="7243556" y="0"/>
                  </a:lnTo>
                  <a:lnTo>
                    <a:pt x="7234994" y="0"/>
                  </a:lnTo>
                  <a:lnTo>
                    <a:pt x="7226431" y="0"/>
                  </a:lnTo>
                  <a:lnTo>
                    <a:pt x="7217869" y="0"/>
                  </a:lnTo>
                  <a:lnTo>
                    <a:pt x="7209307" y="0"/>
                  </a:lnTo>
                  <a:lnTo>
                    <a:pt x="7200745" y="0"/>
                  </a:lnTo>
                  <a:lnTo>
                    <a:pt x="7192183" y="0"/>
                  </a:lnTo>
                  <a:lnTo>
                    <a:pt x="7183621" y="0"/>
                  </a:lnTo>
                  <a:lnTo>
                    <a:pt x="7175059" y="0"/>
                  </a:lnTo>
                  <a:lnTo>
                    <a:pt x="7166497" y="0"/>
                  </a:lnTo>
                  <a:lnTo>
                    <a:pt x="7157934" y="0"/>
                  </a:lnTo>
                  <a:lnTo>
                    <a:pt x="7149372" y="0"/>
                  </a:lnTo>
                  <a:lnTo>
                    <a:pt x="7140810" y="0"/>
                  </a:lnTo>
                  <a:lnTo>
                    <a:pt x="7132248" y="0"/>
                  </a:lnTo>
                  <a:lnTo>
                    <a:pt x="7123686" y="0"/>
                  </a:lnTo>
                  <a:lnTo>
                    <a:pt x="7115124" y="0"/>
                  </a:lnTo>
                  <a:lnTo>
                    <a:pt x="7106562" y="0"/>
                  </a:lnTo>
                  <a:lnTo>
                    <a:pt x="7098000" y="0"/>
                  </a:lnTo>
                  <a:lnTo>
                    <a:pt x="7089437" y="0"/>
                  </a:lnTo>
                  <a:lnTo>
                    <a:pt x="7080875" y="0"/>
                  </a:lnTo>
                  <a:lnTo>
                    <a:pt x="7072313" y="0"/>
                  </a:lnTo>
                  <a:lnTo>
                    <a:pt x="7063751" y="0"/>
                  </a:lnTo>
                  <a:lnTo>
                    <a:pt x="7055189" y="0"/>
                  </a:lnTo>
                  <a:lnTo>
                    <a:pt x="7046627" y="0"/>
                  </a:lnTo>
                  <a:lnTo>
                    <a:pt x="7038065" y="0"/>
                  </a:lnTo>
                  <a:lnTo>
                    <a:pt x="7029503" y="0"/>
                  </a:lnTo>
                  <a:lnTo>
                    <a:pt x="7020940" y="0"/>
                  </a:lnTo>
                  <a:lnTo>
                    <a:pt x="7012378" y="0"/>
                  </a:lnTo>
                  <a:lnTo>
                    <a:pt x="7003816" y="0"/>
                  </a:lnTo>
                  <a:lnTo>
                    <a:pt x="6995254" y="0"/>
                  </a:lnTo>
                  <a:lnTo>
                    <a:pt x="6986692" y="0"/>
                  </a:lnTo>
                  <a:lnTo>
                    <a:pt x="6978130" y="0"/>
                  </a:lnTo>
                  <a:lnTo>
                    <a:pt x="6969568" y="0"/>
                  </a:lnTo>
                  <a:lnTo>
                    <a:pt x="6961006" y="0"/>
                  </a:lnTo>
                  <a:lnTo>
                    <a:pt x="6952443" y="0"/>
                  </a:lnTo>
                  <a:lnTo>
                    <a:pt x="6943881" y="0"/>
                  </a:lnTo>
                  <a:lnTo>
                    <a:pt x="6935319" y="0"/>
                  </a:lnTo>
                  <a:lnTo>
                    <a:pt x="6926757" y="0"/>
                  </a:lnTo>
                  <a:lnTo>
                    <a:pt x="6918195" y="0"/>
                  </a:lnTo>
                  <a:lnTo>
                    <a:pt x="6909633" y="0"/>
                  </a:lnTo>
                  <a:lnTo>
                    <a:pt x="6901071" y="0"/>
                  </a:lnTo>
                  <a:lnTo>
                    <a:pt x="6892509" y="0"/>
                  </a:lnTo>
                  <a:lnTo>
                    <a:pt x="6883946" y="0"/>
                  </a:lnTo>
                  <a:lnTo>
                    <a:pt x="6875384" y="0"/>
                  </a:lnTo>
                  <a:lnTo>
                    <a:pt x="6866822" y="0"/>
                  </a:lnTo>
                  <a:lnTo>
                    <a:pt x="6858260" y="0"/>
                  </a:lnTo>
                  <a:lnTo>
                    <a:pt x="6849698" y="0"/>
                  </a:lnTo>
                  <a:lnTo>
                    <a:pt x="6841136" y="0"/>
                  </a:lnTo>
                  <a:lnTo>
                    <a:pt x="6832574" y="0"/>
                  </a:lnTo>
                  <a:lnTo>
                    <a:pt x="6824012" y="0"/>
                  </a:lnTo>
                  <a:lnTo>
                    <a:pt x="6815449" y="0"/>
                  </a:lnTo>
                  <a:lnTo>
                    <a:pt x="6806887" y="0"/>
                  </a:lnTo>
                  <a:lnTo>
                    <a:pt x="6798325" y="0"/>
                  </a:lnTo>
                  <a:lnTo>
                    <a:pt x="6789763" y="0"/>
                  </a:lnTo>
                  <a:lnTo>
                    <a:pt x="6781201" y="0"/>
                  </a:lnTo>
                  <a:lnTo>
                    <a:pt x="6772639" y="0"/>
                  </a:lnTo>
                  <a:lnTo>
                    <a:pt x="6764077" y="0"/>
                  </a:lnTo>
                  <a:lnTo>
                    <a:pt x="6755515" y="0"/>
                  </a:lnTo>
                  <a:lnTo>
                    <a:pt x="6746952" y="0"/>
                  </a:lnTo>
                  <a:lnTo>
                    <a:pt x="6738390" y="0"/>
                  </a:lnTo>
                  <a:lnTo>
                    <a:pt x="6729828" y="0"/>
                  </a:lnTo>
                  <a:lnTo>
                    <a:pt x="6721266" y="0"/>
                  </a:lnTo>
                  <a:lnTo>
                    <a:pt x="6712704" y="0"/>
                  </a:lnTo>
                  <a:lnTo>
                    <a:pt x="6704142" y="0"/>
                  </a:lnTo>
                  <a:lnTo>
                    <a:pt x="6695580" y="0"/>
                  </a:lnTo>
                  <a:lnTo>
                    <a:pt x="6687018" y="0"/>
                  </a:lnTo>
                  <a:lnTo>
                    <a:pt x="6678456" y="0"/>
                  </a:lnTo>
                  <a:lnTo>
                    <a:pt x="6669893" y="0"/>
                  </a:lnTo>
                  <a:lnTo>
                    <a:pt x="6661331" y="0"/>
                  </a:lnTo>
                  <a:lnTo>
                    <a:pt x="6652769" y="0"/>
                  </a:lnTo>
                  <a:lnTo>
                    <a:pt x="6644207" y="0"/>
                  </a:lnTo>
                  <a:lnTo>
                    <a:pt x="6635645" y="0"/>
                  </a:lnTo>
                  <a:lnTo>
                    <a:pt x="6627083" y="0"/>
                  </a:lnTo>
                  <a:lnTo>
                    <a:pt x="6618521" y="0"/>
                  </a:lnTo>
                  <a:lnTo>
                    <a:pt x="6609959" y="0"/>
                  </a:lnTo>
                  <a:lnTo>
                    <a:pt x="6601396" y="0"/>
                  </a:lnTo>
                  <a:lnTo>
                    <a:pt x="6592834" y="0"/>
                  </a:lnTo>
                  <a:lnTo>
                    <a:pt x="6584272" y="0"/>
                  </a:lnTo>
                  <a:lnTo>
                    <a:pt x="6575710" y="0"/>
                  </a:lnTo>
                  <a:lnTo>
                    <a:pt x="6567148" y="0"/>
                  </a:lnTo>
                  <a:lnTo>
                    <a:pt x="6558586" y="0"/>
                  </a:lnTo>
                  <a:lnTo>
                    <a:pt x="6550024" y="0"/>
                  </a:lnTo>
                  <a:lnTo>
                    <a:pt x="6541462" y="0"/>
                  </a:lnTo>
                  <a:lnTo>
                    <a:pt x="6532899" y="0"/>
                  </a:lnTo>
                  <a:lnTo>
                    <a:pt x="6524337" y="0"/>
                  </a:lnTo>
                  <a:lnTo>
                    <a:pt x="6515775" y="0"/>
                  </a:lnTo>
                  <a:lnTo>
                    <a:pt x="6507213" y="0"/>
                  </a:lnTo>
                  <a:lnTo>
                    <a:pt x="6498651" y="0"/>
                  </a:lnTo>
                  <a:lnTo>
                    <a:pt x="6490089" y="0"/>
                  </a:lnTo>
                  <a:lnTo>
                    <a:pt x="6481527" y="0"/>
                  </a:lnTo>
                  <a:lnTo>
                    <a:pt x="6472965" y="0"/>
                  </a:lnTo>
                  <a:lnTo>
                    <a:pt x="6464402" y="0"/>
                  </a:lnTo>
                  <a:lnTo>
                    <a:pt x="6455840" y="0"/>
                  </a:lnTo>
                  <a:lnTo>
                    <a:pt x="6447278" y="0"/>
                  </a:lnTo>
                  <a:lnTo>
                    <a:pt x="6438716" y="0"/>
                  </a:lnTo>
                  <a:lnTo>
                    <a:pt x="6430154" y="0"/>
                  </a:lnTo>
                  <a:lnTo>
                    <a:pt x="6421592" y="0"/>
                  </a:lnTo>
                  <a:lnTo>
                    <a:pt x="6413030" y="0"/>
                  </a:lnTo>
                  <a:lnTo>
                    <a:pt x="6404468" y="0"/>
                  </a:lnTo>
                  <a:lnTo>
                    <a:pt x="6395905" y="0"/>
                  </a:lnTo>
                  <a:lnTo>
                    <a:pt x="6387343" y="0"/>
                  </a:lnTo>
                  <a:lnTo>
                    <a:pt x="6378781" y="0"/>
                  </a:lnTo>
                  <a:lnTo>
                    <a:pt x="6370219" y="0"/>
                  </a:lnTo>
                  <a:lnTo>
                    <a:pt x="6361657" y="0"/>
                  </a:lnTo>
                  <a:lnTo>
                    <a:pt x="6353095" y="0"/>
                  </a:lnTo>
                  <a:lnTo>
                    <a:pt x="6344533" y="0"/>
                  </a:lnTo>
                  <a:lnTo>
                    <a:pt x="6335971" y="0"/>
                  </a:lnTo>
                  <a:lnTo>
                    <a:pt x="6327408" y="0"/>
                  </a:lnTo>
                  <a:lnTo>
                    <a:pt x="6318846" y="0"/>
                  </a:lnTo>
                  <a:lnTo>
                    <a:pt x="6310284" y="0"/>
                  </a:lnTo>
                  <a:lnTo>
                    <a:pt x="6301722" y="0"/>
                  </a:lnTo>
                  <a:lnTo>
                    <a:pt x="6293160" y="0"/>
                  </a:lnTo>
                  <a:lnTo>
                    <a:pt x="6284598" y="0"/>
                  </a:lnTo>
                  <a:lnTo>
                    <a:pt x="6276036" y="0"/>
                  </a:lnTo>
                  <a:lnTo>
                    <a:pt x="6267474" y="0"/>
                  </a:lnTo>
                  <a:lnTo>
                    <a:pt x="6258911" y="0"/>
                  </a:lnTo>
                  <a:lnTo>
                    <a:pt x="6250349" y="0"/>
                  </a:lnTo>
                  <a:lnTo>
                    <a:pt x="6241787" y="0"/>
                  </a:lnTo>
                  <a:lnTo>
                    <a:pt x="6233225" y="0"/>
                  </a:lnTo>
                  <a:lnTo>
                    <a:pt x="6224663" y="0"/>
                  </a:lnTo>
                  <a:lnTo>
                    <a:pt x="6216101" y="0"/>
                  </a:lnTo>
                  <a:lnTo>
                    <a:pt x="6207539" y="0"/>
                  </a:lnTo>
                  <a:lnTo>
                    <a:pt x="6198977" y="0"/>
                  </a:lnTo>
                  <a:lnTo>
                    <a:pt x="6190414" y="0"/>
                  </a:lnTo>
                  <a:lnTo>
                    <a:pt x="6181852" y="0"/>
                  </a:lnTo>
                  <a:lnTo>
                    <a:pt x="6173290" y="0"/>
                  </a:lnTo>
                  <a:lnTo>
                    <a:pt x="6164728" y="0"/>
                  </a:lnTo>
                  <a:lnTo>
                    <a:pt x="6156166" y="0"/>
                  </a:lnTo>
                  <a:lnTo>
                    <a:pt x="6147604" y="0"/>
                  </a:lnTo>
                  <a:lnTo>
                    <a:pt x="6139042" y="0"/>
                  </a:lnTo>
                  <a:lnTo>
                    <a:pt x="6130480" y="0"/>
                  </a:lnTo>
                  <a:lnTo>
                    <a:pt x="6121918" y="0"/>
                  </a:lnTo>
                  <a:lnTo>
                    <a:pt x="6113355" y="0"/>
                  </a:lnTo>
                  <a:lnTo>
                    <a:pt x="6104793" y="0"/>
                  </a:lnTo>
                  <a:lnTo>
                    <a:pt x="6096231" y="0"/>
                  </a:lnTo>
                  <a:lnTo>
                    <a:pt x="6087669" y="0"/>
                  </a:lnTo>
                  <a:lnTo>
                    <a:pt x="6079107" y="0"/>
                  </a:lnTo>
                  <a:lnTo>
                    <a:pt x="6070545" y="0"/>
                  </a:lnTo>
                  <a:lnTo>
                    <a:pt x="6061983" y="0"/>
                  </a:lnTo>
                  <a:lnTo>
                    <a:pt x="6053421" y="0"/>
                  </a:lnTo>
                  <a:lnTo>
                    <a:pt x="6044858" y="0"/>
                  </a:lnTo>
                  <a:lnTo>
                    <a:pt x="6036296" y="0"/>
                  </a:lnTo>
                  <a:lnTo>
                    <a:pt x="6027734" y="0"/>
                  </a:lnTo>
                  <a:lnTo>
                    <a:pt x="6019172" y="0"/>
                  </a:lnTo>
                  <a:lnTo>
                    <a:pt x="6010610" y="0"/>
                  </a:lnTo>
                  <a:lnTo>
                    <a:pt x="6002048" y="0"/>
                  </a:lnTo>
                  <a:lnTo>
                    <a:pt x="5993486" y="0"/>
                  </a:lnTo>
                  <a:lnTo>
                    <a:pt x="5984924" y="0"/>
                  </a:lnTo>
                  <a:lnTo>
                    <a:pt x="5976361" y="0"/>
                  </a:lnTo>
                  <a:lnTo>
                    <a:pt x="5967799" y="0"/>
                  </a:lnTo>
                  <a:lnTo>
                    <a:pt x="5959237" y="0"/>
                  </a:lnTo>
                  <a:lnTo>
                    <a:pt x="5950675" y="0"/>
                  </a:lnTo>
                  <a:lnTo>
                    <a:pt x="5942113" y="0"/>
                  </a:lnTo>
                  <a:lnTo>
                    <a:pt x="5933551" y="0"/>
                  </a:lnTo>
                  <a:lnTo>
                    <a:pt x="5924989" y="0"/>
                  </a:lnTo>
                  <a:lnTo>
                    <a:pt x="5916427" y="0"/>
                  </a:lnTo>
                  <a:lnTo>
                    <a:pt x="5907864" y="0"/>
                  </a:lnTo>
                  <a:lnTo>
                    <a:pt x="5899302" y="0"/>
                  </a:lnTo>
                  <a:lnTo>
                    <a:pt x="5890740" y="0"/>
                  </a:lnTo>
                  <a:lnTo>
                    <a:pt x="5882178" y="0"/>
                  </a:lnTo>
                  <a:lnTo>
                    <a:pt x="5873616" y="0"/>
                  </a:lnTo>
                  <a:lnTo>
                    <a:pt x="5865054" y="0"/>
                  </a:lnTo>
                  <a:lnTo>
                    <a:pt x="5856492" y="0"/>
                  </a:lnTo>
                  <a:lnTo>
                    <a:pt x="5847930" y="0"/>
                  </a:lnTo>
                  <a:lnTo>
                    <a:pt x="5839367" y="0"/>
                  </a:lnTo>
                  <a:lnTo>
                    <a:pt x="5830805" y="0"/>
                  </a:lnTo>
                  <a:lnTo>
                    <a:pt x="5822243" y="0"/>
                  </a:lnTo>
                  <a:lnTo>
                    <a:pt x="5813681" y="0"/>
                  </a:lnTo>
                  <a:lnTo>
                    <a:pt x="5805119" y="0"/>
                  </a:lnTo>
                  <a:lnTo>
                    <a:pt x="5796557" y="0"/>
                  </a:lnTo>
                  <a:lnTo>
                    <a:pt x="5787995" y="0"/>
                  </a:lnTo>
                  <a:lnTo>
                    <a:pt x="5779433" y="0"/>
                  </a:lnTo>
                  <a:lnTo>
                    <a:pt x="5770870" y="0"/>
                  </a:lnTo>
                  <a:lnTo>
                    <a:pt x="5762308" y="0"/>
                  </a:lnTo>
                  <a:lnTo>
                    <a:pt x="5753746" y="0"/>
                  </a:lnTo>
                  <a:lnTo>
                    <a:pt x="5745184" y="0"/>
                  </a:lnTo>
                  <a:lnTo>
                    <a:pt x="5736622" y="0"/>
                  </a:lnTo>
                  <a:lnTo>
                    <a:pt x="5728060" y="0"/>
                  </a:lnTo>
                  <a:lnTo>
                    <a:pt x="5719498" y="0"/>
                  </a:lnTo>
                  <a:lnTo>
                    <a:pt x="5710936" y="0"/>
                  </a:lnTo>
                  <a:lnTo>
                    <a:pt x="5702373" y="0"/>
                  </a:lnTo>
                  <a:lnTo>
                    <a:pt x="5693811" y="0"/>
                  </a:lnTo>
                  <a:lnTo>
                    <a:pt x="5685249" y="0"/>
                  </a:lnTo>
                  <a:lnTo>
                    <a:pt x="5676687" y="0"/>
                  </a:lnTo>
                  <a:lnTo>
                    <a:pt x="5668125" y="0"/>
                  </a:lnTo>
                  <a:lnTo>
                    <a:pt x="5659563" y="0"/>
                  </a:lnTo>
                  <a:lnTo>
                    <a:pt x="5651001" y="0"/>
                  </a:lnTo>
                  <a:lnTo>
                    <a:pt x="5642439" y="0"/>
                  </a:lnTo>
                  <a:lnTo>
                    <a:pt x="5633876" y="0"/>
                  </a:lnTo>
                  <a:lnTo>
                    <a:pt x="5625314" y="0"/>
                  </a:lnTo>
                  <a:lnTo>
                    <a:pt x="5616752" y="0"/>
                  </a:lnTo>
                  <a:lnTo>
                    <a:pt x="5608190" y="0"/>
                  </a:lnTo>
                  <a:lnTo>
                    <a:pt x="5599628" y="0"/>
                  </a:lnTo>
                  <a:lnTo>
                    <a:pt x="5591066" y="0"/>
                  </a:lnTo>
                  <a:lnTo>
                    <a:pt x="5582504" y="0"/>
                  </a:lnTo>
                  <a:lnTo>
                    <a:pt x="5573942" y="0"/>
                  </a:lnTo>
                  <a:lnTo>
                    <a:pt x="5565380" y="0"/>
                  </a:lnTo>
                  <a:lnTo>
                    <a:pt x="5556817" y="0"/>
                  </a:lnTo>
                  <a:lnTo>
                    <a:pt x="5548255" y="0"/>
                  </a:lnTo>
                  <a:lnTo>
                    <a:pt x="5539693" y="0"/>
                  </a:lnTo>
                  <a:lnTo>
                    <a:pt x="5531131" y="0"/>
                  </a:lnTo>
                  <a:lnTo>
                    <a:pt x="5522569" y="0"/>
                  </a:lnTo>
                  <a:lnTo>
                    <a:pt x="5514007" y="0"/>
                  </a:lnTo>
                  <a:lnTo>
                    <a:pt x="5505445" y="0"/>
                  </a:lnTo>
                  <a:lnTo>
                    <a:pt x="5496883" y="0"/>
                  </a:lnTo>
                  <a:lnTo>
                    <a:pt x="5488320" y="0"/>
                  </a:lnTo>
                  <a:lnTo>
                    <a:pt x="5479758" y="0"/>
                  </a:lnTo>
                  <a:lnTo>
                    <a:pt x="5471196" y="0"/>
                  </a:lnTo>
                  <a:lnTo>
                    <a:pt x="5462634" y="0"/>
                  </a:lnTo>
                  <a:lnTo>
                    <a:pt x="5454072" y="0"/>
                  </a:lnTo>
                  <a:lnTo>
                    <a:pt x="5445510" y="0"/>
                  </a:lnTo>
                  <a:lnTo>
                    <a:pt x="5436948" y="0"/>
                  </a:lnTo>
                  <a:lnTo>
                    <a:pt x="5428386" y="0"/>
                  </a:lnTo>
                  <a:lnTo>
                    <a:pt x="5419823" y="0"/>
                  </a:lnTo>
                  <a:lnTo>
                    <a:pt x="5411261" y="0"/>
                  </a:lnTo>
                  <a:lnTo>
                    <a:pt x="5402699" y="0"/>
                  </a:lnTo>
                  <a:lnTo>
                    <a:pt x="5394137" y="0"/>
                  </a:lnTo>
                  <a:lnTo>
                    <a:pt x="5385575" y="0"/>
                  </a:lnTo>
                  <a:lnTo>
                    <a:pt x="5377013" y="0"/>
                  </a:lnTo>
                  <a:lnTo>
                    <a:pt x="5368451" y="0"/>
                  </a:lnTo>
                  <a:lnTo>
                    <a:pt x="5359889" y="0"/>
                  </a:lnTo>
                  <a:lnTo>
                    <a:pt x="5351326" y="0"/>
                  </a:lnTo>
                  <a:lnTo>
                    <a:pt x="5342764" y="0"/>
                  </a:lnTo>
                  <a:lnTo>
                    <a:pt x="5334202" y="0"/>
                  </a:lnTo>
                  <a:lnTo>
                    <a:pt x="5325640" y="0"/>
                  </a:lnTo>
                  <a:lnTo>
                    <a:pt x="5317078" y="0"/>
                  </a:lnTo>
                  <a:lnTo>
                    <a:pt x="5308516" y="0"/>
                  </a:lnTo>
                  <a:lnTo>
                    <a:pt x="5299954" y="0"/>
                  </a:lnTo>
                  <a:lnTo>
                    <a:pt x="5291392" y="0"/>
                  </a:lnTo>
                  <a:lnTo>
                    <a:pt x="5282829" y="0"/>
                  </a:lnTo>
                  <a:lnTo>
                    <a:pt x="5274267" y="0"/>
                  </a:lnTo>
                  <a:lnTo>
                    <a:pt x="5265705" y="0"/>
                  </a:lnTo>
                  <a:lnTo>
                    <a:pt x="5257143" y="0"/>
                  </a:lnTo>
                  <a:lnTo>
                    <a:pt x="5248581" y="0"/>
                  </a:lnTo>
                  <a:lnTo>
                    <a:pt x="5240019" y="0"/>
                  </a:lnTo>
                  <a:lnTo>
                    <a:pt x="5231457" y="0"/>
                  </a:lnTo>
                  <a:lnTo>
                    <a:pt x="5222895" y="0"/>
                  </a:lnTo>
                  <a:lnTo>
                    <a:pt x="5214332" y="0"/>
                  </a:lnTo>
                  <a:lnTo>
                    <a:pt x="5205770" y="0"/>
                  </a:lnTo>
                  <a:lnTo>
                    <a:pt x="5197208" y="0"/>
                  </a:lnTo>
                  <a:lnTo>
                    <a:pt x="5188646" y="0"/>
                  </a:lnTo>
                  <a:lnTo>
                    <a:pt x="5180084" y="0"/>
                  </a:lnTo>
                  <a:lnTo>
                    <a:pt x="5171522" y="0"/>
                  </a:lnTo>
                  <a:lnTo>
                    <a:pt x="5162960" y="0"/>
                  </a:lnTo>
                  <a:lnTo>
                    <a:pt x="5154398" y="0"/>
                  </a:lnTo>
                  <a:lnTo>
                    <a:pt x="5145835" y="0"/>
                  </a:lnTo>
                  <a:lnTo>
                    <a:pt x="5137273" y="0"/>
                  </a:lnTo>
                  <a:lnTo>
                    <a:pt x="5128711" y="0"/>
                  </a:lnTo>
                  <a:lnTo>
                    <a:pt x="5120149" y="0"/>
                  </a:lnTo>
                  <a:lnTo>
                    <a:pt x="5111587" y="0"/>
                  </a:lnTo>
                  <a:lnTo>
                    <a:pt x="5103025" y="0"/>
                  </a:lnTo>
                  <a:lnTo>
                    <a:pt x="5094463" y="0"/>
                  </a:lnTo>
                  <a:lnTo>
                    <a:pt x="5085901" y="0"/>
                  </a:lnTo>
                  <a:lnTo>
                    <a:pt x="5077338" y="0"/>
                  </a:lnTo>
                  <a:lnTo>
                    <a:pt x="5068776" y="0"/>
                  </a:lnTo>
                  <a:lnTo>
                    <a:pt x="5060214" y="0"/>
                  </a:lnTo>
                  <a:lnTo>
                    <a:pt x="5051652" y="0"/>
                  </a:lnTo>
                  <a:lnTo>
                    <a:pt x="5043090" y="0"/>
                  </a:lnTo>
                  <a:lnTo>
                    <a:pt x="5034528" y="0"/>
                  </a:lnTo>
                  <a:lnTo>
                    <a:pt x="5025966" y="0"/>
                  </a:lnTo>
                  <a:lnTo>
                    <a:pt x="5017404" y="0"/>
                  </a:lnTo>
                  <a:lnTo>
                    <a:pt x="5008842" y="0"/>
                  </a:lnTo>
                  <a:lnTo>
                    <a:pt x="5000279" y="0"/>
                  </a:lnTo>
                  <a:lnTo>
                    <a:pt x="4991717" y="0"/>
                  </a:lnTo>
                  <a:lnTo>
                    <a:pt x="4983155" y="0"/>
                  </a:lnTo>
                  <a:lnTo>
                    <a:pt x="4974593" y="0"/>
                  </a:lnTo>
                  <a:lnTo>
                    <a:pt x="4966031" y="0"/>
                  </a:lnTo>
                  <a:lnTo>
                    <a:pt x="4957469" y="0"/>
                  </a:lnTo>
                  <a:lnTo>
                    <a:pt x="4948907" y="0"/>
                  </a:lnTo>
                  <a:lnTo>
                    <a:pt x="4940345" y="0"/>
                  </a:lnTo>
                  <a:lnTo>
                    <a:pt x="4931782" y="0"/>
                  </a:lnTo>
                  <a:lnTo>
                    <a:pt x="4923220" y="0"/>
                  </a:lnTo>
                  <a:lnTo>
                    <a:pt x="4914658" y="0"/>
                  </a:lnTo>
                  <a:lnTo>
                    <a:pt x="4906096" y="0"/>
                  </a:lnTo>
                  <a:lnTo>
                    <a:pt x="4897534" y="0"/>
                  </a:lnTo>
                  <a:lnTo>
                    <a:pt x="4888972" y="0"/>
                  </a:lnTo>
                  <a:lnTo>
                    <a:pt x="4880410" y="0"/>
                  </a:lnTo>
                  <a:lnTo>
                    <a:pt x="4871848" y="0"/>
                  </a:lnTo>
                  <a:lnTo>
                    <a:pt x="4863285" y="0"/>
                  </a:lnTo>
                  <a:lnTo>
                    <a:pt x="4854723" y="0"/>
                  </a:lnTo>
                  <a:lnTo>
                    <a:pt x="4846161" y="0"/>
                  </a:lnTo>
                  <a:lnTo>
                    <a:pt x="4837599" y="0"/>
                  </a:lnTo>
                  <a:lnTo>
                    <a:pt x="4829037" y="0"/>
                  </a:lnTo>
                  <a:lnTo>
                    <a:pt x="4820475" y="0"/>
                  </a:lnTo>
                  <a:lnTo>
                    <a:pt x="4811913" y="0"/>
                  </a:lnTo>
                  <a:lnTo>
                    <a:pt x="4803351" y="0"/>
                  </a:lnTo>
                  <a:lnTo>
                    <a:pt x="4794788" y="0"/>
                  </a:lnTo>
                  <a:lnTo>
                    <a:pt x="4786226" y="0"/>
                  </a:lnTo>
                  <a:lnTo>
                    <a:pt x="4777664" y="0"/>
                  </a:lnTo>
                  <a:lnTo>
                    <a:pt x="4769102" y="0"/>
                  </a:lnTo>
                  <a:lnTo>
                    <a:pt x="4760540" y="0"/>
                  </a:lnTo>
                  <a:lnTo>
                    <a:pt x="4751978" y="0"/>
                  </a:lnTo>
                  <a:lnTo>
                    <a:pt x="4743416" y="0"/>
                  </a:lnTo>
                  <a:lnTo>
                    <a:pt x="4734854" y="0"/>
                  </a:lnTo>
                  <a:lnTo>
                    <a:pt x="4726291" y="0"/>
                  </a:lnTo>
                  <a:lnTo>
                    <a:pt x="4717729" y="0"/>
                  </a:lnTo>
                  <a:lnTo>
                    <a:pt x="4709167" y="0"/>
                  </a:lnTo>
                  <a:lnTo>
                    <a:pt x="4700605" y="0"/>
                  </a:lnTo>
                  <a:lnTo>
                    <a:pt x="4692043" y="0"/>
                  </a:lnTo>
                  <a:lnTo>
                    <a:pt x="4683481" y="0"/>
                  </a:lnTo>
                  <a:lnTo>
                    <a:pt x="4674919" y="0"/>
                  </a:lnTo>
                  <a:lnTo>
                    <a:pt x="4666357" y="0"/>
                  </a:lnTo>
                  <a:lnTo>
                    <a:pt x="4657794" y="0"/>
                  </a:lnTo>
                  <a:lnTo>
                    <a:pt x="4649232" y="0"/>
                  </a:lnTo>
                  <a:lnTo>
                    <a:pt x="4640670" y="0"/>
                  </a:lnTo>
                  <a:lnTo>
                    <a:pt x="4632108" y="0"/>
                  </a:lnTo>
                  <a:lnTo>
                    <a:pt x="4623546" y="0"/>
                  </a:lnTo>
                  <a:lnTo>
                    <a:pt x="4614984" y="0"/>
                  </a:lnTo>
                  <a:lnTo>
                    <a:pt x="4606422" y="0"/>
                  </a:lnTo>
                  <a:lnTo>
                    <a:pt x="4597860" y="0"/>
                  </a:lnTo>
                  <a:lnTo>
                    <a:pt x="4589297" y="0"/>
                  </a:lnTo>
                  <a:lnTo>
                    <a:pt x="4580735" y="0"/>
                  </a:lnTo>
                  <a:lnTo>
                    <a:pt x="4572173" y="0"/>
                  </a:lnTo>
                  <a:lnTo>
                    <a:pt x="4563611" y="0"/>
                  </a:lnTo>
                  <a:lnTo>
                    <a:pt x="4555049" y="0"/>
                  </a:lnTo>
                  <a:lnTo>
                    <a:pt x="4546487" y="0"/>
                  </a:lnTo>
                  <a:lnTo>
                    <a:pt x="4537925" y="0"/>
                  </a:lnTo>
                  <a:lnTo>
                    <a:pt x="4529363" y="0"/>
                  </a:lnTo>
                  <a:lnTo>
                    <a:pt x="4520800" y="0"/>
                  </a:lnTo>
                  <a:lnTo>
                    <a:pt x="4512238" y="0"/>
                  </a:lnTo>
                  <a:lnTo>
                    <a:pt x="4503676" y="0"/>
                  </a:lnTo>
                  <a:lnTo>
                    <a:pt x="4495114" y="0"/>
                  </a:lnTo>
                  <a:lnTo>
                    <a:pt x="4486552" y="0"/>
                  </a:lnTo>
                  <a:lnTo>
                    <a:pt x="4477990" y="0"/>
                  </a:lnTo>
                  <a:lnTo>
                    <a:pt x="4469428" y="0"/>
                  </a:lnTo>
                  <a:lnTo>
                    <a:pt x="4460866" y="0"/>
                  </a:lnTo>
                  <a:lnTo>
                    <a:pt x="4452304" y="0"/>
                  </a:lnTo>
                  <a:lnTo>
                    <a:pt x="4443741" y="0"/>
                  </a:lnTo>
                  <a:lnTo>
                    <a:pt x="4435179" y="0"/>
                  </a:lnTo>
                  <a:lnTo>
                    <a:pt x="4426617" y="0"/>
                  </a:lnTo>
                  <a:lnTo>
                    <a:pt x="4418055" y="0"/>
                  </a:lnTo>
                  <a:lnTo>
                    <a:pt x="4409493" y="0"/>
                  </a:lnTo>
                  <a:lnTo>
                    <a:pt x="4400931" y="0"/>
                  </a:lnTo>
                  <a:lnTo>
                    <a:pt x="4392369" y="0"/>
                  </a:lnTo>
                  <a:lnTo>
                    <a:pt x="4383807" y="0"/>
                  </a:lnTo>
                  <a:lnTo>
                    <a:pt x="4375244" y="0"/>
                  </a:lnTo>
                  <a:lnTo>
                    <a:pt x="4366682" y="0"/>
                  </a:lnTo>
                  <a:lnTo>
                    <a:pt x="4358120" y="0"/>
                  </a:lnTo>
                  <a:lnTo>
                    <a:pt x="4349558" y="0"/>
                  </a:lnTo>
                  <a:lnTo>
                    <a:pt x="4340996" y="0"/>
                  </a:lnTo>
                  <a:lnTo>
                    <a:pt x="4332434" y="0"/>
                  </a:lnTo>
                  <a:lnTo>
                    <a:pt x="4323872" y="0"/>
                  </a:lnTo>
                  <a:lnTo>
                    <a:pt x="4315310" y="0"/>
                  </a:lnTo>
                  <a:lnTo>
                    <a:pt x="4306747" y="0"/>
                  </a:lnTo>
                  <a:lnTo>
                    <a:pt x="4298185" y="0"/>
                  </a:lnTo>
                  <a:lnTo>
                    <a:pt x="4289623" y="0"/>
                  </a:lnTo>
                  <a:lnTo>
                    <a:pt x="4281061" y="0"/>
                  </a:lnTo>
                  <a:lnTo>
                    <a:pt x="4272499" y="0"/>
                  </a:lnTo>
                  <a:lnTo>
                    <a:pt x="4263937" y="0"/>
                  </a:lnTo>
                  <a:lnTo>
                    <a:pt x="4255375" y="0"/>
                  </a:lnTo>
                  <a:lnTo>
                    <a:pt x="4246813" y="0"/>
                  </a:lnTo>
                  <a:lnTo>
                    <a:pt x="4238250" y="0"/>
                  </a:lnTo>
                  <a:lnTo>
                    <a:pt x="4229688" y="0"/>
                  </a:lnTo>
                  <a:lnTo>
                    <a:pt x="4221126" y="0"/>
                  </a:lnTo>
                  <a:lnTo>
                    <a:pt x="4212564" y="0"/>
                  </a:lnTo>
                  <a:lnTo>
                    <a:pt x="4204002" y="0"/>
                  </a:lnTo>
                  <a:lnTo>
                    <a:pt x="4195440" y="0"/>
                  </a:lnTo>
                  <a:lnTo>
                    <a:pt x="4186878" y="0"/>
                  </a:lnTo>
                  <a:lnTo>
                    <a:pt x="4178316" y="0"/>
                  </a:lnTo>
                  <a:lnTo>
                    <a:pt x="4169753" y="0"/>
                  </a:lnTo>
                  <a:lnTo>
                    <a:pt x="4161191" y="0"/>
                  </a:lnTo>
                  <a:lnTo>
                    <a:pt x="4152629" y="0"/>
                  </a:lnTo>
                  <a:lnTo>
                    <a:pt x="4144067" y="0"/>
                  </a:lnTo>
                  <a:lnTo>
                    <a:pt x="4135505" y="0"/>
                  </a:lnTo>
                  <a:lnTo>
                    <a:pt x="4126943" y="0"/>
                  </a:lnTo>
                  <a:lnTo>
                    <a:pt x="4118381" y="0"/>
                  </a:lnTo>
                  <a:lnTo>
                    <a:pt x="4109819" y="0"/>
                  </a:lnTo>
                  <a:lnTo>
                    <a:pt x="4101256" y="0"/>
                  </a:lnTo>
                  <a:lnTo>
                    <a:pt x="4092694" y="0"/>
                  </a:lnTo>
                  <a:lnTo>
                    <a:pt x="4084132" y="0"/>
                  </a:lnTo>
                  <a:lnTo>
                    <a:pt x="4075570" y="0"/>
                  </a:lnTo>
                  <a:lnTo>
                    <a:pt x="4067008" y="0"/>
                  </a:lnTo>
                  <a:lnTo>
                    <a:pt x="4058446" y="0"/>
                  </a:lnTo>
                  <a:lnTo>
                    <a:pt x="4049884" y="0"/>
                  </a:lnTo>
                  <a:lnTo>
                    <a:pt x="4041322" y="0"/>
                  </a:lnTo>
                  <a:lnTo>
                    <a:pt x="4032759" y="0"/>
                  </a:lnTo>
                  <a:lnTo>
                    <a:pt x="4024197" y="0"/>
                  </a:lnTo>
                  <a:lnTo>
                    <a:pt x="4015635" y="0"/>
                  </a:lnTo>
                  <a:lnTo>
                    <a:pt x="4007073" y="0"/>
                  </a:lnTo>
                  <a:lnTo>
                    <a:pt x="3998511" y="0"/>
                  </a:lnTo>
                  <a:lnTo>
                    <a:pt x="3989949" y="0"/>
                  </a:lnTo>
                  <a:lnTo>
                    <a:pt x="3981387" y="0"/>
                  </a:lnTo>
                  <a:lnTo>
                    <a:pt x="3972825" y="0"/>
                  </a:lnTo>
                  <a:lnTo>
                    <a:pt x="3964262" y="0"/>
                  </a:lnTo>
                  <a:lnTo>
                    <a:pt x="3955700" y="0"/>
                  </a:lnTo>
                  <a:lnTo>
                    <a:pt x="3947138" y="0"/>
                  </a:lnTo>
                  <a:lnTo>
                    <a:pt x="3938576" y="0"/>
                  </a:lnTo>
                  <a:lnTo>
                    <a:pt x="3930014" y="0"/>
                  </a:lnTo>
                  <a:lnTo>
                    <a:pt x="3921452" y="0"/>
                  </a:lnTo>
                  <a:lnTo>
                    <a:pt x="3912890" y="0"/>
                  </a:lnTo>
                  <a:lnTo>
                    <a:pt x="3904328" y="0"/>
                  </a:lnTo>
                  <a:lnTo>
                    <a:pt x="3895766" y="0"/>
                  </a:lnTo>
                  <a:lnTo>
                    <a:pt x="3887203" y="0"/>
                  </a:lnTo>
                  <a:lnTo>
                    <a:pt x="3878641" y="0"/>
                  </a:lnTo>
                  <a:lnTo>
                    <a:pt x="3870079" y="0"/>
                  </a:lnTo>
                  <a:lnTo>
                    <a:pt x="3861517" y="0"/>
                  </a:lnTo>
                  <a:lnTo>
                    <a:pt x="3852955" y="0"/>
                  </a:lnTo>
                  <a:lnTo>
                    <a:pt x="3844393" y="0"/>
                  </a:lnTo>
                  <a:lnTo>
                    <a:pt x="3835831" y="0"/>
                  </a:lnTo>
                  <a:lnTo>
                    <a:pt x="3827269" y="0"/>
                  </a:lnTo>
                  <a:lnTo>
                    <a:pt x="3818706" y="0"/>
                  </a:lnTo>
                  <a:lnTo>
                    <a:pt x="3810144" y="0"/>
                  </a:lnTo>
                  <a:lnTo>
                    <a:pt x="3801582" y="0"/>
                  </a:lnTo>
                  <a:lnTo>
                    <a:pt x="3793020" y="0"/>
                  </a:lnTo>
                  <a:lnTo>
                    <a:pt x="3784458" y="0"/>
                  </a:lnTo>
                  <a:lnTo>
                    <a:pt x="3775896" y="0"/>
                  </a:lnTo>
                  <a:lnTo>
                    <a:pt x="3767334" y="0"/>
                  </a:lnTo>
                  <a:lnTo>
                    <a:pt x="3758772" y="0"/>
                  </a:lnTo>
                  <a:lnTo>
                    <a:pt x="3750209" y="0"/>
                  </a:lnTo>
                  <a:lnTo>
                    <a:pt x="3741647" y="0"/>
                  </a:lnTo>
                  <a:lnTo>
                    <a:pt x="3733085" y="0"/>
                  </a:lnTo>
                  <a:lnTo>
                    <a:pt x="3724523" y="0"/>
                  </a:lnTo>
                  <a:lnTo>
                    <a:pt x="3715961" y="0"/>
                  </a:lnTo>
                  <a:lnTo>
                    <a:pt x="3707399" y="0"/>
                  </a:lnTo>
                  <a:lnTo>
                    <a:pt x="3698837" y="0"/>
                  </a:lnTo>
                  <a:lnTo>
                    <a:pt x="3690275" y="0"/>
                  </a:lnTo>
                  <a:lnTo>
                    <a:pt x="3681712" y="0"/>
                  </a:lnTo>
                  <a:lnTo>
                    <a:pt x="3673150" y="0"/>
                  </a:lnTo>
                  <a:lnTo>
                    <a:pt x="3664588" y="0"/>
                  </a:lnTo>
                  <a:lnTo>
                    <a:pt x="3656026" y="0"/>
                  </a:lnTo>
                  <a:lnTo>
                    <a:pt x="3647464" y="0"/>
                  </a:lnTo>
                  <a:lnTo>
                    <a:pt x="3638902" y="0"/>
                  </a:lnTo>
                  <a:lnTo>
                    <a:pt x="3630340" y="0"/>
                  </a:lnTo>
                  <a:lnTo>
                    <a:pt x="3621778" y="0"/>
                  </a:lnTo>
                  <a:lnTo>
                    <a:pt x="3613215" y="0"/>
                  </a:lnTo>
                  <a:lnTo>
                    <a:pt x="3604653" y="0"/>
                  </a:lnTo>
                  <a:lnTo>
                    <a:pt x="3596091" y="0"/>
                  </a:lnTo>
                  <a:lnTo>
                    <a:pt x="3587529" y="0"/>
                  </a:lnTo>
                  <a:lnTo>
                    <a:pt x="3578967" y="0"/>
                  </a:lnTo>
                  <a:lnTo>
                    <a:pt x="3570405" y="0"/>
                  </a:lnTo>
                  <a:lnTo>
                    <a:pt x="3561843" y="0"/>
                  </a:lnTo>
                  <a:lnTo>
                    <a:pt x="3553281" y="0"/>
                  </a:lnTo>
                  <a:lnTo>
                    <a:pt x="3544718" y="0"/>
                  </a:lnTo>
                  <a:lnTo>
                    <a:pt x="3536156" y="0"/>
                  </a:lnTo>
                  <a:lnTo>
                    <a:pt x="3527594" y="0"/>
                  </a:lnTo>
                  <a:lnTo>
                    <a:pt x="3519032" y="0"/>
                  </a:lnTo>
                  <a:lnTo>
                    <a:pt x="3510470" y="0"/>
                  </a:lnTo>
                  <a:lnTo>
                    <a:pt x="3501908" y="0"/>
                  </a:lnTo>
                  <a:lnTo>
                    <a:pt x="3493346" y="0"/>
                  </a:lnTo>
                  <a:lnTo>
                    <a:pt x="3484784" y="0"/>
                  </a:lnTo>
                  <a:lnTo>
                    <a:pt x="3476221" y="0"/>
                  </a:lnTo>
                  <a:lnTo>
                    <a:pt x="3467659" y="0"/>
                  </a:lnTo>
                  <a:lnTo>
                    <a:pt x="3459097" y="0"/>
                  </a:lnTo>
                  <a:lnTo>
                    <a:pt x="3450535" y="0"/>
                  </a:lnTo>
                  <a:lnTo>
                    <a:pt x="3441973" y="0"/>
                  </a:lnTo>
                  <a:lnTo>
                    <a:pt x="3433411" y="0"/>
                  </a:lnTo>
                  <a:lnTo>
                    <a:pt x="3424849" y="0"/>
                  </a:lnTo>
                  <a:lnTo>
                    <a:pt x="3416287" y="0"/>
                  </a:lnTo>
                  <a:lnTo>
                    <a:pt x="3407724" y="0"/>
                  </a:lnTo>
                  <a:lnTo>
                    <a:pt x="3399162" y="0"/>
                  </a:lnTo>
                  <a:lnTo>
                    <a:pt x="3390600" y="0"/>
                  </a:lnTo>
                  <a:lnTo>
                    <a:pt x="3382038" y="0"/>
                  </a:lnTo>
                  <a:lnTo>
                    <a:pt x="3373476" y="0"/>
                  </a:lnTo>
                  <a:lnTo>
                    <a:pt x="3364914" y="0"/>
                  </a:lnTo>
                  <a:lnTo>
                    <a:pt x="3356352" y="0"/>
                  </a:lnTo>
                  <a:lnTo>
                    <a:pt x="3347790" y="0"/>
                  </a:lnTo>
                  <a:lnTo>
                    <a:pt x="3339228" y="0"/>
                  </a:lnTo>
                  <a:lnTo>
                    <a:pt x="3330665" y="0"/>
                  </a:lnTo>
                  <a:lnTo>
                    <a:pt x="3322103" y="0"/>
                  </a:lnTo>
                  <a:lnTo>
                    <a:pt x="3313541" y="0"/>
                  </a:lnTo>
                  <a:lnTo>
                    <a:pt x="3304979" y="0"/>
                  </a:lnTo>
                  <a:lnTo>
                    <a:pt x="3296417" y="0"/>
                  </a:lnTo>
                  <a:lnTo>
                    <a:pt x="3287855" y="0"/>
                  </a:lnTo>
                  <a:lnTo>
                    <a:pt x="3279293" y="0"/>
                  </a:lnTo>
                  <a:lnTo>
                    <a:pt x="3270731" y="0"/>
                  </a:lnTo>
                  <a:lnTo>
                    <a:pt x="3262168" y="0"/>
                  </a:lnTo>
                  <a:lnTo>
                    <a:pt x="3253606" y="0"/>
                  </a:lnTo>
                  <a:lnTo>
                    <a:pt x="3245044" y="0"/>
                  </a:lnTo>
                  <a:lnTo>
                    <a:pt x="3236482" y="0"/>
                  </a:lnTo>
                  <a:lnTo>
                    <a:pt x="3227920" y="0"/>
                  </a:lnTo>
                  <a:lnTo>
                    <a:pt x="3219358" y="0"/>
                  </a:lnTo>
                  <a:lnTo>
                    <a:pt x="3210796" y="0"/>
                  </a:lnTo>
                  <a:lnTo>
                    <a:pt x="3202234" y="0"/>
                  </a:lnTo>
                  <a:lnTo>
                    <a:pt x="3193671" y="0"/>
                  </a:lnTo>
                  <a:lnTo>
                    <a:pt x="3185109" y="0"/>
                  </a:lnTo>
                  <a:lnTo>
                    <a:pt x="3176547" y="0"/>
                  </a:lnTo>
                  <a:lnTo>
                    <a:pt x="3167985" y="0"/>
                  </a:lnTo>
                  <a:lnTo>
                    <a:pt x="3159423" y="0"/>
                  </a:lnTo>
                  <a:lnTo>
                    <a:pt x="3150861" y="0"/>
                  </a:lnTo>
                  <a:lnTo>
                    <a:pt x="3142299" y="0"/>
                  </a:lnTo>
                  <a:lnTo>
                    <a:pt x="3133737" y="0"/>
                  </a:lnTo>
                  <a:lnTo>
                    <a:pt x="3125174" y="0"/>
                  </a:lnTo>
                  <a:lnTo>
                    <a:pt x="3116612" y="0"/>
                  </a:lnTo>
                  <a:lnTo>
                    <a:pt x="3108050" y="0"/>
                  </a:lnTo>
                  <a:lnTo>
                    <a:pt x="3099488" y="0"/>
                  </a:lnTo>
                  <a:lnTo>
                    <a:pt x="3090926" y="0"/>
                  </a:lnTo>
                  <a:lnTo>
                    <a:pt x="3082364" y="0"/>
                  </a:lnTo>
                  <a:lnTo>
                    <a:pt x="3073802" y="0"/>
                  </a:lnTo>
                  <a:lnTo>
                    <a:pt x="3065240" y="0"/>
                  </a:lnTo>
                  <a:lnTo>
                    <a:pt x="3056677" y="0"/>
                  </a:lnTo>
                  <a:lnTo>
                    <a:pt x="3048115" y="0"/>
                  </a:lnTo>
                  <a:lnTo>
                    <a:pt x="3039553" y="0"/>
                  </a:lnTo>
                  <a:lnTo>
                    <a:pt x="3030991" y="0"/>
                  </a:lnTo>
                  <a:lnTo>
                    <a:pt x="3022429" y="0"/>
                  </a:lnTo>
                  <a:lnTo>
                    <a:pt x="3013867" y="0"/>
                  </a:lnTo>
                  <a:lnTo>
                    <a:pt x="3005305" y="0"/>
                  </a:lnTo>
                  <a:lnTo>
                    <a:pt x="2996743" y="0"/>
                  </a:lnTo>
                  <a:lnTo>
                    <a:pt x="2988180" y="0"/>
                  </a:lnTo>
                  <a:lnTo>
                    <a:pt x="2979618" y="0"/>
                  </a:lnTo>
                  <a:lnTo>
                    <a:pt x="2971056" y="0"/>
                  </a:lnTo>
                  <a:lnTo>
                    <a:pt x="2962494" y="0"/>
                  </a:lnTo>
                  <a:lnTo>
                    <a:pt x="2953932" y="0"/>
                  </a:lnTo>
                  <a:lnTo>
                    <a:pt x="2945370" y="0"/>
                  </a:lnTo>
                  <a:lnTo>
                    <a:pt x="2936808" y="0"/>
                  </a:lnTo>
                  <a:lnTo>
                    <a:pt x="2928246" y="0"/>
                  </a:lnTo>
                  <a:lnTo>
                    <a:pt x="2919683" y="0"/>
                  </a:lnTo>
                  <a:lnTo>
                    <a:pt x="2911121" y="0"/>
                  </a:lnTo>
                  <a:lnTo>
                    <a:pt x="2902559" y="0"/>
                  </a:lnTo>
                  <a:lnTo>
                    <a:pt x="2893997" y="0"/>
                  </a:lnTo>
                  <a:lnTo>
                    <a:pt x="2885435" y="0"/>
                  </a:lnTo>
                  <a:lnTo>
                    <a:pt x="2876873" y="0"/>
                  </a:lnTo>
                  <a:lnTo>
                    <a:pt x="2868311" y="0"/>
                  </a:lnTo>
                  <a:lnTo>
                    <a:pt x="2859749" y="0"/>
                  </a:lnTo>
                  <a:lnTo>
                    <a:pt x="2851186" y="0"/>
                  </a:lnTo>
                  <a:lnTo>
                    <a:pt x="2842624" y="0"/>
                  </a:lnTo>
                  <a:lnTo>
                    <a:pt x="2834062" y="0"/>
                  </a:lnTo>
                  <a:lnTo>
                    <a:pt x="2825500" y="0"/>
                  </a:lnTo>
                  <a:lnTo>
                    <a:pt x="2816938" y="0"/>
                  </a:lnTo>
                  <a:lnTo>
                    <a:pt x="2808376" y="0"/>
                  </a:lnTo>
                  <a:lnTo>
                    <a:pt x="2799814" y="0"/>
                  </a:lnTo>
                  <a:lnTo>
                    <a:pt x="2791252" y="0"/>
                  </a:lnTo>
                  <a:lnTo>
                    <a:pt x="2782690" y="0"/>
                  </a:lnTo>
                  <a:lnTo>
                    <a:pt x="2774127" y="0"/>
                  </a:lnTo>
                  <a:lnTo>
                    <a:pt x="2765565" y="0"/>
                  </a:lnTo>
                  <a:lnTo>
                    <a:pt x="2757003" y="0"/>
                  </a:lnTo>
                  <a:lnTo>
                    <a:pt x="2748441" y="0"/>
                  </a:lnTo>
                  <a:lnTo>
                    <a:pt x="2739879" y="0"/>
                  </a:lnTo>
                  <a:lnTo>
                    <a:pt x="2731317" y="0"/>
                  </a:lnTo>
                  <a:lnTo>
                    <a:pt x="2722755" y="0"/>
                  </a:lnTo>
                  <a:lnTo>
                    <a:pt x="2714193" y="0"/>
                  </a:lnTo>
                  <a:lnTo>
                    <a:pt x="2705630" y="0"/>
                  </a:lnTo>
                  <a:lnTo>
                    <a:pt x="2697068" y="0"/>
                  </a:lnTo>
                  <a:lnTo>
                    <a:pt x="2688506" y="0"/>
                  </a:lnTo>
                  <a:lnTo>
                    <a:pt x="2679944" y="0"/>
                  </a:lnTo>
                  <a:lnTo>
                    <a:pt x="2671382" y="0"/>
                  </a:lnTo>
                  <a:lnTo>
                    <a:pt x="2662820" y="0"/>
                  </a:lnTo>
                  <a:lnTo>
                    <a:pt x="2654258" y="0"/>
                  </a:lnTo>
                  <a:lnTo>
                    <a:pt x="2645696" y="0"/>
                  </a:lnTo>
                  <a:lnTo>
                    <a:pt x="2637133" y="0"/>
                  </a:lnTo>
                  <a:lnTo>
                    <a:pt x="2628571" y="0"/>
                  </a:lnTo>
                  <a:lnTo>
                    <a:pt x="2620009" y="0"/>
                  </a:lnTo>
                  <a:lnTo>
                    <a:pt x="2611447" y="0"/>
                  </a:lnTo>
                  <a:lnTo>
                    <a:pt x="2602885" y="0"/>
                  </a:lnTo>
                  <a:lnTo>
                    <a:pt x="2594323" y="0"/>
                  </a:lnTo>
                  <a:lnTo>
                    <a:pt x="2585761" y="0"/>
                  </a:lnTo>
                  <a:lnTo>
                    <a:pt x="2577199" y="0"/>
                  </a:lnTo>
                  <a:lnTo>
                    <a:pt x="2568636" y="0"/>
                  </a:lnTo>
                  <a:lnTo>
                    <a:pt x="2560074" y="0"/>
                  </a:lnTo>
                  <a:lnTo>
                    <a:pt x="2551512" y="0"/>
                  </a:lnTo>
                  <a:lnTo>
                    <a:pt x="2542950" y="0"/>
                  </a:lnTo>
                  <a:lnTo>
                    <a:pt x="2534388" y="0"/>
                  </a:lnTo>
                  <a:lnTo>
                    <a:pt x="2525826" y="0"/>
                  </a:lnTo>
                  <a:lnTo>
                    <a:pt x="2517264" y="0"/>
                  </a:lnTo>
                  <a:lnTo>
                    <a:pt x="2508702" y="0"/>
                  </a:lnTo>
                  <a:lnTo>
                    <a:pt x="2500139" y="0"/>
                  </a:lnTo>
                  <a:lnTo>
                    <a:pt x="2491577" y="0"/>
                  </a:lnTo>
                  <a:lnTo>
                    <a:pt x="2483015" y="0"/>
                  </a:lnTo>
                  <a:lnTo>
                    <a:pt x="2474453" y="0"/>
                  </a:lnTo>
                  <a:lnTo>
                    <a:pt x="2465891" y="0"/>
                  </a:lnTo>
                  <a:lnTo>
                    <a:pt x="2457329" y="0"/>
                  </a:lnTo>
                  <a:lnTo>
                    <a:pt x="2448767" y="0"/>
                  </a:lnTo>
                  <a:lnTo>
                    <a:pt x="2440205" y="0"/>
                  </a:lnTo>
                  <a:lnTo>
                    <a:pt x="2431642" y="0"/>
                  </a:lnTo>
                  <a:lnTo>
                    <a:pt x="2423080" y="0"/>
                  </a:lnTo>
                  <a:lnTo>
                    <a:pt x="2414518" y="0"/>
                  </a:lnTo>
                  <a:lnTo>
                    <a:pt x="2405956" y="0"/>
                  </a:lnTo>
                  <a:lnTo>
                    <a:pt x="2397394" y="0"/>
                  </a:lnTo>
                  <a:lnTo>
                    <a:pt x="2388832" y="0"/>
                  </a:lnTo>
                  <a:lnTo>
                    <a:pt x="2380270" y="0"/>
                  </a:lnTo>
                  <a:lnTo>
                    <a:pt x="2371708" y="0"/>
                  </a:lnTo>
                  <a:lnTo>
                    <a:pt x="2363145" y="0"/>
                  </a:lnTo>
                  <a:lnTo>
                    <a:pt x="2354583" y="0"/>
                  </a:lnTo>
                  <a:lnTo>
                    <a:pt x="2346021" y="0"/>
                  </a:lnTo>
                  <a:lnTo>
                    <a:pt x="2337459" y="0"/>
                  </a:lnTo>
                  <a:lnTo>
                    <a:pt x="2328897" y="0"/>
                  </a:lnTo>
                  <a:lnTo>
                    <a:pt x="2320335" y="0"/>
                  </a:lnTo>
                  <a:lnTo>
                    <a:pt x="2311773" y="0"/>
                  </a:lnTo>
                  <a:lnTo>
                    <a:pt x="2303211" y="0"/>
                  </a:lnTo>
                  <a:lnTo>
                    <a:pt x="2294648" y="0"/>
                  </a:lnTo>
                  <a:lnTo>
                    <a:pt x="2286086" y="0"/>
                  </a:lnTo>
                  <a:lnTo>
                    <a:pt x="2277524" y="0"/>
                  </a:lnTo>
                  <a:lnTo>
                    <a:pt x="2268962" y="0"/>
                  </a:lnTo>
                  <a:lnTo>
                    <a:pt x="2260400" y="0"/>
                  </a:lnTo>
                  <a:lnTo>
                    <a:pt x="2251838" y="0"/>
                  </a:lnTo>
                  <a:lnTo>
                    <a:pt x="2243276" y="0"/>
                  </a:lnTo>
                  <a:lnTo>
                    <a:pt x="2234714" y="0"/>
                  </a:lnTo>
                  <a:lnTo>
                    <a:pt x="2226152" y="0"/>
                  </a:lnTo>
                  <a:lnTo>
                    <a:pt x="2217589" y="0"/>
                  </a:lnTo>
                  <a:lnTo>
                    <a:pt x="2209027" y="0"/>
                  </a:lnTo>
                  <a:lnTo>
                    <a:pt x="2200465" y="0"/>
                  </a:lnTo>
                  <a:lnTo>
                    <a:pt x="2191903" y="0"/>
                  </a:lnTo>
                  <a:lnTo>
                    <a:pt x="2183341" y="0"/>
                  </a:lnTo>
                  <a:lnTo>
                    <a:pt x="2174779" y="0"/>
                  </a:lnTo>
                  <a:lnTo>
                    <a:pt x="2166217" y="0"/>
                  </a:lnTo>
                  <a:lnTo>
                    <a:pt x="2157655" y="0"/>
                  </a:lnTo>
                  <a:lnTo>
                    <a:pt x="2149092" y="0"/>
                  </a:lnTo>
                  <a:lnTo>
                    <a:pt x="2140530" y="0"/>
                  </a:lnTo>
                  <a:lnTo>
                    <a:pt x="2131968" y="0"/>
                  </a:lnTo>
                  <a:lnTo>
                    <a:pt x="2123406" y="0"/>
                  </a:lnTo>
                  <a:lnTo>
                    <a:pt x="2114844" y="0"/>
                  </a:lnTo>
                  <a:lnTo>
                    <a:pt x="2106282" y="0"/>
                  </a:lnTo>
                  <a:lnTo>
                    <a:pt x="2097720" y="0"/>
                  </a:lnTo>
                  <a:lnTo>
                    <a:pt x="2089158" y="0"/>
                  </a:lnTo>
                  <a:lnTo>
                    <a:pt x="2080595" y="0"/>
                  </a:lnTo>
                  <a:lnTo>
                    <a:pt x="2072033" y="0"/>
                  </a:lnTo>
                  <a:lnTo>
                    <a:pt x="2063471" y="0"/>
                  </a:lnTo>
                  <a:lnTo>
                    <a:pt x="2054909" y="0"/>
                  </a:lnTo>
                  <a:lnTo>
                    <a:pt x="2046347" y="0"/>
                  </a:lnTo>
                  <a:lnTo>
                    <a:pt x="2037785" y="0"/>
                  </a:lnTo>
                  <a:lnTo>
                    <a:pt x="2029223" y="0"/>
                  </a:lnTo>
                  <a:lnTo>
                    <a:pt x="2020661" y="0"/>
                  </a:lnTo>
                  <a:lnTo>
                    <a:pt x="2012098" y="0"/>
                  </a:lnTo>
                  <a:lnTo>
                    <a:pt x="2003536" y="0"/>
                  </a:lnTo>
                  <a:lnTo>
                    <a:pt x="1994974" y="0"/>
                  </a:lnTo>
                  <a:lnTo>
                    <a:pt x="1986412" y="0"/>
                  </a:lnTo>
                  <a:lnTo>
                    <a:pt x="1977850" y="0"/>
                  </a:lnTo>
                  <a:lnTo>
                    <a:pt x="1969288" y="0"/>
                  </a:lnTo>
                  <a:lnTo>
                    <a:pt x="1960726" y="0"/>
                  </a:lnTo>
                  <a:lnTo>
                    <a:pt x="1952164" y="0"/>
                  </a:lnTo>
                  <a:lnTo>
                    <a:pt x="1943601" y="0"/>
                  </a:lnTo>
                  <a:lnTo>
                    <a:pt x="1935039" y="0"/>
                  </a:lnTo>
                  <a:lnTo>
                    <a:pt x="1926477" y="0"/>
                  </a:lnTo>
                  <a:lnTo>
                    <a:pt x="1917915" y="0"/>
                  </a:lnTo>
                  <a:lnTo>
                    <a:pt x="1909353" y="0"/>
                  </a:lnTo>
                  <a:lnTo>
                    <a:pt x="1900791" y="0"/>
                  </a:lnTo>
                  <a:lnTo>
                    <a:pt x="1892229" y="0"/>
                  </a:lnTo>
                  <a:lnTo>
                    <a:pt x="1883667" y="0"/>
                  </a:lnTo>
                  <a:lnTo>
                    <a:pt x="1875104" y="0"/>
                  </a:lnTo>
                  <a:lnTo>
                    <a:pt x="1866542" y="0"/>
                  </a:lnTo>
                  <a:lnTo>
                    <a:pt x="1857980" y="0"/>
                  </a:lnTo>
                  <a:lnTo>
                    <a:pt x="1849418" y="0"/>
                  </a:lnTo>
                  <a:lnTo>
                    <a:pt x="1840856" y="0"/>
                  </a:lnTo>
                  <a:lnTo>
                    <a:pt x="1832294" y="0"/>
                  </a:lnTo>
                  <a:lnTo>
                    <a:pt x="1823732" y="0"/>
                  </a:lnTo>
                  <a:lnTo>
                    <a:pt x="1815170" y="0"/>
                  </a:lnTo>
                  <a:lnTo>
                    <a:pt x="1806607" y="0"/>
                  </a:lnTo>
                  <a:lnTo>
                    <a:pt x="1798045" y="0"/>
                  </a:lnTo>
                  <a:lnTo>
                    <a:pt x="1789483" y="0"/>
                  </a:lnTo>
                  <a:lnTo>
                    <a:pt x="1780921" y="0"/>
                  </a:lnTo>
                  <a:lnTo>
                    <a:pt x="1772359" y="0"/>
                  </a:lnTo>
                  <a:lnTo>
                    <a:pt x="1763797" y="0"/>
                  </a:lnTo>
                  <a:lnTo>
                    <a:pt x="1755235" y="0"/>
                  </a:lnTo>
                  <a:lnTo>
                    <a:pt x="1746673" y="0"/>
                  </a:lnTo>
                  <a:lnTo>
                    <a:pt x="1738110" y="0"/>
                  </a:lnTo>
                  <a:lnTo>
                    <a:pt x="1729548" y="0"/>
                  </a:lnTo>
                  <a:lnTo>
                    <a:pt x="1720986" y="0"/>
                  </a:lnTo>
                  <a:lnTo>
                    <a:pt x="1712424" y="0"/>
                  </a:lnTo>
                  <a:lnTo>
                    <a:pt x="1703862" y="0"/>
                  </a:lnTo>
                  <a:lnTo>
                    <a:pt x="1695300" y="0"/>
                  </a:lnTo>
                  <a:lnTo>
                    <a:pt x="1686738" y="0"/>
                  </a:lnTo>
                  <a:lnTo>
                    <a:pt x="1678176" y="0"/>
                  </a:lnTo>
                  <a:lnTo>
                    <a:pt x="1669614" y="0"/>
                  </a:lnTo>
                  <a:lnTo>
                    <a:pt x="1661051" y="0"/>
                  </a:lnTo>
                  <a:lnTo>
                    <a:pt x="1652489" y="0"/>
                  </a:lnTo>
                  <a:lnTo>
                    <a:pt x="1643927" y="0"/>
                  </a:lnTo>
                  <a:lnTo>
                    <a:pt x="1635365" y="0"/>
                  </a:lnTo>
                  <a:lnTo>
                    <a:pt x="1626803" y="0"/>
                  </a:lnTo>
                  <a:lnTo>
                    <a:pt x="1618241" y="0"/>
                  </a:lnTo>
                  <a:lnTo>
                    <a:pt x="1609679" y="0"/>
                  </a:lnTo>
                  <a:lnTo>
                    <a:pt x="1601117" y="0"/>
                  </a:lnTo>
                  <a:lnTo>
                    <a:pt x="1592554" y="0"/>
                  </a:lnTo>
                  <a:lnTo>
                    <a:pt x="1583992" y="0"/>
                  </a:lnTo>
                  <a:lnTo>
                    <a:pt x="1575430" y="0"/>
                  </a:lnTo>
                  <a:lnTo>
                    <a:pt x="1566868" y="0"/>
                  </a:lnTo>
                  <a:lnTo>
                    <a:pt x="1558306" y="0"/>
                  </a:lnTo>
                  <a:lnTo>
                    <a:pt x="1549744" y="0"/>
                  </a:lnTo>
                  <a:lnTo>
                    <a:pt x="1541182" y="0"/>
                  </a:lnTo>
                  <a:lnTo>
                    <a:pt x="1532620" y="0"/>
                  </a:lnTo>
                  <a:lnTo>
                    <a:pt x="1524057" y="0"/>
                  </a:lnTo>
                  <a:lnTo>
                    <a:pt x="1515495" y="0"/>
                  </a:lnTo>
                  <a:lnTo>
                    <a:pt x="1506933" y="0"/>
                  </a:lnTo>
                  <a:lnTo>
                    <a:pt x="1498371" y="0"/>
                  </a:lnTo>
                  <a:lnTo>
                    <a:pt x="1489809" y="0"/>
                  </a:lnTo>
                  <a:lnTo>
                    <a:pt x="1481247" y="0"/>
                  </a:lnTo>
                  <a:lnTo>
                    <a:pt x="1472685" y="0"/>
                  </a:lnTo>
                  <a:lnTo>
                    <a:pt x="1464123" y="0"/>
                  </a:lnTo>
                  <a:lnTo>
                    <a:pt x="1455560" y="0"/>
                  </a:lnTo>
                  <a:lnTo>
                    <a:pt x="1446998" y="0"/>
                  </a:lnTo>
                  <a:lnTo>
                    <a:pt x="1438436" y="0"/>
                  </a:lnTo>
                  <a:lnTo>
                    <a:pt x="1429874" y="0"/>
                  </a:lnTo>
                  <a:lnTo>
                    <a:pt x="1421312" y="0"/>
                  </a:lnTo>
                  <a:lnTo>
                    <a:pt x="1412750" y="0"/>
                  </a:lnTo>
                  <a:lnTo>
                    <a:pt x="1404188" y="0"/>
                  </a:lnTo>
                  <a:lnTo>
                    <a:pt x="1395626" y="0"/>
                  </a:lnTo>
                  <a:lnTo>
                    <a:pt x="1387063" y="0"/>
                  </a:lnTo>
                  <a:lnTo>
                    <a:pt x="1378501" y="0"/>
                  </a:lnTo>
                  <a:lnTo>
                    <a:pt x="1369939" y="0"/>
                  </a:lnTo>
                  <a:lnTo>
                    <a:pt x="1361377" y="0"/>
                  </a:lnTo>
                  <a:lnTo>
                    <a:pt x="1352815" y="0"/>
                  </a:lnTo>
                  <a:lnTo>
                    <a:pt x="1344253" y="0"/>
                  </a:lnTo>
                  <a:lnTo>
                    <a:pt x="1335691" y="0"/>
                  </a:lnTo>
                  <a:lnTo>
                    <a:pt x="1327129" y="0"/>
                  </a:lnTo>
                  <a:lnTo>
                    <a:pt x="1318566" y="0"/>
                  </a:lnTo>
                  <a:lnTo>
                    <a:pt x="1310004" y="0"/>
                  </a:lnTo>
                  <a:lnTo>
                    <a:pt x="1301442" y="0"/>
                  </a:lnTo>
                  <a:lnTo>
                    <a:pt x="1292880" y="0"/>
                  </a:lnTo>
                  <a:lnTo>
                    <a:pt x="1284318" y="0"/>
                  </a:lnTo>
                  <a:lnTo>
                    <a:pt x="1275756" y="0"/>
                  </a:lnTo>
                  <a:lnTo>
                    <a:pt x="1267194" y="0"/>
                  </a:lnTo>
                  <a:lnTo>
                    <a:pt x="1258632" y="0"/>
                  </a:lnTo>
                  <a:lnTo>
                    <a:pt x="1250069" y="0"/>
                  </a:lnTo>
                  <a:lnTo>
                    <a:pt x="1241507" y="0"/>
                  </a:lnTo>
                  <a:lnTo>
                    <a:pt x="1232945" y="0"/>
                  </a:lnTo>
                  <a:lnTo>
                    <a:pt x="1224383" y="0"/>
                  </a:lnTo>
                  <a:lnTo>
                    <a:pt x="1215821" y="0"/>
                  </a:lnTo>
                  <a:lnTo>
                    <a:pt x="1207259" y="0"/>
                  </a:lnTo>
                  <a:lnTo>
                    <a:pt x="1198697" y="0"/>
                  </a:lnTo>
                  <a:lnTo>
                    <a:pt x="1190135" y="0"/>
                  </a:lnTo>
                  <a:lnTo>
                    <a:pt x="1181572" y="0"/>
                  </a:lnTo>
                  <a:lnTo>
                    <a:pt x="1173010" y="0"/>
                  </a:lnTo>
                  <a:lnTo>
                    <a:pt x="1164448" y="0"/>
                  </a:lnTo>
                  <a:lnTo>
                    <a:pt x="1155886" y="0"/>
                  </a:lnTo>
                  <a:lnTo>
                    <a:pt x="1147324" y="0"/>
                  </a:lnTo>
                  <a:lnTo>
                    <a:pt x="1138762" y="0"/>
                  </a:lnTo>
                  <a:lnTo>
                    <a:pt x="1130200" y="0"/>
                  </a:lnTo>
                  <a:lnTo>
                    <a:pt x="1121638" y="0"/>
                  </a:lnTo>
                  <a:lnTo>
                    <a:pt x="1113076" y="0"/>
                  </a:lnTo>
                  <a:lnTo>
                    <a:pt x="1104513" y="0"/>
                  </a:lnTo>
                  <a:lnTo>
                    <a:pt x="1095951" y="0"/>
                  </a:lnTo>
                  <a:lnTo>
                    <a:pt x="1087389" y="0"/>
                  </a:lnTo>
                  <a:lnTo>
                    <a:pt x="1078827" y="0"/>
                  </a:lnTo>
                  <a:lnTo>
                    <a:pt x="1070265" y="0"/>
                  </a:lnTo>
                  <a:lnTo>
                    <a:pt x="1061703" y="0"/>
                  </a:lnTo>
                  <a:lnTo>
                    <a:pt x="1053141" y="0"/>
                  </a:lnTo>
                  <a:lnTo>
                    <a:pt x="1044579" y="0"/>
                  </a:lnTo>
                  <a:lnTo>
                    <a:pt x="1036016" y="0"/>
                  </a:lnTo>
                  <a:lnTo>
                    <a:pt x="1027454" y="0"/>
                  </a:lnTo>
                  <a:lnTo>
                    <a:pt x="1018892" y="0"/>
                  </a:lnTo>
                  <a:lnTo>
                    <a:pt x="1010330" y="0"/>
                  </a:lnTo>
                  <a:lnTo>
                    <a:pt x="1001768" y="0"/>
                  </a:lnTo>
                  <a:lnTo>
                    <a:pt x="993206" y="0"/>
                  </a:lnTo>
                  <a:lnTo>
                    <a:pt x="984644" y="0"/>
                  </a:lnTo>
                  <a:lnTo>
                    <a:pt x="976082" y="0"/>
                  </a:lnTo>
                  <a:lnTo>
                    <a:pt x="967519" y="0"/>
                  </a:lnTo>
                  <a:lnTo>
                    <a:pt x="958957" y="0"/>
                  </a:lnTo>
                  <a:lnTo>
                    <a:pt x="950395" y="0"/>
                  </a:lnTo>
                  <a:lnTo>
                    <a:pt x="941833" y="0"/>
                  </a:lnTo>
                  <a:lnTo>
                    <a:pt x="933271" y="0"/>
                  </a:lnTo>
                  <a:lnTo>
                    <a:pt x="924709" y="0"/>
                  </a:lnTo>
                  <a:lnTo>
                    <a:pt x="916147" y="0"/>
                  </a:lnTo>
                  <a:lnTo>
                    <a:pt x="907585" y="0"/>
                  </a:lnTo>
                  <a:lnTo>
                    <a:pt x="899022" y="0"/>
                  </a:lnTo>
                  <a:lnTo>
                    <a:pt x="890460" y="0"/>
                  </a:lnTo>
                  <a:lnTo>
                    <a:pt x="881898" y="0"/>
                  </a:lnTo>
                  <a:lnTo>
                    <a:pt x="873336" y="0"/>
                  </a:lnTo>
                  <a:lnTo>
                    <a:pt x="864774" y="0"/>
                  </a:lnTo>
                  <a:lnTo>
                    <a:pt x="856212" y="0"/>
                  </a:lnTo>
                  <a:lnTo>
                    <a:pt x="847650" y="0"/>
                  </a:lnTo>
                  <a:lnTo>
                    <a:pt x="839088" y="0"/>
                  </a:lnTo>
                  <a:lnTo>
                    <a:pt x="830525" y="0"/>
                  </a:lnTo>
                  <a:lnTo>
                    <a:pt x="821963" y="0"/>
                  </a:lnTo>
                  <a:lnTo>
                    <a:pt x="813401" y="0"/>
                  </a:lnTo>
                  <a:lnTo>
                    <a:pt x="804839" y="0"/>
                  </a:lnTo>
                  <a:lnTo>
                    <a:pt x="796277" y="0"/>
                  </a:lnTo>
                  <a:lnTo>
                    <a:pt x="787715" y="0"/>
                  </a:lnTo>
                  <a:lnTo>
                    <a:pt x="779153" y="0"/>
                  </a:lnTo>
                  <a:lnTo>
                    <a:pt x="770591" y="0"/>
                  </a:lnTo>
                  <a:lnTo>
                    <a:pt x="762028" y="0"/>
                  </a:lnTo>
                  <a:lnTo>
                    <a:pt x="753466" y="0"/>
                  </a:lnTo>
                  <a:lnTo>
                    <a:pt x="744904" y="0"/>
                  </a:lnTo>
                  <a:lnTo>
                    <a:pt x="736342" y="0"/>
                  </a:lnTo>
                  <a:lnTo>
                    <a:pt x="727780" y="0"/>
                  </a:lnTo>
                  <a:lnTo>
                    <a:pt x="719218" y="0"/>
                  </a:lnTo>
                  <a:lnTo>
                    <a:pt x="710656" y="0"/>
                  </a:lnTo>
                  <a:lnTo>
                    <a:pt x="702094" y="0"/>
                  </a:lnTo>
                  <a:lnTo>
                    <a:pt x="693531" y="0"/>
                  </a:lnTo>
                  <a:lnTo>
                    <a:pt x="684969" y="0"/>
                  </a:lnTo>
                  <a:lnTo>
                    <a:pt x="676407" y="0"/>
                  </a:lnTo>
                  <a:lnTo>
                    <a:pt x="667845" y="0"/>
                  </a:lnTo>
                  <a:lnTo>
                    <a:pt x="659283" y="0"/>
                  </a:lnTo>
                  <a:lnTo>
                    <a:pt x="650721" y="0"/>
                  </a:lnTo>
                  <a:lnTo>
                    <a:pt x="642159" y="0"/>
                  </a:lnTo>
                  <a:lnTo>
                    <a:pt x="633597" y="0"/>
                  </a:lnTo>
                  <a:lnTo>
                    <a:pt x="625034" y="0"/>
                  </a:lnTo>
                  <a:lnTo>
                    <a:pt x="616472" y="0"/>
                  </a:lnTo>
                  <a:lnTo>
                    <a:pt x="607910" y="0"/>
                  </a:lnTo>
                  <a:lnTo>
                    <a:pt x="599348" y="0"/>
                  </a:lnTo>
                  <a:lnTo>
                    <a:pt x="590786" y="0"/>
                  </a:lnTo>
                  <a:lnTo>
                    <a:pt x="582224" y="0"/>
                  </a:lnTo>
                  <a:lnTo>
                    <a:pt x="573662" y="0"/>
                  </a:lnTo>
                  <a:lnTo>
                    <a:pt x="565100" y="0"/>
                  </a:lnTo>
                  <a:lnTo>
                    <a:pt x="556538" y="0"/>
                  </a:lnTo>
                  <a:lnTo>
                    <a:pt x="547975" y="0"/>
                  </a:lnTo>
                  <a:lnTo>
                    <a:pt x="539413" y="0"/>
                  </a:lnTo>
                  <a:lnTo>
                    <a:pt x="530851" y="0"/>
                  </a:lnTo>
                  <a:lnTo>
                    <a:pt x="522289" y="0"/>
                  </a:lnTo>
                  <a:lnTo>
                    <a:pt x="513727" y="0"/>
                  </a:lnTo>
                  <a:lnTo>
                    <a:pt x="505165" y="0"/>
                  </a:lnTo>
                  <a:lnTo>
                    <a:pt x="496603" y="0"/>
                  </a:lnTo>
                  <a:lnTo>
                    <a:pt x="488041" y="0"/>
                  </a:lnTo>
                  <a:lnTo>
                    <a:pt x="479478" y="0"/>
                  </a:lnTo>
                  <a:lnTo>
                    <a:pt x="470916" y="0"/>
                  </a:lnTo>
                  <a:lnTo>
                    <a:pt x="462354" y="0"/>
                  </a:lnTo>
                  <a:lnTo>
                    <a:pt x="453792" y="0"/>
                  </a:lnTo>
                  <a:lnTo>
                    <a:pt x="445230" y="0"/>
                  </a:lnTo>
                  <a:lnTo>
                    <a:pt x="436668" y="0"/>
                  </a:lnTo>
                  <a:lnTo>
                    <a:pt x="428106" y="0"/>
                  </a:lnTo>
                  <a:lnTo>
                    <a:pt x="419544" y="0"/>
                  </a:lnTo>
                  <a:lnTo>
                    <a:pt x="410981" y="0"/>
                  </a:lnTo>
                  <a:lnTo>
                    <a:pt x="402419" y="0"/>
                  </a:lnTo>
                  <a:lnTo>
                    <a:pt x="393857" y="0"/>
                  </a:lnTo>
                  <a:lnTo>
                    <a:pt x="385295" y="0"/>
                  </a:lnTo>
                  <a:lnTo>
                    <a:pt x="376733" y="0"/>
                  </a:lnTo>
                  <a:lnTo>
                    <a:pt x="368171" y="0"/>
                  </a:lnTo>
                  <a:lnTo>
                    <a:pt x="359609" y="0"/>
                  </a:lnTo>
                  <a:lnTo>
                    <a:pt x="351047" y="0"/>
                  </a:lnTo>
                  <a:lnTo>
                    <a:pt x="342484" y="0"/>
                  </a:lnTo>
                  <a:lnTo>
                    <a:pt x="333922" y="0"/>
                  </a:lnTo>
                  <a:lnTo>
                    <a:pt x="325360" y="0"/>
                  </a:lnTo>
                  <a:lnTo>
                    <a:pt x="316798" y="0"/>
                  </a:lnTo>
                  <a:lnTo>
                    <a:pt x="308236" y="0"/>
                  </a:lnTo>
                  <a:lnTo>
                    <a:pt x="299674" y="0"/>
                  </a:lnTo>
                  <a:lnTo>
                    <a:pt x="291112" y="0"/>
                  </a:lnTo>
                  <a:lnTo>
                    <a:pt x="282550" y="0"/>
                  </a:lnTo>
                  <a:lnTo>
                    <a:pt x="273987" y="0"/>
                  </a:lnTo>
                  <a:lnTo>
                    <a:pt x="265425" y="0"/>
                  </a:lnTo>
                  <a:lnTo>
                    <a:pt x="256863" y="0"/>
                  </a:lnTo>
                  <a:lnTo>
                    <a:pt x="248301" y="0"/>
                  </a:lnTo>
                  <a:lnTo>
                    <a:pt x="239739" y="0"/>
                  </a:lnTo>
                  <a:lnTo>
                    <a:pt x="231177" y="0"/>
                  </a:lnTo>
                  <a:lnTo>
                    <a:pt x="222615" y="0"/>
                  </a:lnTo>
                  <a:lnTo>
                    <a:pt x="214053" y="0"/>
                  </a:lnTo>
                  <a:lnTo>
                    <a:pt x="205490" y="0"/>
                  </a:lnTo>
                  <a:lnTo>
                    <a:pt x="196928" y="0"/>
                  </a:lnTo>
                  <a:lnTo>
                    <a:pt x="188366" y="0"/>
                  </a:lnTo>
                  <a:lnTo>
                    <a:pt x="179804" y="0"/>
                  </a:lnTo>
                  <a:lnTo>
                    <a:pt x="171242" y="0"/>
                  </a:lnTo>
                  <a:lnTo>
                    <a:pt x="162680" y="0"/>
                  </a:lnTo>
                  <a:lnTo>
                    <a:pt x="154118" y="0"/>
                  </a:lnTo>
                  <a:lnTo>
                    <a:pt x="145556" y="0"/>
                  </a:lnTo>
                  <a:lnTo>
                    <a:pt x="136993" y="0"/>
                  </a:lnTo>
                  <a:lnTo>
                    <a:pt x="128431" y="0"/>
                  </a:lnTo>
                  <a:lnTo>
                    <a:pt x="119869" y="0"/>
                  </a:lnTo>
                  <a:lnTo>
                    <a:pt x="111307" y="0"/>
                  </a:lnTo>
                  <a:lnTo>
                    <a:pt x="102745" y="0"/>
                  </a:lnTo>
                  <a:lnTo>
                    <a:pt x="94183" y="0"/>
                  </a:lnTo>
                  <a:lnTo>
                    <a:pt x="85621" y="0"/>
                  </a:lnTo>
                  <a:lnTo>
                    <a:pt x="77059" y="0"/>
                  </a:lnTo>
                  <a:lnTo>
                    <a:pt x="68496" y="0"/>
                  </a:lnTo>
                  <a:lnTo>
                    <a:pt x="59934" y="0"/>
                  </a:lnTo>
                  <a:lnTo>
                    <a:pt x="51372" y="0"/>
                  </a:lnTo>
                  <a:lnTo>
                    <a:pt x="42810" y="0"/>
                  </a:lnTo>
                  <a:lnTo>
                    <a:pt x="34248" y="0"/>
                  </a:lnTo>
                  <a:lnTo>
                    <a:pt x="25686" y="0"/>
                  </a:lnTo>
                  <a:lnTo>
                    <a:pt x="17124" y="0"/>
                  </a:lnTo>
                  <a:lnTo>
                    <a:pt x="8562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44934" y="1188315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311199" y="2964573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11199" y="198008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11199" y="100012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410140" y="30068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10140" y="20238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10140" y="10408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40" name="rc40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44934" y="3340749"/>
              <a:ext cx="8553560" cy="3013370"/>
            </a:xfrm>
            <a:custGeom>
              <a:avLst/>
              <a:pathLst>
                <a:path w="8553560" h="3013370">
                  <a:moveTo>
                    <a:pt x="0" y="2905247"/>
                  </a:moveTo>
                  <a:lnTo>
                    <a:pt x="8562" y="2900604"/>
                  </a:lnTo>
                  <a:lnTo>
                    <a:pt x="17124" y="2856032"/>
                  </a:lnTo>
                  <a:lnTo>
                    <a:pt x="25686" y="2860729"/>
                  </a:lnTo>
                  <a:lnTo>
                    <a:pt x="34248" y="2784590"/>
                  </a:lnTo>
                  <a:lnTo>
                    <a:pt x="42810" y="2774494"/>
                  </a:lnTo>
                  <a:lnTo>
                    <a:pt x="51372" y="2690902"/>
                  </a:lnTo>
                  <a:lnTo>
                    <a:pt x="59934" y="2684590"/>
                  </a:lnTo>
                  <a:lnTo>
                    <a:pt x="68496" y="2702336"/>
                  </a:lnTo>
                  <a:lnTo>
                    <a:pt x="77059" y="2784463"/>
                  </a:lnTo>
                  <a:lnTo>
                    <a:pt x="85621" y="2771059"/>
                  </a:lnTo>
                  <a:lnTo>
                    <a:pt x="94183" y="2825675"/>
                  </a:lnTo>
                  <a:lnTo>
                    <a:pt x="102745" y="2821136"/>
                  </a:lnTo>
                  <a:lnTo>
                    <a:pt x="111307" y="2830716"/>
                  </a:lnTo>
                  <a:lnTo>
                    <a:pt x="119869" y="2875165"/>
                  </a:lnTo>
                  <a:lnTo>
                    <a:pt x="128431" y="2891159"/>
                  </a:lnTo>
                  <a:lnTo>
                    <a:pt x="136993" y="2931612"/>
                  </a:lnTo>
                  <a:lnTo>
                    <a:pt x="145556" y="2926644"/>
                  </a:lnTo>
                  <a:lnTo>
                    <a:pt x="154118" y="2950585"/>
                  </a:lnTo>
                  <a:lnTo>
                    <a:pt x="162680" y="2949177"/>
                  </a:lnTo>
                  <a:lnTo>
                    <a:pt x="171242" y="2985361"/>
                  </a:lnTo>
                  <a:lnTo>
                    <a:pt x="179804" y="2913973"/>
                  </a:lnTo>
                  <a:lnTo>
                    <a:pt x="188366" y="2914216"/>
                  </a:lnTo>
                  <a:lnTo>
                    <a:pt x="196928" y="2914979"/>
                  </a:lnTo>
                  <a:lnTo>
                    <a:pt x="205490" y="2874340"/>
                  </a:lnTo>
                  <a:lnTo>
                    <a:pt x="214053" y="2866206"/>
                  </a:lnTo>
                  <a:lnTo>
                    <a:pt x="222615" y="2844410"/>
                  </a:lnTo>
                  <a:lnTo>
                    <a:pt x="231177" y="2822248"/>
                  </a:lnTo>
                  <a:lnTo>
                    <a:pt x="239739" y="2826238"/>
                  </a:lnTo>
                  <a:lnTo>
                    <a:pt x="248301" y="2787188"/>
                  </a:lnTo>
                  <a:lnTo>
                    <a:pt x="256863" y="2809707"/>
                  </a:lnTo>
                  <a:lnTo>
                    <a:pt x="265425" y="2851964"/>
                  </a:lnTo>
                  <a:lnTo>
                    <a:pt x="273987" y="2814649"/>
                  </a:lnTo>
                  <a:lnTo>
                    <a:pt x="282550" y="2744180"/>
                  </a:lnTo>
                  <a:lnTo>
                    <a:pt x="291112" y="2799181"/>
                  </a:lnTo>
                  <a:lnTo>
                    <a:pt x="299674" y="2896244"/>
                  </a:lnTo>
                  <a:lnTo>
                    <a:pt x="308236" y="2872316"/>
                  </a:lnTo>
                  <a:lnTo>
                    <a:pt x="316798" y="2858940"/>
                  </a:lnTo>
                  <a:lnTo>
                    <a:pt x="325360" y="2928738"/>
                  </a:lnTo>
                  <a:lnTo>
                    <a:pt x="333922" y="2907508"/>
                  </a:lnTo>
                  <a:lnTo>
                    <a:pt x="342484" y="2907176"/>
                  </a:lnTo>
                  <a:lnTo>
                    <a:pt x="351047" y="2891964"/>
                  </a:lnTo>
                  <a:lnTo>
                    <a:pt x="359609" y="2860550"/>
                  </a:lnTo>
                  <a:lnTo>
                    <a:pt x="368171" y="2863197"/>
                  </a:lnTo>
                  <a:lnTo>
                    <a:pt x="376733" y="2785743"/>
                  </a:lnTo>
                  <a:lnTo>
                    <a:pt x="385295" y="2712725"/>
                  </a:lnTo>
                  <a:lnTo>
                    <a:pt x="393857" y="2794148"/>
                  </a:lnTo>
                  <a:lnTo>
                    <a:pt x="402419" y="2886377"/>
                  </a:lnTo>
                  <a:lnTo>
                    <a:pt x="410981" y="2927080"/>
                  </a:lnTo>
                  <a:lnTo>
                    <a:pt x="419544" y="2873592"/>
                  </a:lnTo>
                  <a:lnTo>
                    <a:pt x="428106" y="2922937"/>
                  </a:lnTo>
                  <a:lnTo>
                    <a:pt x="436668" y="2919625"/>
                  </a:lnTo>
                  <a:lnTo>
                    <a:pt x="445230" y="2916614"/>
                  </a:lnTo>
                  <a:lnTo>
                    <a:pt x="453792" y="2935754"/>
                  </a:lnTo>
                  <a:lnTo>
                    <a:pt x="462354" y="2908637"/>
                  </a:lnTo>
                  <a:lnTo>
                    <a:pt x="470916" y="2893204"/>
                  </a:lnTo>
                  <a:lnTo>
                    <a:pt x="479478" y="2840786"/>
                  </a:lnTo>
                  <a:lnTo>
                    <a:pt x="488041" y="2793886"/>
                  </a:lnTo>
                  <a:lnTo>
                    <a:pt x="496603" y="2820348"/>
                  </a:lnTo>
                  <a:lnTo>
                    <a:pt x="505165" y="2816280"/>
                  </a:lnTo>
                  <a:lnTo>
                    <a:pt x="513727" y="2870210"/>
                  </a:lnTo>
                  <a:lnTo>
                    <a:pt x="522289" y="2861333"/>
                  </a:lnTo>
                  <a:lnTo>
                    <a:pt x="530851" y="2887848"/>
                  </a:lnTo>
                  <a:lnTo>
                    <a:pt x="539413" y="2906160"/>
                  </a:lnTo>
                  <a:lnTo>
                    <a:pt x="547975" y="2859381"/>
                  </a:lnTo>
                  <a:lnTo>
                    <a:pt x="556538" y="2855586"/>
                  </a:lnTo>
                  <a:lnTo>
                    <a:pt x="565100" y="2851756"/>
                  </a:lnTo>
                  <a:lnTo>
                    <a:pt x="573662" y="2875982"/>
                  </a:lnTo>
                  <a:lnTo>
                    <a:pt x="582224" y="2906919"/>
                  </a:lnTo>
                  <a:lnTo>
                    <a:pt x="590786" y="2927557"/>
                  </a:lnTo>
                  <a:lnTo>
                    <a:pt x="599348" y="2939743"/>
                  </a:lnTo>
                  <a:lnTo>
                    <a:pt x="607910" y="2939963"/>
                  </a:lnTo>
                  <a:lnTo>
                    <a:pt x="616472" y="2922716"/>
                  </a:lnTo>
                  <a:lnTo>
                    <a:pt x="625034" y="2931800"/>
                  </a:lnTo>
                  <a:lnTo>
                    <a:pt x="633597" y="2959681"/>
                  </a:lnTo>
                  <a:lnTo>
                    <a:pt x="642159" y="2976037"/>
                  </a:lnTo>
                  <a:lnTo>
                    <a:pt x="650721" y="2894877"/>
                  </a:lnTo>
                  <a:lnTo>
                    <a:pt x="659283" y="2924690"/>
                  </a:lnTo>
                  <a:lnTo>
                    <a:pt x="667845" y="2950560"/>
                  </a:lnTo>
                  <a:lnTo>
                    <a:pt x="676407" y="2977635"/>
                  </a:lnTo>
                  <a:lnTo>
                    <a:pt x="684969" y="2989178"/>
                  </a:lnTo>
                  <a:lnTo>
                    <a:pt x="693531" y="2994227"/>
                  </a:lnTo>
                  <a:lnTo>
                    <a:pt x="702094" y="3013370"/>
                  </a:lnTo>
                  <a:lnTo>
                    <a:pt x="710656" y="3006304"/>
                  </a:lnTo>
                  <a:lnTo>
                    <a:pt x="719218" y="2997473"/>
                  </a:lnTo>
                  <a:lnTo>
                    <a:pt x="727780" y="2963071"/>
                  </a:lnTo>
                  <a:lnTo>
                    <a:pt x="736342" y="2988185"/>
                  </a:lnTo>
                  <a:lnTo>
                    <a:pt x="744904" y="2986826"/>
                  </a:lnTo>
                  <a:lnTo>
                    <a:pt x="753466" y="2987275"/>
                  </a:lnTo>
                  <a:lnTo>
                    <a:pt x="762028" y="2997140"/>
                  </a:lnTo>
                  <a:lnTo>
                    <a:pt x="770591" y="2967876"/>
                  </a:lnTo>
                  <a:lnTo>
                    <a:pt x="779153" y="2970971"/>
                  </a:lnTo>
                  <a:lnTo>
                    <a:pt x="787715" y="2946844"/>
                  </a:lnTo>
                  <a:lnTo>
                    <a:pt x="796277" y="2906571"/>
                  </a:lnTo>
                  <a:lnTo>
                    <a:pt x="804839" y="2931255"/>
                  </a:lnTo>
                  <a:lnTo>
                    <a:pt x="813401" y="2940612"/>
                  </a:lnTo>
                  <a:lnTo>
                    <a:pt x="821963" y="2975077"/>
                  </a:lnTo>
                  <a:lnTo>
                    <a:pt x="830525" y="2983606"/>
                  </a:lnTo>
                  <a:lnTo>
                    <a:pt x="839088" y="2951732"/>
                  </a:lnTo>
                  <a:lnTo>
                    <a:pt x="847650" y="2981802"/>
                  </a:lnTo>
                  <a:lnTo>
                    <a:pt x="856212" y="2961443"/>
                  </a:lnTo>
                  <a:lnTo>
                    <a:pt x="864774" y="2941536"/>
                  </a:lnTo>
                  <a:lnTo>
                    <a:pt x="873336" y="2911357"/>
                  </a:lnTo>
                  <a:lnTo>
                    <a:pt x="881898" y="2913300"/>
                  </a:lnTo>
                  <a:lnTo>
                    <a:pt x="890460" y="2949530"/>
                  </a:lnTo>
                  <a:lnTo>
                    <a:pt x="899022" y="2964861"/>
                  </a:lnTo>
                  <a:lnTo>
                    <a:pt x="907585" y="2936157"/>
                  </a:lnTo>
                  <a:lnTo>
                    <a:pt x="916147" y="2928337"/>
                  </a:lnTo>
                  <a:lnTo>
                    <a:pt x="924709" y="2923350"/>
                  </a:lnTo>
                  <a:lnTo>
                    <a:pt x="933271" y="2848284"/>
                  </a:lnTo>
                  <a:lnTo>
                    <a:pt x="941833" y="2745114"/>
                  </a:lnTo>
                  <a:lnTo>
                    <a:pt x="950395" y="2688818"/>
                  </a:lnTo>
                  <a:lnTo>
                    <a:pt x="958957" y="2738413"/>
                  </a:lnTo>
                  <a:lnTo>
                    <a:pt x="967519" y="2819504"/>
                  </a:lnTo>
                  <a:lnTo>
                    <a:pt x="976082" y="2758977"/>
                  </a:lnTo>
                  <a:lnTo>
                    <a:pt x="984644" y="2794135"/>
                  </a:lnTo>
                  <a:lnTo>
                    <a:pt x="993206" y="2796032"/>
                  </a:lnTo>
                  <a:lnTo>
                    <a:pt x="1001768" y="2768187"/>
                  </a:lnTo>
                  <a:lnTo>
                    <a:pt x="1010330" y="2725655"/>
                  </a:lnTo>
                  <a:lnTo>
                    <a:pt x="1018892" y="2753490"/>
                  </a:lnTo>
                  <a:lnTo>
                    <a:pt x="1027454" y="2801123"/>
                  </a:lnTo>
                  <a:lnTo>
                    <a:pt x="1036016" y="2831540"/>
                  </a:lnTo>
                  <a:lnTo>
                    <a:pt x="1044579" y="2814651"/>
                  </a:lnTo>
                  <a:lnTo>
                    <a:pt x="1053141" y="2799480"/>
                  </a:lnTo>
                  <a:lnTo>
                    <a:pt x="1061703" y="2732379"/>
                  </a:lnTo>
                  <a:lnTo>
                    <a:pt x="1070265" y="2726543"/>
                  </a:lnTo>
                  <a:lnTo>
                    <a:pt x="1078827" y="2762059"/>
                  </a:lnTo>
                  <a:lnTo>
                    <a:pt x="1087389" y="2808765"/>
                  </a:lnTo>
                  <a:lnTo>
                    <a:pt x="1095951" y="2755192"/>
                  </a:lnTo>
                  <a:lnTo>
                    <a:pt x="1104513" y="2777866"/>
                  </a:lnTo>
                  <a:lnTo>
                    <a:pt x="1113076" y="2789236"/>
                  </a:lnTo>
                  <a:lnTo>
                    <a:pt x="1121638" y="2750992"/>
                  </a:lnTo>
                  <a:lnTo>
                    <a:pt x="1130200" y="2771253"/>
                  </a:lnTo>
                  <a:lnTo>
                    <a:pt x="1138762" y="2677942"/>
                  </a:lnTo>
                  <a:lnTo>
                    <a:pt x="1147324" y="2716900"/>
                  </a:lnTo>
                  <a:lnTo>
                    <a:pt x="1155886" y="2730150"/>
                  </a:lnTo>
                  <a:lnTo>
                    <a:pt x="1164448" y="2744952"/>
                  </a:lnTo>
                  <a:lnTo>
                    <a:pt x="1173010" y="2831605"/>
                  </a:lnTo>
                  <a:lnTo>
                    <a:pt x="1181572" y="2797687"/>
                  </a:lnTo>
                  <a:lnTo>
                    <a:pt x="1190135" y="2892869"/>
                  </a:lnTo>
                  <a:lnTo>
                    <a:pt x="1198697" y="2899459"/>
                  </a:lnTo>
                  <a:lnTo>
                    <a:pt x="1207259" y="2928929"/>
                  </a:lnTo>
                  <a:lnTo>
                    <a:pt x="1215821" y="2914318"/>
                  </a:lnTo>
                  <a:lnTo>
                    <a:pt x="1224383" y="2901635"/>
                  </a:lnTo>
                  <a:lnTo>
                    <a:pt x="1232945" y="2946962"/>
                  </a:lnTo>
                  <a:lnTo>
                    <a:pt x="1241507" y="2935150"/>
                  </a:lnTo>
                  <a:lnTo>
                    <a:pt x="1250069" y="2886869"/>
                  </a:lnTo>
                  <a:lnTo>
                    <a:pt x="1258632" y="2907223"/>
                  </a:lnTo>
                  <a:lnTo>
                    <a:pt x="1267194" y="2924455"/>
                  </a:lnTo>
                  <a:lnTo>
                    <a:pt x="1275756" y="2945988"/>
                  </a:lnTo>
                  <a:lnTo>
                    <a:pt x="1284318" y="2929836"/>
                  </a:lnTo>
                  <a:lnTo>
                    <a:pt x="1292880" y="2909442"/>
                  </a:lnTo>
                  <a:lnTo>
                    <a:pt x="1301442" y="2883314"/>
                  </a:lnTo>
                  <a:lnTo>
                    <a:pt x="1310004" y="2891758"/>
                  </a:lnTo>
                  <a:lnTo>
                    <a:pt x="1318566" y="2836360"/>
                  </a:lnTo>
                  <a:lnTo>
                    <a:pt x="1327129" y="2797982"/>
                  </a:lnTo>
                  <a:lnTo>
                    <a:pt x="1335691" y="2786563"/>
                  </a:lnTo>
                  <a:lnTo>
                    <a:pt x="1344253" y="2816198"/>
                  </a:lnTo>
                  <a:lnTo>
                    <a:pt x="1352815" y="2874753"/>
                  </a:lnTo>
                  <a:lnTo>
                    <a:pt x="1361377" y="2890119"/>
                  </a:lnTo>
                  <a:lnTo>
                    <a:pt x="1369939" y="2916377"/>
                  </a:lnTo>
                  <a:lnTo>
                    <a:pt x="1378501" y="2919222"/>
                  </a:lnTo>
                  <a:lnTo>
                    <a:pt x="1387063" y="2917438"/>
                  </a:lnTo>
                  <a:lnTo>
                    <a:pt x="1395626" y="2958317"/>
                  </a:lnTo>
                  <a:lnTo>
                    <a:pt x="1404188" y="2964511"/>
                  </a:lnTo>
                  <a:lnTo>
                    <a:pt x="1412750" y="2985811"/>
                  </a:lnTo>
                  <a:lnTo>
                    <a:pt x="1421312" y="2981930"/>
                  </a:lnTo>
                  <a:lnTo>
                    <a:pt x="1429874" y="2980560"/>
                  </a:lnTo>
                  <a:lnTo>
                    <a:pt x="1438436" y="2978473"/>
                  </a:lnTo>
                  <a:lnTo>
                    <a:pt x="1446998" y="2976237"/>
                  </a:lnTo>
                  <a:lnTo>
                    <a:pt x="1455560" y="2967535"/>
                  </a:lnTo>
                  <a:lnTo>
                    <a:pt x="1464123" y="2957752"/>
                  </a:lnTo>
                  <a:lnTo>
                    <a:pt x="1472685" y="2923151"/>
                  </a:lnTo>
                  <a:lnTo>
                    <a:pt x="1481247" y="2934854"/>
                  </a:lnTo>
                  <a:lnTo>
                    <a:pt x="1489809" y="2897610"/>
                  </a:lnTo>
                  <a:lnTo>
                    <a:pt x="1498371" y="2879189"/>
                  </a:lnTo>
                  <a:lnTo>
                    <a:pt x="1506933" y="2851713"/>
                  </a:lnTo>
                  <a:lnTo>
                    <a:pt x="1515495" y="2819903"/>
                  </a:lnTo>
                  <a:lnTo>
                    <a:pt x="1524057" y="2794094"/>
                  </a:lnTo>
                  <a:lnTo>
                    <a:pt x="1532620" y="2738953"/>
                  </a:lnTo>
                  <a:lnTo>
                    <a:pt x="1541182" y="2654441"/>
                  </a:lnTo>
                  <a:lnTo>
                    <a:pt x="1549744" y="2676616"/>
                  </a:lnTo>
                  <a:lnTo>
                    <a:pt x="1558306" y="2635349"/>
                  </a:lnTo>
                  <a:lnTo>
                    <a:pt x="1566868" y="2660381"/>
                  </a:lnTo>
                  <a:lnTo>
                    <a:pt x="1575430" y="2710283"/>
                  </a:lnTo>
                  <a:lnTo>
                    <a:pt x="1583992" y="2771150"/>
                  </a:lnTo>
                  <a:lnTo>
                    <a:pt x="1592554" y="2821996"/>
                  </a:lnTo>
                  <a:lnTo>
                    <a:pt x="1601117" y="2808290"/>
                  </a:lnTo>
                  <a:lnTo>
                    <a:pt x="1609679" y="2806124"/>
                  </a:lnTo>
                  <a:lnTo>
                    <a:pt x="1618241" y="2856163"/>
                  </a:lnTo>
                  <a:lnTo>
                    <a:pt x="1626803" y="2797752"/>
                  </a:lnTo>
                  <a:lnTo>
                    <a:pt x="1635365" y="2798628"/>
                  </a:lnTo>
                  <a:lnTo>
                    <a:pt x="1643927" y="2781870"/>
                  </a:lnTo>
                  <a:lnTo>
                    <a:pt x="1652489" y="2802136"/>
                  </a:lnTo>
                  <a:lnTo>
                    <a:pt x="1661051" y="2810714"/>
                  </a:lnTo>
                  <a:lnTo>
                    <a:pt x="1669614" y="2739634"/>
                  </a:lnTo>
                  <a:lnTo>
                    <a:pt x="1678176" y="2784816"/>
                  </a:lnTo>
                  <a:lnTo>
                    <a:pt x="1686738" y="2746197"/>
                  </a:lnTo>
                  <a:lnTo>
                    <a:pt x="1695300" y="2674496"/>
                  </a:lnTo>
                  <a:lnTo>
                    <a:pt x="1703862" y="2626834"/>
                  </a:lnTo>
                  <a:lnTo>
                    <a:pt x="1712424" y="2673809"/>
                  </a:lnTo>
                  <a:lnTo>
                    <a:pt x="1720986" y="2743731"/>
                  </a:lnTo>
                  <a:lnTo>
                    <a:pt x="1729548" y="2709304"/>
                  </a:lnTo>
                  <a:lnTo>
                    <a:pt x="1738110" y="2553122"/>
                  </a:lnTo>
                  <a:lnTo>
                    <a:pt x="1746673" y="2533411"/>
                  </a:lnTo>
                  <a:lnTo>
                    <a:pt x="1755235" y="2642363"/>
                  </a:lnTo>
                  <a:lnTo>
                    <a:pt x="1763797" y="2771777"/>
                  </a:lnTo>
                  <a:lnTo>
                    <a:pt x="1772359" y="2724146"/>
                  </a:lnTo>
                  <a:lnTo>
                    <a:pt x="1780921" y="2785912"/>
                  </a:lnTo>
                  <a:lnTo>
                    <a:pt x="1789483" y="2767107"/>
                  </a:lnTo>
                  <a:lnTo>
                    <a:pt x="1798045" y="2831676"/>
                  </a:lnTo>
                  <a:lnTo>
                    <a:pt x="1806607" y="2841781"/>
                  </a:lnTo>
                  <a:lnTo>
                    <a:pt x="1815170" y="2771045"/>
                  </a:lnTo>
                  <a:lnTo>
                    <a:pt x="1823732" y="2702632"/>
                  </a:lnTo>
                  <a:lnTo>
                    <a:pt x="1832294" y="2730982"/>
                  </a:lnTo>
                  <a:lnTo>
                    <a:pt x="1840856" y="2805704"/>
                  </a:lnTo>
                  <a:lnTo>
                    <a:pt x="1849418" y="2860611"/>
                  </a:lnTo>
                  <a:lnTo>
                    <a:pt x="1857980" y="2855947"/>
                  </a:lnTo>
                  <a:lnTo>
                    <a:pt x="1866542" y="2904548"/>
                  </a:lnTo>
                  <a:lnTo>
                    <a:pt x="1875104" y="2917959"/>
                  </a:lnTo>
                  <a:lnTo>
                    <a:pt x="1883667" y="2898858"/>
                  </a:lnTo>
                  <a:lnTo>
                    <a:pt x="1892229" y="2899659"/>
                  </a:lnTo>
                  <a:lnTo>
                    <a:pt x="1900791" y="2880837"/>
                  </a:lnTo>
                  <a:lnTo>
                    <a:pt x="1909353" y="2818599"/>
                  </a:lnTo>
                  <a:lnTo>
                    <a:pt x="1917915" y="2806566"/>
                  </a:lnTo>
                  <a:lnTo>
                    <a:pt x="1926477" y="2753640"/>
                  </a:lnTo>
                  <a:lnTo>
                    <a:pt x="1935039" y="2800193"/>
                  </a:lnTo>
                  <a:lnTo>
                    <a:pt x="1943601" y="2882606"/>
                  </a:lnTo>
                  <a:lnTo>
                    <a:pt x="1952164" y="2881725"/>
                  </a:lnTo>
                  <a:lnTo>
                    <a:pt x="1960726" y="2863998"/>
                  </a:lnTo>
                  <a:lnTo>
                    <a:pt x="1969288" y="2902020"/>
                  </a:lnTo>
                  <a:lnTo>
                    <a:pt x="1977850" y="2920380"/>
                  </a:lnTo>
                  <a:lnTo>
                    <a:pt x="1986412" y="2936795"/>
                  </a:lnTo>
                  <a:lnTo>
                    <a:pt x="1994974" y="2955062"/>
                  </a:lnTo>
                  <a:lnTo>
                    <a:pt x="2003536" y="2959524"/>
                  </a:lnTo>
                  <a:lnTo>
                    <a:pt x="2012098" y="2969294"/>
                  </a:lnTo>
                  <a:lnTo>
                    <a:pt x="2020661" y="2939520"/>
                  </a:lnTo>
                  <a:lnTo>
                    <a:pt x="2029223" y="2937927"/>
                  </a:lnTo>
                  <a:lnTo>
                    <a:pt x="2037785" y="2945429"/>
                  </a:lnTo>
                  <a:lnTo>
                    <a:pt x="2046347" y="2898532"/>
                  </a:lnTo>
                  <a:lnTo>
                    <a:pt x="2054909" y="2901149"/>
                  </a:lnTo>
                  <a:lnTo>
                    <a:pt x="2063471" y="2908042"/>
                  </a:lnTo>
                  <a:lnTo>
                    <a:pt x="2072033" y="2864815"/>
                  </a:lnTo>
                  <a:lnTo>
                    <a:pt x="2080595" y="2840806"/>
                  </a:lnTo>
                  <a:lnTo>
                    <a:pt x="2089158" y="2823314"/>
                  </a:lnTo>
                  <a:lnTo>
                    <a:pt x="2097720" y="2906612"/>
                  </a:lnTo>
                  <a:lnTo>
                    <a:pt x="2106282" y="2903841"/>
                  </a:lnTo>
                  <a:lnTo>
                    <a:pt x="2114844" y="2853068"/>
                  </a:lnTo>
                  <a:lnTo>
                    <a:pt x="2123406" y="2780935"/>
                  </a:lnTo>
                  <a:lnTo>
                    <a:pt x="2131968" y="2830316"/>
                  </a:lnTo>
                  <a:lnTo>
                    <a:pt x="2140530" y="2791207"/>
                  </a:lnTo>
                  <a:lnTo>
                    <a:pt x="2149092" y="2831519"/>
                  </a:lnTo>
                  <a:lnTo>
                    <a:pt x="2157655" y="2815271"/>
                  </a:lnTo>
                  <a:lnTo>
                    <a:pt x="2166217" y="2798142"/>
                  </a:lnTo>
                  <a:lnTo>
                    <a:pt x="2174779" y="2822484"/>
                  </a:lnTo>
                  <a:lnTo>
                    <a:pt x="2183341" y="2802000"/>
                  </a:lnTo>
                  <a:lnTo>
                    <a:pt x="2191903" y="2796829"/>
                  </a:lnTo>
                  <a:lnTo>
                    <a:pt x="2200465" y="2811879"/>
                  </a:lnTo>
                  <a:lnTo>
                    <a:pt x="2209027" y="2849351"/>
                  </a:lnTo>
                  <a:lnTo>
                    <a:pt x="2217589" y="2904420"/>
                  </a:lnTo>
                  <a:lnTo>
                    <a:pt x="2226152" y="2888439"/>
                  </a:lnTo>
                  <a:lnTo>
                    <a:pt x="2234714" y="2914255"/>
                  </a:lnTo>
                  <a:lnTo>
                    <a:pt x="2243276" y="2917478"/>
                  </a:lnTo>
                  <a:lnTo>
                    <a:pt x="2251838" y="2864495"/>
                  </a:lnTo>
                  <a:lnTo>
                    <a:pt x="2260400" y="2792814"/>
                  </a:lnTo>
                  <a:lnTo>
                    <a:pt x="2268962" y="2721942"/>
                  </a:lnTo>
                  <a:lnTo>
                    <a:pt x="2277524" y="2696831"/>
                  </a:lnTo>
                  <a:lnTo>
                    <a:pt x="2286086" y="2741636"/>
                  </a:lnTo>
                  <a:lnTo>
                    <a:pt x="2294648" y="2801312"/>
                  </a:lnTo>
                  <a:lnTo>
                    <a:pt x="2303211" y="2777888"/>
                  </a:lnTo>
                  <a:lnTo>
                    <a:pt x="2311773" y="2741339"/>
                  </a:lnTo>
                  <a:lnTo>
                    <a:pt x="2320335" y="2698295"/>
                  </a:lnTo>
                  <a:lnTo>
                    <a:pt x="2328897" y="2653872"/>
                  </a:lnTo>
                  <a:lnTo>
                    <a:pt x="2337459" y="2550043"/>
                  </a:lnTo>
                  <a:lnTo>
                    <a:pt x="2346021" y="2515320"/>
                  </a:lnTo>
                  <a:lnTo>
                    <a:pt x="2354583" y="2505603"/>
                  </a:lnTo>
                  <a:lnTo>
                    <a:pt x="2363145" y="2534362"/>
                  </a:lnTo>
                  <a:lnTo>
                    <a:pt x="2371708" y="2560121"/>
                  </a:lnTo>
                  <a:lnTo>
                    <a:pt x="2380270" y="2583268"/>
                  </a:lnTo>
                  <a:lnTo>
                    <a:pt x="2388832" y="2569866"/>
                  </a:lnTo>
                  <a:lnTo>
                    <a:pt x="2397394" y="2676829"/>
                  </a:lnTo>
                  <a:lnTo>
                    <a:pt x="2405956" y="2688648"/>
                  </a:lnTo>
                  <a:lnTo>
                    <a:pt x="2414518" y="2793752"/>
                  </a:lnTo>
                  <a:lnTo>
                    <a:pt x="2423080" y="2803972"/>
                  </a:lnTo>
                  <a:lnTo>
                    <a:pt x="2431642" y="2875066"/>
                  </a:lnTo>
                  <a:lnTo>
                    <a:pt x="2440205" y="2901642"/>
                  </a:lnTo>
                  <a:lnTo>
                    <a:pt x="2448767" y="2869441"/>
                  </a:lnTo>
                  <a:lnTo>
                    <a:pt x="2457329" y="2901200"/>
                  </a:lnTo>
                  <a:lnTo>
                    <a:pt x="2465891" y="2866684"/>
                  </a:lnTo>
                  <a:lnTo>
                    <a:pt x="2474453" y="2856947"/>
                  </a:lnTo>
                  <a:lnTo>
                    <a:pt x="2483015" y="2898705"/>
                  </a:lnTo>
                  <a:lnTo>
                    <a:pt x="2491577" y="2896785"/>
                  </a:lnTo>
                  <a:lnTo>
                    <a:pt x="2500139" y="2907911"/>
                  </a:lnTo>
                  <a:lnTo>
                    <a:pt x="2508702" y="2872788"/>
                  </a:lnTo>
                  <a:lnTo>
                    <a:pt x="2517264" y="2838358"/>
                  </a:lnTo>
                  <a:lnTo>
                    <a:pt x="2525826" y="2765431"/>
                  </a:lnTo>
                  <a:lnTo>
                    <a:pt x="2534388" y="2751938"/>
                  </a:lnTo>
                  <a:lnTo>
                    <a:pt x="2542950" y="2672071"/>
                  </a:lnTo>
                  <a:lnTo>
                    <a:pt x="2551512" y="2658382"/>
                  </a:lnTo>
                  <a:lnTo>
                    <a:pt x="2560074" y="2701868"/>
                  </a:lnTo>
                  <a:lnTo>
                    <a:pt x="2568636" y="2696922"/>
                  </a:lnTo>
                  <a:lnTo>
                    <a:pt x="2577199" y="2729298"/>
                  </a:lnTo>
                  <a:lnTo>
                    <a:pt x="2585761" y="2637491"/>
                  </a:lnTo>
                  <a:lnTo>
                    <a:pt x="2594323" y="2618244"/>
                  </a:lnTo>
                  <a:lnTo>
                    <a:pt x="2602885" y="2677805"/>
                  </a:lnTo>
                  <a:lnTo>
                    <a:pt x="2611447" y="2697108"/>
                  </a:lnTo>
                  <a:lnTo>
                    <a:pt x="2620009" y="2811921"/>
                  </a:lnTo>
                  <a:lnTo>
                    <a:pt x="2628571" y="2763635"/>
                  </a:lnTo>
                  <a:lnTo>
                    <a:pt x="2637133" y="2846304"/>
                  </a:lnTo>
                  <a:lnTo>
                    <a:pt x="2645696" y="2865498"/>
                  </a:lnTo>
                  <a:lnTo>
                    <a:pt x="2654258" y="2861617"/>
                  </a:lnTo>
                  <a:lnTo>
                    <a:pt x="2662820" y="2845630"/>
                  </a:lnTo>
                  <a:lnTo>
                    <a:pt x="2671382" y="2826503"/>
                  </a:lnTo>
                  <a:lnTo>
                    <a:pt x="2679944" y="2798566"/>
                  </a:lnTo>
                  <a:lnTo>
                    <a:pt x="2688506" y="2801675"/>
                  </a:lnTo>
                  <a:lnTo>
                    <a:pt x="2697068" y="2791898"/>
                  </a:lnTo>
                  <a:lnTo>
                    <a:pt x="2705630" y="2733393"/>
                  </a:lnTo>
                  <a:lnTo>
                    <a:pt x="2714193" y="2737708"/>
                  </a:lnTo>
                  <a:lnTo>
                    <a:pt x="2722755" y="2640848"/>
                  </a:lnTo>
                  <a:lnTo>
                    <a:pt x="2731317" y="2658870"/>
                  </a:lnTo>
                  <a:lnTo>
                    <a:pt x="2739879" y="2811840"/>
                  </a:lnTo>
                  <a:lnTo>
                    <a:pt x="2748441" y="2818907"/>
                  </a:lnTo>
                  <a:lnTo>
                    <a:pt x="2757003" y="2831121"/>
                  </a:lnTo>
                  <a:lnTo>
                    <a:pt x="2765565" y="2814032"/>
                  </a:lnTo>
                  <a:lnTo>
                    <a:pt x="2774127" y="2786965"/>
                  </a:lnTo>
                  <a:lnTo>
                    <a:pt x="2782690" y="2777090"/>
                  </a:lnTo>
                  <a:lnTo>
                    <a:pt x="2791252" y="2759780"/>
                  </a:lnTo>
                  <a:lnTo>
                    <a:pt x="2799814" y="2693454"/>
                  </a:lnTo>
                  <a:lnTo>
                    <a:pt x="2808376" y="2730616"/>
                  </a:lnTo>
                  <a:lnTo>
                    <a:pt x="2816938" y="2774587"/>
                  </a:lnTo>
                  <a:lnTo>
                    <a:pt x="2825500" y="2809799"/>
                  </a:lnTo>
                  <a:lnTo>
                    <a:pt x="2834062" y="2851879"/>
                  </a:lnTo>
                  <a:lnTo>
                    <a:pt x="2842624" y="2869806"/>
                  </a:lnTo>
                  <a:lnTo>
                    <a:pt x="2851186" y="2835335"/>
                  </a:lnTo>
                  <a:lnTo>
                    <a:pt x="2859749" y="2805338"/>
                  </a:lnTo>
                  <a:lnTo>
                    <a:pt x="2868311" y="2792559"/>
                  </a:lnTo>
                  <a:lnTo>
                    <a:pt x="2876873" y="2644780"/>
                  </a:lnTo>
                  <a:lnTo>
                    <a:pt x="2885435" y="2595539"/>
                  </a:lnTo>
                  <a:lnTo>
                    <a:pt x="2893997" y="2523639"/>
                  </a:lnTo>
                  <a:lnTo>
                    <a:pt x="2902559" y="2542007"/>
                  </a:lnTo>
                  <a:lnTo>
                    <a:pt x="2911121" y="2605217"/>
                  </a:lnTo>
                  <a:lnTo>
                    <a:pt x="2919683" y="2571420"/>
                  </a:lnTo>
                  <a:lnTo>
                    <a:pt x="2928246" y="2591565"/>
                  </a:lnTo>
                  <a:lnTo>
                    <a:pt x="2936808" y="2538554"/>
                  </a:lnTo>
                  <a:lnTo>
                    <a:pt x="2945370" y="2538575"/>
                  </a:lnTo>
                  <a:lnTo>
                    <a:pt x="2953932" y="2668631"/>
                  </a:lnTo>
                  <a:lnTo>
                    <a:pt x="2962494" y="2679642"/>
                  </a:lnTo>
                  <a:lnTo>
                    <a:pt x="2971056" y="2656085"/>
                  </a:lnTo>
                  <a:lnTo>
                    <a:pt x="2979618" y="2689419"/>
                  </a:lnTo>
                  <a:lnTo>
                    <a:pt x="2988180" y="2750763"/>
                  </a:lnTo>
                  <a:lnTo>
                    <a:pt x="2996743" y="2780247"/>
                  </a:lnTo>
                  <a:lnTo>
                    <a:pt x="3005305" y="2781300"/>
                  </a:lnTo>
                  <a:lnTo>
                    <a:pt x="3013867" y="2772057"/>
                  </a:lnTo>
                  <a:lnTo>
                    <a:pt x="3022429" y="2722576"/>
                  </a:lnTo>
                  <a:lnTo>
                    <a:pt x="3030991" y="2698331"/>
                  </a:lnTo>
                  <a:lnTo>
                    <a:pt x="3039553" y="2752366"/>
                  </a:lnTo>
                  <a:lnTo>
                    <a:pt x="3048115" y="2762098"/>
                  </a:lnTo>
                  <a:lnTo>
                    <a:pt x="3056677" y="2747796"/>
                  </a:lnTo>
                  <a:lnTo>
                    <a:pt x="3065240" y="2721630"/>
                  </a:lnTo>
                  <a:lnTo>
                    <a:pt x="3073802" y="2694859"/>
                  </a:lnTo>
                  <a:lnTo>
                    <a:pt x="3082364" y="2535662"/>
                  </a:lnTo>
                  <a:lnTo>
                    <a:pt x="3090926" y="2558113"/>
                  </a:lnTo>
                  <a:lnTo>
                    <a:pt x="3099488" y="2495608"/>
                  </a:lnTo>
                  <a:lnTo>
                    <a:pt x="3108050" y="2561935"/>
                  </a:lnTo>
                  <a:lnTo>
                    <a:pt x="3116612" y="2692778"/>
                  </a:lnTo>
                  <a:lnTo>
                    <a:pt x="3125174" y="2779655"/>
                  </a:lnTo>
                  <a:lnTo>
                    <a:pt x="3133737" y="2724788"/>
                  </a:lnTo>
                  <a:lnTo>
                    <a:pt x="3142299" y="2739284"/>
                  </a:lnTo>
                  <a:lnTo>
                    <a:pt x="3150861" y="2777610"/>
                  </a:lnTo>
                  <a:lnTo>
                    <a:pt x="3159423" y="2754299"/>
                  </a:lnTo>
                  <a:lnTo>
                    <a:pt x="3167985" y="2772320"/>
                  </a:lnTo>
                  <a:lnTo>
                    <a:pt x="3176547" y="2727889"/>
                  </a:lnTo>
                  <a:lnTo>
                    <a:pt x="3185109" y="2763211"/>
                  </a:lnTo>
                  <a:lnTo>
                    <a:pt x="3193671" y="2832272"/>
                  </a:lnTo>
                  <a:lnTo>
                    <a:pt x="3202234" y="2806255"/>
                  </a:lnTo>
                  <a:lnTo>
                    <a:pt x="3210796" y="2823691"/>
                  </a:lnTo>
                  <a:lnTo>
                    <a:pt x="3219358" y="2819110"/>
                  </a:lnTo>
                  <a:lnTo>
                    <a:pt x="3227920" y="2790788"/>
                  </a:lnTo>
                  <a:lnTo>
                    <a:pt x="3236482" y="2757534"/>
                  </a:lnTo>
                  <a:lnTo>
                    <a:pt x="3245044" y="2735992"/>
                  </a:lnTo>
                  <a:lnTo>
                    <a:pt x="3253606" y="2723022"/>
                  </a:lnTo>
                  <a:lnTo>
                    <a:pt x="3262168" y="2692259"/>
                  </a:lnTo>
                  <a:lnTo>
                    <a:pt x="3270731" y="2691532"/>
                  </a:lnTo>
                  <a:lnTo>
                    <a:pt x="3279293" y="2669281"/>
                  </a:lnTo>
                  <a:lnTo>
                    <a:pt x="3287855" y="2682925"/>
                  </a:lnTo>
                  <a:lnTo>
                    <a:pt x="3296417" y="2683898"/>
                  </a:lnTo>
                  <a:lnTo>
                    <a:pt x="3304979" y="2578961"/>
                  </a:lnTo>
                  <a:lnTo>
                    <a:pt x="3313541" y="2602682"/>
                  </a:lnTo>
                  <a:lnTo>
                    <a:pt x="3322103" y="2618783"/>
                  </a:lnTo>
                  <a:lnTo>
                    <a:pt x="3330665" y="2583040"/>
                  </a:lnTo>
                  <a:lnTo>
                    <a:pt x="3339228" y="2599738"/>
                  </a:lnTo>
                  <a:lnTo>
                    <a:pt x="3347790" y="2625955"/>
                  </a:lnTo>
                  <a:lnTo>
                    <a:pt x="3356352" y="2676778"/>
                  </a:lnTo>
                  <a:lnTo>
                    <a:pt x="3364914" y="2651852"/>
                  </a:lnTo>
                  <a:lnTo>
                    <a:pt x="3373476" y="2636303"/>
                  </a:lnTo>
                  <a:lnTo>
                    <a:pt x="3382038" y="2645490"/>
                  </a:lnTo>
                  <a:lnTo>
                    <a:pt x="3390600" y="2622742"/>
                  </a:lnTo>
                  <a:lnTo>
                    <a:pt x="3399162" y="2717082"/>
                  </a:lnTo>
                  <a:lnTo>
                    <a:pt x="3407724" y="2743909"/>
                  </a:lnTo>
                  <a:lnTo>
                    <a:pt x="3416287" y="2778669"/>
                  </a:lnTo>
                  <a:lnTo>
                    <a:pt x="3424849" y="2791463"/>
                  </a:lnTo>
                  <a:lnTo>
                    <a:pt x="3433411" y="2771036"/>
                  </a:lnTo>
                  <a:lnTo>
                    <a:pt x="3441973" y="2769707"/>
                  </a:lnTo>
                  <a:lnTo>
                    <a:pt x="3450535" y="2765139"/>
                  </a:lnTo>
                  <a:lnTo>
                    <a:pt x="3459097" y="2758173"/>
                  </a:lnTo>
                  <a:lnTo>
                    <a:pt x="3467659" y="2761241"/>
                  </a:lnTo>
                  <a:lnTo>
                    <a:pt x="3476221" y="2767705"/>
                  </a:lnTo>
                  <a:lnTo>
                    <a:pt x="3484784" y="2730658"/>
                  </a:lnTo>
                  <a:lnTo>
                    <a:pt x="3493346" y="2755696"/>
                  </a:lnTo>
                  <a:lnTo>
                    <a:pt x="3501908" y="2769884"/>
                  </a:lnTo>
                  <a:lnTo>
                    <a:pt x="3510470" y="2728267"/>
                  </a:lnTo>
                  <a:lnTo>
                    <a:pt x="3519032" y="2686052"/>
                  </a:lnTo>
                  <a:lnTo>
                    <a:pt x="3527594" y="2675498"/>
                  </a:lnTo>
                  <a:lnTo>
                    <a:pt x="3536156" y="2657600"/>
                  </a:lnTo>
                  <a:lnTo>
                    <a:pt x="3544718" y="2675969"/>
                  </a:lnTo>
                  <a:lnTo>
                    <a:pt x="3553281" y="2642559"/>
                  </a:lnTo>
                  <a:lnTo>
                    <a:pt x="3561843" y="2603808"/>
                  </a:lnTo>
                  <a:lnTo>
                    <a:pt x="3570405" y="2568186"/>
                  </a:lnTo>
                  <a:lnTo>
                    <a:pt x="3578967" y="2467952"/>
                  </a:lnTo>
                  <a:lnTo>
                    <a:pt x="3587529" y="2539079"/>
                  </a:lnTo>
                  <a:lnTo>
                    <a:pt x="3596091" y="2439499"/>
                  </a:lnTo>
                  <a:lnTo>
                    <a:pt x="3604653" y="2429379"/>
                  </a:lnTo>
                  <a:lnTo>
                    <a:pt x="3613215" y="2507387"/>
                  </a:lnTo>
                  <a:lnTo>
                    <a:pt x="3621778" y="2495738"/>
                  </a:lnTo>
                  <a:lnTo>
                    <a:pt x="3630340" y="2346604"/>
                  </a:lnTo>
                  <a:lnTo>
                    <a:pt x="3638902" y="2335725"/>
                  </a:lnTo>
                  <a:lnTo>
                    <a:pt x="3647464" y="2293284"/>
                  </a:lnTo>
                  <a:lnTo>
                    <a:pt x="3656026" y="2186258"/>
                  </a:lnTo>
                  <a:lnTo>
                    <a:pt x="3664588" y="2182046"/>
                  </a:lnTo>
                  <a:lnTo>
                    <a:pt x="3673150" y="2035052"/>
                  </a:lnTo>
                  <a:lnTo>
                    <a:pt x="3681712" y="2094002"/>
                  </a:lnTo>
                  <a:lnTo>
                    <a:pt x="3690275" y="2089246"/>
                  </a:lnTo>
                  <a:lnTo>
                    <a:pt x="3698837" y="2030770"/>
                  </a:lnTo>
                  <a:lnTo>
                    <a:pt x="3707399" y="1969407"/>
                  </a:lnTo>
                  <a:lnTo>
                    <a:pt x="3715961" y="2038093"/>
                  </a:lnTo>
                  <a:lnTo>
                    <a:pt x="3724523" y="1995113"/>
                  </a:lnTo>
                  <a:lnTo>
                    <a:pt x="3733085" y="1975641"/>
                  </a:lnTo>
                  <a:lnTo>
                    <a:pt x="3741647" y="1932486"/>
                  </a:lnTo>
                  <a:lnTo>
                    <a:pt x="3750209" y="1756595"/>
                  </a:lnTo>
                  <a:lnTo>
                    <a:pt x="3758772" y="1735707"/>
                  </a:lnTo>
                  <a:lnTo>
                    <a:pt x="3767334" y="1537867"/>
                  </a:lnTo>
                  <a:lnTo>
                    <a:pt x="3775896" y="1462312"/>
                  </a:lnTo>
                  <a:lnTo>
                    <a:pt x="3784458" y="1423242"/>
                  </a:lnTo>
                  <a:lnTo>
                    <a:pt x="3793020" y="1321367"/>
                  </a:lnTo>
                  <a:lnTo>
                    <a:pt x="3801582" y="1208097"/>
                  </a:lnTo>
                  <a:lnTo>
                    <a:pt x="3810144" y="1170065"/>
                  </a:lnTo>
                  <a:lnTo>
                    <a:pt x="3818706" y="1179695"/>
                  </a:lnTo>
                  <a:lnTo>
                    <a:pt x="3827269" y="1198930"/>
                  </a:lnTo>
                  <a:lnTo>
                    <a:pt x="3835831" y="1109895"/>
                  </a:lnTo>
                  <a:lnTo>
                    <a:pt x="3844393" y="950320"/>
                  </a:lnTo>
                  <a:lnTo>
                    <a:pt x="3852955" y="836840"/>
                  </a:lnTo>
                  <a:lnTo>
                    <a:pt x="3861517" y="765650"/>
                  </a:lnTo>
                  <a:lnTo>
                    <a:pt x="3870079" y="717226"/>
                  </a:lnTo>
                  <a:lnTo>
                    <a:pt x="3878641" y="732304"/>
                  </a:lnTo>
                  <a:lnTo>
                    <a:pt x="3887203" y="796881"/>
                  </a:lnTo>
                  <a:lnTo>
                    <a:pt x="3895766" y="775561"/>
                  </a:lnTo>
                  <a:lnTo>
                    <a:pt x="3904328" y="787994"/>
                  </a:lnTo>
                  <a:lnTo>
                    <a:pt x="3912890" y="810984"/>
                  </a:lnTo>
                  <a:lnTo>
                    <a:pt x="3921452" y="808981"/>
                  </a:lnTo>
                  <a:lnTo>
                    <a:pt x="3930014" y="782895"/>
                  </a:lnTo>
                  <a:lnTo>
                    <a:pt x="3938576" y="912159"/>
                  </a:lnTo>
                  <a:lnTo>
                    <a:pt x="3947138" y="795634"/>
                  </a:lnTo>
                  <a:lnTo>
                    <a:pt x="3955700" y="597714"/>
                  </a:lnTo>
                  <a:lnTo>
                    <a:pt x="3964262" y="536530"/>
                  </a:lnTo>
                  <a:lnTo>
                    <a:pt x="3972825" y="529297"/>
                  </a:lnTo>
                  <a:lnTo>
                    <a:pt x="3981387" y="437645"/>
                  </a:lnTo>
                  <a:lnTo>
                    <a:pt x="3989949" y="450709"/>
                  </a:lnTo>
                  <a:lnTo>
                    <a:pt x="3998511" y="239571"/>
                  </a:lnTo>
                  <a:lnTo>
                    <a:pt x="4007073" y="236635"/>
                  </a:lnTo>
                  <a:lnTo>
                    <a:pt x="4015635" y="230342"/>
                  </a:lnTo>
                  <a:lnTo>
                    <a:pt x="4024197" y="215855"/>
                  </a:lnTo>
                  <a:lnTo>
                    <a:pt x="4032759" y="245522"/>
                  </a:lnTo>
                  <a:lnTo>
                    <a:pt x="4041322" y="192859"/>
                  </a:lnTo>
                  <a:lnTo>
                    <a:pt x="4049884" y="195859"/>
                  </a:lnTo>
                  <a:lnTo>
                    <a:pt x="4058446" y="107390"/>
                  </a:lnTo>
                  <a:lnTo>
                    <a:pt x="4067008" y="82269"/>
                  </a:lnTo>
                  <a:lnTo>
                    <a:pt x="4075570" y="0"/>
                  </a:lnTo>
                  <a:lnTo>
                    <a:pt x="4084132" y="37581"/>
                  </a:lnTo>
                  <a:lnTo>
                    <a:pt x="4092694" y="35383"/>
                  </a:lnTo>
                  <a:lnTo>
                    <a:pt x="4101256" y="165721"/>
                  </a:lnTo>
                  <a:lnTo>
                    <a:pt x="4109819" y="237768"/>
                  </a:lnTo>
                  <a:lnTo>
                    <a:pt x="4118381" y="275430"/>
                  </a:lnTo>
                  <a:lnTo>
                    <a:pt x="4126943" y="354308"/>
                  </a:lnTo>
                  <a:lnTo>
                    <a:pt x="4135505" y="518975"/>
                  </a:lnTo>
                  <a:lnTo>
                    <a:pt x="4144067" y="602018"/>
                  </a:lnTo>
                  <a:lnTo>
                    <a:pt x="4152629" y="616086"/>
                  </a:lnTo>
                  <a:lnTo>
                    <a:pt x="4161191" y="636363"/>
                  </a:lnTo>
                  <a:lnTo>
                    <a:pt x="4169753" y="450637"/>
                  </a:lnTo>
                  <a:lnTo>
                    <a:pt x="4178316" y="441815"/>
                  </a:lnTo>
                  <a:lnTo>
                    <a:pt x="4186878" y="414282"/>
                  </a:lnTo>
                  <a:lnTo>
                    <a:pt x="4195440" y="447077"/>
                  </a:lnTo>
                  <a:lnTo>
                    <a:pt x="4204002" y="345658"/>
                  </a:lnTo>
                  <a:lnTo>
                    <a:pt x="4212564" y="400433"/>
                  </a:lnTo>
                  <a:lnTo>
                    <a:pt x="4221126" y="482189"/>
                  </a:lnTo>
                  <a:lnTo>
                    <a:pt x="4229688" y="447898"/>
                  </a:lnTo>
                  <a:lnTo>
                    <a:pt x="4238250" y="503575"/>
                  </a:lnTo>
                  <a:lnTo>
                    <a:pt x="4246813" y="495504"/>
                  </a:lnTo>
                  <a:lnTo>
                    <a:pt x="4255375" y="525169"/>
                  </a:lnTo>
                  <a:lnTo>
                    <a:pt x="4263937" y="651095"/>
                  </a:lnTo>
                  <a:lnTo>
                    <a:pt x="4272499" y="624839"/>
                  </a:lnTo>
                  <a:lnTo>
                    <a:pt x="4281061" y="614812"/>
                  </a:lnTo>
                  <a:lnTo>
                    <a:pt x="4289623" y="471946"/>
                  </a:lnTo>
                  <a:lnTo>
                    <a:pt x="4298185" y="811852"/>
                  </a:lnTo>
                  <a:lnTo>
                    <a:pt x="4306747" y="714141"/>
                  </a:lnTo>
                  <a:lnTo>
                    <a:pt x="4315310" y="765894"/>
                  </a:lnTo>
                  <a:lnTo>
                    <a:pt x="4323872" y="1001649"/>
                  </a:lnTo>
                  <a:lnTo>
                    <a:pt x="4332434" y="1013227"/>
                  </a:lnTo>
                  <a:lnTo>
                    <a:pt x="4340996" y="1235455"/>
                  </a:lnTo>
                  <a:lnTo>
                    <a:pt x="4349558" y="1533881"/>
                  </a:lnTo>
                  <a:lnTo>
                    <a:pt x="4358120" y="1367176"/>
                  </a:lnTo>
                  <a:lnTo>
                    <a:pt x="4366682" y="1537711"/>
                  </a:lnTo>
                  <a:lnTo>
                    <a:pt x="4375244" y="1772845"/>
                  </a:lnTo>
                  <a:lnTo>
                    <a:pt x="4383807" y="1800811"/>
                  </a:lnTo>
                  <a:lnTo>
                    <a:pt x="4392369" y="1907212"/>
                  </a:lnTo>
                  <a:lnTo>
                    <a:pt x="4400931" y="1845700"/>
                  </a:lnTo>
                  <a:lnTo>
                    <a:pt x="4409493" y="1734939"/>
                  </a:lnTo>
                  <a:lnTo>
                    <a:pt x="4418055" y="1625942"/>
                  </a:lnTo>
                  <a:lnTo>
                    <a:pt x="4426617" y="1577500"/>
                  </a:lnTo>
                  <a:lnTo>
                    <a:pt x="4435179" y="1777353"/>
                  </a:lnTo>
                  <a:lnTo>
                    <a:pt x="4443741" y="1817674"/>
                  </a:lnTo>
                  <a:lnTo>
                    <a:pt x="4452304" y="2023138"/>
                  </a:lnTo>
                  <a:lnTo>
                    <a:pt x="4460866" y="1998707"/>
                  </a:lnTo>
                  <a:lnTo>
                    <a:pt x="4469428" y="1895698"/>
                  </a:lnTo>
                  <a:lnTo>
                    <a:pt x="4477990" y="1787062"/>
                  </a:lnTo>
                  <a:lnTo>
                    <a:pt x="4486552" y="1955823"/>
                  </a:lnTo>
                  <a:lnTo>
                    <a:pt x="4495114" y="1929010"/>
                  </a:lnTo>
                  <a:lnTo>
                    <a:pt x="4503676" y="1815451"/>
                  </a:lnTo>
                  <a:lnTo>
                    <a:pt x="4512238" y="1736370"/>
                  </a:lnTo>
                  <a:lnTo>
                    <a:pt x="4520800" y="1666955"/>
                  </a:lnTo>
                  <a:lnTo>
                    <a:pt x="4529363" y="1637837"/>
                  </a:lnTo>
                  <a:lnTo>
                    <a:pt x="4537925" y="1393668"/>
                  </a:lnTo>
                  <a:lnTo>
                    <a:pt x="4546487" y="1356563"/>
                  </a:lnTo>
                  <a:lnTo>
                    <a:pt x="4555049" y="1230149"/>
                  </a:lnTo>
                  <a:lnTo>
                    <a:pt x="4563611" y="1254017"/>
                  </a:lnTo>
                  <a:lnTo>
                    <a:pt x="4572173" y="1183847"/>
                  </a:lnTo>
                  <a:lnTo>
                    <a:pt x="4580735" y="1249865"/>
                  </a:lnTo>
                  <a:lnTo>
                    <a:pt x="4589297" y="1348271"/>
                  </a:lnTo>
                  <a:lnTo>
                    <a:pt x="4597860" y="1292844"/>
                  </a:lnTo>
                  <a:lnTo>
                    <a:pt x="4606422" y="1266955"/>
                  </a:lnTo>
                  <a:lnTo>
                    <a:pt x="4614984" y="1287295"/>
                  </a:lnTo>
                  <a:lnTo>
                    <a:pt x="4623546" y="1366565"/>
                  </a:lnTo>
                  <a:lnTo>
                    <a:pt x="4632108" y="1417593"/>
                  </a:lnTo>
                  <a:lnTo>
                    <a:pt x="4640670" y="1440089"/>
                  </a:lnTo>
                  <a:lnTo>
                    <a:pt x="4649232" y="1791289"/>
                  </a:lnTo>
                  <a:lnTo>
                    <a:pt x="4657794" y="1838269"/>
                  </a:lnTo>
                  <a:lnTo>
                    <a:pt x="4666357" y="1775321"/>
                  </a:lnTo>
                  <a:lnTo>
                    <a:pt x="4674919" y="1907277"/>
                  </a:lnTo>
                  <a:lnTo>
                    <a:pt x="4683481" y="2079824"/>
                  </a:lnTo>
                  <a:lnTo>
                    <a:pt x="4692043" y="2076224"/>
                  </a:lnTo>
                  <a:lnTo>
                    <a:pt x="4700605" y="2104607"/>
                  </a:lnTo>
                  <a:lnTo>
                    <a:pt x="4709167" y="2184300"/>
                  </a:lnTo>
                  <a:lnTo>
                    <a:pt x="4717729" y="2088579"/>
                  </a:lnTo>
                  <a:lnTo>
                    <a:pt x="4726291" y="2092146"/>
                  </a:lnTo>
                  <a:lnTo>
                    <a:pt x="4734854" y="2133706"/>
                  </a:lnTo>
                  <a:lnTo>
                    <a:pt x="4743416" y="2243209"/>
                  </a:lnTo>
                  <a:lnTo>
                    <a:pt x="4751978" y="2107921"/>
                  </a:lnTo>
                  <a:lnTo>
                    <a:pt x="4760540" y="2103953"/>
                  </a:lnTo>
                  <a:lnTo>
                    <a:pt x="4769102" y="2112510"/>
                  </a:lnTo>
                  <a:lnTo>
                    <a:pt x="4777664" y="2234069"/>
                  </a:lnTo>
                  <a:lnTo>
                    <a:pt x="4786226" y="2294900"/>
                  </a:lnTo>
                  <a:lnTo>
                    <a:pt x="4794788" y="2295992"/>
                  </a:lnTo>
                  <a:lnTo>
                    <a:pt x="4803351" y="2365110"/>
                  </a:lnTo>
                  <a:lnTo>
                    <a:pt x="4811913" y="2421296"/>
                  </a:lnTo>
                  <a:lnTo>
                    <a:pt x="4820475" y="2480402"/>
                  </a:lnTo>
                  <a:lnTo>
                    <a:pt x="4829037" y="2506152"/>
                  </a:lnTo>
                  <a:lnTo>
                    <a:pt x="4837599" y="2484033"/>
                  </a:lnTo>
                  <a:lnTo>
                    <a:pt x="4846161" y="2418236"/>
                  </a:lnTo>
                  <a:lnTo>
                    <a:pt x="4854723" y="2508884"/>
                  </a:lnTo>
                  <a:lnTo>
                    <a:pt x="4863285" y="2479186"/>
                  </a:lnTo>
                  <a:lnTo>
                    <a:pt x="4871848" y="2468172"/>
                  </a:lnTo>
                  <a:lnTo>
                    <a:pt x="4880410" y="2494980"/>
                  </a:lnTo>
                  <a:lnTo>
                    <a:pt x="4888972" y="2394451"/>
                  </a:lnTo>
                  <a:lnTo>
                    <a:pt x="4897534" y="2426289"/>
                  </a:lnTo>
                  <a:lnTo>
                    <a:pt x="4906096" y="2432600"/>
                  </a:lnTo>
                  <a:lnTo>
                    <a:pt x="4914658" y="2518435"/>
                  </a:lnTo>
                  <a:lnTo>
                    <a:pt x="4923220" y="2609748"/>
                  </a:lnTo>
                  <a:lnTo>
                    <a:pt x="4931782" y="2605979"/>
                  </a:lnTo>
                  <a:lnTo>
                    <a:pt x="4940345" y="2618815"/>
                  </a:lnTo>
                  <a:lnTo>
                    <a:pt x="4948907" y="2614495"/>
                  </a:lnTo>
                  <a:lnTo>
                    <a:pt x="4957469" y="2589328"/>
                  </a:lnTo>
                  <a:lnTo>
                    <a:pt x="4966031" y="2558727"/>
                  </a:lnTo>
                  <a:lnTo>
                    <a:pt x="4974593" y="2496871"/>
                  </a:lnTo>
                  <a:lnTo>
                    <a:pt x="4983155" y="2559249"/>
                  </a:lnTo>
                  <a:lnTo>
                    <a:pt x="4991717" y="2571499"/>
                  </a:lnTo>
                  <a:lnTo>
                    <a:pt x="5000279" y="2547704"/>
                  </a:lnTo>
                  <a:lnTo>
                    <a:pt x="5008842" y="2551222"/>
                  </a:lnTo>
                  <a:lnTo>
                    <a:pt x="5017404" y="2626377"/>
                  </a:lnTo>
                  <a:lnTo>
                    <a:pt x="5025966" y="2597104"/>
                  </a:lnTo>
                  <a:lnTo>
                    <a:pt x="5034528" y="2670375"/>
                  </a:lnTo>
                  <a:lnTo>
                    <a:pt x="5043090" y="2631398"/>
                  </a:lnTo>
                  <a:lnTo>
                    <a:pt x="5051652" y="2604090"/>
                  </a:lnTo>
                  <a:lnTo>
                    <a:pt x="5060214" y="2597772"/>
                  </a:lnTo>
                  <a:lnTo>
                    <a:pt x="5068776" y="2489675"/>
                  </a:lnTo>
                  <a:lnTo>
                    <a:pt x="5077338" y="2391570"/>
                  </a:lnTo>
                  <a:lnTo>
                    <a:pt x="5085901" y="2477980"/>
                  </a:lnTo>
                  <a:lnTo>
                    <a:pt x="5094463" y="2531171"/>
                  </a:lnTo>
                  <a:lnTo>
                    <a:pt x="5103025" y="2398779"/>
                  </a:lnTo>
                  <a:lnTo>
                    <a:pt x="5111587" y="2384654"/>
                  </a:lnTo>
                  <a:lnTo>
                    <a:pt x="5120149" y="2248994"/>
                  </a:lnTo>
                  <a:lnTo>
                    <a:pt x="5128711" y="2073161"/>
                  </a:lnTo>
                  <a:lnTo>
                    <a:pt x="5137273" y="2290367"/>
                  </a:lnTo>
                  <a:lnTo>
                    <a:pt x="5145835" y="2434447"/>
                  </a:lnTo>
                  <a:lnTo>
                    <a:pt x="5154398" y="2539053"/>
                  </a:lnTo>
                  <a:lnTo>
                    <a:pt x="5162960" y="2592735"/>
                  </a:lnTo>
                  <a:lnTo>
                    <a:pt x="5171522" y="2568506"/>
                  </a:lnTo>
                  <a:lnTo>
                    <a:pt x="5180084" y="2490623"/>
                  </a:lnTo>
                  <a:lnTo>
                    <a:pt x="5188646" y="2269578"/>
                  </a:lnTo>
                  <a:lnTo>
                    <a:pt x="5197208" y="2254576"/>
                  </a:lnTo>
                  <a:lnTo>
                    <a:pt x="5205770" y="2305108"/>
                  </a:lnTo>
                  <a:lnTo>
                    <a:pt x="5214332" y="2458988"/>
                  </a:lnTo>
                  <a:lnTo>
                    <a:pt x="5222895" y="2562574"/>
                  </a:lnTo>
                  <a:lnTo>
                    <a:pt x="5231457" y="2637487"/>
                  </a:lnTo>
                  <a:lnTo>
                    <a:pt x="5240019" y="2620071"/>
                  </a:lnTo>
                  <a:lnTo>
                    <a:pt x="5248581" y="2657579"/>
                  </a:lnTo>
                  <a:lnTo>
                    <a:pt x="5257143" y="2712344"/>
                  </a:lnTo>
                  <a:lnTo>
                    <a:pt x="5265705" y="2748790"/>
                  </a:lnTo>
                  <a:lnTo>
                    <a:pt x="5274267" y="2736364"/>
                  </a:lnTo>
                  <a:lnTo>
                    <a:pt x="5282829" y="2764678"/>
                  </a:lnTo>
                  <a:lnTo>
                    <a:pt x="5291392" y="2815647"/>
                  </a:lnTo>
                  <a:lnTo>
                    <a:pt x="5299954" y="2807596"/>
                  </a:lnTo>
                  <a:lnTo>
                    <a:pt x="5308516" y="2815493"/>
                  </a:lnTo>
                  <a:lnTo>
                    <a:pt x="5317078" y="2783024"/>
                  </a:lnTo>
                  <a:lnTo>
                    <a:pt x="5325640" y="2765892"/>
                  </a:lnTo>
                  <a:lnTo>
                    <a:pt x="5334202" y="2777377"/>
                  </a:lnTo>
                  <a:lnTo>
                    <a:pt x="5342764" y="2777616"/>
                  </a:lnTo>
                  <a:lnTo>
                    <a:pt x="5351326" y="2753081"/>
                  </a:lnTo>
                  <a:lnTo>
                    <a:pt x="5359889" y="2762684"/>
                  </a:lnTo>
                  <a:lnTo>
                    <a:pt x="5368451" y="2794205"/>
                  </a:lnTo>
                  <a:lnTo>
                    <a:pt x="5377013" y="2817676"/>
                  </a:lnTo>
                  <a:lnTo>
                    <a:pt x="5385575" y="2828079"/>
                  </a:lnTo>
                  <a:lnTo>
                    <a:pt x="5394137" y="2800742"/>
                  </a:lnTo>
                  <a:lnTo>
                    <a:pt x="5402699" y="2834921"/>
                  </a:lnTo>
                  <a:lnTo>
                    <a:pt x="5411261" y="2829027"/>
                  </a:lnTo>
                  <a:lnTo>
                    <a:pt x="5419823" y="2799635"/>
                  </a:lnTo>
                  <a:lnTo>
                    <a:pt x="5428386" y="2759986"/>
                  </a:lnTo>
                  <a:lnTo>
                    <a:pt x="5436948" y="2744082"/>
                  </a:lnTo>
                  <a:lnTo>
                    <a:pt x="5445510" y="2780746"/>
                  </a:lnTo>
                  <a:lnTo>
                    <a:pt x="5454072" y="2709095"/>
                  </a:lnTo>
                  <a:lnTo>
                    <a:pt x="5462634" y="2540120"/>
                  </a:lnTo>
                  <a:lnTo>
                    <a:pt x="5471196" y="2560902"/>
                  </a:lnTo>
                  <a:lnTo>
                    <a:pt x="5479758" y="2679029"/>
                  </a:lnTo>
                  <a:lnTo>
                    <a:pt x="5488320" y="2787891"/>
                  </a:lnTo>
                  <a:lnTo>
                    <a:pt x="5496883" y="2682280"/>
                  </a:lnTo>
                  <a:lnTo>
                    <a:pt x="5505445" y="2555728"/>
                  </a:lnTo>
                  <a:lnTo>
                    <a:pt x="5514007" y="2562884"/>
                  </a:lnTo>
                  <a:lnTo>
                    <a:pt x="5522569" y="2601032"/>
                  </a:lnTo>
                  <a:lnTo>
                    <a:pt x="5531131" y="2657805"/>
                  </a:lnTo>
                  <a:lnTo>
                    <a:pt x="5539693" y="2657449"/>
                  </a:lnTo>
                  <a:lnTo>
                    <a:pt x="5548255" y="2703257"/>
                  </a:lnTo>
                  <a:lnTo>
                    <a:pt x="5556817" y="2807109"/>
                  </a:lnTo>
                  <a:lnTo>
                    <a:pt x="5565380" y="2808768"/>
                  </a:lnTo>
                  <a:lnTo>
                    <a:pt x="5573942" y="2815419"/>
                  </a:lnTo>
                  <a:lnTo>
                    <a:pt x="5582504" y="2774347"/>
                  </a:lnTo>
                  <a:lnTo>
                    <a:pt x="5591066" y="2778336"/>
                  </a:lnTo>
                  <a:lnTo>
                    <a:pt x="5599628" y="2756985"/>
                  </a:lnTo>
                  <a:lnTo>
                    <a:pt x="5608190" y="2727353"/>
                  </a:lnTo>
                  <a:lnTo>
                    <a:pt x="5616752" y="2690952"/>
                  </a:lnTo>
                  <a:lnTo>
                    <a:pt x="5625314" y="2649441"/>
                  </a:lnTo>
                  <a:lnTo>
                    <a:pt x="5633876" y="2682838"/>
                  </a:lnTo>
                  <a:lnTo>
                    <a:pt x="5642439" y="2697598"/>
                  </a:lnTo>
                  <a:lnTo>
                    <a:pt x="5651001" y="2699741"/>
                  </a:lnTo>
                  <a:lnTo>
                    <a:pt x="5659563" y="2711058"/>
                  </a:lnTo>
                  <a:lnTo>
                    <a:pt x="5668125" y="2619229"/>
                  </a:lnTo>
                  <a:lnTo>
                    <a:pt x="5676687" y="2572885"/>
                  </a:lnTo>
                  <a:lnTo>
                    <a:pt x="5685249" y="2500969"/>
                  </a:lnTo>
                  <a:lnTo>
                    <a:pt x="5693811" y="2444930"/>
                  </a:lnTo>
                  <a:lnTo>
                    <a:pt x="5702373" y="2407172"/>
                  </a:lnTo>
                  <a:lnTo>
                    <a:pt x="5710936" y="2427148"/>
                  </a:lnTo>
                  <a:lnTo>
                    <a:pt x="5719498" y="2499094"/>
                  </a:lnTo>
                  <a:lnTo>
                    <a:pt x="5728060" y="2547295"/>
                  </a:lnTo>
                  <a:lnTo>
                    <a:pt x="5736622" y="2581420"/>
                  </a:lnTo>
                  <a:lnTo>
                    <a:pt x="5745184" y="2718059"/>
                  </a:lnTo>
                  <a:lnTo>
                    <a:pt x="5753746" y="2752802"/>
                  </a:lnTo>
                  <a:lnTo>
                    <a:pt x="5762308" y="2770549"/>
                  </a:lnTo>
                  <a:lnTo>
                    <a:pt x="5770870" y="2750390"/>
                  </a:lnTo>
                  <a:lnTo>
                    <a:pt x="5779433" y="2793355"/>
                  </a:lnTo>
                  <a:lnTo>
                    <a:pt x="5787995" y="2828593"/>
                  </a:lnTo>
                  <a:lnTo>
                    <a:pt x="5796557" y="2790366"/>
                  </a:lnTo>
                  <a:lnTo>
                    <a:pt x="5805119" y="2815563"/>
                  </a:lnTo>
                  <a:lnTo>
                    <a:pt x="5813681" y="2707667"/>
                  </a:lnTo>
                  <a:lnTo>
                    <a:pt x="5822243" y="2774851"/>
                  </a:lnTo>
                  <a:lnTo>
                    <a:pt x="5830805" y="2541209"/>
                  </a:lnTo>
                  <a:lnTo>
                    <a:pt x="5839367" y="2527413"/>
                  </a:lnTo>
                  <a:lnTo>
                    <a:pt x="5847930" y="2644204"/>
                  </a:lnTo>
                  <a:lnTo>
                    <a:pt x="5856492" y="2722228"/>
                  </a:lnTo>
                  <a:lnTo>
                    <a:pt x="5865054" y="2758615"/>
                  </a:lnTo>
                  <a:lnTo>
                    <a:pt x="5873616" y="2752168"/>
                  </a:lnTo>
                  <a:lnTo>
                    <a:pt x="5882178" y="2734937"/>
                  </a:lnTo>
                  <a:lnTo>
                    <a:pt x="5890740" y="2721684"/>
                  </a:lnTo>
                  <a:lnTo>
                    <a:pt x="5899302" y="2698026"/>
                  </a:lnTo>
                  <a:lnTo>
                    <a:pt x="5907864" y="2713194"/>
                  </a:lnTo>
                  <a:lnTo>
                    <a:pt x="5916427" y="2654250"/>
                  </a:lnTo>
                  <a:lnTo>
                    <a:pt x="5924989" y="2594864"/>
                  </a:lnTo>
                  <a:lnTo>
                    <a:pt x="5933551" y="2529570"/>
                  </a:lnTo>
                  <a:lnTo>
                    <a:pt x="5942113" y="2599943"/>
                  </a:lnTo>
                  <a:lnTo>
                    <a:pt x="5950675" y="2687484"/>
                  </a:lnTo>
                  <a:lnTo>
                    <a:pt x="5959237" y="2660015"/>
                  </a:lnTo>
                  <a:lnTo>
                    <a:pt x="5967799" y="2669564"/>
                  </a:lnTo>
                  <a:lnTo>
                    <a:pt x="5976361" y="2571098"/>
                  </a:lnTo>
                  <a:lnTo>
                    <a:pt x="5984924" y="2577287"/>
                  </a:lnTo>
                  <a:lnTo>
                    <a:pt x="5993486" y="2650837"/>
                  </a:lnTo>
                  <a:lnTo>
                    <a:pt x="6002048" y="2585649"/>
                  </a:lnTo>
                  <a:lnTo>
                    <a:pt x="6010610" y="2725691"/>
                  </a:lnTo>
                  <a:lnTo>
                    <a:pt x="6019172" y="2666244"/>
                  </a:lnTo>
                  <a:lnTo>
                    <a:pt x="6027734" y="2796712"/>
                  </a:lnTo>
                  <a:lnTo>
                    <a:pt x="6036296" y="2800660"/>
                  </a:lnTo>
                  <a:lnTo>
                    <a:pt x="6044858" y="2744872"/>
                  </a:lnTo>
                  <a:lnTo>
                    <a:pt x="6053421" y="2759928"/>
                  </a:lnTo>
                  <a:lnTo>
                    <a:pt x="6061983" y="2835231"/>
                  </a:lnTo>
                  <a:lnTo>
                    <a:pt x="6070545" y="2911928"/>
                  </a:lnTo>
                  <a:lnTo>
                    <a:pt x="6079107" y="2885832"/>
                  </a:lnTo>
                  <a:lnTo>
                    <a:pt x="6087669" y="2819405"/>
                  </a:lnTo>
                  <a:lnTo>
                    <a:pt x="6096231" y="2929336"/>
                  </a:lnTo>
                  <a:lnTo>
                    <a:pt x="6104793" y="2891673"/>
                  </a:lnTo>
                  <a:lnTo>
                    <a:pt x="6113355" y="2909351"/>
                  </a:lnTo>
                  <a:lnTo>
                    <a:pt x="6121918" y="2907415"/>
                  </a:lnTo>
                  <a:lnTo>
                    <a:pt x="6130480" y="2884207"/>
                  </a:lnTo>
                  <a:lnTo>
                    <a:pt x="6139042" y="2924557"/>
                  </a:lnTo>
                  <a:lnTo>
                    <a:pt x="6147604" y="2896588"/>
                  </a:lnTo>
                  <a:lnTo>
                    <a:pt x="6156166" y="2837721"/>
                  </a:lnTo>
                  <a:lnTo>
                    <a:pt x="6164728" y="2859042"/>
                  </a:lnTo>
                  <a:lnTo>
                    <a:pt x="6173290" y="2820525"/>
                  </a:lnTo>
                  <a:lnTo>
                    <a:pt x="6181852" y="2822572"/>
                  </a:lnTo>
                  <a:lnTo>
                    <a:pt x="6190414" y="2812002"/>
                  </a:lnTo>
                  <a:lnTo>
                    <a:pt x="6198977" y="2786459"/>
                  </a:lnTo>
                  <a:lnTo>
                    <a:pt x="6207539" y="2800678"/>
                  </a:lnTo>
                  <a:lnTo>
                    <a:pt x="6216101" y="2685399"/>
                  </a:lnTo>
                  <a:lnTo>
                    <a:pt x="6224663" y="2668591"/>
                  </a:lnTo>
                  <a:lnTo>
                    <a:pt x="6233225" y="2639785"/>
                  </a:lnTo>
                  <a:lnTo>
                    <a:pt x="6241787" y="2536770"/>
                  </a:lnTo>
                  <a:lnTo>
                    <a:pt x="6250349" y="2547402"/>
                  </a:lnTo>
                  <a:lnTo>
                    <a:pt x="6258911" y="2509533"/>
                  </a:lnTo>
                  <a:lnTo>
                    <a:pt x="6267474" y="2631644"/>
                  </a:lnTo>
                  <a:lnTo>
                    <a:pt x="6276036" y="2541858"/>
                  </a:lnTo>
                  <a:lnTo>
                    <a:pt x="6284598" y="2449333"/>
                  </a:lnTo>
                  <a:lnTo>
                    <a:pt x="6293160" y="2516300"/>
                  </a:lnTo>
                  <a:lnTo>
                    <a:pt x="6301722" y="2603332"/>
                  </a:lnTo>
                  <a:lnTo>
                    <a:pt x="6310284" y="2677756"/>
                  </a:lnTo>
                  <a:lnTo>
                    <a:pt x="6318846" y="2565153"/>
                  </a:lnTo>
                  <a:lnTo>
                    <a:pt x="6327408" y="2580840"/>
                  </a:lnTo>
                  <a:lnTo>
                    <a:pt x="6335971" y="2611749"/>
                  </a:lnTo>
                  <a:lnTo>
                    <a:pt x="6344533" y="2647741"/>
                  </a:lnTo>
                  <a:lnTo>
                    <a:pt x="6353095" y="2692530"/>
                  </a:lnTo>
                  <a:lnTo>
                    <a:pt x="6361657" y="2571737"/>
                  </a:lnTo>
                  <a:lnTo>
                    <a:pt x="6370219" y="2618768"/>
                  </a:lnTo>
                  <a:lnTo>
                    <a:pt x="6378781" y="2701898"/>
                  </a:lnTo>
                  <a:lnTo>
                    <a:pt x="6387343" y="2703915"/>
                  </a:lnTo>
                  <a:lnTo>
                    <a:pt x="6395905" y="2690306"/>
                  </a:lnTo>
                  <a:lnTo>
                    <a:pt x="6404468" y="2657926"/>
                  </a:lnTo>
                  <a:lnTo>
                    <a:pt x="6413030" y="2707532"/>
                  </a:lnTo>
                  <a:lnTo>
                    <a:pt x="6421592" y="2686103"/>
                  </a:lnTo>
                  <a:lnTo>
                    <a:pt x="6430154" y="2619630"/>
                  </a:lnTo>
                  <a:lnTo>
                    <a:pt x="6438716" y="2502466"/>
                  </a:lnTo>
                  <a:lnTo>
                    <a:pt x="6447278" y="2453925"/>
                  </a:lnTo>
                  <a:lnTo>
                    <a:pt x="6455840" y="2372710"/>
                  </a:lnTo>
                  <a:lnTo>
                    <a:pt x="6464402" y="2469507"/>
                  </a:lnTo>
                  <a:lnTo>
                    <a:pt x="6472965" y="2348195"/>
                  </a:lnTo>
                  <a:lnTo>
                    <a:pt x="6481527" y="2468114"/>
                  </a:lnTo>
                  <a:lnTo>
                    <a:pt x="6490089" y="2588910"/>
                  </a:lnTo>
                  <a:lnTo>
                    <a:pt x="6498651" y="2632717"/>
                  </a:lnTo>
                  <a:lnTo>
                    <a:pt x="6507213" y="2672089"/>
                  </a:lnTo>
                  <a:lnTo>
                    <a:pt x="6515775" y="2685328"/>
                  </a:lnTo>
                  <a:lnTo>
                    <a:pt x="6524337" y="2738703"/>
                  </a:lnTo>
                  <a:lnTo>
                    <a:pt x="6532899" y="2800483"/>
                  </a:lnTo>
                  <a:lnTo>
                    <a:pt x="6541462" y="2856314"/>
                  </a:lnTo>
                  <a:lnTo>
                    <a:pt x="6550024" y="2870330"/>
                  </a:lnTo>
                  <a:lnTo>
                    <a:pt x="6558586" y="2865910"/>
                  </a:lnTo>
                  <a:lnTo>
                    <a:pt x="6567148" y="2882696"/>
                  </a:lnTo>
                  <a:lnTo>
                    <a:pt x="6575710" y="2846876"/>
                  </a:lnTo>
                  <a:lnTo>
                    <a:pt x="6584272" y="2814217"/>
                  </a:lnTo>
                  <a:lnTo>
                    <a:pt x="6592834" y="2789675"/>
                  </a:lnTo>
                  <a:lnTo>
                    <a:pt x="6601396" y="2782429"/>
                  </a:lnTo>
                  <a:lnTo>
                    <a:pt x="6609959" y="2833735"/>
                  </a:lnTo>
                  <a:lnTo>
                    <a:pt x="6618521" y="2775059"/>
                  </a:lnTo>
                  <a:lnTo>
                    <a:pt x="6627083" y="2800183"/>
                  </a:lnTo>
                  <a:lnTo>
                    <a:pt x="6635645" y="2838482"/>
                  </a:lnTo>
                  <a:lnTo>
                    <a:pt x="6644207" y="2860401"/>
                  </a:lnTo>
                  <a:lnTo>
                    <a:pt x="6652769" y="2876047"/>
                  </a:lnTo>
                  <a:lnTo>
                    <a:pt x="6661331" y="2882418"/>
                  </a:lnTo>
                  <a:lnTo>
                    <a:pt x="6669893" y="2910545"/>
                  </a:lnTo>
                  <a:lnTo>
                    <a:pt x="6678456" y="2913928"/>
                  </a:lnTo>
                  <a:lnTo>
                    <a:pt x="6687018" y="2936757"/>
                  </a:lnTo>
                  <a:lnTo>
                    <a:pt x="6695580" y="2922211"/>
                  </a:lnTo>
                  <a:lnTo>
                    <a:pt x="6704142" y="2937320"/>
                  </a:lnTo>
                  <a:lnTo>
                    <a:pt x="6712704" y="2967345"/>
                  </a:lnTo>
                  <a:lnTo>
                    <a:pt x="6721266" y="2963766"/>
                  </a:lnTo>
                  <a:lnTo>
                    <a:pt x="6729828" y="2957501"/>
                  </a:lnTo>
                  <a:lnTo>
                    <a:pt x="6738390" y="2945335"/>
                  </a:lnTo>
                  <a:lnTo>
                    <a:pt x="6746952" y="2944997"/>
                  </a:lnTo>
                  <a:lnTo>
                    <a:pt x="6755515" y="2923872"/>
                  </a:lnTo>
                  <a:lnTo>
                    <a:pt x="6764077" y="2925695"/>
                  </a:lnTo>
                  <a:lnTo>
                    <a:pt x="6772639" y="2913730"/>
                  </a:lnTo>
                  <a:lnTo>
                    <a:pt x="6781201" y="2884414"/>
                  </a:lnTo>
                  <a:lnTo>
                    <a:pt x="6789763" y="2801065"/>
                  </a:lnTo>
                  <a:lnTo>
                    <a:pt x="6798325" y="2798719"/>
                  </a:lnTo>
                  <a:lnTo>
                    <a:pt x="6806887" y="2789969"/>
                  </a:lnTo>
                  <a:lnTo>
                    <a:pt x="6815449" y="2756348"/>
                  </a:lnTo>
                  <a:lnTo>
                    <a:pt x="6824012" y="2757433"/>
                  </a:lnTo>
                  <a:lnTo>
                    <a:pt x="6832574" y="2735330"/>
                  </a:lnTo>
                  <a:lnTo>
                    <a:pt x="6841136" y="2667891"/>
                  </a:lnTo>
                  <a:lnTo>
                    <a:pt x="6849698" y="2730797"/>
                  </a:lnTo>
                  <a:lnTo>
                    <a:pt x="6858260" y="2676545"/>
                  </a:lnTo>
                  <a:lnTo>
                    <a:pt x="6866822" y="2616827"/>
                  </a:lnTo>
                  <a:lnTo>
                    <a:pt x="6875384" y="2574826"/>
                  </a:lnTo>
                  <a:lnTo>
                    <a:pt x="6883946" y="2548272"/>
                  </a:lnTo>
                  <a:lnTo>
                    <a:pt x="6892509" y="2593818"/>
                  </a:lnTo>
                  <a:lnTo>
                    <a:pt x="6901071" y="2688937"/>
                  </a:lnTo>
                  <a:lnTo>
                    <a:pt x="6909633" y="2721474"/>
                  </a:lnTo>
                  <a:lnTo>
                    <a:pt x="6918195" y="2732997"/>
                  </a:lnTo>
                  <a:lnTo>
                    <a:pt x="6926757" y="2795186"/>
                  </a:lnTo>
                  <a:lnTo>
                    <a:pt x="6935319" y="2829343"/>
                  </a:lnTo>
                  <a:lnTo>
                    <a:pt x="6943881" y="2824752"/>
                  </a:lnTo>
                  <a:lnTo>
                    <a:pt x="6952443" y="2870614"/>
                  </a:lnTo>
                  <a:lnTo>
                    <a:pt x="6961006" y="2871783"/>
                  </a:lnTo>
                  <a:lnTo>
                    <a:pt x="6969568" y="2879015"/>
                  </a:lnTo>
                  <a:lnTo>
                    <a:pt x="6978130" y="2891649"/>
                  </a:lnTo>
                  <a:lnTo>
                    <a:pt x="6986692" y="2897029"/>
                  </a:lnTo>
                  <a:lnTo>
                    <a:pt x="6995254" y="2869045"/>
                  </a:lnTo>
                  <a:lnTo>
                    <a:pt x="7003816" y="2848289"/>
                  </a:lnTo>
                  <a:lnTo>
                    <a:pt x="7012378" y="2836524"/>
                  </a:lnTo>
                  <a:lnTo>
                    <a:pt x="7020940" y="2853053"/>
                  </a:lnTo>
                  <a:lnTo>
                    <a:pt x="7029503" y="2837898"/>
                  </a:lnTo>
                  <a:lnTo>
                    <a:pt x="7038065" y="2852831"/>
                  </a:lnTo>
                  <a:lnTo>
                    <a:pt x="7046627" y="2847999"/>
                  </a:lnTo>
                  <a:lnTo>
                    <a:pt x="7055189" y="2853055"/>
                  </a:lnTo>
                  <a:lnTo>
                    <a:pt x="7063751" y="2849571"/>
                  </a:lnTo>
                  <a:lnTo>
                    <a:pt x="7072313" y="2816377"/>
                  </a:lnTo>
                  <a:lnTo>
                    <a:pt x="7080875" y="2748819"/>
                  </a:lnTo>
                  <a:lnTo>
                    <a:pt x="7089437" y="2677472"/>
                  </a:lnTo>
                  <a:lnTo>
                    <a:pt x="7098000" y="2679955"/>
                  </a:lnTo>
                  <a:lnTo>
                    <a:pt x="7106562" y="2565236"/>
                  </a:lnTo>
                  <a:lnTo>
                    <a:pt x="7115124" y="2536138"/>
                  </a:lnTo>
                  <a:lnTo>
                    <a:pt x="7123686" y="2640445"/>
                  </a:lnTo>
                  <a:lnTo>
                    <a:pt x="7132248" y="2785987"/>
                  </a:lnTo>
                  <a:lnTo>
                    <a:pt x="7140810" y="2814925"/>
                  </a:lnTo>
                  <a:lnTo>
                    <a:pt x="7149372" y="2830705"/>
                  </a:lnTo>
                  <a:lnTo>
                    <a:pt x="7157934" y="2867683"/>
                  </a:lnTo>
                  <a:lnTo>
                    <a:pt x="7166497" y="2904870"/>
                  </a:lnTo>
                  <a:lnTo>
                    <a:pt x="7175059" y="2908664"/>
                  </a:lnTo>
                  <a:lnTo>
                    <a:pt x="7183621" y="2921612"/>
                  </a:lnTo>
                  <a:lnTo>
                    <a:pt x="7192183" y="2922828"/>
                  </a:lnTo>
                  <a:lnTo>
                    <a:pt x="7200745" y="2944013"/>
                  </a:lnTo>
                  <a:lnTo>
                    <a:pt x="7209307" y="2957033"/>
                  </a:lnTo>
                  <a:lnTo>
                    <a:pt x="7217869" y="2973485"/>
                  </a:lnTo>
                  <a:lnTo>
                    <a:pt x="7226431" y="2959547"/>
                  </a:lnTo>
                  <a:lnTo>
                    <a:pt x="7234994" y="2970583"/>
                  </a:lnTo>
                  <a:lnTo>
                    <a:pt x="7243556" y="2963774"/>
                  </a:lnTo>
                  <a:lnTo>
                    <a:pt x="7252118" y="2919628"/>
                  </a:lnTo>
                  <a:lnTo>
                    <a:pt x="7260680" y="2939991"/>
                  </a:lnTo>
                  <a:lnTo>
                    <a:pt x="7269242" y="2863450"/>
                  </a:lnTo>
                  <a:lnTo>
                    <a:pt x="7277804" y="2831675"/>
                  </a:lnTo>
                  <a:lnTo>
                    <a:pt x="7286366" y="2874976"/>
                  </a:lnTo>
                  <a:lnTo>
                    <a:pt x="7294928" y="2824328"/>
                  </a:lnTo>
                  <a:lnTo>
                    <a:pt x="7303490" y="2881608"/>
                  </a:lnTo>
                  <a:lnTo>
                    <a:pt x="7312053" y="2850265"/>
                  </a:lnTo>
                  <a:lnTo>
                    <a:pt x="7320615" y="2791671"/>
                  </a:lnTo>
                  <a:lnTo>
                    <a:pt x="7329177" y="2911041"/>
                  </a:lnTo>
                  <a:lnTo>
                    <a:pt x="7337739" y="2886291"/>
                  </a:lnTo>
                  <a:lnTo>
                    <a:pt x="7346301" y="2917092"/>
                  </a:lnTo>
                  <a:lnTo>
                    <a:pt x="7354863" y="2878589"/>
                  </a:lnTo>
                  <a:lnTo>
                    <a:pt x="7363425" y="2803808"/>
                  </a:lnTo>
                  <a:lnTo>
                    <a:pt x="7371987" y="2881533"/>
                  </a:lnTo>
                  <a:lnTo>
                    <a:pt x="7380550" y="2846493"/>
                  </a:lnTo>
                  <a:lnTo>
                    <a:pt x="7389112" y="2792966"/>
                  </a:lnTo>
                  <a:lnTo>
                    <a:pt x="7397674" y="2721904"/>
                  </a:lnTo>
                  <a:lnTo>
                    <a:pt x="7406236" y="2764568"/>
                  </a:lnTo>
                  <a:lnTo>
                    <a:pt x="7414798" y="2819236"/>
                  </a:lnTo>
                  <a:lnTo>
                    <a:pt x="7423360" y="2857088"/>
                  </a:lnTo>
                  <a:lnTo>
                    <a:pt x="7431922" y="2811238"/>
                  </a:lnTo>
                  <a:lnTo>
                    <a:pt x="7440484" y="2849109"/>
                  </a:lnTo>
                  <a:lnTo>
                    <a:pt x="7449047" y="2841189"/>
                  </a:lnTo>
                  <a:lnTo>
                    <a:pt x="7457609" y="2944543"/>
                  </a:lnTo>
                  <a:lnTo>
                    <a:pt x="7466171" y="2955880"/>
                  </a:lnTo>
                  <a:lnTo>
                    <a:pt x="7474733" y="2884233"/>
                  </a:lnTo>
                  <a:lnTo>
                    <a:pt x="7483295" y="2842997"/>
                  </a:lnTo>
                  <a:lnTo>
                    <a:pt x="7491857" y="2868794"/>
                  </a:lnTo>
                  <a:lnTo>
                    <a:pt x="7500419" y="2902327"/>
                  </a:lnTo>
                  <a:lnTo>
                    <a:pt x="7508981" y="2936599"/>
                  </a:lnTo>
                  <a:lnTo>
                    <a:pt x="7517544" y="2937466"/>
                  </a:lnTo>
                  <a:lnTo>
                    <a:pt x="7526106" y="2893738"/>
                  </a:lnTo>
                  <a:lnTo>
                    <a:pt x="7534668" y="2885319"/>
                  </a:lnTo>
                  <a:lnTo>
                    <a:pt x="7543230" y="2865635"/>
                  </a:lnTo>
                  <a:lnTo>
                    <a:pt x="7551792" y="2889080"/>
                  </a:lnTo>
                  <a:lnTo>
                    <a:pt x="7560354" y="2903188"/>
                  </a:lnTo>
                  <a:lnTo>
                    <a:pt x="7568916" y="2879438"/>
                  </a:lnTo>
                  <a:lnTo>
                    <a:pt x="7577478" y="2872275"/>
                  </a:lnTo>
                  <a:lnTo>
                    <a:pt x="7586041" y="2846481"/>
                  </a:lnTo>
                  <a:lnTo>
                    <a:pt x="7594603" y="2852437"/>
                  </a:lnTo>
                  <a:lnTo>
                    <a:pt x="7603165" y="2827386"/>
                  </a:lnTo>
                  <a:lnTo>
                    <a:pt x="7611727" y="2804939"/>
                  </a:lnTo>
                  <a:lnTo>
                    <a:pt x="7620289" y="2819952"/>
                  </a:lnTo>
                  <a:lnTo>
                    <a:pt x="7628851" y="2786177"/>
                  </a:lnTo>
                  <a:lnTo>
                    <a:pt x="7637413" y="2838053"/>
                  </a:lnTo>
                  <a:lnTo>
                    <a:pt x="7645975" y="2812741"/>
                  </a:lnTo>
                  <a:lnTo>
                    <a:pt x="7654538" y="2776373"/>
                  </a:lnTo>
                  <a:lnTo>
                    <a:pt x="7663100" y="2703916"/>
                  </a:lnTo>
                  <a:lnTo>
                    <a:pt x="7671662" y="2769192"/>
                  </a:lnTo>
                  <a:lnTo>
                    <a:pt x="7680224" y="2809135"/>
                  </a:lnTo>
                  <a:lnTo>
                    <a:pt x="7688786" y="2830638"/>
                  </a:lnTo>
                  <a:lnTo>
                    <a:pt x="7697348" y="2787178"/>
                  </a:lnTo>
                  <a:lnTo>
                    <a:pt x="7705910" y="2764953"/>
                  </a:lnTo>
                  <a:lnTo>
                    <a:pt x="7714472" y="2747904"/>
                  </a:lnTo>
                  <a:lnTo>
                    <a:pt x="7723035" y="2718556"/>
                  </a:lnTo>
                  <a:lnTo>
                    <a:pt x="7731597" y="2727739"/>
                  </a:lnTo>
                  <a:lnTo>
                    <a:pt x="7740159" y="2657325"/>
                  </a:lnTo>
                  <a:lnTo>
                    <a:pt x="7748721" y="2617655"/>
                  </a:lnTo>
                  <a:lnTo>
                    <a:pt x="7757283" y="2526413"/>
                  </a:lnTo>
                  <a:lnTo>
                    <a:pt x="7765845" y="2428141"/>
                  </a:lnTo>
                  <a:lnTo>
                    <a:pt x="7774407" y="2411707"/>
                  </a:lnTo>
                  <a:lnTo>
                    <a:pt x="7782969" y="2462120"/>
                  </a:lnTo>
                  <a:lnTo>
                    <a:pt x="7791532" y="2374161"/>
                  </a:lnTo>
                  <a:lnTo>
                    <a:pt x="7800094" y="2457803"/>
                  </a:lnTo>
                  <a:lnTo>
                    <a:pt x="7808656" y="2514659"/>
                  </a:lnTo>
                  <a:lnTo>
                    <a:pt x="7817218" y="2626906"/>
                  </a:lnTo>
                  <a:lnTo>
                    <a:pt x="7825780" y="2669515"/>
                  </a:lnTo>
                  <a:lnTo>
                    <a:pt x="7834342" y="2674428"/>
                  </a:lnTo>
                  <a:lnTo>
                    <a:pt x="7842904" y="2766197"/>
                  </a:lnTo>
                  <a:lnTo>
                    <a:pt x="7851466" y="2821368"/>
                  </a:lnTo>
                  <a:lnTo>
                    <a:pt x="7860029" y="2805611"/>
                  </a:lnTo>
                  <a:lnTo>
                    <a:pt x="7868591" y="2775143"/>
                  </a:lnTo>
                  <a:lnTo>
                    <a:pt x="7877153" y="2793304"/>
                  </a:lnTo>
                  <a:lnTo>
                    <a:pt x="7885715" y="2778131"/>
                  </a:lnTo>
                  <a:lnTo>
                    <a:pt x="7894277" y="2779823"/>
                  </a:lnTo>
                  <a:lnTo>
                    <a:pt x="7902839" y="2760023"/>
                  </a:lnTo>
                  <a:lnTo>
                    <a:pt x="7911401" y="2768780"/>
                  </a:lnTo>
                  <a:lnTo>
                    <a:pt x="7919963" y="2733070"/>
                  </a:lnTo>
                  <a:lnTo>
                    <a:pt x="7928525" y="2634819"/>
                  </a:lnTo>
                  <a:lnTo>
                    <a:pt x="7937088" y="2658921"/>
                  </a:lnTo>
                  <a:lnTo>
                    <a:pt x="7945650" y="2551830"/>
                  </a:lnTo>
                  <a:lnTo>
                    <a:pt x="7954212" y="2545072"/>
                  </a:lnTo>
                  <a:lnTo>
                    <a:pt x="7962774" y="2595815"/>
                  </a:lnTo>
                  <a:lnTo>
                    <a:pt x="7971336" y="2585271"/>
                  </a:lnTo>
                  <a:lnTo>
                    <a:pt x="7979898" y="2743554"/>
                  </a:lnTo>
                  <a:lnTo>
                    <a:pt x="7988460" y="2646571"/>
                  </a:lnTo>
                  <a:lnTo>
                    <a:pt x="7997022" y="2608453"/>
                  </a:lnTo>
                  <a:lnTo>
                    <a:pt x="8005585" y="2630549"/>
                  </a:lnTo>
                  <a:lnTo>
                    <a:pt x="8014147" y="2685981"/>
                  </a:lnTo>
                  <a:lnTo>
                    <a:pt x="8022709" y="2789945"/>
                  </a:lnTo>
                  <a:lnTo>
                    <a:pt x="8031271" y="2789842"/>
                  </a:lnTo>
                  <a:lnTo>
                    <a:pt x="8039833" y="2850744"/>
                  </a:lnTo>
                  <a:lnTo>
                    <a:pt x="8048395" y="2924979"/>
                  </a:lnTo>
                  <a:lnTo>
                    <a:pt x="8056957" y="2920628"/>
                  </a:lnTo>
                  <a:lnTo>
                    <a:pt x="8065519" y="2951808"/>
                  </a:lnTo>
                  <a:lnTo>
                    <a:pt x="8074082" y="2910292"/>
                  </a:lnTo>
                  <a:lnTo>
                    <a:pt x="8082644" y="2920109"/>
                  </a:lnTo>
                  <a:lnTo>
                    <a:pt x="8091206" y="2918479"/>
                  </a:lnTo>
                  <a:lnTo>
                    <a:pt x="8099768" y="2920038"/>
                  </a:lnTo>
                  <a:lnTo>
                    <a:pt x="8108330" y="2912670"/>
                  </a:lnTo>
                  <a:lnTo>
                    <a:pt x="8116892" y="2904374"/>
                  </a:lnTo>
                  <a:lnTo>
                    <a:pt x="8125454" y="2886538"/>
                  </a:lnTo>
                  <a:lnTo>
                    <a:pt x="8134016" y="2857443"/>
                  </a:lnTo>
                  <a:lnTo>
                    <a:pt x="8142579" y="2864690"/>
                  </a:lnTo>
                  <a:lnTo>
                    <a:pt x="8151141" y="2839819"/>
                  </a:lnTo>
                  <a:lnTo>
                    <a:pt x="8159703" y="2847411"/>
                  </a:lnTo>
                  <a:lnTo>
                    <a:pt x="8168265" y="2866331"/>
                  </a:lnTo>
                  <a:lnTo>
                    <a:pt x="8176827" y="2901778"/>
                  </a:lnTo>
                  <a:lnTo>
                    <a:pt x="8185389" y="2933872"/>
                  </a:lnTo>
                  <a:lnTo>
                    <a:pt x="8193951" y="2913963"/>
                  </a:lnTo>
                  <a:lnTo>
                    <a:pt x="8202513" y="2918368"/>
                  </a:lnTo>
                  <a:lnTo>
                    <a:pt x="8211076" y="2922658"/>
                  </a:lnTo>
                  <a:lnTo>
                    <a:pt x="8219638" y="2909375"/>
                  </a:lnTo>
                  <a:lnTo>
                    <a:pt x="8228200" y="2834483"/>
                  </a:lnTo>
                  <a:lnTo>
                    <a:pt x="8236762" y="2820264"/>
                  </a:lnTo>
                  <a:lnTo>
                    <a:pt x="8245324" y="2828288"/>
                  </a:lnTo>
                  <a:lnTo>
                    <a:pt x="8253886" y="2818374"/>
                  </a:lnTo>
                  <a:lnTo>
                    <a:pt x="8262448" y="2858743"/>
                  </a:lnTo>
                  <a:lnTo>
                    <a:pt x="8271010" y="2831429"/>
                  </a:lnTo>
                  <a:lnTo>
                    <a:pt x="8279573" y="2851307"/>
                  </a:lnTo>
                  <a:lnTo>
                    <a:pt x="8288135" y="2874028"/>
                  </a:lnTo>
                  <a:lnTo>
                    <a:pt x="8296697" y="2896505"/>
                  </a:lnTo>
                  <a:lnTo>
                    <a:pt x="8305259" y="2925392"/>
                  </a:lnTo>
                  <a:lnTo>
                    <a:pt x="8313821" y="2911030"/>
                  </a:lnTo>
                  <a:lnTo>
                    <a:pt x="8322383" y="2930153"/>
                  </a:lnTo>
                  <a:lnTo>
                    <a:pt x="8330945" y="2946608"/>
                  </a:lnTo>
                  <a:lnTo>
                    <a:pt x="8339507" y="2920571"/>
                  </a:lnTo>
                  <a:lnTo>
                    <a:pt x="8348070" y="2925162"/>
                  </a:lnTo>
                  <a:lnTo>
                    <a:pt x="8356632" y="2926894"/>
                  </a:lnTo>
                  <a:lnTo>
                    <a:pt x="8365194" y="2934375"/>
                  </a:lnTo>
                  <a:lnTo>
                    <a:pt x="8373756" y="2938856"/>
                  </a:lnTo>
                  <a:lnTo>
                    <a:pt x="8382318" y="2937539"/>
                  </a:lnTo>
                  <a:lnTo>
                    <a:pt x="8390880" y="2960611"/>
                  </a:lnTo>
                  <a:lnTo>
                    <a:pt x="8399442" y="2976223"/>
                  </a:lnTo>
                  <a:lnTo>
                    <a:pt x="8408004" y="2984705"/>
                  </a:lnTo>
                  <a:lnTo>
                    <a:pt x="8416567" y="2955154"/>
                  </a:lnTo>
                  <a:lnTo>
                    <a:pt x="8425129" y="2955897"/>
                  </a:lnTo>
                  <a:lnTo>
                    <a:pt x="8433691" y="2949414"/>
                  </a:lnTo>
                  <a:lnTo>
                    <a:pt x="8442253" y="2921935"/>
                  </a:lnTo>
                  <a:lnTo>
                    <a:pt x="8450815" y="2939952"/>
                  </a:lnTo>
                  <a:lnTo>
                    <a:pt x="8459377" y="2926077"/>
                  </a:lnTo>
                  <a:lnTo>
                    <a:pt x="8467939" y="2954265"/>
                  </a:lnTo>
                  <a:lnTo>
                    <a:pt x="8476501" y="2971662"/>
                  </a:lnTo>
                  <a:lnTo>
                    <a:pt x="8485063" y="2950588"/>
                  </a:lnTo>
                  <a:lnTo>
                    <a:pt x="8493626" y="2960663"/>
                  </a:lnTo>
                  <a:lnTo>
                    <a:pt x="8502188" y="2975177"/>
                  </a:lnTo>
                  <a:lnTo>
                    <a:pt x="8510750" y="2943655"/>
                  </a:lnTo>
                  <a:lnTo>
                    <a:pt x="8519312" y="2950435"/>
                  </a:lnTo>
                  <a:lnTo>
                    <a:pt x="8527874" y="2899792"/>
                  </a:lnTo>
                  <a:lnTo>
                    <a:pt x="8536436" y="2899400"/>
                  </a:lnTo>
                  <a:lnTo>
                    <a:pt x="8544998" y="2891550"/>
                  </a:lnTo>
                  <a:lnTo>
                    <a:pt x="8553560" y="2821015"/>
                  </a:lnTo>
                  <a:lnTo>
                    <a:pt x="8553560" y="28210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44934" y="3340749"/>
              <a:ext cx="8553560" cy="3038700"/>
            </a:xfrm>
            <a:custGeom>
              <a:avLst/>
              <a:pathLst>
                <a:path w="8553560" h="3038700">
                  <a:moveTo>
                    <a:pt x="0" y="2905247"/>
                  </a:moveTo>
                  <a:lnTo>
                    <a:pt x="8562" y="2900604"/>
                  </a:lnTo>
                  <a:lnTo>
                    <a:pt x="17124" y="2856032"/>
                  </a:lnTo>
                  <a:lnTo>
                    <a:pt x="25686" y="2860729"/>
                  </a:lnTo>
                  <a:lnTo>
                    <a:pt x="34248" y="2784590"/>
                  </a:lnTo>
                  <a:lnTo>
                    <a:pt x="42810" y="2774494"/>
                  </a:lnTo>
                  <a:lnTo>
                    <a:pt x="51372" y="2690902"/>
                  </a:lnTo>
                  <a:lnTo>
                    <a:pt x="59934" y="2684590"/>
                  </a:lnTo>
                  <a:lnTo>
                    <a:pt x="68496" y="2702336"/>
                  </a:lnTo>
                  <a:lnTo>
                    <a:pt x="77059" y="2784463"/>
                  </a:lnTo>
                  <a:lnTo>
                    <a:pt x="85621" y="2771059"/>
                  </a:lnTo>
                  <a:lnTo>
                    <a:pt x="94183" y="2825675"/>
                  </a:lnTo>
                  <a:lnTo>
                    <a:pt x="102745" y="2821136"/>
                  </a:lnTo>
                  <a:lnTo>
                    <a:pt x="111307" y="2830716"/>
                  </a:lnTo>
                  <a:lnTo>
                    <a:pt x="119869" y="2875165"/>
                  </a:lnTo>
                  <a:lnTo>
                    <a:pt x="128431" y="2891159"/>
                  </a:lnTo>
                  <a:lnTo>
                    <a:pt x="136993" y="2931612"/>
                  </a:lnTo>
                  <a:lnTo>
                    <a:pt x="145556" y="2926644"/>
                  </a:lnTo>
                  <a:lnTo>
                    <a:pt x="154118" y="2950585"/>
                  </a:lnTo>
                  <a:lnTo>
                    <a:pt x="162680" y="2949177"/>
                  </a:lnTo>
                  <a:lnTo>
                    <a:pt x="171242" y="2985361"/>
                  </a:lnTo>
                  <a:lnTo>
                    <a:pt x="179804" y="2913973"/>
                  </a:lnTo>
                  <a:lnTo>
                    <a:pt x="188366" y="2914216"/>
                  </a:lnTo>
                  <a:lnTo>
                    <a:pt x="196928" y="2914979"/>
                  </a:lnTo>
                  <a:lnTo>
                    <a:pt x="205490" y="2874340"/>
                  </a:lnTo>
                  <a:lnTo>
                    <a:pt x="214053" y="2866206"/>
                  </a:lnTo>
                  <a:lnTo>
                    <a:pt x="222615" y="2844410"/>
                  </a:lnTo>
                  <a:lnTo>
                    <a:pt x="231177" y="2822248"/>
                  </a:lnTo>
                  <a:lnTo>
                    <a:pt x="239739" y="2826238"/>
                  </a:lnTo>
                  <a:lnTo>
                    <a:pt x="248301" y="2787188"/>
                  </a:lnTo>
                  <a:lnTo>
                    <a:pt x="256863" y="2809707"/>
                  </a:lnTo>
                  <a:lnTo>
                    <a:pt x="265425" y="2851964"/>
                  </a:lnTo>
                  <a:lnTo>
                    <a:pt x="273987" y="2814649"/>
                  </a:lnTo>
                  <a:lnTo>
                    <a:pt x="282550" y="2744180"/>
                  </a:lnTo>
                  <a:lnTo>
                    <a:pt x="291112" y="2799181"/>
                  </a:lnTo>
                  <a:lnTo>
                    <a:pt x="299674" y="2896244"/>
                  </a:lnTo>
                  <a:lnTo>
                    <a:pt x="308236" y="2872316"/>
                  </a:lnTo>
                  <a:lnTo>
                    <a:pt x="316798" y="2858940"/>
                  </a:lnTo>
                  <a:lnTo>
                    <a:pt x="325360" y="2928738"/>
                  </a:lnTo>
                  <a:lnTo>
                    <a:pt x="333922" y="2907508"/>
                  </a:lnTo>
                  <a:lnTo>
                    <a:pt x="342484" y="2907176"/>
                  </a:lnTo>
                  <a:lnTo>
                    <a:pt x="351047" y="2891964"/>
                  </a:lnTo>
                  <a:lnTo>
                    <a:pt x="359609" y="2860550"/>
                  </a:lnTo>
                  <a:lnTo>
                    <a:pt x="368171" y="2863197"/>
                  </a:lnTo>
                  <a:lnTo>
                    <a:pt x="376733" y="2785743"/>
                  </a:lnTo>
                  <a:lnTo>
                    <a:pt x="385295" y="2712725"/>
                  </a:lnTo>
                  <a:lnTo>
                    <a:pt x="393857" y="2794148"/>
                  </a:lnTo>
                  <a:lnTo>
                    <a:pt x="402419" y="2886377"/>
                  </a:lnTo>
                  <a:lnTo>
                    <a:pt x="410981" y="2927080"/>
                  </a:lnTo>
                  <a:lnTo>
                    <a:pt x="419544" y="2873592"/>
                  </a:lnTo>
                  <a:lnTo>
                    <a:pt x="428106" y="2922937"/>
                  </a:lnTo>
                  <a:lnTo>
                    <a:pt x="436668" y="2919625"/>
                  </a:lnTo>
                  <a:lnTo>
                    <a:pt x="445230" y="2916614"/>
                  </a:lnTo>
                  <a:lnTo>
                    <a:pt x="453792" y="2935754"/>
                  </a:lnTo>
                  <a:lnTo>
                    <a:pt x="462354" y="2908637"/>
                  </a:lnTo>
                  <a:lnTo>
                    <a:pt x="470916" y="2893204"/>
                  </a:lnTo>
                  <a:lnTo>
                    <a:pt x="479478" y="2840786"/>
                  </a:lnTo>
                  <a:lnTo>
                    <a:pt x="488041" y="2793886"/>
                  </a:lnTo>
                  <a:lnTo>
                    <a:pt x="496603" y="2820348"/>
                  </a:lnTo>
                  <a:lnTo>
                    <a:pt x="505165" y="2816280"/>
                  </a:lnTo>
                  <a:lnTo>
                    <a:pt x="513727" y="2870210"/>
                  </a:lnTo>
                  <a:lnTo>
                    <a:pt x="522289" y="2861333"/>
                  </a:lnTo>
                  <a:lnTo>
                    <a:pt x="530851" y="2887848"/>
                  </a:lnTo>
                  <a:lnTo>
                    <a:pt x="539413" y="2906160"/>
                  </a:lnTo>
                  <a:lnTo>
                    <a:pt x="547975" y="2859381"/>
                  </a:lnTo>
                  <a:lnTo>
                    <a:pt x="556538" y="2855586"/>
                  </a:lnTo>
                  <a:lnTo>
                    <a:pt x="565100" y="2851756"/>
                  </a:lnTo>
                  <a:lnTo>
                    <a:pt x="573662" y="2875982"/>
                  </a:lnTo>
                  <a:lnTo>
                    <a:pt x="582224" y="2906919"/>
                  </a:lnTo>
                  <a:lnTo>
                    <a:pt x="590786" y="2927557"/>
                  </a:lnTo>
                  <a:lnTo>
                    <a:pt x="599348" y="2939743"/>
                  </a:lnTo>
                  <a:lnTo>
                    <a:pt x="607910" y="2939963"/>
                  </a:lnTo>
                  <a:lnTo>
                    <a:pt x="616472" y="2922716"/>
                  </a:lnTo>
                  <a:lnTo>
                    <a:pt x="625034" y="2931800"/>
                  </a:lnTo>
                  <a:lnTo>
                    <a:pt x="633597" y="2959681"/>
                  </a:lnTo>
                  <a:lnTo>
                    <a:pt x="642159" y="2976037"/>
                  </a:lnTo>
                  <a:lnTo>
                    <a:pt x="650721" y="2894877"/>
                  </a:lnTo>
                  <a:lnTo>
                    <a:pt x="659283" y="2924690"/>
                  </a:lnTo>
                  <a:lnTo>
                    <a:pt x="667845" y="2950560"/>
                  </a:lnTo>
                  <a:lnTo>
                    <a:pt x="676407" y="2977635"/>
                  </a:lnTo>
                  <a:lnTo>
                    <a:pt x="684969" y="2989178"/>
                  </a:lnTo>
                  <a:lnTo>
                    <a:pt x="693531" y="2994227"/>
                  </a:lnTo>
                  <a:lnTo>
                    <a:pt x="702094" y="3013370"/>
                  </a:lnTo>
                  <a:lnTo>
                    <a:pt x="710656" y="3006304"/>
                  </a:lnTo>
                  <a:lnTo>
                    <a:pt x="719218" y="2997473"/>
                  </a:lnTo>
                  <a:lnTo>
                    <a:pt x="727780" y="2963071"/>
                  </a:lnTo>
                  <a:lnTo>
                    <a:pt x="736342" y="2988185"/>
                  </a:lnTo>
                  <a:lnTo>
                    <a:pt x="744904" y="2986826"/>
                  </a:lnTo>
                  <a:lnTo>
                    <a:pt x="753466" y="2987275"/>
                  </a:lnTo>
                  <a:lnTo>
                    <a:pt x="762028" y="2997140"/>
                  </a:lnTo>
                  <a:lnTo>
                    <a:pt x="770591" y="2967876"/>
                  </a:lnTo>
                  <a:lnTo>
                    <a:pt x="779153" y="2970971"/>
                  </a:lnTo>
                  <a:lnTo>
                    <a:pt x="787715" y="2946844"/>
                  </a:lnTo>
                  <a:lnTo>
                    <a:pt x="796277" y="2906571"/>
                  </a:lnTo>
                  <a:lnTo>
                    <a:pt x="804839" y="2931255"/>
                  </a:lnTo>
                  <a:lnTo>
                    <a:pt x="813401" y="2940612"/>
                  </a:lnTo>
                  <a:lnTo>
                    <a:pt x="821963" y="2975077"/>
                  </a:lnTo>
                  <a:lnTo>
                    <a:pt x="830525" y="2983606"/>
                  </a:lnTo>
                  <a:lnTo>
                    <a:pt x="839088" y="2951732"/>
                  </a:lnTo>
                  <a:lnTo>
                    <a:pt x="847650" y="2981802"/>
                  </a:lnTo>
                  <a:lnTo>
                    <a:pt x="856212" y="2961443"/>
                  </a:lnTo>
                  <a:lnTo>
                    <a:pt x="864774" y="2941536"/>
                  </a:lnTo>
                  <a:lnTo>
                    <a:pt x="873336" y="2911357"/>
                  </a:lnTo>
                  <a:lnTo>
                    <a:pt x="881898" y="2913300"/>
                  </a:lnTo>
                  <a:lnTo>
                    <a:pt x="890460" y="2949530"/>
                  </a:lnTo>
                  <a:lnTo>
                    <a:pt x="899022" y="2964861"/>
                  </a:lnTo>
                  <a:lnTo>
                    <a:pt x="907585" y="2936157"/>
                  </a:lnTo>
                  <a:lnTo>
                    <a:pt x="916147" y="2928337"/>
                  </a:lnTo>
                  <a:lnTo>
                    <a:pt x="924709" y="2923350"/>
                  </a:lnTo>
                  <a:lnTo>
                    <a:pt x="933271" y="2848284"/>
                  </a:lnTo>
                  <a:lnTo>
                    <a:pt x="941833" y="2745114"/>
                  </a:lnTo>
                  <a:lnTo>
                    <a:pt x="950395" y="2688818"/>
                  </a:lnTo>
                  <a:lnTo>
                    <a:pt x="958957" y="2738413"/>
                  </a:lnTo>
                  <a:lnTo>
                    <a:pt x="967519" y="2819504"/>
                  </a:lnTo>
                  <a:lnTo>
                    <a:pt x="976082" y="2758977"/>
                  </a:lnTo>
                  <a:lnTo>
                    <a:pt x="984644" y="2794135"/>
                  </a:lnTo>
                  <a:lnTo>
                    <a:pt x="993206" y="2796032"/>
                  </a:lnTo>
                  <a:lnTo>
                    <a:pt x="1001768" y="2768187"/>
                  </a:lnTo>
                  <a:lnTo>
                    <a:pt x="1010330" y="2725655"/>
                  </a:lnTo>
                  <a:lnTo>
                    <a:pt x="1018892" y="2753490"/>
                  </a:lnTo>
                  <a:lnTo>
                    <a:pt x="1027454" y="2801123"/>
                  </a:lnTo>
                  <a:lnTo>
                    <a:pt x="1036016" y="2831540"/>
                  </a:lnTo>
                  <a:lnTo>
                    <a:pt x="1044579" y="2814651"/>
                  </a:lnTo>
                  <a:lnTo>
                    <a:pt x="1053141" y="2799480"/>
                  </a:lnTo>
                  <a:lnTo>
                    <a:pt x="1061703" y="2732379"/>
                  </a:lnTo>
                  <a:lnTo>
                    <a:pt x="1070265" y="2726543"/>
                  </a:lnTo>
                  <a:lnTo>
                    <a:pt x="1078827" y="2762059"/>
                  </a:lnTo>
                  <a:lnTo>
                    <a:pt x="1087389" y="2808765"/>
                  </a:lnTo>
                  <a:lnTo>
                    <a:pt x="1095951" y="2755192"/>
                  </a:lnTo>
                  <a:lnTo>
                    <a:pt x="1104513" y="2777866"/>
                  </a:lnTo>
                  <a:lnTo>
                    <a:pt x="1113076" y="2789236"/>
                  </a:lnTo>
                  <a:lnTo>
                    <a:pt x="1121638" y="2750992"/>
                  </a:lnTo>
                  <a:lnTo>
                    <a:pt x="1130200" y="2771253"/>
                  </a:lnTo>
                  <a:lnTo>
                    <a:pt x="1138762" y="2677942"/>
                  </a:lnTo>
                  <a:lnTo>
                    <a:pt x="1147324" y="2716900"/>
                  </a:lnTo>
                  <a:lnTo>
                    <a:pt x="1155886" y="2730150"/>
                  </a:lnTo>
                  <a:lnTo>
                    <a:pt x="1164448" y="2744952"/>
                  </a:lnTo>
                  <a:lnTo>
                    <a:pt x="1173010" y="2831605"/>
                  </a:lnTo>
                  <a:lnTo>
                    <a:pt x="1181572" y="2797687"/>
                  </a:lnTo>
                  <a:lnTo>
                    <a:pt x="1190135" y="2892869"/>
                  </a:lnTo>
                  <a:lnTo>
                    <a:pt x="1198697" y="2899459"/>
                  </a:lnTo>
                  <a:lnTo>
                    <a:pt x="1207259" y="2928929"/>
                  </a:lnTo>
                  <a:lnTo>
                    <a:pt x="1215821" y="2914318"/>
                  </a:lnTo>
                  <a:lnTo>
                    <a:pt x="1224383" y="2901635"/>
                  </a:lnTo>
                  <a:lnTo>
                    <a:pt x="1232945" y="2946962"/>
                  </a:lnTo>
                  <a:lnTo>
                    <a:pt x="1241507" y="2935150"/>
                  </a:lnTo>
                  <a:lnTo>
                    <a:pt x="1250069" y="2886869"/>
                  </a:lnTo>
                  <a:lnTo>
                    <a:pt x="1258632" y="2907223"/>
                  </a:lnTo>
                  <a:lnTo>
                    <a:pt x="1267194" y="2924455"/>
                  </a:lnTo>
                  <a:lnTo>
                    <a:pt x="1275756" y="2945988"/>
                  </a:lnTo>
                  <a:lnTo>
                    <a:pt x="1284318" y="2929836"/>
                  </a:lnTo>
                  <a:lnTo>
                    <a:pt x="1292880" y="2909442"/>
                  </a:lnTo>
                  <a:lnTo>
                    <a:pt x="1301442" y="2883314"/>
                  </a:lnTo>
                  <a:lnTo>
                    <a:pt x="1310004" y="2891758"/>
                  </a:lnTo>
                  <a:lnTo>
                    <a:pt x="1318566" y="2836360"/>
                  </a:lnTo>
                  <a:lnTo>
                    <a:pt x="1327129" y="2797982"/>
                  </a:lnTo>
                  <a:lnTo>
                    <a:pt x="1335691" y="2786563"/>
                  </a:lnTo>
                  <a:lnTo>
                    <a:pt x="1344253" y="2816198"/>
                  </a:lnTo>
                  <a:lnTo>
                    <a:pt x="1352815" y="2874753"/>
                  </a:lnTo>
                  <a:lnTo>
                    <a:pt x="1361377" y="2890119"/>
                  </a:lnTo>
                  <a:lnTo>
                    <a:pt x="1369939" y="2916377"/>
                  </a:lnTo>
                  <a:lnTo>
                    <a:pt x="1378501" y="2919222"/>
                  </a:lnTo>
                  <a:lnTo>
                    <a:pt x="1387063" y="2917438"/>
                  </a:lnTo>
                  <a:lnTo>
                    <a:pt x="1395626" y="2958317"/>
                  </a:lnTo>
                  <a:lnTo>
                    <a:pt x="1404188" y="2964511"/>
                  </a:lnTo>
                  <a:lnTo>
                    <a:pt x="1412750" y="2985811"/>
                  </a:lnTo>
                  <a:lnTo>
                    <a:pt x="1421312" y="2981930"/>
                  </a:lnTo>
                  <a:lnTo>
                    <a:pt x="1429874" y="2980560"/>
                  </a:lnTo>
                  <a:lnTo>
                    <a:pt x="1438436" y="2978473"/>
                  </a:lnTo>
                  <a:lnTo>
                    <a:pt x="1446998" y="2976237"/>
                  </a:lnTo>
                  <a:lnTo>
                    <a:pt x="1455560" y="2967535"/>
                  </a:lnTo>
                  <a:lnTo>
                    <a:pt x="1464123" y="2957752"/>
                  </a:lnTo>
                  <a:lnTo>
                    <a:pt x="1472685" y="2923151"/>
                  </a:lnTo>
                  <a:lnTo>
                    <a:pt x="1481247" y="2934854"/>
                  </a:lnTo>
                  <a:lnTo>
                    <a:pt x="1489809" y="2897610"/>
                  </a:lnTo>
                  <a:lnTo>
                    <a:pt x="1498371" y="2879189"/>
                  </a:lnTo>
                  <a:lnTo>
                    <a:pt x="1506933" y="2851713"/>
                  </a:lnTo>
                  <a:lnTo>
                    <a:pt x="1515495" y="2819903"/>
                  </a:lnTo>
                  <a:lnTo>
                    <a:pt x="1524057" y="2794094"/>
                  </a:lnTo>
                  <a:lnTo>
                    <a:pt x="1532620" y="2738953"/>
                  </a:lnTo>
                  <a:lnTo>
                    <a:pt x="1541182" y="2654441"/>
                  </a:lnTo>
                  <a:lnTo>
                    <a:pt x="1549744" y="2676616"/>
                  </a:lnTo>
                  <a:lnTo>
                    <a:pt x="1558306" y="2635349"/>
                  </a:lnTo>
                  <a:lnTo>
                    <a:pt x="1566868" y="2660381"/>
                  </a:lnTo>
                  <a:lnTo>
                    <a:pt x="1575430" y="2710283"/>
                  </a:lnTo>
                  <a:lnTo>
                    <a:pt x="1583992" y="2771150"/>
                  </a:lnTo>
                  <a:lnTo>
                    <a:pt x="1592554" y="2821996"/>
                  </a:lnTo>
                  <a:lnTo>
                    <a:pt x="1601117" y="2808290"/>
                  </a:lnTo>
                  <a:lnTo>
                    <a:pt x="1609679" y="2806124"/>
                  </a:lnTo>
                  <a:lnTo>
                    <a:pt x="1618241" y="2856163"/>
                  </a:lnTo>
                  <a:lnTo>
                    <a:pt x="1626803" y="2797752"/>
                  </a:lnTo>
                  <a:lnTo>
                    <a:pt x="1635365" y="2798628"/>
                  </a:lnTo>
                  <a:lnTo>
                    <a:pt x="1643927" y="2781870"/>
                  </a:lnTo>
                  <a:lnTo>
                    <a:pt x="1652489" y="2802136"/>
                  </a:lnTo>
                  <a:lnTo>
                    <a:pt x="1661051" y="2810714"/>
                  </a:lnTo>
                  <a:lnTo>
                    <a:pt x="1669614" y="2739634"/>
                  </a:lnTo>
                  <a:lnTo>
                    <a:pt x="1678176" y="2784816"/>
                  </a:lnTo>
                  <a:lnTo>
                    <a:pt x="1686738" y="2746197"/>
                  </a:lnTo>
                  <a:lnTo>
                    <a:pt x="1695300" y="2674496"/>
                  </a:lnTo>
                  <a:lnTo>
                    <a:pt x="1703862" y="2626834"/>
                  </a:lnTo>
                  <a:lnTo>
                    <a:pt x="1712424" y="2673809"/>
                  </a:lnTo>
                  <a:lnTo>
                    <a:pt x="1720986" y="2743731"/>
                  </a:lnTo>
                  <a:lnTo>
                    <a:pt x="1729548" y="2709304"/>
                  </a:lnTo>
                  <a:lnTo>
                    <a:pt x="1738110" y="2553122"/>
                  </a:lnTo>
                  <a:lnTo>
                    <a:pt x="1746673" y="2533411"/>
                  </a:lnTo>
                  <a:lnTo>
                    <a:pt x="1755235" y="2642363"/>
                  </a:lnTo>
                  <a:lnTo>
                    <a:pt x="1763797" y="2771777"/>
                  </a:lnTo>
                  <a:lnTo>
                    <a:pt x="1772359" y="2724146"/>
                  </a:lnTo>
                  <a:lnTo>
                    <a:pt x="1780921" y="2785912"/>
                  </a:lnTo>
                  <a:lnTo>
                    <a:pt x="1789483" y="2767107"/>
                  </a:lnTo>
                  <a:lnTo>
                    <a:pt x="1798045" y="2831676"/>
                  </a:lnTo>
                  <a:lnTo>
                    <a:pt x="1806607" y="2841781"/>
                  </a:lnTo>
                  <a:lnTo>
                    <a:pt x="1815170" y="2771045"/>
                  </a:lnTo>
                  <a:lnTo>
                    <a:pt x="1823732" y="2702632"/>
                  </a:lnTo>
                  <a:lnTo>
                    <a:pt x="1832294" y="2730982"/>
                  </a:lnTo>
                  <a:lnTo>
                    <a:pt x="1840856" y="2805704"/>
                  </a:lnTo>
                  <a:lnTo>
                    <a:pt x="1849418" y="2860611"/>
                  </a:lnTo>
                  <a:lnTo>
                    <a:pt x="1857980" y="2855947"/>
                  </a:lnTo>
                  <a:lnTo>
                    <a:pt x="1866542" y="2904548"/>
                  </a:lnTo>
                  <a:lnTo>
                    <a:pt x="1875104" y="2917959"/>
                  </a:lnTo>
                  <a:lnTo>
                    <a:pt x="1883667" y="2898858"/>
                  </a:lnTo>
                  <a:lnTo>
                    <a:pt x="1892229" y="2899659"/>
                  </a:lnTo>
                  <a:lnTo>
                    <a:pt x="1900791" y="2880837"/>
                  </a:lnTo>
                  <a:lnTo>
                    <a:pt x="1909353" y="2818599"/>
                  </a:lnTo>
                  <a:lnTo>
                    <a:pt x="1917915" y="2806566"/>
                  </a:lnTo>
                  <a:lnTo>
                    <a:pt x="1926477" y="2753640"/>
                  </a:lnTo>
                  <a:lnTo>
                    <a:pt x="1935039" y="2800193"/>
                  </a:lnTo>
                  <a:lnTo>
                    <a:pt x="1943601" y="2882606"/>
                  </a:lnTo>
                  <a:lnTo>
                    <a:pt x="1952164" y="2881725"/>
                  </a:lnTo>
                  <a:lnTo>
                    <a:pt x="1960726" y="2863998"/>
                  </a:lnTo>
                  <a:lnTo>
                    <a:pt x="1969288" y="2902020"/>
                  </a:lnTo>
                  <a:lnTo>
                    <a:pt x="1977850" y="2920380"/>
                  </a:lnTo>
                  <a:lnTo>
                    <a:pt x="1986412" y="2936795"/>
                  </a:lnTo>
                  <a:lnTo>
                    <a:pt x="1994974" y="2955062"/>
                  </a:lnTo>
                  <a:lnTo>
                    <a:pt x="2003536" y="2959524"/>
                  </a:lnTo>
                  <a:lnTo>
                    <a:pt x="2012098" y="2969294"/>
                  </a:lnTo>
                  <a:lnTo>
                    <a:pt x="2020661" y="2939520"/>
                  </a:lnTo>
                  <a:lnTo>
                    <a:pt x="2029223" y="2937927"/>
                  </a:lnTo>
                  <a:lnTo>
                    <a:pt x="2037785" y="2945429"/>
                  </a:lnTo>
                  <a:lnTo>
                    <a:pt x="2046347" y="2898532"/>
                  </a:lnTo>
                  <a:lnTo>
                    <a:pt x="2054909" y="2901149"/>
                  </a:lnTo>
                  <a:lnTo>
                    <a:pt x="2063471" y="2908042"/>
                  </a:lnTo>
                  <a:lnTo>
                    <a:pt x="2072033" y="2864815"/>
                  </a:lnTo>
                  <a:lnTo>
                    <a:pt x="2080595" y="2840806"/>
                  </a:lnTo>
                  <a:lnTo>
                    <a:pt x="2089158" y="2823314"/>
                  </a:lnTo>
                  <a:lnTo>
                    <a:pt x="2097720" y="2906612"/>
                  </a:lnTo>
                  <a:lnTo>
                    <a:pt x="2106282" y="2903841"/>
                  </a:lnTo>
                  <a:lnTo>
                    <a:pt x="2114844" y="2853068"/>
                  </a:lnTo>
                  <a:lnTo>
                    <a:pt x="2123406" y="2780935"/>
                  </a:lnTo>
                  <a:lnTo>
                    <a:pt x="2131968" y="2830316"/>
                  </a:lnTo>
                  <a:lnTo>
                    <a:pt x="2140530" y="2791207"/>
                  </a:lnTo>
                  <a:lnTo>
                    <a:pt x="2149092" y="2831519"/>
                  </a:lnTo>
                  <a:lnTo>
                    <a:pt x="2157655" y="2815271"/>
                  </a:lnTo>
                  <a:lnTo>
                    <a:pt x="2166217" y="2798142"/>
                  </a:lnTo>
                  <a:lnTo>
                    <a:pt x="2174779" y="2822484"/>
                  </a:lnTo>
                  <a:lnTo>
                    <a:pt x="2183341" y="2802000"/>
                  </a:lnTo>
                  <a:lnTo>
                    <a:pt x="2191903" y="2796829"/>
                  </a:lnTo>
                  <a:lnTo>
                    <a:pt x="2200465" y="2811879"/>
                  </a:lnTo>
                  <a:lnTo>
                    <a:pt x="2209027" y="2849351"/>
                  </a:lnTo>
                  <a:lnTo>
                    <a:pt x="2217589" y="2904420"/>
                  </a:lnTo>
                  <a:lnTo>
                    <a:pt x="2226152" y="2888439"/>
                  </a:lnTo>
                  <a:lnTo>
                    <a:pt x="2234714" y="2914255"/>
                  </a:lnTo>
                  <a:lnTo>
                    <a:pt x="2243276" y="2917478"/>
                  </a:lnTo>
                  <a:lnTo>
                    <a:pt x="2251838" y="2864495"/>
                  </a:lnTo>
                  <a:lnTo>
                    <a:pt x="2260400" y="2792814"/>
                  </a:lnTo>
                  <a:lnTo>
                    <a:pt x="2268962" y="2721942"/>
                  </a:lnTo>
                  <a:lnTo>
                    <a:pt x="2277524" y="2696831"/>
                  </a:lnTo>
                  <a:lnTo>
                    <a:pt x="2286086" y="2741636"/>
                  </a:lnTo>
                  <a:lnTo>
                    <a:pt x="2294648" y="2801312"/>
                  </a:lnTo>
                  <a:lnTo>
                    <a:pt x="2303211" y="2777888"/>
                  </a:lnTo>
                  <a:lnTo>
                    <a:pt x="2311773" y="2741339"/>
                  </a:lnTo>
                  <a:lnTo>
                    <a:pt x="2320335" y="2698295"/>
                  </a:lnTo>
                  <a:lnTo>
                    <a:pt x="2328897" y="2653872"/>
                  </a:lnTo>
                  <a:lnTo>
                    <a:pt x="2337459" y="2550043"/>
                  </a:lnTo>
                  <a:lnTo>
                    <a:pt x="2346021" y="2515320"/>
                  </a:lnTo>
                  <a:lnTo>
                    <a:pt x="2354583" y="2505603"/>
                  </a:lnTo>
                  <a:lnTo>
                    <a:pt x="2363145" y="2534362"/>
                  </a:lnTo>
                  <a:lnTo>
                    <a:pt x="2371708" y="2560121"/>
                  </a:lnTo>
                  <a:lnTo>
                    <a:pt x="2380270" y="2583268"/>
                  </a:lnTo>
                  <a:lnTo>
                    <a:pt x="2388832" y="2569866"/>
                  </a:lnTo>
                  <a:lnTo>
                    <a:pt x="2397394" y="2676829"/>
                  </a:lnTo>
                  <a:lnTo>
                    <a:pt x="2405956" y="2688648"/>
                  </a:lnTo>
                  <a:lnTo>
                    <a:pt x="2414518" y="2793752"/>
                  </a:lnTo>
                  <a:lnTo>
                    <a:pt x="2423080" y="2803972"/>
                  </a:lnTo>
                  <a:lnTo>
                    <a:pt x="2431642" y="2875066"/>
                  </a:lnTo>
                  <a:lnTo>
                    <a:pt x="2440205" y="2901642"/>
                  </a:lnTo>
                  <a:lnTo>
                    <a:pt x="2448767" y="2869441"/>
                  </a:lnTo>
                  <a:lnTo>
                    <a:pt x="2457329" y="2901200"/>
                  </a:lnTo>
                  <a:lnTo>
                    <a:pt x="2465891" y="2866684"/>
                  </a:lnTo>
                  <a:lnTo>
                    <a:pt x="2474453" y="2856947"/>
                  </a:lnTo>
                  <a:lnTo>
                    <a:pt x="2483015" y="2898705"/>
                  </a:lnTo>
                  <a:lnTo>
                    <a:pt x="2491577" y="2896785"/>
                  </a:lnTo>
                  <a:lnTo>
                    <a:pt x="2500139" y="2907911"/>
                  </a:lnTo>
                  <a:lnTo>
                    <a:pt x="2508702" y="2872788"/>
                  </a:lnTo>
                  <a:lnTo>
                    <a:pt x="2517264" y="2838358"/>
                  </a:lnTo>
                  <a:lnTo>
                    <a:pt x="2525826" y="2765431"/>
                  </a:lnTo>
                  <a:lnTo>
                    <a:pt x="2534388" y="2751938"/>
                  </a:lnTo>
                  <a:lnTo>
                    <a:pt x="2542950" y="2672071"/>
                  </a:lnTo>
                  <a:lnTo>
                    <a:pt x="2551512" y="2658382"/>
                  </a:lnTo>
                  <a:lnTo>
                    <a:pt x="2560074" y="2701868"/>
                  </a:lnTo>
                  <a:lnTo>
                    <a:pt x="2568636" y="2696922"/>
                  </a:lnTo>
                  <a:lnTo>
                    <a:pt x="2577199" y="2729298"/>
                  </a:lnTo>
                  <a:lnTo>
                    <a:pt x="2585761" y="2637491"/>
                  </a:lnTo>
                  <a:lnTo>
                    <a:pt x="2594323" y="2618244"/>
                  </a:lnTo>
                  <a:lnTo>
                    <a:pt x="2602885" y="2677805"/>
                  </a:lnTo>
                  <a:lnTo>
                    <a:pt x="2611447" y="2697108"/>
                  </a:lnTo>
                  <a:lnTo>
                    <a:pt x="2620009" y="2811921"/>
                  </a:lnTo>
                  <a:lnTo>
                    <a:pt x="2628571" y="2763635"/>
                  </a:lnTo>
                  <a:lnTo>
                    <a:pt x="2637133" y="2846304"/>
                  </a:lnTo>
                  <a:lnTo>
                    <a:pt x="2645696" y="2865498"/>
                  </a:lnTo>
                  <a:lnTo>
                    <a:pt x="2654258" y="2861617"/>
                  </a:lnTo>
                  <a:lnTo>
                    <a:pt x="2662820" y="2845630"/>
                  </a:lnTo>
                  <a:lnTo>
                    <a:pt x="2671382" y="2826503"/>
                  </a:lnTo>
                  <a:lnTo>
                    <a:pt x="2679944" y="2798566"/>
                  </a:lnTo>
                  <a:lnTo>
                    <a:pt x="2688506" y="2801675"/>
                  </a:lnTo>
                  <a:lnTo>
                    <a:pt x="2697068" y="2791898"/>
                  </a:lnTo>
                  <a:lnTo>
                    <a:pt x="2705630" y="2733393"/>
                  </a:lnTo>
                  <a:lnTo>
                    <a:pt x="2714193" y="2737708"/>
                  </a:lnTo>
                  <a:lnTo>
                    <a:pt x="2722755" y="2640848"/>
                  </a:lnTo>
                  <a:lnTo>
                    <a:pt x="2731317" y="2658870"/>
                  </a:lnTo>
                  <a:lnTo>
                    <a:pt x="2739879" y="2811840"/>
                  </a:lnTo>
                  <a:lnTo>
                    <a:pt x="2748441" y="2818907"/>
                  </a:lnTo>
                  <a:lnTo>
                    <a:pt x="2757003" y="2831121"/>
                  </a:lnTo>
                  <a:lnTo>
                    <a:pt x="2765565" y="2814032"/>
                  </a:lnTo>
                  <a:lnTo>
                    <a:pt x="2774127" y="2786965"/>
                  </a:lnTo>
                  <a:lnTo>
                    <a:pt x="2782690" y="2777090"/>
                  </a:lnTo>
                  <a:lnTo>
                    <a:pt x="2791252" y="2759780"/>
                  </a:lnTo>
                  <a:lnTo>
                    <a:pt x="2799814" y="2693454"/>
                  </a:lnTo>
                  <a:lnTo>
                    <a:pt x="2808376" y="2730616"/>
                  </a:lnTo>
                  <a:lnTo>
                    <a:pt x="2816938" y="2774587"/>
                  </a:lnTo>
                  <a:lnTo>
                    <a:pt x="2825500" y="2809799"/>
                  </a:lnTo>
                  <a:lnTo>
                    <a:pt x="2834062" y="2851879"/>
                  </a:lnTo>
                  <a:lnTo>
                    <a:pt x="2842624" y="2869806"/>
                  </a:lnTo>
                  <a:lnTo>
                    <a:pt x="2851186" y="2835335"/>
                  </a:lnTo>
                  <a:lnTo>
                    <a:pt x="2859749" y="2805338"/>
                  </a:lnTo>
                  <a:lnTo>
                    <a:pt x="2868311" y="2792559"/>
                  </a:lnTo>
                  <a:lnTo>
                    <a:pt x="2876873" y="2644780"/>
                  </a:lnTo>
                  <a:lnTo>
                    <a:pt x="2885435" y="2595539"/>
                  </a:lnTo>
                  <a:lnTo>
                    <a:pt x="2893997" y="2523639"/>
                  </a:lnTo>
                  <a:lnTo>
                    <a:pt x="2902559" y="2542007"/>
                  </a:lnTo>
                  <a:lnTo>
                    <a:pt x="2911121" y="2605217"/>
                  </a:lnTo>
                  <a:lnTo>
                    <a:pt x="2919683" y="2571420"/>
                  </a:lnTo>
                  <a:lnTo>
                    <a:pt x="2928246" y="2591565"/>
                  </a:lnTo>
                  <a:lnTo>
                    <a:pt x="2936808" y="2538554"/>
                  </a:lnTo>
                  <a:lnTo>
                    <a:pt x="2945370" y="2538575"/>
                  </a:lnTo>
                  <a:lnTo>
                    <a:pt x="2953932" y="2668631"/>
                  </a:lnTo>
                  <a:lnTo>
                    <a:pt x="2962494" y="2679642"/>
                  </a:lnTo>
                  <a:lnTo>
                    <a:pt x="2971056" y="2656085"/>
                  </a:lnTo>
                  <a:lnTo>
                    <a:pt x="2979618" y="2689419"/>
                  </a:lnTo>
                  <a:lnTo>
                    <a:pt x="2988180" y="2750763"/>
                  </a:lnTo>
                  <a:lnTo>
                    <a:pt x="2996743" y="2780247"/>
                  </a:lnTo>
                  <a:lnTo>
                    <a:pt x="3005305" y="2781300"/>
                  </a:lnTo>
                  <a:lnTo>
                    <a:pt x="3013867" y="2772057"/>
                  </a:lnTo>
                  <a:lnTo>
                    <a:pt x="3022429" y="2722576"/>
                  </a:lnTo>
                  <a:lnTo>
                    <a:pt x="3030991" y="2698331"/>
                  </a:lnTo>
                  <a:lnTo>
                    <a:pt x="3039553" y="2752366"/>
                  </a:lnTo>
                  <a:lnTo>
                    <a:pt x="3048115" y="2762098"/>
                  </a:lnTo>
                  <a:lnTo>
                    <a:pt x="3056677" y="2747796"/>
                  </a:lnTo>
                  <a:lnTo>
                    <a:pt x="3065240" y="2721630"/>
                  </a:lnTo>
                  <a:lnTo>
                    <a:pt x="3073802" y="2694859"/>
                  </a:lnTo>
                  <a:lnTo>
                    <a:pt x="3082364" y="2535662"/>
                  </a:lnTo>
                  <a:lnTo>
                    <a:pt x="3090926" y="2558113"/>
                  </a:lnTo>
                  <a:lnTo>
                    <a:pt x="3099488" y="2495608"/>
                  </a:lnTo>
                  <a:lnTo>
                    <a:pt x="3108050" y="2561935"/>
                  </a:lnTo>
                  <a:lnTo>
                    <a:pt x="3116612" y="2692778"/>
                  </a:lnTo>
                  <a:lnTo>
                    <a:pt x="3125174" y="2779655"/>
                  </a:lnTo>
                  <a:lnTo>
                    <a:pt x="3133737" y="2724788"/>
                  </a:lnTo>
                  <a:lnTo>
                    <a:pt x="3142299" y="2739284"/>
                  </a:lnTo>
                  <a:lnTo>
                    <a:pt x="3150861" y="2777610"/>
                  </a:lnTo>
                  <a:lnTo>
                    <a:pt x="3159423" y="2754299"/>
                  </a:lnTo>
                  <a:lnTo>
                    <a:pt x="3167985" y="2772320"/>
                  </a:lnTo>
                  <a:lnTo>
                    <a:pt x="3176547" y="2727889"/>
                  </a:lnTo>
                  <a:lnTo>
                    <a:pt x="3185109" y="2763211"/>
                  </a:lnTo>
                  <a:lnTo>
                    <a:pt x="3193671" y="2832272"/>
                  </a:lnTo>
                  <a:lnTo>
                    <a:pt x="3202234" y="2806255"/>
                  </a:lnTo>
                  <a:lnTo>
                    <a:pt x="3210796" y="2823691"/>
                  </a:lnTo>
                  <a:lnTo>
                    <a:pt x="3219358" y="2819110"/>
                  </a:lnTo>
                  <a:lnTo>
                    <a:pt x="3227920" y="2790788"/>
                  </a:lnTo>
                  <a:lnTo>
                    <a:pt x="3236482" y="2757534"/>
                  </a:lnTo>
                  <a:lnTo>
                    <a:pt x="3245044" y="2735992"/>
                  </a:lnTo>
                  <a:lnTo>
                    <a:pt x="3253606" y="2723022"/>
                  </a:lnTo>
                  <a:lnTo>
                    <a:pt x="3262168" y="2692259"/>
                  </a:lnTo>
                  <a:lnTo>
                    <a:pt x="3270731" y="2691532"/>
                  </a:lnTo>
                  <a:lnTo>
                    <a:pt x="3279293" y="2669281"/>
                  </a:lnTo>
                  <a:lnTo>
                    <a:pt x="3287855" y="2682925"/>
                  </a:lnTo>
                  <a:lnTo>
                    <a:pt x="3296417" y="2683898"/>
                  </a:lnTo>
                  <a:lnTo>
                    <a:pt x="3304979" y="2578961"/>
                  </a:lnTo>
                  <a:lnTo>
                    <a:pt x="3313541" y="2602682"/>
                  </a:lnTo>
                  <a:lnTo>
                    <a:pt x="3322103" y="2618783"/>
                  </a:lnTo>
                  <a:lnTo>
                    <a:pt x="3330665" y="2583040"/>
                  </a:lnTo>
                  <a:lnTo>
                    <a:pt x="3339228" y="2599738"/>
                  </a:lnTo>
                  <a:lnTo>
                    <a:pt x="3347790" y="2625955"/>
                  </a:lnTo>
                  <a:lnTo>
                    <a:pt x="3356352" y="2676778"/>
                  </a:lnTo>
                  <a:lnTo>
                    <a:pt x="3364914" y="2651852"/>
                  </a:lnTo>
                  <a:lnTo>
                    <a:pt x="3373476" y="2636303"/>
                  </a:lnTo>
                  <a:lnTo>
                    <a:pt x="3382038" y="2645490"/>
                  </a:lnTo>
                  <a:lnTo>
                    <a:pt x="3390600" y="2622742"/>
                  </a:lnTo>
                  <a:lnTo>
                    <a:pt x="3399162" y="2717082"/>
                  </a:lnTo>
                  <a:lnTo>
                    <a:pt x="3407724" y="2743909"/>
                  </a:lnTo>
                  <a:lnTo>
                    <a:pt x="3416287" y="2778669"/>
                  </a:lnTo>
                  <a:lnTo>
                    <a:pt x="3424849" y="2791463"/>
                  </a:lnTo>
                  <a:lnTo>
                    <a:pt x="3433411" y="2771036"/>
                  </a:lnTo>
                  <a:lnTo>
                    <a:pt x="3441973" y="2769707"/>
                  </a:lnTo>
                  <a:lnTo>
                    <a:pt x="3450535" y="2765139"/>
                  </a:lnTo>
                  <a:lnTo>
                    <a:pt x="3459097" y="2758173"/>
                  </a:lnTo>
                  <a:lnTo>
                    <a:pt x="3467659" y="2761241"/>
                  </a:lnTo>
                  <a:lnTo>
                    <a:pt x="3476221" y="2767705"/>
                  </a:lnTo>
                  <a:lnTo>
                    <a:pt x="3484784" y="2730658"/>
                  </a:lnTo>
                  <a:lnTo>
                    <a:pt x="3493346" y="2755696"/>
                  </a:lnTo>
                  <a:lnTo>
                    <a:pt x="3501908" y="2769884"/>
                  </a:lnTo>
                  <a:lnTo>
                    <a:pt x="3510470" y="2728267"/>
                  </a:lnTo>
                  <a:lnTo>
                    <a:pt x="3519032" y="2686052"/>
                  </a:lnTo>
                  <a:lnTo>
                    <a:pt x="3527594" y="2675498"/>
                  </a:lnTo>
                  <a:lnTo>
                    <a:pt x="3536156" y="2657600"/>
                  </a:lnTo>
                  <a:lnTo>
                    <a:pt x="3544718" y="2675969"/>
                  </a:lnTo>
                  <a:lnTo>
                    <a:pt x="3553281" y="2642559"/>
                  </a:lnTo>
                  <a:lnTo>
                    <a:pt x="3561843" y="2603808"/>
                  </a:lnTo>
                  <a:lnTo>
                    <a:pt x="3570405" y="2568186"/>
                  </a:lnTo>
                  <a:lnTo>
                    <a:pt x="3578967" y="2467952"/>
                  </a:lnTo>
                  <a:lnTo>
                    <a:pt x="3587529" y="2539079"/>
                  </a:lnTo>
                  <a:lnTo>
                    <a:pt x="3596091" y="2439499"/>
                  </a:lnTo>
                  <a:lnTo>
                    <a:pt x="3604653" y="2429379"/>
                  </a:lnTo>
                  <a:lnTo>
                    <a:pt x="3613215" y="2507387"/>
                  </a:lnTo>
                  <a:lnTo>
                    <a:pt x="3621778" y="2495738"/>
                  </a:lnTo>
                  <a:lnTo>
                    <a:pt x="3630340" y="2346604"/>
                  </a:lnTo>
                  <a:lnTo>
                    <a:pt x="3638902" y="2335725"/>
                  </a:lnTo>
                  <a:lnTo>
                    <a:pt x="3647464" y="2293284"/>
                  </a:lnTo>
                  <a:lnTo>
                    <a:pt x="3656026" y="2186258"/>
                  </a:lnTo>
                  <a:lnTo>
                    <a:pt x="3664588" y="2182046"/>
                  </a:lnTo>
                  <a:lnTo>
                    <a:pt x="3673150" y="2035052"/>
                  </a:lnTo>
                  <a:lnTo>
                    <a:pt x="3681712" y="2094002"/>
                  </a:lnTo>
                  <a:lnTo>
                    <a:pt x="3690275" y="2089246"/>
                  </a:lnTo>
                  <a:lnTo>
                    <a:pt x="3698837" y="2030770"/>
                  </a:lnTo>
                  <a:lnTo>
                    <a:pt x="3707399" y="1969407"/>
                  </a:lnTo>
                  <a:lnTo>
                    <a:pt x="3715961" y="2038093"/>
                  </a:lnTo>
                  <a:lnTo>
                    <a:pt x="3724523" y="1995113"/>
                  </a:lnTo>
                  <a:lnTo>
                    <a:pt x="3733085" y="1975641"/>
                  </a:lnTo>
                  <a:lnTo>
                    <a:pt x="3741647" y="1932486"/>
                  </a:lnTo>
                  <a:lnTo>
                    <a:pt x="3750209" y="1756595"/>
                  </a:lnTo>
                  <a:lnTo>
                    <a:pt x="3758772" y="1735707"/>
                  </a:lnTo>
                  <a:lnTo>
                    <a:pt x="3767334" y="1537867"/>
                  </a:lnTo>
                  <a:lnTo>
                    <a:pt x="3775896" y="1462312"/>
                  </a:lnTo>
                  <a:lnTo>
                    <a:pt x="3784458" y="1423242"/>
                  </a:lnTo>
                  <a:lnTo>
                    <a:pt x="3793020" y="1321367"/>
                  </a:lnTo>
                  <a:lnTo>
                    <a:pt x="3801582" y="1208097"/>
                  </a:lnTo>
                  <a:lnTo>
                    <a:pt x="3810144" y="1170065"/>
                  </a:lnTo>
                  <a:lnTo>
                    <a:pt x="3818706" y="1179695"/>
                  </a:lnTo>
                  <a:lnTo>
                    <a:pt x="3827269" y="1198930"/>
                  </a:lnTo>
                  <a:lnTo>
                    <a:pt x="3835831" y="1109895"/>
                  </a:lnTo>
                  <a:lnTo>
                    <a:pt x="3844393" y="950320"/>
                  </a:lnTo>
                  <a:lnTo>
                    <a:pt x="3852955" y="836840"/>
                  </a:lnTo>
                  <a:lnTo>
                    <a:pt x="3861517" y="765650"/>
                  </a:lnTo>
                  <a:lnTo>
                    <a:pt x="3870079" y="717226"/>
                  </a:lnTo>
                  <a:lnTo>
                    <a:pt x="3878641" y="732304"/>
                  </a:lnTo>
                  <a:lnTo>
                    <a:pt x="3887203" y="796881"/>
                  </a:lnTo>
                  <a:lnTo>
                    <a:pt x="3895766" y="775561"/>
                  </a:lnTo>
                  <a:lnTo>
                    <a:pt x="3904328" y="787994"/>
                  </a:lnTo>
                  <a:lnTo>
                    <a:pt x="3912890" y="810984"/>
                  </a:lnTo>
                  <a:lnTo>
                    <a:pt x="3921452" y="808981"/>
                  </a:lnTo>
                  <a:lnTo>
                    <a:pt x="3930014" y="782895"/>
                  </a:lnTo>
                  <a:lnTo>
                    <a:pt x="3938576" y="912159"/>
                  </a:lnTo>
                  <a:lnTo>
                    <a:pt x="3947138" y="795634"/>
                  </a:lnTo>
                  <a:lnTo>
                    <a:pt x="3955700" y="597714"/>
                  </a:lnTo>
                  <a:lnTo>
                    <a:pt x="3964262" y="536530"/>
                  </a:lnTo>
                  <a:lnTo>
                    <a:pt x="3972825" y="529297"/>
                  </a:lnTo>
                  <a:lnTo>
                    <a:pt x="3981387" y="437645"/>
                  </a:lnTo>
                  <a:lnTo>
                    <a:pt x="3989949" y="450709"/>
                  </a:lnTo>
                  <a:lnTo>
                    <a:pt x="3998511" y="239571"/>
                  </a:lnTo>
                  <a:lnTo>
                    <a:pt x="4007073" y="236635"/>
                  </a:lnTo>
                  <a:lnTo>
                    <a:pt x="4015635" y="230342"/>
                  </a:lnTo>
                  <a:lnTo>
                    <a:pt x="4024197" y="215855"/>
                  </a:lnTo>
                  <a:lnTo>
                    <a:pt x="4032759" y="245522"/>
                  </a:lnTo>
                  <a:lnTo>
                    <a:pt x="4041322" y="192859"/>
                  </a:lnTo>
                  <a:lnTo>
                    <a:pt x="4049884" y="195859"/>
                  </a:lnTo>
                  <a:lnTo>
                    <a:pt x="4058446" y="107390"/>
                  </a:lnTo>
                  <a:lnTo>
                    <a:pt x="4067008" y="82269"/>
                  </a:lnTo>
                  <a:lnTo>
                    <a:pt x="4075570" y="0"/>
                  </a:lnTo>
                  <a:lnTo>
                    <a:pt x="4084132" y="37581"/>
                  </a:lnTo>
                  <a:lnTo>
                    <a:pt x="4092694" y="35383"/>
                  </a:lnTo>
                  <a:lnTo>
                    <a:pt x="4101256" y="165721"/>
                  </a:lnTo>
                  <a:lnTo>
                    <a:pt x="4109819" y="237768"/>
                  </a:lnTo>
                  <a:lnTo>
                    <a:pt x="4118381" y="275430"/>
                  </a:lnTo>
                  <a:lnTo>
                    <a:pt x="4126943" y="354308"/>
                  </a:lnTo>
                  <a:lnTo>
                    <a:pt x="4135505" y="518975"/>
                  </a:lnTo>
                  <a:lnTo>
                    <a:pt x="4144067" y="602018"/>
                  </a:lnTo>
                  <a:lnTo>
                    <a:pt x="4152629" y="616086"/>
                  </a:lnTo>
                  <a:lnTo>
                    <a:pt x="4161191" y="636363"/>
                  </a:lnTo>
                  <a:lnTo>
                    <a:pt x="4169753" y="450637"/>
                  </a:lnTo>
                  <a:lnTo>
                    <a:pt x="4178316" y="441815"/>
                  </a:lnTo>
                  <a:lnTo>
                    <a:pt x="4186878" y="414282"/>
                  </a:lnTo>
                  <a:lnTo>
                    <a:pt x="4195440" y="447077"/>
                  </a:lnTo>
                  <a:lnTo>
                    <a:pt x="4204002" y="345658"/>
                  </a:lnTo>
                  <a:lnTo>
                    <a:pt x="4212564" y="400433"/>
                  </a:lnTo>
                  <a:lnTo>
                    <a:pt x="4221126" y="482189"/>
                  </a:lnTo>
                  <a:lnTo>
                    <a:pt x="4229688" y="447898"/>
                  </a:lnTo>
                  <a:lnTo>
                    <a:pt x="4238250" y="503575"/>
                  </a:lnTo>
                  <a:lnTo>
                    <a:pt x="4246813" y="495504"/>
                  </a:lnTo>
                  <a:lnTo>
                    <a:pt x="4255375" y="525169"/>
                  </a:lnTo>
                  <a:lnTo>
                    <a:pt x="4263937" y="651095"/>
                  </a:lnTo>
                  <a:lnTo>
                    <a:pt x="4272499" y="624839"/>
                  </a:lnTo>
                  <a:lnTo>
                    <a:pt x="4281061" y="614812"/>
                  </a:lnTo>
                  <a:lnTo>
                    <a:pt x="4289623" y="471946"/>
                  </a:lnTo>
                  <a:lnTo>
                    <a:pt x="4298185" y="811852"/>
                  </a:lnTo>
                  <a:lnTo>
                    <a:pt x="4306747" y="714141"/>
                  </a:lnTo>
                  <a:lnTo>
                    <a:pt x="4315310" y="765894"/>
                  </a:lnTo>
                  <a:lnTo>
                    <a:pt x="4323872" y="1001649"/>
                  </a:lnTo>
                  <a:lnTo>
                    <a:pt x="4332434" y="1013227"/>
                  </a:lnTo>
                  <a:lnTo>
                    <a:pt x="4340996" y="1235455"/>
                  </a:lnTo>
                  <a:lnTo>
                    <a:pt x="4349558" y="1533881"/>
                  </a:lnTo>
                  <a:lnTo>
                    <a:pt x="4358120" y="1367176"/>
                  </a:lnTo>
                  <a:lnTo>
                    <a:pt x="4366682" y="1537711"/>
                  </a:lnTo>
                  <a:lnTo>
                    <a:pt x="4375244" y="1772845"/>
                  </a:lnTo>
                  <a:lnTo>
                    <a:pt x="4383807" y="1800811"/>
                  </a:lnTo>
                  <a:lnTo>
                    <a:pt x="4392369" y="1907212"/>
                  </a:lnTo>
                  <a:lnTo>
                    <a:pt x="4400931" y="1845700"/>
                  </a:lnTo>
                  <a:lnTo>
                    <a:pt x="4409493" y="1734939"/>
                  </a:lnTo>
                  <a:lnTo>
                    <a:pt x="4418055" y="1625942"/>
                  </a:lnTo>
                  <a:lnTo>
                    <a:pt x="4426617" y="1577500"/>
                  </a:lnTo>
                  <a:lnTo>
                    <a:pt x="4435179" y="1777353"/>
                  </a:lnTo>
                  <a:lnTo>
                    <a:pt x="4443741" y="1817674"/>
                  </a:lnTo>
                  <a:lnTo>
                    <a:pt x="4452304" y="2023138"/>
                  </a:lnTo>
                  <a:lnTo>
                    <a:pt x="4460866" y="1998707"/>
                  </a:lnTo>
                  <a:lnTo>
                    <a:pt x="4469428" y="1895698"/>
                  </a:lnTo>
                  <a:lnTo>
                    <a:pt x="4477990" y="1787062"/>
                  </a:lnTo>
                  <a:lnTo>
                    <a:pt x="4486552" y="1955823"/>
                  </a:lnTo>
                  <a:lnTo>
                    <a:pt x="4495114" y="1929010"/>
                  </a:lnTo>
                  <a:lnTo>
                    <a:pt x="4503676" y="1815451"/>
                  </a:lnTo>
                  <a:lnTo>
                    <a:pt x="4512238" y="1736370"/>
                  </a:lnTo>
                  <a:lnTo>
                    <a:pt x="4520800" y="1666955"/>
                  </a:lnTo>
                  <a:lnTo>
                    <a:pt x="4529363" y="1637837"/>
                  </a:lnTo>
                  <a:lnTo>
                    <a:pt x="4537925" y="1393668"/>
                  </a:lnTo>
                  <a:lnTo>
                    <a:pt x="4546487" y="1356563"/>
                  </a:lnTo>
                  <a:lnTo>
                    <a:pt x="4555049" y="1230149"/>
                  </a:lnTo>
                  <a:lnTo>
                    <a:pt x="4563611" y="1254017"/>
                  </a:lnTo>
                  <a:lnTo>
                    <a:pt x="4572173" y="1183847"/>
                  </a:lnTo>
                  <a:lnTo>
                    <a:pt x="4580735" y="1249865"/>
                  </a:lnTo>
                  <a:lnTo>
                    <a:pt x="4589297" y="1348271"/>
                  </a:lnTo>
                  <a:lnTo>
                    <a:pt x="4597860" y="1292844"/>
                  </a:lnTo>
                  <a:lnTo>
                    <a:pt x="4606422" y="1266955"/>
                  </a:lnTo>
                  <a:lnTo>
                    <a:pt x="4614984" y="1287295"/>
                  </a:lnTo>
                  <a:lnTo>
                    <a:pt x="4623546" y="1366565"/>
                  </a:lnTo>
                  <a:lnTo>
                    <a:pt x="4632108" y="1417593"/>
                  </a:lnTo>
                  <a:lnTo>
                    <a:pt x="4640670" y="1440089"/>
                  </a:lnTo>
                  <a:lnTo>
                    <a:pt x="4649232" y="1791289"/>
                  </a:lnTo>
                  <a:lnTo>
                    <a:pt x="4657794" y="1838269"/>
                  </a:lnTo>
                  <a:lnTo>
                    <a:pt x="4666357" y="1775321"/>
                  </a:lnTo>
                  <a:lnTo>
                    <a:pt x="4674919" y="1907277"/>
                  </a:lnTo>
                  <a:lnTo>
                    <a:pt x="4683481" y="2079824"/>
                  </a:lnTo>
                  <a:lnTo>
                    <a:pt x="4692043" y="2076224"/>
                  </a:lnTo>
                  <a:lnTo>
                    <a:pt x="4700605" y="2104607"/>
                  </a:lnTo>
                  <a:lnTo>
                    <a:pt x="4709167" y="2184300"/>
                  </a:lnTo>
                  <a:lnTo>
                    <a:pt x="4717729" y="2088579"/>
                  </a:lnTo>
                  <a:lnTo>
                    <a:pt x="4726291" y="2092146"/>
                  </a:lnTo>
                  <a:lnTo>
                    <a:pt x="4734854" y="2133706"/>
                  </a:lnTo>
                  <a:lnTo>
                    <a:pt x="4743416" y="2243209"/>
                  </a:lnTo>
                  <a:lnTo>
                    <a:pt x="4751978" y="2107921"/>
                  </a:lnTo>
                  <a:lnTo>
                    <a:pt x="4760540" y="2103953"/>
                  </a:lnTo>
                  <a:lnTo>
                    <a:pt x="4769102" y="2112510"/>
                  </a:lnTo>
                  <a:lnTo>
                    <a:pt x="4777664" y="2234069"/>
                  </a:lnTo>
                  <a:lnTo>
                    <a:pt x="4786226" y="2294900"/>
                  </a:lnTo>
                  <a:lnTo>
                    <a:pt x="4794788" y="2295992"/>
                  </a:lnTo>
                  <a:lnTo>
                    <a:pt x="4803351" y="2365110"/>
                  </a:lnTo>
                  <a:lnTo>
                    <a:pt x="4811913" y="2421296"/>
                  </a:lnTo>
                  <a:lnTo>
                    <a:pt x="4820475" y="2480402"/>
                  </a:lnTo>
                  <a:lnTo>
                    <a:pt x="4829037" y="2506152"/>
                  </a:lnTo>
                  <a:lnTo>
                    <a:pt x="4837599" y="2484033"/>
                  </a:lnTo>
                  <a:lnTo>
                    <a:pt x="4846161" y="2418236"/>
                  </a:lnTo>
                  <a:lnTo>
                    <a:pt x="4854723" y="2508884"/>
                  </a:lnTo>
                  <a:lnTo>
                    <a:pt x="4863285" y="2479186"/>
                  </a:lnTo>
                  <a:lnTo>
                    <a:pt x="4871848" y="2468172"/>
                  </a:lnTo>
                  <a:lnTo>
                    <a:pt x="4880410" y="2494980"/>
                  </a:lnTo>
                  <a:lnTo>
                    <a:pt x="4888972" y="2394451"/>
                  </a:lnTo>
                  <a:lnTo>
                    <a:pt x="4897534" y="2426289"/>
                  </a:lnTo>
                  <a:lnTo>
                    <a:pt x="4906096" y="2432600"/>
                  </a:lnTo>
                  <a:lnTo>
                    <a:pt x="4914658" y="2518435"/>
                  </a:lnTo>
                  <a:lnTo>
                    <a:pt x="4923220" y="2609748"/>
                  </a:lnTo>
                  <a:lnTo>
                    <a:pt x="4931782" y="2605979"/>
                  </a:lnTo>
                  <a:lnTo>
                    <a:pt x="4940345" y="2618815"/>
                  </a:lnTo>
                  <a:lnTo>
                    <a:pt x="4948907" y="2614495"/>
                  </a:lnTo>
                  <a:lnTo>
                    <a:pt x="4957469" y="2589328"/>
                  </a:lnTo>
                  <a:lnTo>
                    <a:pt x="4966031" y="2558727"/>
                  </a:lnTo>
                  <a:lnTo>
                    <a:pt x="4974593" y="2496871"/>
                  </a:lnTo>
                  <a:lnTo>
                    <a:pt x="4983155" y="2559249"/>
                  </a:lnTo>
                  <a:lnTo>
                    <a:pt x="4991717" y="2571499"/>
                  </a:lnTo>
                  <a:lnTo>
                    <a:pt x="5000279" y="2547704"/>
                  </a:lnTo>
                  <a:lnTo>
                    <a:pt x="5008842" y="2551222"/>
                  </a:lnTo>
                  <a:lnTo>
                    <a:pt x="5017404" y="2626377"/>
                  </a:lnTo>
                  <a:lnTo>
                    <a:pt x="5025966" y="2597104"/>
                  </a:lnTo>
                  <a:lnTo>
                    <a:pt x="5034528" y="2670375"/>
                  </a:lnTo>
                  <a:lnTo>
                    <a:pt x="5043090" y="2631398"/>
                  </a:lnTo>
                  <a:lnTo>
                    <a:pt x="5051652" y="2604090"/>
                  </a:lnTo>
                  <a:lnTo>
                    <a:pt x="5060214" y="2597772"/>
                  </a:lnTo>
                  <a:lnTo>
                    <a:pt x="5068776" y="2489675"/>
                  </a:lnTo>
                  <a:lnTo>
                    <a:pt x="5077338" y="2391570"/>
                  </a:lnTo>
                  <a:lnTo>
                    <a:pt x="5085901" y="2477980"/>
                  </a:lnTo>
                  <a:lnTo>
                    <a:pt x="5094463" y="2531171"/>
                  </a:lnTo>
                  <a:lnTo>
                    <a:pt x="5103025" y="2398779"/>
                  </a:lnTo>
                  <a:lnTo>
                    <a:pt x="5111587" y="2384654"/>
                  </a:lnTo>
                  <a:lnTo>
                    <a:pt x="5120149" y="2248994"/>
                  </a:lnTo>
                  <a:lnTo>
                    <a:pt x="5128711" y="2073161"/>
                  </a:lnTo>
                  <a:lnTo>
                    <a:pt x="5137273" y="2290367"/>
                  </a:lnTo>
                  <a:lnTo>
                    <a:pt x="5145835" y="2434447"/>
                  </a:lnTo>
                  <a:lnTo>
                    <a:pt x="5154398" y="2539053"/>
                  </a:lnTo>
                  <a:lnTo>
                    <a:pt x="5162960" y="2592735"/>
                  </a:lnTo>
                  <a:lnTo>
                    <a:pt x="5171522" y="2568506"/>
                  </a:lnTo>
                  <a:lnTo>
                    <a:pt x="5180084" y="2490623"/>
                  </a:lnTo>
                  <a:lnTo>
                    <a:pt x="5188646" y="2269578"/>
                  </a:lnTo>
                  <a:lnTo>
                    <a:pt x="5197208" y="2254576"/>
                  </a:lnTo>
                  <a:lnTo>
                    <a:pt x="5205770" y="2305108"/>
                  </a:lnTo>
                  <a:lnTo>
                    <a:pt x="5214332" y="2458988"/>
                  </a:lnTo>
                  <a:lnTo>
                    <a:pt x="5222895" y="2562574"/>
                  </a:lnTo>
                  <a:lnTo>
                    <a:pt x="5231457" y="2637487"/>
                  </a:lnTo>
                  <a:lnTo>
                    <a:pt x="5240019" y="2620071"/>
                  </a:lnTo>
                  <a:lnTo>
                    <a:pt x="5248581" y="2657579"/>
                  </a:lnTo>
                  <a:lnTo>
                    <a:pt x="5257143" y="2712344"/>
                  </a:lnTo>
                  <a:lnTo>
                    <a:pt x="5265705" y="2748790"/>
                  </a:lnTo>
                  <a:lnTo>
                    <a:pt x="5274267" y="2736364"/>
                  </a:lnTo>
                  <a:lnTo>
                    <a:pt x="5282829" y="2764678"/>
                  </a:lnTo>
                  <a:lnTo>
                    <a:pt x="5291392" y="2815647"/>
                  </a:lnTo>
                  <a:lnTo>
                    <a:pt x="5299954" y="2807596"/>
                  </a:lnTo>
                  <a:lnTo>
                    <a:pt x="5308516" y="2815493"/>
                  </a:lnTo>
                  <a:lnTo>
                    <a:pt x="5317078" y="2783024"/>
                  </a:lnTo>
                  <a:lnTo>
                    <a:pt x="5325640" y="2765892"/>
                  </a:lnTo>
                  <a:lnTo>
                    <a:pt x="5334202" y="2777377"/>
                  </a:lnTo>
                  <a:lnTo>
                    <a:pt x="5342764" y="2777616"/>
                  </a:lnTo>
                  <a:lnTo>
                    <a:pt x="5351326" y="2753081"/>
                  </a:lnTo>
                  <a:lnTo>
                    <a:pt x="5359889" y="2762684"/>
                  </a:lnTo>
                  <a:lnTo>
                    <a:pt x="5368451" y="2794205"/>
                  </a:lnTo>
                  <a:lnTo>
                    <a:pt x="5377013" y="2817676"/>
                  </a:lnTo>
                  <a:lnTo>
                    <a:pt x="5385575" y="2828079"/>
                  </a:lnTo>
                  <a:lnTo>
                    <a:pt x="5394137" y="2800742"/>
                  </a:lnTo>
                  <a:lnTo>
                    <a:pt x="5402699" y="2834921"/>
                  </a:lnTo>
                  <a:lnTo>
                    <a:pt x="5411261" y="2829027"/>
                  </a:lnTo>
                  <a:lnTo>
                    <a:pt x="5419823" y="2799635"/>
                  </a:lnTo>
                  <a:lnTo>
                    <a:pt x="5428386" y="2759986"/>
                  </a:lnTo>
                  <a:lnTo>
                    <a:pt x="5436948" y="2744082"/>
                  </a:lnTo>
                  <a:lnTo>
                    <a:pt x="5445510" y="2780746"/>
                  </a:lnTo>
                  <a:lnTo>
                    <a:pt x="5454072" y="2709095"/>
                  </a:lnTo>
                  <a:lnTo>
                    <a:pt x="5462634" y="2540120"/>
                  </a:lnTo>
                  <a:lnTo>
                    <a:pt x="5471196" y="2560902"/>
                  </a:lnTo>
                  <a:lnTo>
                    <a:pt x="5479758" y="2679029"/>
                  </a:lnTo>
                  <a:lnTo>
                    <a:pt x="5488320" y="2787891"/>
                  </a:lnTo>
                  <a:lnTo>
                    <a:pt x="5496883" y="2682280"/>
                  </a:lnTo>
                  <a:lnTo>
                    <a:pt x="5505445" y="2555728"/>
                  </a:lnTo>
                  <a:lnTo>
                    <a:pt x="5514007" y="2562884"/>
                  </a:lnTo>
                  <a:lnTo>
                    <a:pt x="5522569" y="2601032"/>
                  </a:lnTo>
                  <a:lnTo>
                    <a:pt x="5531131" y="2657805"/>
                  </a:lnTo>
                  <a:lnTo>
                    <a:pt x="5539693" y="2657449"/>
                  </a:lnTo>
                  <a:lnTo>
                    <a:pt x="5548255" y="2703257"/>
                  </a:lnTo>
                  <a:lnTo>
                    <a:pt x="5556817" y="2807109"/>
                  </a:lnTo>
                  <a:lnTo>
                    <a:pt x="5565380" y="2808768"/>
                  </a:lnTo>
                  <a:lnTo>
                    <a:pt x="5573942" y="2815419"/>
                  </a:lnTo>
                  <a:lnTo>
                    <a:pt x="5582504" y="2774347"/>
                  </a:lnTo>
                  <a:lnTo>
                    <a:pt x="5591066" y="2778336"/>
                  </a:lnTo>
                  <a:lnTo>
                    <a:pt x="5599628" y="2756985"/>
                  </a:lnTo>
                  <a:lnTo>
                    <a:pt x="5608190" y="2727353"/>
                  </a:lnTo>
                  <a:lnTo>
                    <a:pt x="5616752" y="2690952"/>
                  </a:lnTo>
                  <a:lnTo>
                    <a:pt x="5625314" y="2649441"/>
                  </a:lnTo>
                  <a:lnTo>
                    <a:pt x="5633876" y="2682838"/>
                  </a:lnTo>
                  <a:lnTo>
                    <a:pt x="5642439" y="2697598"/>
                  </a:lnTo>
                  <a:lnTo>
                    <a:pt x="5651001" y="2699741"/>
                  </a:lnTo>
                  <a:lnTo>
                    <a:pt x="5659563" y="2711058"/>
                  </a:lnTo>
                  <a:lnTo>
                    <a:pt x="5668125" y="2619229"/>
                  </a:lnTo>
                  <a:lnTo>
                    <a:pt x="5676687" y="2572885"/>
                  </a:lnTo>
                  <a:lnTo>
                    <a:pt x="5685249" y="2500969"/>
                  </a:lnTo>
                  <a:lnTo>
                    <a:pt x="5693811" y="2444930"/>
                  </a:lnTo>
                  <a:lnTo>
                    <a:pt x="5702373" y="2407172"/>
                  </a:lnTo>
                  <a:lnTo>
                    <a:pt x="5710936" y="2427148"/>
                  </a:lnTo>
                  <a:lnTo>
                    <a:pt x="5719498" y="2499094"/>
                  </a:lnTo>
                  <a:lnTo>
                    <a:pt x="5728060" y="2547295"/>
                  </a:lnTo>
                  <a:lnTo>
                    <a:pt x="5736622" y="2581420"/>
                  </a:lnTo>
                  <a:lnTo>
                    <a:pt x="5745184" y="2718059"/>
                  </a:lnTo>
                  <a:lnTo>
                    <a:pt x="5753746" y="2752802"/>
                  </a:lnTo>
                  <a:lnTo>
                    <a:pt x="5762308" y="2770549"/>
                  </a:lnTo>
                  <a:lnTo>
                    <a:pt x="5770870" y="2750390"/>
                  </a:lnTo>
                  <a:lnTo>
                    <a:pt x="5779433" y="2793355"/>
                  </a:lnTo>
                  <a:lnTo>
                    <a:pt x="5787995" y="2828593"/>
                  </a:lnTo>
                  <a:lnTo>
                    <a:pt x="5796557" y="2790366"/>
                  </a:lnTo>
                  <a:lnTo>
                    <a:pt x="5805119" y="2815563"/>
                  </a:lnTo>
                  <a:lnTo>
                    <a:pt x="5813681" y="2707667"/>
                  </a:lnTo>
                  <a:lnTo>
                    <a:pt x="5822243" y="2774851"/>
                  </a:lnTo>
                  <a:lnTo>
                    <a:pt x="5830805" y="2541209"/>
                  </a:lnTo>
                  <a:lnTo>
                    <a:pt x="5839367" y="2527413"/>
                  </a:lnTo>
                  <a:lnTo>
                    <a:pt x="5847930" y="2644204"/>
                  </a:lnTo>
                  <a:lnTo>
                    <a:pt x="5856492" y="2722228"/>
                  </a:lnTo>
                  <a:lnTo>
                    <a:pt x="5865054" y="2758615"/>
                  </a:lnTo>
                  <a:lnTo>
                    <a:pt x="5873616" y="2752168"/>
                  </a:lnTo>
                  <a:lnTo>
                    <a:pt x="5882178" y="2734937"/>
                  </a:lnTo>
                  <a:lnTo>
                    <a:pt x="5890740" y="2721684"/>
                  </a:lnTo>
                  <a:lnTo>
                    <a:pt x="5899302" y="2698026"/>
                  </a:lnTo>
                  <a:lnTo>
                    <a:pt x="5907864" y="2713194"/>
                  </a:lnTo>
                  <a:lnTo>
                    <a:pt x="5916427" y="2654250"/>
                  </a:lnTo>
                  <a:lnTo>
                    <a:pt x="5924989" y="2594864"/>
                  </a:lnTo>
                  <a:lnTo>
                    <a:pt x="5933551" y="2529570"/>
                  </a:lnTo>
                  <a:lnTo>
                    <a:pt x="5942113" y="2599943"/>
                  </a:lnTo>
                  <a:lnTo>
                    <a:pt x="5950675" y="2687484"/>
                  </a:lnTo>
                  <a:lnTo>
                    <a:pt x="5959237" y="2660015"/>
                  </a:lnTo>
                  <a:lnTo>
                    <a:pt x="5967799" y="2669564"/>
                  </a:lnTo>
                  <a:lnTo>
                    <a:pt x="5976361" y="2571098"/>
                  </a:lnTo>
                  <a:lnTo>
                    <a:pt x="5984924" y="2577287"/>
                  </a:lnTo>
                  <a:lnTo>
                    <a:pt x="5993486" y="2650837"/>
                  </a:lnTo>
                  <a:lnTo>
                    <a:pt x="6002048" y="2585649"/>
                  </a:lnTo>
                  <a:lnTo>
                    <a:pt x="6010610" y="2725691"/>
                  </a:lnTo>
                  <a:lnTo>
                    <a:pt x="6019172" y="2666244"/>
                  </a:lnTo>
                  <a:lnTo>
                    <a:pt x="6027734" y="2796712"/>
                  </a:lnTo>
                  <a:lnTo>
                    <a:pt x="6036296" y="2800660"/>
                  </a:lnTo>
                  <a:lnTo>
                    <a:pt x="6044858" y="2744872"/>
                  </a:lnTo>
                  <a:lnTo>
                    <a:pt x="6053421" y="2759928"/>
                  </a:lnTo>
                  <a:lnTo>
                    <a:pt x="6061983" y="2835231"/>
                  </a:lnTo>
                  <a:lnTo>
                    <a:pt x="6070545" y="2911928"/>
                  </a:lnTo>
                  <a:lnTo>
                    <a:pt x="6079107" y="2885832"/>
                  </a:lnTo>
                  <a:lnTo>
                    <a:pt x="6087669" y="2819405"/>
                  </a:lnTo>
                  <a:lnTo>
                    <a:pt x="6096231" y="2929336"/>
                  </a:lnTo>
                  <a:lnTo>
                    <a:pt x="6104793" y="2891673"/>
                  </a:lnTo>
                  <a:lnTo>
                    <a:pt x="6113355" y="2909351"/>
                  </a:lnTo>
                  <a:lnTo>
                    <a:pt x="6121918" y="2907415"/>
                  </a:lnTo>
                  <a:lnTo>
                    <a:pt x="6130480" y="2884207"/>
                  </a:lnTo>
                  <a:lnTo>
                    <a:pt x="6139042" y="2924557"/>
                  </a:lnTo>
                  <a:lnTo>
                    <a:pt x="6147604" y="2896588"/>
                  </a:lnTo>
                  <a:lnTo>
                    <a:pt x="6156166" y="2837721"/>
                  </a:lnTo>
                  <a:lnTo>
                    <a:pt x="6164728" y="2859042"/>
                  </a:lnTo>
                  <a:lnTo>
                    <a:pt x="6173290" y="2820525"/>
                  </a:lnTo>
                  <a:lnTo>
                    <a:pt x="6181852" y="2822572"/>
                  </a:lnTo>
                  <a:lnTo>
                    <a:pt x="6190414" y="2812002"/>
                  </a:lnTo>
                  <a:lnTo>
                    <a:pt x="6198977" y="2786459"/>
                  </a:lnTo>
                  <a:lnTo>
                    <a:pt x="6207539" y="2800678"/>
                  </a:lnTo>
                  <a:lnTo>
                    <a:pt x="6216101" y="2685399"/>
                  </a:lnTo>
                  <a:lnTo>
                    <a:pt x="6224663" y="2668591"/>
                  </a:lnTo>
                  <a:lnTo>
                    <a:pt x="6233225" y="2639785"/>
                  </a:lnTo>
                  <a:lnTo>
                    <a:pt x="6241787" y="2536770"/>
                  </a:lnTo>
                  <a:lnTo>
                    <a:pt x="6250349" y="2547402"/>
                  </a:lnTo>
                  <a:lnTo>
                    <a:pt x="6258911" y="2509533"/>
                  </a:lnTo>
                  <a:lnTo>
                    <a:pt x="6267474" y="2631644"/>
                  </a:lnTo>
                  <a:lnTo>
                    <a:pt x="6276036" y="2541858"/>
                  </a:lnTo>
                  <a:lnTo>
                    <a:pt x="6284598" y="2449333"/>
                  </a:lnTo>
                  <a:lnTo>
                    <a:pt x="6293160" y="2516300"/>
                  </a:lnTo>
                  <a:lnTo>
                    <a:pt x="6301722" y="2603332"/>
                  </a:lnTo>
                  <a:lnTo>
                    <a:pt x="6310284" y="2677756"/>
                  </a:lnTo>
                  <a:lnTo>
                    <a:pt x="6318846" y="2565153"/>
                  </a:lnTo>
                  <a:lnTo>
                    <a:pt x="6327408" y="2580840"/>
                  </a:lnTo>
                  <a:lnTo>
                    <a:pt x="6335971" y="2611749"/>
                  </a:lnTo>
                  <a:lnTo>
                    <a:pt x="6344533" y="2647741"/>
                  </a:lnTo>
                  <a:lnTo>
                    <a:pt x="6353095" y="2692530"/>
                  </a:lnTo>
                  <a:lnTo>
                    <a:pt x="6361657" y="2571737"/>
                  </a:lnTo>
                  <a:lnTo>
                    <a:pt x="6370219" y="2618768"/>
                  </a:lnTo>
                  <a:lnTo>
                    <a:pt x="6378781" y="2701898"/>
                  </a:lnTo>
                  <a:lnTo>
                    <a:pt x="6387343" y="2703915"/>
                  </a:lnTo>
                  <a:lnTo>
                    <a:pt x="6395905" y="2690306"/>
                  </a:lnTo>
                  <a:lnTo>
                    <a:pt x="6404468" y="2657926"/>
                  </a:lnTo>
                  <a:lnTo>
                    <a:pt x="6413030" y="2707532"/>
                  </a:lnTo>
                  <a:lnTo>
                    <a:pt x="6421592" y="2686103"/>
                  </a:lnTo>
                  <a:lnTo>
                    <a:pt x="6430154" y="2619630"/>
                  </a:lnTo>
                  <a:lnTo>
                    <a:pt x="6438716" y="2502466"/>
                  </a:lnTo>
                  <a:lnTo>
                    <a:pt x="6447278" y="2453925"/>
                  </a:lnTo>
                  <a:lnTo>
                    <a:pt x="6455840" y="2372710"/>
                  </a:lnTo>
                  <a:lnTo>
                    <a:pt x="6464402" y="2469507"/>
                  </a:lnTo>
                  <a:lnTo>
                    <a:pt x="6472965" y="2348195"/>
                  </a:lnTo>
                  <a:lnTo>
                    <a:pt x="6481527" y="2468114"/>
                  </a:lnTo>
                  <a:lnTo>
                    <a:pt x="6490089" y="2588910"/>
                  </a:lnTo>
                  <a:lnTo>
                    <a:pt x="6498651" y="2632717"/>
                  </a:lnTo>
                  <a:lnTo>
                    <a:pt x="6507213" y="2672089"/>
                  </a:lnTo>
                  <a:lnTo>
                    <a:pt x="6515775" y="2685328"/>
                  </a:lnTo>
                  <a:lnTo>
                    <a:pt x="6524337" y="2738703"/>
                  </a:lnTo>
                  <a:lnTo>
                    <a:pt x="6532899" y="2800483"/>
                  </a:lnTo>
                  <a:lnTo>
                    <a:pt x="6541462" y="2856314"/>
                  </a:lnTo>
                  <a:lnTo>
                    <a:pt x="6550024" y="2870330"/>
                  </a:lnTo>
                  <a:lnTo>
                    <a:pt x="6558586" y="2865910"/>
                  </a:lnTo>
                  <a:lnTo>
                    <a:pt x="6567148" y="2882696"/>
                  </a:lnTo>
                  <a:lnTo>
                    <a:pt x="6575710" y="2846876"/>
                  </a:lnTo>
                  <a:lnTo>
                    <a:pt x="6584272" y="2814217"/>
                  </a:lnTo>
                  <a:lnTo>
                    <a:pt x="6592834" y="2789675"/>
                  </a:lnTo>
                  <a:lnTo>
                    <a:pt x="6601396" y="2782429"/>
                  </a:lnTo>
                  <a:lnTo>
                    <a:pt x="6609959" y="2833735"/>
                  </a:lnTo>
                  <a:lnTo>
                    <a:pt x="6618521" y="2775059"/>
                  </a:lnTo>
                  <a:lnTo>
                    <a:pt x="6627083" y="2800183"/>
                  </a:lnTo>
                  <a:lnTo>
                    <a:pt x="6635645" y="2838482"/>
                  </a:lnTo>
                  <a:lnTo>
                    <a:pt x="6644207" y="2860401"/>
                  </a:lnTo>
                  <a:lnTo>
                    <a:pt x="6652769" y="2876047"/>
                  </a:lnTo>
                  <a:lnTo>
                    <a:pt x="6661331" y="2882418"/>
                  </a:lnTo>
                  <a:lnTo>
                    <a:pt x="6669893" y="2910545"/>
                  </a:lnTo>
                  <a:lnTo>
                    <a:pt x="6678456" y="2913928"/>
                  </a:lnTo>
                  <a:lnTo>
                    <a:pt x="6687018" y="2936757"/>
                  </a:lnTo>
                  <a:lnTo>
                    <a:pt x="6695580" y="2922211"/>
                  </a:lnTo>
                  <a:lnTo>
                    <a:pt x="6704142" y="2937320"/>
                  </a:lnTo>
                  <a:lnTo>
                    <a:pt x="6712704" y="2967345"/>
                  </a:lnTo>
                  <a:lnTo>
                    <a:pt x="6721266" y="2963766"/>
                  </a:lnTo>
                  <a:lnTo>
                    <a:pt x="6729828" y="2957501"/>
                  </a:lnTo>
                  <a:lnTo>
                    <a:pt x="6738390" y="2945335"/>
                  </a:lnTo>
                  <a:lnTo>
                    <a:pt x="6746952" y="2944997"/>
                  </a:lnTo>
                  <a:lnTo>
                    <a:pt x="6755515" y="2923872"/>
                  </a:lnTo>
                  <a:lnTo>
                    <a:pt x="6764077" y="2925695"/>
                  </a:lnTo>
                  <a:lnTo>
                    <a:pt x="6772639" y="2913730"/>
                  </a:lnTo>
                  <a:lnTo>
                    <a:pt x="6781201" y="2884414"/>
                  </a:lnTo>
                  <a:lnTo>
                    <a:pt x="6789763" y="2801065"/>
                  </a:lnTo>
                  <a:lnTo>
                    <a:pt x="6798325" y="2798719"/>
                  </a:lnTo>
                  <a:lnTo>
                    <a:pt x="6806887" y="2789969"/>
                  </a:lnTo>
                  <a:lnTo>
                    <a:pt x="6815449" y="2756348"/>
                  </a:lnTo>
                  <a:lnTo>
                    <a:pt x="6824012" y="2757433"/>
                  </a:lnTo>
                  <a:lnTo>
                    <a:pt x="6832574" y="2735330"/>
                  </a:lnTo>
                  <a:lnTo>
                    <a:pt x="6841136" y="2667891"/>
                  </a:lnTo>
                  <a:lnTo>
                    <a:pt x="6849698" y="2730797"/>
                  </a:lnTo>
                  <a:lnTo>
                    <a:pt x="6858260" y="2676545"/>
                  </a:lnTo>
                  <a:lnTo>
                    <a:pt x="6866822" y="2616827"/>
                  </a:lnTo>
                  <a:lnTo>
                    <a:pt x="6875384" y="2574826"/>
                  </a:lnTo>
                  <a:lnTo>
                    <a:pt x="6883946" y="2548272"/>
                  </a:lnTo>
                  <a:lnTo>
                    <a:pt x="6892509" y="2593818"/>
                  </a:lnTo>
                  <a:lnTo>
                    <a:pt x="6901071" y="2688937"/>
                  </a:lnTo>
                  <a:lnTo>
                    <a:pt x="6909633" y="2721474"/>
                  </a:lnTo>
                  <a:lnTo>
                    <a:pt x="6918195" y="2732997"/>
                  </a:lnTo>
                  <a:lnTo>
                    <a:pt x="6926757" y="2795186"/>
                  </a:lnTo>
                  <a:lnTo>
                    <a:pt x="6935319" y="2829343"/>
                  </a:lnTo>
                  <a:lnTo>
                    <a:pt x="6943881" y="2824752"/>
                  </a:lnTo>
                  <a:lnTo>
                    <a:pt x="6952443" y="2870614"/>
                  </a:lnTo>
                  <a:lnTo>
                    <a:pt x="6961006" y="2871783"/>
                  </a:lnTo>
                  <a:lnTo>
                    <a:pt x="6969568" y="2879015"/>
                  </a:lnTo>
                  <a:lnTo>
                    <a:pt x="6978130" y="2891649"/>
                  </a:lnTo>
                  <a:lnTo>
                    <a:pt x="6986692" y="2897029"/>
                  </a:lnTo>
                  <a:lnTo>
                    <a:pt x="6995254" y="2869045"/>
                  </a:lnTo>
                  <a:lnTo>
                    <a:pt x="7003816" y="2848289"/>
                  </a:lnTo>
                  <a:lnTo>
                    <a:pt x="7012378" y="2836524"/>
                  </a:lnTo>
                  <a:lnTo>
                    <a:pt x="7020940" y="2853053"/>
                  </a:lnTo>
                  <a:lnTo>
                    <a:pt x="7029503" y="2837898"/>
                  </a:lnTo>
                  <a:lnTo>
                    <a:pt x="7038065" y="2852831"/>
                  </a:lnTo>
                  <a:lnTo>
                    <a:pt x="7046627" y="2847999"/>
                  </a:lnTo>
                  <a:lnTo>
                    <a:pt x="7055189" y="2853055"/>
                  </a:lnTo>
                  <a:lnTo>
                    <a:pt x="7063751" y="2849571"/>
                  </a:lnTo>
                  <a:lnTo>
                    <a:pt x="7072313" y="2816377"/>
                  </a:lnTo>
                  <a:lnTo>
                    <a:pt x="7080875" y="2748819"/>
                  </a:lnTo>
                  <a:lnTo>
                    <a:pt x="7089437" y="2677472"/>
                  </a:lnTo>
                  <a:lnTo>
                    <a:pt x="7098000" y="2679955"/>
                  </a:lnTo>
                  <a:lnTo>
                    <a:pt x="7106562" y="2565236"/>
                  </a:lnTo>
                  <a:lnTo>
                    <a:pt x="7115124" y="2536138"/>
                  </a:lnTo>
                  <a:lnTo>
                    <a:pt x="7123686" y="2640445"/>
                  </a:lnTo>
                  <a:lnTo>
                    <a:pt x="7132248" y="2785987"/>
                  </a:lnTo>
                  <a:lnTo>
                    <a:pt x="7140810" y="2814925"/>
                  </a:lnTo>
                  <a:lnTo>
                    <a:pt x="7149372" y="2830705"/>
                  </a:lnTo>
                  <a:lnTo>
                    <a:pt x="7157934" y="2867683"/>
                  </a:lnTo>
                  <a:lnTo>
                    <a:pt x="7166497" y="2904870"/>
                  </a:lnTo>
                  <a:lnTo>
                    <a:pt x="7175059" y="2908664"/>
                  </a:lnTo>
                  <a:lnTo>
                    <a:pt x="7183621" y="2921612"/>
                  </a:lnTo>
                  <a:lnTo>
                    <a:pt x="7192183" y="2922828"/>
                  </a:lnTo>
                  <a:lnTo>
                    <a:pt x="7200745" y="2944013"/>
                  </a:lnTo>
                  <a:lnTo>
                    <a:pt x="7209307" y="2957033"/>
                  </a:lnTo>
                  <a:lnTo>
                    <a:pt x="7217869" y="2973485"/>
                  </a:lnTo>
                  <a:lnTo>
                    <a:pt x="7226431" y="2959547"/>
                  </a:lnTo>
                  <a:lnTo>
                    <a:pt x="7234994" y="2970583"/>
                  </a:lnTo>
                  <a:lnTo>
                    <a:pt x="7243556" y="2963774"/>
                  </a:lnTo>
                  <a:lnTo>
                    <a:pt x="7252118" y="2919628"/>
                  </a:lnTo>
                  <a:lnTo>
                    <a:pt x="7260680" y="2939991"/>
                  </a:lnTo>
                  <a:lnTo>
                    <a:pt x="7269242" y="2863450"/>
                  </a:lnTo>
                  <a:lnTo>
                    <a:pt x="7277804" y="2831675"/>
                  </a:lnTo>
                  <a:lnTo>
                    <a:pt x="7286366" y="2874976"/>
                  </a:lnTo>
                  <a:lnTo>
                    <a:pt x="7294928" y="2824328"/>
                  </a:lnTo>
                  <a:lnTo>
                    <a:pt x="7303490" y="2881608"/>
                  </a:lnTo>
                  <a:lnTo>
                    <a:pt x="7312053" y="2850265"/>
                  </a:lnTo>
                  <a:lnTo>
                    <a:pt x="7320615" y="2791671"/>
                  </a:lnTo>
                  <a:lnTo>
                    <a:pt x="7329177" y="2911041"/>
                  </a:lnTo>
                  <a:lnTo>
                    <a:pt x="7337739" y="2886291"/>
                  </a:lnTo>
                  <a:lnTo>
                    <a:pt x="7346301" y="2917092"/>
                  </a:lnTo>
                  <a:lnTo>
                    <a:pt x="7354863" y="2878589"/>
                  </a:lnTo>
                  <a:lnTo>
                    <a:pt x="7363425" y="2803808"/>
                  </a:lnTo>
                  <a:lnTo>
                    <a:pt x="7371987" y="2881533"/>
                  </a:lnTo>
                  <a:lnTo>
                    <a:pt x="7380550" y="2846493"/>
                  </a:lnTo>
                  <a:lnTo>
                    <a:pt x="7389112" y="2792966"/>
                  </a:lnTo>
                  <a:lnTo>
                    <a:pt x="7397674" y="2721904"/>
                  </a:lnTo>
                  <a:lnTo>
                    <a:pt x="7406236" y="2764568"/>
                  </a:lnTo>
                  <a:lnTo>
                    <a:pt x="7414798" y="2819236"/>
                  </a:lnTo>
                  <a:lnTo>
                    <a:pt x="7423360" y="2857088"/>
                  </a:lnTo>
                  <a:lnTo>
                    <a:pt x="7431922" y="2811238"/>
                  </a:lnTo>
                  <a:lnTo>
                    <a:pt x="7440484" y="2849109"/>
                  </a:lnTo>
                  <a:lnTo>
                    <a:pt x="7449047" y="2841189"/>
                  </a:lnTo>
                  <a:lnTo>
                    <a:pt x="7457609" y="2944543"/>
                  </a:lnTo>
                  <a:lnTo>
                    <a:pt x="7466171" y="2955880"/>
                  </a:lnTo>
                  <a:lnTo>
                    <a:pt x="7474733" y="2884233"/>
                  </a:lnTo>
                  <a:lnTo>
                    <a:pt x="7483295" y="2842997"/>
                  </a:lnTo>
                  <a:lnTo>
                    <a:pt x="7491857" y="2868794"/>
                  </a:lnTo>
                  <a:lnTo>
                    <a:pt x="7500419" y="2902327"/>
                  </a:lnTo>
                  <a:lnTo>
                    <a:pt x="7508981" y="2936599"/>
                  </a:lnTo>
                  <a:lnTo>
                    <a:pt x="7517544" y="2937466"/>
                  </a:lnTo>
                  <a:lnTo>
                    <a:pt x="7526106" y="2893738"/>
                  </a:lnTo>
                  <a:lnTo>
                    <a:pt x="7534668" y="2885319"/>
                  </a:lnTo>
                  <a:lnTo>
                    <a:pt x="7543230" y="2865635"/>
                  </a:lnTo>
                  <a:lnTo>
                    <a:pt x="7551792" y="2889080"/>
                  </a:lnTo>
                  <a:lnTo>
                    <a:pt x="7560354" y="2903188"/>
                  </a:lnTo>
                  <a:lnTo>
                    <a:pt x="7568916" y="2879438"/>
                  </a:lnTo>
                  <a:lnTo>
                    <a:pt x="7577478" y="2872275"/>
                  </a:lnTo>
                  <a:lnTo>
                    <a:pt x="7586041" y="2846481"/>
                  </a:lnTo>
                  <a:lnTo>
                    <a:pt x="7594603" y="2852437"/>
                  </a:lnTo>
                  <a:lnTo>
                    <a:pt x="7603165" y="2827386"/>
                  </a:lnTo>
                  <a:lnTo>
                    <a:pt x="7611727" y="2804939"/>
                  </a:lnTo>
                  <a:lnTo>
                    <a:pt x="7620289" y="2819952"/>
                  </a:lnTo>
                  <a:lnTo>
                    <a:pt x="7628851" y="2786177"/>
                  </a:lnTo>
                  <a:lnTo>
                    <a:pt x="7637413" y="2838053"/>
                  </a:lnTo>
                  <a:lnTo>
                    <a:pt x="7645975" y="2812741"/>
                  </a:lnTo>
                  <a:lnTo>
                    <a:pt x="7654538" y="2776373"/>
                  </a:lnTo>
                  <a:lnTo>
                    <a:pt x="7663100" y="2703916"/>
                  </a:lnTo>
                  <a:lnTo>
                    <a:pt x="7671662" y="2769192"/>
                  </a:lnTo>
                  <a:lnTo>
                    <a:pt x="7680224" y="2809135"/>
                  </a:lnTo>
                  <a:lnTo>
                    <a:pt x="7688786" y="2830638"/>
                  </a:lnTo>
                  <a:lnTo>
                    <a:pt x="7697348" y="2787178"/>
                  </a:lnTo>
                  <a:lnTo>
                    <a:pt x="7705910" y="2764953"/>
                  </a:lnTo>
                  <a:lnTo>
                    <a:pt x="7714472" y="2747904"/>
                  </a:lnTo>
                  <a:lnTo>
                    <a:pt x="7723035" y="2718556"/>
                  </a:lnTo>
                  <a:lnTo>
                    <a:pt x="7731597" y="2727739"/>
                  </a:lnTo>
                  <a:lnTo>
                    <a:pt x="7740159" y="2657325"/>
                  </a:lnTo>
                  <a:lnTo>
                    <a:pt x="7748721" y="2617655"/>
                  </a:lnTo>
                  <a:lnTo>
                    <a:pt x="7757283" y="2526413"/>
                  </a:lnTo>
                  <a:lnTo>
                    <a:pt x="7765845" y="2428141"/>
                  </a:lnTo>
                  <a:lnTo>
                    <a:pt x="7774407" y="2411707"/>
                  </a:lnTo>
                  <a:lnTo>
                    <a:pt x="7782969" y="2462120"/>
                  </a:lnTo>
                  <a:lnTo>
                    <a:pt x="7791532" y="2374161"/>
                  </a:lnTo>
                  <a:lnTo>
                    <a:pt x="7800094" y="2457803"/>
                  </a:lnTo>
                  <a:lnTo>
                    <a:pt x="7808656" y="2514659"/>
                  </a:lnTo>
                  <a:lnTo>
                    <a:pt x="7817218" y="2626906"/>
                  </a:lnTo>
                  <a:lnTo>
                    <a:pt x="7825780" y="2669515"/>
                  </a:lnTo>
                  <a:lnTo>
                    <a:pt x="7834342" y="2674428"/>
                  </a:lnTo>
                  <a:lnTo>
                    <a:pt x="7842904" y="2766197"/>
                  </a:lnTo>
                  <a:lnTo>
                    <a:pt x="7851466" y="2821368"/>
                  </a:lnTo>
                  <a:lnTo>
                    <a:pt x="7860029" y="2805611"/>
                  </a:lnTo>
                  <a:lnTo>
                    <a:pt x="7868591" y="2775143"/>
                  </a:lnTo>
                  <a:lnTo>
                    <a:pt x="7877153" y="2793304"/>
                  </a:lnTo>
                  <a:lnTo>
                    <a:pt x="7885715" y="2778131"/>
                  </a:lnTo>
                  <a:lnTo>
                    <a:pt x="7894277" y="2779823"/>
                  </a:lnTo>
                  <a:lnTo>
                    <a:pt x="7902839" y="2760023"/>
                  </a:lnTo>
                  <a:lnTo>
                    <a:pt x="7911401" y="2768780"/>
                  </a:lnTo>
                  <a:lnTo>
                    <a:pt x="7919963" y="2733070"/>
                  </a:lnTo>
                  <a:lnTo>
                    <a:pt x="7928525" y="2634819"/>
                  </a:lnTo>
                  <a:lnTo>
                    <a:pt x="7937088" y="2658921"/>
                  </a:lnTo>
                  <a:lnTo>
                    <a:pt x="7945650" y="2551830"/>
                  </a:lnTo>
                  <a:lnTo>
                    <a:pt x="7954212" y="2545072"/>
                  </a:lnTo>
                  <a:lnTo>
                    <a:pt x="7962774" y="2595815"/>
                  </a:lnTo>
                  <a:lnTo>
                    <a:pt x="7971336" y="2585271"/>
                  </a:lnTo>
                  <a:lnTo>
                    <a:pt x="7979898" y="2743554"/>
                  </a:lnTo>
                  <a:lnTo>
                    <a:pt x="7988460" y="2646571"/>
                  </a:lnTo>
                  <a:lnTo>
                    <a:pt x="7997022" y="2608453"/>
                  </a:lnTo>
                  <a:lnTo>
                    <a:pt x="8005585" y="2630549"/>
                  </a:lnTo>
                  <a:lnTo>
                    <a:pt x="8014147" y="2685981"/>
                  </a:lnTo>
                  <a:lnTo>
                    <a:pt x="8022709" y="2789945"/>
                  </a:lnTo>
                  <a:lnTo>
                    <a:pt x="8031271" y="2789842"/>
                  </a:lnTo>
                  <a:lnTo>
                    <a:pt x="8039833" y="2850744"/>
                  </a:lnTo>
                  <a:lnTo>
                    <a:pt x="8048395" y="2924979"/>
                  </a:lnTo>
                  <a:lnTo>
                    <a:pt x="8056957" y="2920628"/>
                  </a:lnTo>
                  <a:lnTo>
                    <a:pt x="8065519" y="2951808"/>
                  </a:lnTo>
                  <a:lnTo>
                    <a:pt x="8074082" y="2910292"/>
                  </a:lnTo>
                  <a:lnTo>
                    <a:pt x="8082644" y="2920109"/>
                  </a:lnTo>
                  <a:lnTo>
                    <a:pt x="8091206" y="2918479"/>
                  </a:lnTo>
                  <a:lnTo>
                    <a:pt x="8099768" y="2920038"/>
                  </a:lnTo>
                  <a:lnTo>
                    <a:pt x="8108330" y="2912670"/>
                  </a:lnTo>
                  <a:lnTo>
                    <a:pt x="8116892" y="2904374"/>
                  </a:lnTo>
                  <a:lnTo>
                    <a:pt x="8125454" y="2886538"/>
                  </a:lnTo>
                  <a:lnTo>
                    <a:pt x="8134016" y="2857443"/>
                  </a:lnTo>
                  <a:lnTo>
                    <a:pt x="8142579" y="2864690"/>
                  </a:lnTo>
                  <a:lnTo>
                    <a:pt x="8151141" y="2839819"/>
                  </a:lnTo>
                  <a:lnTo>
                    <a:pt x="8159703" y="2847411"/>
                  </a:lnTo>
                  <a:lnTo>
                    <a:pt x="8168265" y="2866331"/>
                  </a:lnTo>
                  <a:lnTo>
                    <a:pt x="8176827" y="2901778"/>
                  </a:lnTo>
                  <a:lnTo>
                    <a:pt x="8185389" y="2933872"/>
                  </a:lnTo>
                  <a:lnTo>
                    <a:pt x="8193951" y="2913963"/>
                  </a:lnTo>
                  <a:lnTo>
                    <a:pt x="8202513" y="2918368"/>
                  </a:lnTo>
                  <a:lnTo>
                    <a:pt x="8211076" y="2922658"/>
                  </a:lnTo>
                  <a:lnTo>
                    <a:pt x="8219638" y="2909375"/>
                  </a:lnTo>
                  <a:lnTo>
                    <a:pt x="8228200" y="2834483"/>
                  </a:lnTo>
                  <a:lnTo>
                    <a:pt x="8236762" y="2820264"/>
                  </a:lnTo>
                  <a:lnTo>
                    <a:pt x="8245324" y="2828288"/>
                  </a:lnTo>
                  <a:lnTo>
                    <a:pt x="8253886" y="2818374"/>
                  </a:lnTo>
                  <a:lnTo>
                    <a:pt x="8262448" y="2858743"/>
                  </a:lnTo>
                  <a:lnTo>
                    <a:pt x="8271010" y="2831429"/>
                  </a:lnTo>
                  <a:lnTo>
                    <a:pt x="8279573" y="2851307"/>
                  </a:lnTo>
                  <a:lnTo>
                    <a:pt x="8288135" y="2874028"/>
                  </a:lnTo>
                  <a:lnTo>
                    <a:pt x="8296697" y="2896505"/>
                  </a:lnTo>
                  <a:lnTo>
                    <a:pt x="8305259" y="2925392"/>
                  </a:lnTo>
                  <a:lnTo>
                    <a:pt x="8313821" y="2911030"/>
                  </a:lnTo>
                  <a:lnTo>
                    <a:pt x="8322383" y="2930153"/>
                  </a:lnTo>
                  <a:lnTo>
                    <a:pt x="8330945" y="2946608"/>
                  </a:lnTo>
                  <a:lnTo>
                    <a:pt x="8339507" y="2920571"/>
                  </a:lnTo>
                  <a:lnTo>
                    <a:pt x="8348070" y="2925162"/>
                  </a:lnTo>
                  <a:lnTo>
                    <a:pt x="8356632" y="2926894"/>
                  </a:lnTo>
                  <a:lnTo>
                    <a:pt x="8365194" y="2934375"/>
                  </a:lnTo>
                  <a:lnTo>
                    <a:pt x="8373756" y="2938856"/>
                  </a:lnTo>
                  <a:lnTo>
                    <a:pt x="8382318" y="2937539"/>
                  </a:lnTo>
                  <a:lnTo>
                    <a:pt x="8390880" y="2960611"/>
                  </a:lnTo>
                  <a:lnTo>
                    <a:pt x="8399442" y="2976223"/>
                  </a:lnTo>
                  <a:lnTo>
                    <a:pt x="8408004" y="2984705"/>
                  </a:lnTo>
                  <a:lnTo>
                    <a:pt x="8416567" y="2955154"/>
                  </a:lnTo>
                  <a:lnTo>
                    <a:pt x="8425129" y="2955897"/>
                  </a:lnTo>
                  <a:lnTo>
                    <a:pt x="8433691" y="2949414"/>
                  </a:lnTo>
                  <a:lnTo>
                    <a:pt x="8442253" y="2921935"/>
                  </a:lnTo>
                  <a:lnTo>
                    <a:pt x="8450815" y="2939952"/>
                  </a:lnTo>
                  <a:lnTo>
                    <a:pt x="8459377" y="2926077"/>
                  </a:lnTo>
                  <a:lnTo>
                    <a:pt x="8467939" y="2954265"/>
                  </a:lnTo>
                  <a:lnTo>
                    <a:pt x="8476501" y="2971662"/>
                  </a:lnTo>
                  <a:lnTo>
                    <a:pt x="8485063" y="2950588"/>
                  </a:lnTo>
                  <a:lnTo>
                    <a:pt x="8493626" y="2960663"/>
                  </a:lnTo>
                  <a:lnTo>
                    <a:pt x="8502188" y="2975177"/>
                  </a:lnTo>
                  <a:lnTo>
                    <a:pt x="8510750" y="2943655"/>
                  </a:lnTo>
                  <a:lnTo>
                    <a:pt x="8519312" y="2950435"/>
                  </a:lnTo>
                  <a:lnTo>
                    <a:pt x="8527874" y="2899792"/>
                  </a:lnTo>
                  <a:lnTo>
                    <a:pt x="8536436" y="2899400"/>
                  </a:lnTo>
                  <a:lnTo>
                    <a:pt x="8544998" y="2891550"/>
                  </a:lnTo>
                  <a:lnTo>
                    <a:pt x="8553560" y="2821015"/>
                  </a:lnTo>
                  <a:lnTo>
                    <a:pt x="8553560" y="3038700"/>
                  </a:lnTo>
                  <a:lnTo>
                    <a:pt x="8544998" y="3038700"/>
                  </a:lnTo>
                  <a:lnTo>
                    <a:pt x="8536436" y="3038700"/>
                  </a:lnTo>
                  <a:lnTo>
                    <a:pt x="8527874" y="3038700"/>
                  </a:lnTo>
                  <a:lnTo>
                    <a:pt x="8519312" y="3038700"/>
                  </a:lnTo>
                  <a:lnTo>
                    <a:pt x="8510750" y="3038700"/>
                  </a:lnTo>
                  <a:lnTo>
                    <a:pt x="8502188" y="3038700"/>
                  </a:lnTo>
                  <a:lnTo>
                    <a:pt x="8493626" y="3038700"/>
                  </a:lnTo>
                  <a:lnTo>
                    <a:pt x="8485063" y="3038700"/>
                  </a:lnTo>
                  <a:lnTo>
                    <a:pt x="8476501" y="3038700"/>
                  </a:lnTo>
                  <a:lnTo>
                    <a:pt x="8467939" y="3038700"/>
                  </a:lnTo>
                  <a:lnTo>
                    <a:pt x="8459377" y="3038700"/>
                  </a:lnTo>
                  <a:lnTo>
                    <a:pt x="8450815" y="3038700"/>
                  </a:lnTo>
                  <a:lnTo>
                    <a:pt x="8442253" y="3038700"/>
                  </a:lnTo>
                  <a:lnTo>
                    <a:pt x="8433691" y="3038700"/>
                  </a:lnTo>
                  <a:lnTo>
                    <a:pt x="8425129" y="3038700"/>
                  </a:lnTo>
                  <a:lnTo>
                    <a:pt x="8416567" y="3038700"/>
                  </a:lnTo>
                  <a:lnTo>
                    <a:pt x="8408004" y="3038700"/>
                  </a:lnTo>
                  <a:lnTo>
                    <a:pt x="8399442" y="3038700"/>
                  </a:lnTo>
                  <a:lnTo>
                    <a:pt x="8390880" y="3038700"/>
                  </a:lnTo>
                  <a:lnTo>
                    <a:pt x="8382318" y="3038700"/>
                  </a:lnTo>
                  <a:lnTo>
                    <a:pt x="8373756" y="3038700"/>
                  </a:lnTo>
                  <a:lnTo>
                    <a:pt x="8365194" y="3038700"/>
                  </a:lnTo>
                  <a:lnTo>
                    <a:pt x="8356632" y="3038700"/>
                  </a:lnTo>
                  <a:lnTo>
                    <a:pt x="8348070" y="3038700"/>
                  </a:lnTo>
                  <a:lnTo>
                    <a:pt x="8339507" y="3038700"/>
                  </a:lnTo>
                  <a:lnTo>
                    <a:pt x="8330945" y="3038700"/>
                  </a:lnTo>
                  <a:lnTo>
                    <a:pt x="8322383" y="3038700"/>
                  </a:lnTo>
                  <a:lnTo>
                    <a:pt x="8313821" y="3038700"/>
                  </a:lnTo>
                  <a:lnTo>
                    <a:pt x="8305259" y="3038700"/>
                  </a:lnTo>
                  <a:lnTo>
                    <a:pt x="8296697" y="3038700"/>
                  </a:lnTo>
                  <a:lnTo>
                    <a:pt x="8288135" y="3038700"/>
                  </a:lnTo>
                  <a:lnTo>
                    <a:pt x="8279573" y="3038700"/>
                  </a:lnTo>
                  <a:lnTo>
                    <a:pt x="8271010" y="3038700"/>
                  </a:lnTo>
                  <a:lnTo>
                    <a:pt x="8262448" y="3038700"/>
                  </a:lnTo>
                  <a:lnTo>
                    <a:pt x="8253886" y="3038700"/>
                  </a:lnTo>
                  <a:lnTo>
                    <a:pt x="8245324" y="3038700"/>
                  </a:lnTo>
                  <a:lnTo>
                    <a:pt x="8236762" y="3038700"/>
                  </a:lnTo>
                  <a:lnTo>
                    <a:pt x="8228200" y="3038700"/>
                  </a:lnTo>
                  <a:lnTo>
                    <a:pt x="8219638" y="3038700"/>
                  </a:lnTo>
                  <a:lnTo>
                    <a:pt x="8211076" y="3038700"/>
                  </a:lnTo>
                  <a:lnTo>
                    <a:pt x="8202513" y="3038700"/>
                  </a:lnTo>
                  <a:lnTo>
                    <a:pt x="8193951" y="3038700"/>
                  </a:lnTo>
                  <a:lnTo>
                    <a:pt x="8185389" y="3038700"/>
                  </a:lnTo>
                  <a:lnTo>
                    <a:pt x="8176827" y="3038700"/>
                  </a:lnTo>
                  <a:lnTo>
                    <a:pt x="8168265" y="3038700"/>
                  </a:lnTo>
                  <a:lnTo>
                    <a:pt x="8159703" y="3038700"/>
                  </a:lnTo>
                  <a:lnTo>
                    <a:pt x="8151141" y="3038700"/>
                  </a:lnTo>
                  <a:lnTo>
                    <a:pt x="8142579" y="3038700"/>
                  </a:lnTo>
                  <a:lnTo>
                    <a:pt x="8134016" y="3038700"/>
                  </a:lnTo>
                  <a:lnTo>
                    <a:pt x="8125454" y="3038700"/>
                  </a:lnTo>
                  <a:lnTo>
                    <a:pt x="8116892" y="3038700"/>
                  </a:lnTo>
                  <a:lnTo>
                    <a:pt x="8108330" y="3038700"/>
                  </a:lnTo>
                  <a:lnTo>
                    <a:pt x="8099768" y="3038700"/>
                  </a:lnTo>
                  <a:lnTo>
                    <a:pt x="8091206" y="3038700"/>
                  </a:lnTo>
                  <a:lnTo>
                    <a:pt x="8082644" y="3038700"/>
                  </a:lnTo>
                  <a:lnTo>
                    <a:pt x="8074082" y="3038700"/>
                  </a:lnTo>
                  <a:lnTo>
                    <a:pt x="8065519" y="3038700"/>
                  </a:lnTo>
                  <a:lnTo>
                    <a:pt x="8056957" y="3038700"/>
                  </a:lnTo>
                  <a:lnTo>
                    <a:pt x="8048395" y="3038700"/>
                  </a:lnTo>
                  <a:lnTo>
                    <a:pt x="8039833" y="3038700"/>
                  </a:lnTo>
                  <a:lnTo>
                    <a:pt x="8031271" y="3038700"/>
                  </a:lnTo>
                  <a:lnTo>
                    <a:pt x="8022709" y="3038700"/>
                  </a:lnTo>
                  <a:lnTo>
                    <a:pt x="8014147" y="3038700"/>
                  </a:lnTo>
                  <a:lnTo>
                    <a:pt x="8005585" y="3038700"/>
                  </a:lnTo>
                  <a:lnTo>
                    <a:pt x="7997022" y="3038700"/>
                  </a:lnTo>
                  <a:lnTo>
                    <a:pt x="7988460" y="3038700"/>
                  </a:lnTo>
                  <a:lnTo>
                    <a:pt x="7979898" y="3038700"/>
                  </a:lnTo>
                  <a:lnTo>
                    <a:pt x="7971336" y="3038700"/>
                  </a:lnTo>
                  <a:lnTo>
                    <a:pt x="7962774" y="3038700"/>
                  </a:lnTo>
                  <a:lnTo>
                    <a:pt x="7954212" y="3038700"/>
                  </a:lnTo>
                  <a:lnTo>
                    <a:pt x="7945650" y="3038700"/>
                  </a:lnTo>
                  <a:lnTo>
                    <a:pt x="7937088" y="3038700"/>
                  </a:lnTo>
                  <a:lnTo>
                    <a:pt x="7928525" y="3038700"/>
                  </a:lnTo>
                  <a:lnTo>
                    <a:pt x="7919963" y="3038700"/>
                  </a:lnTo>
                  <a:lnTo>
                    <a:pt x="7911401" y="3038700"/>
                  </a:lnTo>
                  <a:lnTo>
                    <a:pt x="7902839" y="3038700"/>
                  </a:lnTo>
                  <a:lnTo>
                    <a:pt x="7894277" y="3038700"/>
                  </a:lnTo>
                  <a:lnTo>
                    <a:pt x="7885715" y="3038700"/>
                  </a:lnTo>
                  <a:lnTo>
                    <a:pt x="7877153" y="3038700"/>
                  </a:lnTo>
                  <a:lnTo>
                    <a:pt x="7868591" y="3038700"/>
                  </a:lnTo>
                  <a:lnTo>
                    <a:pt x="7860029" y="3038700"/>
                  </a:lnTo>
                  <a:lnTo>
                    <a:pt x="7851466" y="3038700"/>
                  </a:lnTo>
                  <a:lnTo>
                    <a:pt x="7842904" y="3038700"/>
                  </a:lnTo>
                  <a:lnTo>
                    <a:pt x="7834342" y="3038700"/>
                  </a:lnTo>
                  <a:lnTo>
                    <a:pt x="7825780" y="3038700"/>
                  </a:lnTo>
                  <a:lnTo>
                    <a:pt x="7817218" y="3038700"/>
                  </a:lnTo>
                  <a:lnTo>
                    <a:pt x="7808656" y="3038700"/>
                  </a:lnTo>
                  <a:lnTo>
                    <a:pt x="7800094" y="3038700"/>
                  </a:lnTo>
                  <a:lnTo>
                    <a:pt x="7791532" y="3038700"/>
                  </a:lnTo>
                  <a:lnTo>
                    <a:pt x="7782969" y="3038700"/>
                  </a:lnTo>
                  <a:lnTo>
                    <a:pt x="7774407" y="3038700"/>
                  </a:lnTo>
                  <a:lnTo>
                    <a:pt x="7765845" y="3038700"/>
                  </a:lnTo>
                  <a:lnTo>
                    <a:pt x="7757283" y="3038700"/>
                  </a:lnTo>
                  <a:lnTo>
                    <a:pt x="7748721" y="3038700"/>
                  </a:lnTo>
                  <a:lnTo>
                    <a:pt x="7740159" y="3038700"/>
                  </a:lnTo>
                  <a:lnTo>
                    <a:pt x="7731597" y="3038700"/>
                  </a:lnTo>
                  <a:lnTo>
                    <a:pt x="7723035" y="3038700"/>
                  </a:lnTo>
                  <a:lnTo>
                    <a:pt x="7714472" y="3038700"/>
                  </a:lnTo>
                  <a:lnTo>
                    <a:pt x="7705910" y="3038700"/>
                  </a:lnTo>
                  <a:lnTo>
                    <a:pt x="7697348" y="3038700"/>
                  </a:lnTo>
                  <a:lnTo>
                    <a:pt x="7688786" y="3038700"/>
                  </a:lnTo>
                  <a:lnTo>
                    <a:pt x="7680224" y="3038700"/>
                  </a:lnTo>
                  <a:lnTo>
                    <a:pt x="7671662" y="3038700"/>
                  </a:lnTo>
                  <a:lnTo>
                    <a:pt x="7663100" y="3038700"/>
                  </a:lnTo>
                  <a:lnTo>
                    <a:pt x="7654538" y="3038700"/>
                  </a:lnTo>
                  <a:lnTo>
                    <a:pt x="7645975" y="3038700"/>
                  </a:lnTo>
                  <a:lnTo>
                    <a:pt x="7637413" y="3038700"/>
                  </a:lnTo>
                  <a:lnTo>
                    <a:pt x="7628851" y="3038700"/>
                  </a:lnTo>
                  <a:lnTo>
                    <a:pt x="7620289" y="3038700"/>
                  </a:lnTo>
                  <a:lnTo>
                    <a:pt x="7611727" y="3038700"/>
                  </a:lnTo>
                  <a:lnTo>
                    <a:pt x="7603165" y="3038700"/>
                  </a:lnTo>
                  <a:lnTo>
                    <a:pt x="7594603" y="3038700"/>
                  </a:lnTo>
                  <a:lnTo>
                    <a:pt x="7586041" y="3038700"/>
                  </a:lnTo>
                  <a:lnTo>
                    <a:pt x="7577478" y="3038700"/>
                  </a:lnTo>
                  <a:lnTo>
                    <a:pt x="7568916" y="3038700"/>
                  </a:lnTo>
                  <a:lnTo>
                    <a:pt x="7560354" y="3038700"/>
                  </a:lnTo>
                  <a:lnTo>
                    <a:pt x="7551792" y="3038700"/>
                  </a:lnTo>
                  <a:lnTo>
                    <a:pt x="7543230" y="3038700"/>
                  </a:lnTo>
                  <a:lnTo>
                    <a:pt x="7534668" y="3038700"/>
                  </a:lnTo>
                  <a:lnTo>
                    <a:pt x="7526106" y="3038700"/>
                  </a:lnTo>
                  <a:lnTo>
                    <a:pt x="7517544" y="3038700"/>
                  </a:lnTo>
                  <a:lnTo>
                    <a:pt x="7508981" y="3038700"/>
                  </a:lnTo>
                  <a:lnTo>
                    <a:pt x="7500419" y="3038700"/>
                  </a:lnTo>
                  <a:lnTo>
                    <a:pt x="7491857" y="3038700"/>
                  </a:lnTo>
                  <a:lnTo>
                    <a:pt x="7483295" y="3038700"/>
                  </a:lnTo>
                  <a:lnTo>
                    <a:pt x="7474733" y="3038700"/>
                  </a:lnTo>
                  <a:lnTo>
                    <a:pt x="7466171" y="3038700"/>
                  </a:lnTo>
                  <a:lnTo>
                    <a:pt x="7457609" y="3038700"/>
                  </a:lnTo>
                  <a:lnTo>
                    <a:pt x="7449047" y="3038700"/>
                  </a:lnTo>
                  <a:lnTo>
                    <a:pt x="7440484" y="3038700"/>
                  </a:lnTo>
                  <a:lnTo>
                    <a:pt x="7431922" y="3038700"/>
                  </a:lnTo>
                  <a:lnTo>
                    <a:pt x="7423360" y="3038700"/>
                  </a:lnTo>
                  <a:lnTo>
                    <a:pt x="7414798" y="3038700"/>
                  </a:lnTo>
                  <a:lnTo>
                    <a:pt x="7406236" y="3038700"/>
                  </a:lnTo>
                  <a:lnTo>
                    <a:pt x="7397674" y="3038700"/>
                  </a:lnTo>
                  <a:lnTo>
                    <a:pt x="7389112" y="3038700"/>
                  </a:lnTo>
                  <a:lnTo>
                    <a:pt x="7380550" y="3038700"/>
                  </a:lnTo>
                  <a:lnTo>
                    <a:pt x="7371987" y="3038700"/>
                  </a:lnTo>
                  <a:lnTo>
                    <a:pt x="7363425" y="3038700"/>
                  </a:lnTo>
                  <a:lnTo>
                    <a:pt x="7354863" y="3038700"/>
                  </a:lnTo>
                  <a:lnTo>
                    <a:pt x="7346301" y="3038700"/>
                  </a:lnTo>
                  <a:lnTo>
                    <a:pt x="7337739" y="3038700"/>
                  </a:lnTo>
                  <a:lnTo>
                    <a:pt x="7329177" y="3038700"/>
                  </a:lnTo>
                  <a:lnTo>
                    <a:pt x="7320615" y="3038700"/>
                  </a:lnTo>
                  <a:lnTo>
                    <a:pt x="7312053" y="3038700"/>
                  </a:lnTo>
                  <a:lnTo>
                    <a:pt x="7303490" y="3038700"/>
                  </a:lnTo>
                  <a:lnTo>
                    <a:pt x="7294928" y="3038700"/>
                  </a:lnTo>
                  <a:lnTo>
                    <a:pt x="7286366" y="3038700"/>
                  </a:lnTo>
                  <a:lnTo>
                    <a:pt x="7277804" y="3038700"/>
                  </a:lnTo>
                  <a:lnTo>
                    <a:pt x="7269242" y="3038700"/>
                  </a:lnTo>
                  <a:lnTo>
                    <a:pt x="7260680" y="3038700"/>
                  </a:lnTo>
                  <a:lnTo>
                    <a:pt x="7252118" y="3038700"/>
                  </a:lnTo>
                  <a:lnTo>
                    <a:pt x="7243556" y="3038700"/>
                  </a:lnTo>
                  <a:lnTo>
                    <a:pt x="7234994" y="3038700"/>
                  </a:lnTo>
                  <a:lnTo>
                    <a:pt x="7226431" y="3038700"/>
                  </a:lnTo>
                  <a:lnTo>
                    <a:pt x="7217869" y="3038700"/>
                  </a:lnTo>
                  <a:lnTo>
                    <a:pt x="7209307" y="3038700"/>
                  </a:lnTo>
                  <a:lnTo>
                    <a:pt x="7200745" y="3038700"/>
                  </a:lnTo>
                  <a:lnTo>
                    <a:pt x="7192183" y="3038700"/>
                  </a:lnTo>
                  <a:lnTo>
                    <a:pt x="7183621" y="3038700"/>
                  </a:lnTo>
                  <a:lnTo>
                    <a:pt x="7175059" y="3038700"/>
                  </a:lnTo>
                  <a:lnTo>
                    <a:pt x="7166497" y="3038700"/>
                  </a:lnTo>
                  <a:lnTo>
                    <a:pt x="7157934" y="3038700"/>
                  </a:lnTo>
                  <a:lnTo>
                    <a:pt x="7149372" y="3038700"/>
                  </a:lnTo>
                  <a:lnTo>
                    <a:pt x="7140810" y="3038700"/>
                  </a:lnTo>
                  <a:lnTo>
                    <a:pt x="7132248" y="3038700"/>
                  </a:lnTo>
                  <a:lnTo>
                    <a:pt x="7123686" y="3038700"/>
                  </a:lnTo>
                  <a:lnTo>
                    <a:pt x="7115124" y="3038700"/>
                  </a:lnTo>
                  <a:lnTo>
                    <a:pt x="7106562" y="3038700"/>
                  </a:lnTo>
                  <a:lnTo>
                    <a:pt x="7098000" y="3038700"/>
                  </a:lnTo>
                  <a:lnTo>
                    <a:pt x="7089437" y="3038700"/>
                  </a:lnTo>
                  <a:lnTo>
                    <a:pt x="7080875" y="3038700"/>
                  </a:lnTo>
                  <a:lnTo>
                    <a:pt x="7072313" y="3038700"/>
                  </a:lnTo>
                  <a:lnTo>
                    <a:pt x="7063751" y="3038700"/>
                  </a:lnTo>
                  <a:lnTo>
                    <a:pt x="7055189" y="3038700"/>
                  </a:lnTo>
                  <a:lnTo>
                    <a:pt x="7046627" y="3038700"/>
                  </a:lnTo>
                  <a:lnTo>
                    <a:pt x="7038065" y="3038700"/>
                  </a:lnTo>
                  <a:lnTo>
                    <a:pt x="7029503" y="3038700"/>
                  </a:lnTo>
                  <a:lnTo>
                    <a:pt x="7020940" y="3038700"/>
                  </a:lnTo>
                  <a:lnTo>
                    <a:pt x="7012378" y="3038700"/>
                  </a:lnTo>
                  <a:lnTo>
                    <a:pt x="7003816" y="3038700"/>
                  </a:lnTo>
                  <a:lnTo>
                    <a:pt x="6995254" y="3038700"/>
                  </a:lnTo>
                  <a:lnTo>
                    <a:pt x="6986692" y="3038700"/>
                  </a:lnTo>
                  <a:lnTo>
                    <a:pt x="6978130" y="3038700"/>
                  </a:lnTo>
                  <a:lnTo>
                    <a:pt x="6969568" y="3038700"/>
                  </a:lnTo>
                  <a:lnTo>
                    <a:pt x="6961006" y="3038700"/>
                  </a:lnTo>
                  <a:lnTo>
                    <a:pt x="6952443" y="3038700"/>
                  </a:lnTo>
                  <a:lnTo>
                    <a:pt x="6943881" y="3038700"/>
                  </a:lnTo>
                  <a:lnTo>
                    <a:pt x="6935319" y="3038700"/>
                  </a:lnTo>
                  <a:lnTo>
                    <a:pt x="6926757" y="3038700"/>
                  </a:lnTo>
                  <a:lnTo>
                    <a:pt x="6918195" y="3038700"/>
                  </a:lnTo>
                  <a:lnTo>
                    <a:pt x="6909633" y="3038700"/>
                  </a:lnTo>
                  <a:lnTo>
                    <a:pt x="6901071" y="3038700"/>
                  </a:lnTo>
                  <a:lnTo>
                    <a:pt x="6892509" y="3038700"/>
                  </a:lnTo>
                  <a:lnTo>
                    <a:pt x="6883946" y="3038700"/>
                  </a:lnTo>
                  <a:lnTo>
                    <a:pt x="6875384" y="3038700"/>
                  </a:lnTo>
                  <a:lnTo>
                    <a:pt x="6866822" y="3038700"/>
                  </a:lnTo>
                  <a:lnTo>
                    <a:pt x="6858260" y="3038700"/>
                  </a:lnTo>
                  <a:lnTo>
                    <a:pt x="6849698" y="3038700"/>
                  </a:lnTo>
                  <a:lnTo>
                    <a:pt x="6841136" y="3038700"/>
                  </a:lnTo>
                  <a:lnTo>
                    <a:pt x="6832574" y="3038700"/>
                  </a:lnTo>
                  <a:lnTo>
                    <a:pt x="6824012" y="3038700"/>
                  </a:lnTo>
                  <a:lnTo>
                    <a:pt x="6815449" y="3038700"/>
                  </a:lnTo>
                  <a:lnTo>
                    <a:pt x="6806887" y="3038700"/>
                  </a:lnTo>
                  <a:lnTo>
                    <a:pt x="6798325" y="3038700"/>
                  </a:lnTo>
                  <a:lnTo>
                    <a:pt x="6789763" y="3038700"/>
                  </a:lnTo>
                  <a:lnTo>
                    <a:pt x="6781201" y="3038700"/>
                  </a:lnTo>
                  <a:lnTo>
                    <a:pt x="6772639" y="3038700"/>
                  </a:lnTo>
                  <a:lnTo>
                    <a:pt x="6764077" y="3038700"/>
                  </a:lnTo>
                  <a:lnTo>
                    <a:pt x="6755515" y="3038700"/>
                  </a:lnTo>
                  <a:lnTo>
                    <a:pt x="6746952" y="3038700"/>
                  </a:lnTo>
                  <a:lnTo>
                    <a:pt x="6738390" y="3038700"/>
                  </a:lnTo>
                  <a:lnTo>
                    <a:pt x="6729828" y="3038700"/>
                  </a:lnTo>
                  <a:lnTo>
                    <a:pt x="6721266" y="3038700"/>
                  </a:lnTo>
                  <a:lnTo>
                    <a:pt x="6712704" y="3038700"/>
                  </a:lnTo>
                  <a:lnTo>
                    <a:pt x="6704142" y="3038700"/>
                  </a:lnTo>
                  <a:lnTo>
                    <a:pt x="6695580" y="3038700"/>
                  </a:lnTo>
                  <a:lnTo>
                    <a:pt x="6687018" y="3038700"/>
                  </a:lnTo>
                  <a:lnTo>
                    <a:pt x="6678456" y="3038700"/>
                  </a:lnTo>
                  <a:lnTo>
                    <a:pt x="6669893" y="3038700"/>
                  </a:lnTo>
                  <a:lnTo>
                    <a:pt x="6661331" y="3038700"/>
                  </a:lnTo>
                  <a:lnTo>
                    <a:pt x="6652769" y="3038700"/>
                  </a:lnTo>
                  <a:lnTo>
                    <a:pt x="6644207" y="3038700"/>
                  </a:lnTo>
                  <a:lnTo>
                    <a:pt x="6635645" y="3038700"/>
                  </a:lnTo>
                  <a:lnTo>
                    <a:pt x="6627083" y="3038700"/>
                  </a:lnTo>
                  <a:lnTo>
                    <a:pt x="6618521" y="3038700"/>
                  </a:lnTo>
                  <a:lnTo>
                    <a:pt x="6609959" y="3038700"/>
                  </a:lnTo>
                  <a:lnTo>
                    <a:pt x="6601396" y="3038700"/>
                  </a:lnTo>
                  <a:lnTo>
                    <a:pt x="6592834" y="3038700"/>
                  </a:lnTo>
                  <a:lnTo>
                    <a:pt x="6584272" y="3038700"/>
                  </a:lnTo>
                  <a:lnTo>
                    <a:pt x="6575710" y="3038700"/>
                  </a:lnTo>
                  <a:lnTo>
                    <a:pt x="6567148" y="3038700"/>
                  </a:lnTo>
                  <a:lnTo>
                    <a:pt x="6558586" y="3038700"/>
                  </a:lnTo>
                  <a:lnTo>
                    <a:pt x="6550024" y="3038700"/>
                  </a:lnTo>
                  <a:lnTo>
                    <a:pt x="6541462" y="3038700"/>
                  </a:lnTo>
                  <a:lnTo>
                    <a:pt x="6532899" y="3038700"/>
                  </a:lnTo>
                  <a:lnTo>
                    <a:pt x="6524337" y="3038700"/>
                  </a:lnTo>
                  <a:lnTo>
                    <a:pt x="6515775" y="3038700"/>
                  </a:lnTo>
                  <a:lnTo>
                    <a:pt x="6507213" y="3038700"/>
                  </a:lnTo>
                  <a:lnTo>
                    <a:pt x="6498651" y="3038700"/>
                  </a:lnTo>
                  <a:lnTo>
                    <a:pt x="6490089" y="3038700"/>
                  </a:lnTo>
                  <a:lnTo>
                    <a:pt x="6481527" y="3038700"/>
                  </a:lnTo>
                  <a:lnTo>
                    <a:pt x="6472965" y="3038700"/>
                  </a:lnTo>
                  <a:lnTo>
                    <a:pt x="6464402" y="3038700"/>
                  </a:lnTo>
                  <a:lnTo>
                    <a:pt x="6455840" y="3038700"/>
                  </a:lnTo>
                  <a:lnTo>
                    <a:pt x="6447278" y="3038700"/>
                  </a:lnTo>
                  <a:lnTo>
                    <a:pt x="6438716" y="3038700"/>
                  </a:lnTo>
                  <a:lnTo>
                    <a:pt x="6430154" y="3038700"/>
                  </a:lnTo>
                  <a:lnTo>
                    <a:pt x="6421592" y="3038700"/>
                  </a:lnTo>
                  <a:lnTo>
                    <a:pt x="6413030" y="3038700"/>
                  </a:lnTo>
                  <a:lnTo>
                    <a:pt x="6404468" y="3038700"/>
                  </a:lnTo>
                  <a:lnTo>
                    <a:pt x="6395905" y="3038700"/>
                  </a:lnTo>
                  <a:lnTo>
                    <a:pt x="6387343" y="3038700"/>
                  </a:lnTo>
                  <a:lnTo>
                    <a:pt x="6378781" y="3038700"/>
                  </a:lnTo>
                  <a:lnTo>
                    <a:pt x="6370219" y="3038700"/>
                  </a:lnTo>
                  <a:lnTo>
                    <a:pt x="6361657" y="3038700"/>
                  </a:lnTo>
                  <a:lnTo>
                    <a:pt x="6353095" y="3038700"/>
                  </a:lnTo>
                  <a:lnTo>
                    <a:pt x="6344533" y="3038700"/>
                  </a:lnTo>
                  <a:lnTo>
                    <a:pt x="6335971" y="3038700"/>
                  </a:lnTo>
                  <a:lnTo>
                    <a:pt x="6327408" y="3038700"/>
                  </a:lnTo>
                  <a:lnTo>
                    <a:pt x="6318846" y="3038700"/>
                  </a:lnTo>
                  <a:lnTo>
                    <a:pt x="6310284" y="3038700"/>
                  </a:lnTo>
                  <a:lnTo>
                    <a:pt x="6301722" y="3038700"/>
                  </a:lnTo>
                  <a:lnTo>
                    <a:pt x="6293160" y="3038700"/>
                  </a:lnTo>
                  <a:lnTo>
                    <a:pt x="6284598" y="3038700"/>
                  </a:lnTo>
                  <a:lnTo>
                    <a:pt x="6276036" y="3038700"/>
                  </a:lnTo>
                  <a:lnTo>
                    <a:pt x="6267474" y="3038700"/>
                  </a:lnTo>
                  <a:lnTo>
                    <a:pt x="6258911" y="3038700"/>
                  </a:lnTo>
                  <a:lnTo>
                    <a:pt x="6250349" y="3038700"/>
                  </a:lnTo>
                  <a:lnTo>
                    <a:pt x="6241787" y="3038700"/>
                  </a:lnTo>
                  <a:lnTo>
                    <a:pt x="6233225" y="3038700"/>
                  </a:lnTo>
                  <a:lnTo>
                    <a:pt x="6224663" y="3038700"/>
                  </a:lnTo>
                  <a:lnTo>
                    <a:pt x="6216101" y="3038700"/>
                  </a:lnTo>
                  <a:lnTo>
                    <a:pt x="6207539" y="3038700"/>
                  </a:lnTo>
                  <a:lnTo>
                    <a:pt x="6198977" y="3038700"/>
                  </a:lnTo>
                  <a:lnTo>
                    <a:pt x="6190414" y="3038700"/>
                  </a:lnTo>
                  <a:lnTo>
                    <a:pt x="6181852" y="3038700"/>
                  </a:lnTo>
                  <a:lnTo>
                    <a:pt x="6173290" y="3038700"/>
                  </a:lnTo>
                  <a:lnTo>
                    <a:pt x="6164728" y="3038700"/>
                  </a:lnTo>
                  <a:lnTo>
                    <a:pt x="6156166" y="3038700"/>
                  </a:lnTo>
                  <a:lnTo>
                    <a:pt x="6147604" y="3038700"/>
                  </a:lnTo>
                  <a:lnTo>
                    <a:pt x="6139042" y="3038700"/>
                  </a:lnTo>
                  <a:lnTo>
                    <a:pt x="6130480" y="3038700"/>
                  </a:lnTo>
                  <a:lnTo>
                    <a:pt x="6121918" y="3038700"/>
                  </a:lnTo>
                  <a:lnTo>
                    <a:pt x="6113355" y="3038700"/>
                  </a:lnTo>
                  <a:lnTo>
                    <a:pt x="6104793" y="3038700"/>
                  </a:lnTo>
                  <a:lnTo>
                    <a:pt x="6096231" y="3038700"/>
                  </a:lnTo>
                  <a:lnTo>
                    <a:pt x="6087669" y="3038700"/>
                  </a:lnTo>
                  <a:lnTo>
                    <a:pt x="6079107" y="3038700"/>
                  </a:lnTo>
                  <a:lnTo>
                    <a:pt x="6070545" y="3038700"/>
                  </a:lnTo>
                  <a:lnTo>
                    <a:pt x="6061983" y="3038700"/>
                  </a:lnTo>
                  <a:lnTo>
                    <a:pt x="6053421" y="3038700"/>
                  </a:lnTo>
                  <a:lnTo>
                    <a:pt x="6044858" y="3038700"/>
                  </a:lnTo>
                  <a:lnTo>
                    <a:pt x="6036296" y="3038700"/>
                  </a:lnTo>
                  <a:lnTo>
                    <a:pt x="6027734" y="3038700"/>
                  </a:lnTo>
                  <a:lnTo>
                    <a:pt x="6019172" y="3038700"/>
                  </a:lnTo>
                  <a:lnTo>
                    <a:pt x="6010610" y="3038700"/>
                  </a:lnTo>
                  <a:lnTo>
                    <a:pt x="6002048" y="3038700"/>
                  </a:lnTo>
                  <a:lnTo>
                    <a:pt x="5993486" y="3038700"/>
                  </a:lnTo>
                  <a:lnTo>
                    <a:pt x="5984924" y="3038700"/>
                  </a:lnTo>
                  <a:lnTo>
                    <a:pt x="5976361" y="3038700"/>
                  </a:lnTo>
                  <a:lnTo>
                    <a:pt x="5967799" y="3038700"/>
                  </a:lnTo>
                  <a:lnTo>
                    <a:pt x="5959237" y="3038700"/>
                  </a:lnTo>
                  <a:lnTo>
                    <a:pt x="5950675" y="3038700"/>
                  </a:lnTo>
                  <a:lnTo>
                    <a:pt x="5942113" y="3038700"/>
                  </a:lnTo>
                  <a:lnTo>
                    <a:pt x="5933551" y="3038700"/>
                  </a:lnTo>
                  <a:lnTo>
                    <a:pt x="5924989" y="3038700"/>
                  </a:lnTo>
                  <a:lnTo>
                    <a:pt x="5916427" y="3038700"/>
                  </a:lnTo>
                  <a:lnTo>
                    <a:pt x="5907864" y="3038700"/>
                  </a:lnTo>
                  <a:lnTo>
                    <a:pt x="5899302" y="3038700"/>
                  </a:lnTo>
                  <a:lnTo>
                    <a:pt x="5890740" y="3038700"/>
                  </a:lnTo>
                  <a:lnTo>
                    <a:pt x="5882178" y="3038700"/>
                  </a:lnTo>
                  <a:lnTo>
                    <a:pt x="5873616" y="3038700"/>
                  </a:lnTo>
                  <a:lnTo>
                    <a:pt x="5865054" y="3038700"/>
                  </a:lnTo>
                  <a:lnTo>
                    <a:pt x="5856492" y="3038700"/>
                  </a:lnTo>
                  <a:lnTo>
                    <a:pt x="5847930" y="3038700"/>
                  </a:lnTo>
                  <a:lnTo>
                    <a:pt x="5839367" y="3038700"/>
                  </a:lnTo>
                  <a:lnTo>
                    <a:pt x="5830805" y="3038700"/>
                  </a:lnTo>
                  <a:lnTo>
                    <a:pt x="5822243" y="3038700"/>
                  </a:lnTo>
                  <a:lnTo>
                    <a:pt x="5813681" y="3038700"/>
                  </a:lnTo>
                  <a:lnTo>
                    <a:pt x="5805119" y="3038700"/>
                  </a:lnTo>
                  <a:lnTo>
                    <a:pt x="5796557" y="3038700"/>
                  </a:lnTo>
                  <a:lnTo>
                    <a:pt x="5787995" y="3038700"/>
                  </a:lnTo>
                  <a:lnTo>
                    <a:pt x="5779433" y="3038700"/>
                  </a:lnTo>
                  <a:lnTo>
                    <a:pt x="5770870" y="3038700"/>
                  </a:lnTo>
                  <a:lnTo>
                    <a:pt x="5762308" y="3038700"/>
                  </a:lnTo>
                  <a:lnTo>
                    <a:pt x="5753746" y="3038700"/>
                  </a:lnTo>
                  <a:lnTo>
                    <a:pt x="5745184" y="3038700"/>
                  </a:lnTo>
                  <a:lnTo>
                    <a:pt x="5736622" y="3038700"/>
                  </a:lnTo>
                  <a:lnTo>
                    <a:pt x="5728060" y="3038700"/>
                  </a:lnTo>
                  <a:lnTo>
                    <a:pt x="5719498" y="3038700"/>
                  </a:lnTo>
                  <a:lnTo>
                    <a:pt x="5710936" y="3038700"/>
                  </a:lnTo>
                  <a:lnTo>
                    <a:pt x="5702373" y="3038700"/>
                  </a:lnTo>
                  <a:lnTo>
                    <a:pt x="5693811" y="3038700"/>
                  </a:lnTo>
                  <a:lnTo>
                    <a:pt x="5685249" y="3038700"/>
                  </a:lnTo>
                  <a:lnTo>
                    <a:pt x="5676687" y="3038700"/>
                  </a:lnTo>
                  <a:lnTo>
                    <a:pt x="5668125" y="3038700"/>
                  </a:lnTo>
                  <a:lnTo>
                    <a:pt x="5659563" y="3038700"/>
                  </a:lnTo>
                  <a:lnTo>
                    <a:pt x="5651001" y="3038700"/>
                  </a:lnTo>
                  <a:lnTo>
                    <a:pt x="5642439" y="3038700"/>
                  </a:lnTo>
                  <a:lnTo>
                    <a:pt x="5633876" y="3038700"/>
                  </a:lnTo>
                  <a:lnTo>
                    <a:pt x="5625314" y="3038700"/>
                  </a:lnTo>
                  <a:lnTo>
                    <a:pt x="5616752" y="3038700"/>
                  </a:lnTo>
                  <a:lnTo>
                    <a:pt x="5608190" y="3038700"/>
                  </a:lnTo>
                  <a:lnTo>
                    <a:pt x="5599628" y="3038700"/>
                  </a:lnTo>
                  <a:lnTo>
                    <a:pt x="5591066" y="3038700"/>
                  </a:lnTo>
                  <a:lnTo>
                    <a:pt x="5582504" y="3038700"/>
                  </a:lnTo>
                  <a:lnTo>
                    <a:pt x="5573942" y="3038700"/>
                  </a:lnTo>
                  <a:lnTo>
                    <a:pt x="5565380" y="3038700"/>
                  </a:lnTo>
                  <a:lnTo>
                    <a:pt x="5556817" y="3038700"/>
                  </a:lnTo>
                  <a:lnTo>
                    <a:pt x="5548255" y="3038700"/>
                  </a:lnTo>
                  <a:lnTo>
                    <a:pt x="5539693" y="3038700"/>
                  </a:lnTo>
                  <a:lnTo>
                    <a:pt x="5531131" y="3038700"/>
                  </a:lnTo>
                  <a:lnTo>
                    <a:pt x="5522569" y="3038700"/>
                  </a:lnTo>
                  <a:lnTo>
                    <a:pt x="5514007" y="3038700"/>
                  </a:lnTo>
                  <a:lnTo>
                    <a:pt x="5505445" y="3038700"/>
                  </a:lnTo>
                  <a:lnTo>
                    <a:pt x="5496883" y="3038700"/>
                  </a:lnTo>
                  <a:lnTo>
                    <a:pt x="5488320" y="3038700"/>
                  </a:lnTo>
                  <a:lnTo>
                    <a:pt x="5479758" y="3038700"/>
                  </a:lnTo>
                  <a:lnTo>
                    <a:pt x="5471196" y="3038700"/>
                  </a:lnTo>
                  <a:lnTo>
                    <a:pt x="5462634" y="3038700"/>
                  </a:lnTo>
                  <a:lnTo>
                    <a:pt x="5454072" y="3038700"/>
                  </a:lnTo>
                  <a:lnTo>
                    <a:pt x="5445510" y="3038700"/>
                  </a:lnTo>
                  <a:lnTo>
                    <a:pt x="5436948" y="3038700"/>
                  </a:lnTo>
                  <a:lnTo>
                    <a:pt x="5428386" y="3038700"/>
                  </a:lnTo>
                  <a:lnTo>
                    <a:pt x="5419823" y="3038700"/>
                  </a:lnTo>
                  <a:lnTo>
                    <a:pt x="5411261" y="3038700"/>
                  </a:lnTo>
                  <a:lnTo>
                    <a:pt x="5402699" y="3038700"/>
                  </a:lnTo>
                  <a:lnTo>
                    <a:pt x="5394137" y="3038700"/>
                  </a:lnTo>
                  <a:lnTo>
                    <a:pt x="5385575" y="3038700"/>
                  </a:lnTo>
                  <a:lnTo>
                    <a:pt x="5377013" y="3038700"/>
                  </a:lnTo>
                  <a:lnTo>
                    <a:pt x="5368451" y="3038700"/>
                  </a:lnTo>
                  <a:lnTo>
                    <a:pt x="5359889" y="3038700"/>
                  </a:lnTo>
                  <a:lnTo>
                    <a:pt x="5351326" y="3038700"/>
                  </a:lnTo>
                  <a:lnTo>
                    <a:pt x="5342764" y="3038700"/>
                  </a:lnTo>
                  <a:lnTo>
                    <a:pt x="5334202" y="3038700"/>
                  </a:lnTo>
                  <a:lnTo>
                    <a:pt x="5325640" y="3038700"/>
                  </a:lnTo>
                  <a:lnTo>
                    <a:pt x="5317078" y="3038700"/>
                  </a:lnTo>
                  <a:lnTo>
                    <a:pt x="5308516" y="3038700"/>
                  </a:lnTo>
                  <a:lnTo>
                    <a:pt x="5299954" y="3038700"/>
                  </a:lnTo>
                  <a:lnTo>
                    <a:pt x="5291392" y="3038700"/>
                  </a:lnTo>
                  <a:lnTo>
                    <a:pt x="5282829" y="3038700"/>
                  </a:lnTo>
                  <a:lnTo>
                    <a:pt x="5274267" y="3038700"/>
                  </a:lnTo>
                  <a:lnTo>
                    <a:pt x="5265705" y="3038700"/>
                  </a:lnTo>
                  <a:lnTo>
                    <a:pt x="5257143" y="3038700"/>
                  </a:lnTo>
                  <a:lnTo>
                    <a:pt x="5248581" y="3038700"/>
                  </a:lnTo>
                  <a:lnTo>
                    <a:pt x="5240019" y="3038700"/>
                  </a:lnTo>
                  <a:lnTo>
                    <a:pt x="5231457" y="3038700"/>
                  </a:lnTo>
                  <a:lnTo>
                    <a:pt x="5222895" y="3038700"/>
                  </a:lnTo>
                  <a:lnTo>
                    <a:pt x="5214332" y="3038700"/>
                  </a:lnTo>
                  <a:lnTo>
                    <a:pt x="5205770" y="3038700"/>
                  </a:lnTo>
                  <a:lnTo>
                    <a:pt x="5197208" y="3038700"/>
                  </a:lnTo>
                  <a:lnTo>
                    <a:pt x="5188646" y="3038700"/>
                  </a:lnTo>
                  <a:lnTo>
                    <a:pt x="5180084" y="3038700"/>
                  </a:lnTo>
                  <a:lnTo>
                    <a:pt x="5171522" y="3038700"/>
                  </a:lnTo>
                  <a:lnTo>
                    <a:pt x="5162960" y="3038700"/>
                  </a:lnTo>
                  <a:lnTo>
                    <a:pt x="5154398" y="3038700"/>
                  </a:lnTo>
                  <a:lnTo>
                    <a:pt x="5145835" y="3038700"/>
                  </a:lnTo>
                  <a:lnTo>
                    <a:pt x="5137273" y="3038700"/>
                  </a:lnTo>
                  <a:lnTo>
                    <a:pt x="5128711" y="3038700"/>
                  </a:lnTo>
                  <a:lnTo>
                    <a:pt x="5120149" y="3038700"/>
                  </a:lnTo>
                  <a:lnTo>
                    <a:pt x="5111587" y="3038700"/>
                  </a:lnTo>
                  <a:lnTo>
                    <a:pt x="5103025" y="3038700"/>
                  </a:lnTo>
                  <a:lnTo>
                    <a:pt x="5094463" y="3038700"/>
                  </a:lnTo>
                  <a:lnTo>
                    <a:pt x="5085901" y="3038700"/>
                  </a:lnTo>
                  <a:lnTo>
                    <a:pt x="5077338" y="3038700"/>
                  </a:lnTo>
                  <a:lnTo>
                    <a:pt x="5068776" y="3038700"/>
                  </a:lnTo>
                  <a:lnTo>
                    <a:pt x="5060214" y="3038700"/>
                  </a:lnTo>
                  <a:lnTo>
                    <a:pt x="5051652" y="3038700"/>
                  </a:lnTo>
                  <a:lnTo>
                    <a:pt x="5043090" y="3038700"/>
                  </a:lnTo>
                  <a:lnTo>
                    <a:pt x="5034528" y="3038700"/>
                  </a:lnTo>
                  <a:lnTo>
                    <a:pt x="5025966" y="3038700"/>
                  </a:lnTo>
                  <a:lnTo>
                    <a:pt x="5017404" y="3038700"/>
                  </a:lnTo>
                  <a:lnTo>
                    <a:pt x="5008842" y="3038700"/>
                  </a:lnTo>
                  <a:lnTo>
                    <a:pt x="5000279" y="3038700"/>
                  </a:lnTo>
                  <a:lnTo>
                    <a:pt x="4991717" y="3038700"/>
                  </a:lnTo>
                  <a:lnTo>
                    <a:pt x="4983155" y="3038700"/>
                  </a:lnTo>
                  <a:lnTo>
                    <a:pt x="4974593" y="3038700"/>
                  </a:lnTo>
                  <a:lnTo>
                    <a:pt x="4966031" y="3038700"/>
                  </a:lnTo>
                  <a:lnTo>
                    <a:pt x="4957469" y="3038700"/>
                  </a:lnTo>
                  <a:lnTo>
                    <a:pt x="4948907" y="3038700"/>
                  </a:lnTo>
                  <a:lnTo>
                    <a:pt x="4940345" y="3038700"/>
                  </a:lnTo>
                  <a:lnTo>
                    <a:pt x="4931782" y="3038700"/>
                  </a:lnTo>
                  <a:lnTo>
                    <a:pt x="4923220" y="3038700"/>
                  </a:lnTo>
                  <a:lnTo>
                    <a:pt x="4914658" y="3038700"/>
                  </a:lnTo>
                  <a:lnTo>
                    <a:pt x="4906096" y="3038700"/>
                  </a:lnTo>
                  <a:lnTo>
                    <a:pt x="4897534" y="3038700"/>
                  </a:lnTo>
                  <a:lnTo>
                    <a:pt x="4888972" y="3038700"/>
                  </a:lnTo>
                  <a:lnTo>
                    <a:pt x="4880410" y="3038700"/>
                  </a:lnTo>
                  <a:lnTo>
                    <a:pt x="4871848" y="3038700"/>
                  </a:lnTo>
                  <a:lnTo>
                    <a:pt x="4863285" y="3038700"/>
                  </a:lnTo>
                  <a:lnTo>
                    <a:pt x="4854723" y="3038700"/>
                  </a:lnTo>
                  <a:lnTo>
                    <a:pt x="4846161" y="3038700"/>
                  </a:lnTo>
                  <a:lnTo>
                    <a:pt x="4837599" y="3038700"/>
                  </a:lnTo>
                  <a:lnTo>
                    <a:pt x="4829037" y="3038700"/>
                  </a:lnTo>
                  <a:lnTo>
                    <a:pt x="4820475" y="3038700"/>
                  </a:lnTo>
                  <a:lnTo>
                    <a:pt x="4811913" y="3038700"/>
                  </a:lnTo>
                  <a:lnTo>
                    <a:pt x="4803351" y="3038700"/>
                  </a:lnTo>
                  <a:lnTo>
                    <a:pt x="4794788" y="3038700"/>
                  </a:lnTo>
                  <a:lnTo>
                    <a:pt x="4786226" y="3038700"/>
                  </a:lnTo>
                  <a:lnTo>
                    <a:pt x="4777664" y="3038700"/>
                  </a:lnTo>
                  <a:lnTo>
                    <a:pt x="4769102" y="3038700"/>
                  </a:lnTo>
                  <a:lnTo>
                    <a:pt x="4760540" y="3038700"/>
                  </a:lnTo>
                  <a:lnTo>
                    <a:pt x="4751978" y="3038700"/>
                  </a:lnTo>
                  <a:lnTo>
                    <a:pt x="4743416" y="3038700"/>
                  </a:lnTo>
                  <a:lnTo>
                    <a:pt x="4734854" y="3038700"/>
                  </a:lnTo>
                  <a:lnTo>
                    <a:pt x="4726291" y="3038700"/>
                  </a:lnTo>
                  <a:lnTo>
                    <a:pt x="4717729" y="3038700"/>
                  </a:lnTo>
                  <a:lnTo>
                    <a:pt x="4709167" y="3038700"/>
                  </a:lnTo>
                  <a:lnTo>
                    <a:pt x="4700605" y="3038700"/>
                  </a:lnTo>
                  <a:lnTo>
                    <a:pt x="4692043" y="3038700"/>
                  </a:lnTo>
                  <a:lnTo>
                    <a:pt x="4683481" y="3038700"/>
                  </a:lnTo>
                  <a:lnTo>
                    <a:pt x="4674919" y="3038700"/>
                  </a:lnTo>
                  <a:lnTo>
                    <a:pt x="4666357" y="3038700"/>
                  </a:lnTo>
                  <a:lnTo>
                    <a:pt x="4657794" y="3038700"/>
                  </a:lnTo>
                  <a:lnTo>
                    <a:pt x="4649232" y="3038700"/>
                  </a:lnTo>
                  <a:lnTo>
                    <a:pt x="4640670" y="3038700"/>
                  </a:lnTo>
                  <a:lnTo>
                    <a:pt x="4632108" y="3038700"/>
                  </a:lnTo>
                  <a:lnTo>
                    <a:pt x="4623546" y="3038700"/>
                  </a:lnTo>
                  <a:lnTo>
                    <a:pt x="4614984" y="3038700"/>
                  </a:lnTo>
                  <a:lnTo>
                    <a:pt x="4606422" y="3038700"/>
                  </a:lnTo>
                  <a:lnTo>
                    <a:pt x="4597860" y="3038700"/>
                  </a:lnTo>
                  <a:lnTo>
                    <a:pt x="4589297" y="3038700"/>
                  </a:lnTo>
                  <a:lnTo>
                    <a:pt x="4580735" y="3038700"/>
                  </a:lnTo>
                  <a:lnTo>
                    <a:pt x="4572173" y="3038700"/>
                  </a:lnTo>
                  <a:lnTo>
                    <a:pt x="4563611" y="3038700"/>
                  </a:lnTo>
                  <a:lnTo>
                    <a:pt x="4555049" y="3038700"/>
                  </a:lnTo>
                  <a:lnTo>
                    <a:pt x="4546487" y="3038700"/>
                  </a:lnTo>
                  <a:lnTo>
                    <a:pt x="4537925" y="3038700"/>
                  </a:lnTo>
                  <a:lnTo>
                    <a:pt x="4529363" y="3038700"/>
                  </a:lnTo>
                  <a:lnTo>
                    <a:pt x="4520800" y="3038700"/>
                  </a:lnTo>
                  <a:lnTo>
                    <a:pt x="4512238" y="3038700"/>
                  </a:lnTo>
                  <a:lnTo>
                    <a:pt x="4503676" y="3038700"/>
                  </a:lnTo>
                  <a:lnTo>
                    <a:pt x="4495114" y="3038700"/>
                  </a:lnTo>
                  <a:lnTo>
                    <a:pt x="4486552" y="3038700"/>
                  </a:lnTo>
                  <a:lnTo>
                    <a:pt x="4477990" y="3038700"/>
                  </a:lnTo>
                  <a:lnTo>
                    <a:pt x="4469428" y="3038700"/>
                  </a:lnTo>
                  <a:lnTo>
                    <a:pt x="4460866" y="3038700"/>
                  </a:lnTo>
                  <a:lnTo>
                    <a:pt x="4452304" y="3038700"/>
                  </a:lnTo>
                  <a:lnTo>
                    <a:pt x="4443741" y="3038700"/>
                  </a:lnTo>
                  <a:lnTo>
                    <a:pt x="4435179" y="3038700"/>
                  </a:lnTo>
                  <a:lnTo>
                    <a:pt x="4426617" y="3038700"/>
                  </a:lnTo>
                  <a:lnTo>
                    <a:pt x="4418055" y="3038700"/>
                  </a:lnTo>
                  <a:lnTo>
                    <a:pt x="4409493" y="3038700"/>
                  </a:lnTo>
                  <a:lnTo>
                    <a:pt x="4400931" y="3038700"/>
                  </a:lnTo>
                  <a:lnTo>
                    <a:pt x="4392369" y="3038700"/>
                  </a:lnTo>
                  <a:lnTo>
                    <a:pt x="4383807" y="3038700"/>
                  </a:lnTo>
                  <a:lnTo>
                    <a:pt x="4375244" y="3038700"/>
                  </a:lnTo>
                  <a:lnTo>
                    <a:pt x="4366682" y="3038700"/>
                  </a:lnTo>
                  <a:lnTo>
                    <a:pt x="4358120" y="3038700"/>
                  </a:lnTo>
                  <a:lnTo>
                    <a:pt x="4349558" y="3038700"/>
                  </a:lnTo>
                  <a:lnTo>
                    <a:pt x="4340996" y="3038700"/>
                  </a:lnTo>
                  <a:lnTo>
                    <a:pt x="4332434" y="3038700"/>
                  </a:lnTo>
                  <a:lnTo>
                    <a:pt x="4323872" y="3038700"/>
                  </a:lnTo>
                  <a:lnTo>
                    <a:pt x="4315310" y="3038700"/>
                  </a:lnTo>
                  <a:lnTo>
                    <a:pt x="4306747" y="3038700"/>
                  </a:lnTo>
                  <a:lnTo>
                    <a:pt x="4298185" y="3038700"/>
                  </a:lnTo>
                  <a:lnTo>
                    <a:pt x="4289623" y="3038700"/>
                  </a:lnTo>
                  <a:lnTo>
                    <a:pt x="4281061" y="3038700"/>
                  </a:lnTo>
                  <a:lnTo>
                    <a:pt x="4272499" y="3038700"/>
                  </a:lnTo>
                  <a:lnTo>
                    <a:pt x="4263937" y="3038700"/>
                  </a:lnTo>
                  <a:lnTo>
                    <a:pt x="4255375" y="3038700"/>
                  </a:lnTo>
                  <a:lnTo>
                    <a:pt x="4246813" y="3038700"/>
                  </a:lnTo>
                  <a:lnTo>
                    <a:pt x="4238250" y="3038700"/>
                  </a:lnTo>
                  <a:lnTo>
                    <a:pt x="4229688" y="3038700"/>
                  </a:lnTo>
                  <a:lnTo>
                    <a:pt x="4221126" y="3038700"/>
                  </a:lnTo>
                  <a:lnTo>
                    <a:pt x="4212564" y="3038700"/>
                  </a:lnTo>
                  <a:lnTo>
                    <a:pt x="4204002" y="3038700"/>
                  </a:lnTo>
                  <a:lnTo>
                    <a:pt x="4195440" y="3038700"/>
                  </a:lnTo>
                  <a:lnTo>
                    <a:pt x="4186878" y="3038700"/>
                  </a:lnTo>
                  <a:lnTo>
                    <a:pt x="4178316" y="3038700"/>
                  </a:lnTo>
                  <a:lnTo>
                    <a:pt x="4169753" y="3038700"/>
                  </a:lnTo>
                  <a:lnTo>
                    <a:pt x="4161191" y="3038700"/>
                  </a:lnTo>
                  <a:lnTo>
                    <a:pt x="4152629" y="3038700"/>
                  </a:lnTo>
                  <a:lnTo>
                    <a:pt x="4144067" y="3038700"/>
                  </a:lnTo>
                  <a:lnTo>
                    <a:pt x="4135505" y="3038700"/>
                  </a:lnTo>
                  <a:lnTo>
                    <a:pt x="4126943" y="3038700"/>
                  </a:lnTo>
                  <a:lnTo>
                    <a:pt x="4118381" y="3038700"/>
                  </a:lnTo>
                  <a:lnTo>
                    <a:pt x="4109819" y="3038700"/>
                  </a:lnTo>
                  <a:lnTo>
                    <a:pt x="4101256" y="3038700"/>
                  </a:lnTo>
                  <a:lnTo>
                    <a:pt x="4092694" y="3038700"/>
                  </a:lnTo>
                  <a:lnTo>
                    <a:pt x="4084132" y="3038700"/>
                  </a:lnTo>
                  <a:lnTo>
                    <a:pt x="4075570" y="3038700"/>
                  </a:lnTo>
                  <a:lnTo>
                    <a:pt x="4067008" y="3038700"/>
                  </a:lnTo>
                  <a:lnTo>
                    <a:pt x="4058446" y="3038700"/>
                  </a:lnTo>
                  <a:lnTo>
                    <a:pt x="4049884" y="3038700"/>
                  </a:lnTo>
                  <a:lnTo>
                    <a:pt x="4041322" y="3038700"/>
                  </a:lnTo>
                  <a:lnTo>
                    <a:pt x="4032759" y="3038700"/>
                  </a:lnTo>
                  <a:lnTo>
                    <a:pt x="4024197" y="3038700"/>
                  </a:lnTo>
                  <a:lnTo>
                    <a:pt x="4015635" y="3038700"/>
                  </a:lnTo>
                  <a:lnTo>
                    <a:pt x="4007073" y="3038700"/>
                  </a:lnTo>
                  <a:lnTo>
                    <a:pt x="3998511" y="3038700"/>
                  </a:lnTo>
                  <a:lnTo>
                    <a:pt x="3989949" y="3038700"/>
                  </a:lnTo>
                  <a:lnTo>
                    <a:pt x="3981387" y="3038700"/>
                  </a:lnTo>
                  <a:lnTo>
                    <a:pt x="3972825" y="3038700"/>
                  </a:lnTo>
                  <a:lnTo>
                    <a:pt x="3964262" y="3038700"/>
                  </a:lnTo>
                  <a:lnTo>
                    <a:pt x="3955700" y="3038700"/>
                  </a:lnTo>
                  <a:lnTo>
                    <a:pt x="3947138" y="3038700"/>
                  </a:lnTo>
                  <a:lnTo>
                    <a:pt x="3938576" y="3038700"/>
                  </a:lnTo>
                  <a:lnTo>
                    <a:pt x="3930014" y="3038700"/>
                  </a:lnTo>
                  <a:lnTo>
                    <a:pt x="3921452" y="3038700"/>
                  </a:lnTo>
                  <a:lnTo>
                    <a:pt x="3912890" y="3038700"/>
                  </a:lnTo>
                  <a:lnTo>
                    <a:pt x="3904328" y="3038700"/>
                  </a:lnTo>
                  <a:lnTo>
                    <a:pt x="3895766" y="3038700"/>
                  </a:lnTo>
                  <a:lnTo>
                    <a:pt x="3887203" y="3038700"/>
                  </a:lnTo>
                  <a:lnTo>
                    <a:pt x="3878641" y="3038700"/>
                  </a:lnTo>
                  <a:lnTo>
                    <a:pt x="3870079" y="3038700"/>
                  </a:lnTo>
                  <a:lnTo>
                    <a:pt x="3861517" y="3038700"/>
                  </a:lnTo>
                  <a:lnTo>
                    <a:pt x="3852955" y="3038700"/>
                  </a:lnTo>
                  <a:lnTo>
                    <a:pt x="3844393" y="3038700"/>
                  </a:lnTo>
                  <a:lnTo>
                    <a:pt x="3835831" y="3038700"/>
                  </a:lnTo>
                  <a:lnTo>
                    <a:pt x="3827269" y="3038700"/>
                  </a:lnTo>
                  <a:lnTo>
                    <a:pt x="3818706" y="3038700"/>
                  </a:lnTo>
                  <a:lnTo>
                    <a:pt x="3810144" y="3038700"/>
                  </a:lnTo>
                  <a:lnTo>
                    <a:pt x="3801582" y="3038700"/>
                  </a:lnTo>
                  <a:lnTo>
                    <a:pt x="3793020" y="3038700"/>
                  </a:lnTo>
                  <a:lnTo>
                    <a:pt x="3784458" y="3038700"/>
                  </a:lnTo>
                  <a:lnTo>
                    <a:pt x="3775896" y="3038700"/>
                  </a:lnTo>
                  <a:lnTo>
                    <a:pt x="3767334" y="3038700"/>
                  </a:lnTo>
                  <a:lnTo>
                    <a:pt x="3758772" y="3038700"/>
                  </a:lnTo>
                  <a:lnTo>
                    <a:pt x="3750209" y="3038700"/>
                  </a:lnTo>
                  <a:lnTo>
                    <a:pt x="3741647" y="3038700"/>
                  </a:lnTo>
                  <a:lnTo>
                    <a:pt x="3733085" y="3038700"/>
                  </a:lnTo>
                  <a:lnTo>
                    <a:pt x="3724523" y="3038700"/>
                  </a:lnTo>
                  <a:lnTo>
                    <a:pt x="3715961" y="3038700"/>
                  </a:lnTo>
                  <a:lnTo>
                    <a:pt x="3707399" y="3038700"/>
                  </a:lnTo>
                  <a:lnTo>
                    <a:pt x="3698837" y="3038700"/>
                  </a:lnTo>
                  <a:lnTo>
                    <a:pt x="3690275" y="3038700"/>
                  </a:lnTo>
                  <a:lnTo>
                    <a:pt x="3681712" y="3038700"/>
                  </a:lnTo>
                  <a:lnTo>
                    <a:pt x="3673150" y="3038700"/>
                  </a:lnTo>
                  <a:lnTo>
                    <a:pt x="3664588" y="3038700"/>
                  </a:lnTo>
                  <a:lnTo>
                    <a:pt x="3656026" y="3038700"/>
                  </a:lnTo>
                  <a:lnTo>
                    <a:pt x="3647464" y="3038700"/>
                  </a:lnTo>
                  <a:lnTo>
                    <a:pt x="3638902" y="3038700"/>
                  </a:lnTo>
                  <a:lnTo>
                    <a:pt x="3630340" y="3038700"/>
                  </a:lnTo>
                  <a:lnTo>
                    <a:pt x="3621778" y="3038700"/>
                  </a:lnTo>
                  <a:lnTo>
                    <a:pt x="3613215" y="3038700"/>
                  </a:lnTo>
                  <a:lnTo>
                    <a:pt x="3604653" y="3038700"/>
                  </a:lnTo>
                  <a:lnTo>
                    <a:pt x="3596091" y="3038700"/>
                  </a:lnTo>
                  <a:lnTo>
                    <a:pt x="3587529" y="3038700"/>
                  </a:lnTo>
                  <a:lnTo>
                    <a:pt x="3578967" y="3038700"/>
                  </a:lnTo>
                  <a:lnTo>
                    <a:pt x="3570405" y="3038700"/>
                  </a:lnTo>
                  <a:lnTo>
                    <a:pt x="3561843" y="3038700"/>
                  </a:lnTo>
                  <a:lnTo>
                    <a:pt x="3553281" y="3038700"/>
                  </a:lnTo>
                  <a:lnTo>
                    <a:pt x="3544718" y="3038700"/>
                  </a:lnTo>
                  <a:lnTo>
                    <a:pt x="3536156" y="3038700"/>
                  </a:lnTo>
                  <a:lnTo>
                    <a:pt x="3527594" y="3038700"/>
                  </a:lnTo>
                  <a:lnTo>
                    <a:pt x="3519032" y="3038700"/>
                  </a:lnTo>
                  <a:lnTo>
                    <a:pt x="3510470" y="3038700"/>
                  </a:lnTo>
                  <a:lnTo>
                    <a:pt x="3501908" y="3038700"/>
                  </a:lnTo>
                  <a:lnTo>
                    <a:pt x="3493346" y="3038700"/>
                  </a:lnTo>
                  <a:lnTo>
                    <a:pt x="3484784" y="3038700"/>
                  </a:lnTo>
                  <a:lnTo>
                    <a:pt x="3476221" y="3038700"/>
                  </a:lnTo>
                  <a:lnTo>
                    <a:pt x="3467659" y="3038700"/>
                  </a:lnTo>
                  <a:lnTo>
                    <a:pt x="3459097" y="3038700"/>
                  </a:lnTo>
                  <a:lnTo>
                    <a:pt x="3450535" y="3038700"/>
                  </a:lnTo>
                  <a:lnTo>
                    <a:pt x="3441973" y="3038700"/>
                  </a:lnTo>
                  <a:lnTo>
                    <a:pt x="3433411" y="3038700"/>
                  </a:lnTo>
                  <a:lnTo>
                    <a:pt x="3424849" y="3038700"/>
                  </a:lnTo>
                  <a:lnTo>
                    <a:pt x="3416287" y="3038700"/>
                  </a:lnTo>
                  <a:lnTo>
                    <a:pt x="3407724" y="3038700"/>
                  </a:lnTo>
                  <a:lnTo>
                    <a:pt x="3399162" y="3038700"/>
                  </a:lnTo>
                  <a:lnTo>
                    <a:pt x="3390600" y="3038700"/>
                  </a:lnTo>
                  <a:lnTo>
                    <a:pt x="3382038" y="3038700"/>
                  </a:lnTo>
                  <a:lnTo>
                    <a:pt x="3373476" y="3038700"/>
                  </a:lnTo>
                  <a:lnTo>
                    <a:pt x="3364914" y="3038700"/>
                  </a:lnTo>
                  <a:lnTo>
                    <a:pt x="3356352" y="3038700"/>
                  </a:lnTo>
                  <a:lnTo>
                    <a:pt x="3347790" y="3038700"/>
                  </a:lnTo>
                  <a:lnTo>
                    <a:pt x="3339228" y="3038700"/>
                  </a:lnTo>
                  <a:lnTo>
                    <a:pt x="3330665" y="3038700"/>
                  </a:lnTo>
                  <a:lnTo>
                    <a:pt x="3322103" y="3038700"/>
                  </a:lnTo>
                  <a:lnTo>
                    <a:pt x="3313541" y="3038700"/>
                  </a:lnTo>
                  <a:lnTo>
                    <a:pt x="3304979" y="3038700"/>
                  </a:lnTo>
                  <a:lnTo>
                    <a:pt x="3296417" y="3038700"/>
                  </a:lnTo>
                  <a:lnTo>
                    <a:pt x="3287855" y="3038700"/>
                  </a:lnTo>
                  <a:lnTo>
                    <a:pt x="3279293" y="3038700"/>
                  </a:lnTo>
                  <a:lnTo>
                    <a:pt x="3270731" y="3038700"/>
                  </a:lnTo>
                  <a:lnTo>
                    <a:pt x="3262168" y="3038700"/>
                  </a:lnTo>
                  <a:lnTo>
                    <a:pt x="3253606" y="3038700"/>
                  </a:lnTo>
                  <a:lnTo>
                    <a:pt x="3245044" y="3038700"/>
                  </a:lnTo>
                  <a:lnTo>
                    <a:pt x="3236482" y="3038700"/>
                  </a:lnTo>
                  <a:lnTo>
                    <a:pt x="3227920" y="3038700"/>
                  </a:lnTo>
                  <a:lnTo>
                    <a:pt x="3219358" y="3038700"/>
                  </a:lnTo>
                  <a:lnTo>
                    <a:pt x="3210796" y="3038700"/>
                  </a:lnTo>
                  <a:lnTo>
                    <a:pt x="3202234" y="3038700"/>
                  </a:lnTo>
                  <a:lnTo>
                    <a:pt x="3193671" y="3038700"/>
                  </a:lnTo>
                  <a:lnTo>
                    <a:pt x="3185109" y="3038700"/>
                  </a:lnTo>
                  <a:lnTo>
                    <a:pt x="3176547" y="3038700"/>
                  </a:lnTo>
                  <a:lnTo>
                    <a:pt x="3167985" y="3038700"/>
                  </a:lnTo>
                  <a:lnTo>
                    <a:pt x="3159423" y="3038700"/>
                  </a:lnTo>
                  <a:lnTo>
                    <a:pt x="3150861" y="3038700"/>
                  </a:lnTo>
                  <a:lnTo>
                    <a:pt x="3142299" y="3038700"/>
                  </a:lnTo>
                  <a:lnTo>
                    <a:pt x="3133737" y="3038700"/>
                  </a:lnTo>
                  <a:lnTo>
                    <a:pt x="3125174" y="3038700"/>
                  </a:lnTo>
                  <a:lnTo>
                    <a:pt x="3116612" y="3038700"/>
                  </a:lnTo>
                  <a:lnTo>
                    <a:pt x="3108050" y="3038700"/>
                  </a:lnTo>
                  <a:lnTo>
                    <a:pt x="3099488" y="3038700"/>
                  </a:lnTo>
                  <a:lnTo>
                    <a:pt x="3090926" y="3038700"/>
                  </a:lnTo>
                  <a:lnTo>
                    <a:pt x="3082364" y="3038700"/>
                  </a:lnTo>
                  <a:lnTo>
                    <a:pt x="3073802" y="3038700"/>
                  </a:lnTo>
                  <a:lnTo>
                    <a:pt x="3065240" y="3038700"/>
                  </a:lnTo>
                  <a:lnTo>
                    <a:pt x="3056677" y="3038700"/>
                  </a:lnTo>
                  <a:lnTo>
                    <a:pt x="3048115" y="3038700"/>
                  </a:lnTo>
                  <a:lnTo>
                    <a:pt x="3039553" y="3038700"/>
                  </a:lnTo>
                  <a:lnTo>
                    <a:pt x="3030991" y="3038700"/>
                  </a:lnTo>
                  <a:lnTo>
                    <a:pt x="3022429" y="3038700"/>
                  </a:lnTo>
                  <a:lnTo>
                    <a:pt x="3013867" y="3038700"/>
                  </a:lnTo>
                  <a:lnTo>
                    <a:pt x="3005305" y="3038700"/>
                  </a:lnTo>
                  <a:lnTo>
                    <a:pt x="2996743" y="3038700"/>
                  </a:lnTo>
                  <a:lnTo>
                    <a:pt x="2988180" y="3038700"/>
                  </a:lnTo>
                  <a:lnTo>
                    <a:pt x="2979618" y="3038700"/>
                  </a:lnTo>
                  <a:lnTo>
                    <a:pt x="2971056" y="3038700"/>
                  </a:lnTo>
                  <a:lnTo>
                    <a:pt x="2962494" y="3038700"/>
                  </a:lnTo>
                  <a:lnTo>
                    <a:pt x="2953932" y="3038700"/>
                  </a:lnTo>
                  <a:lnTo>
                    <a:pt x="2945370" y="3038700"/>
                  </a:lnTo>
                  <a:lnTo>
                    <a:pt x="2936808" y="3038700"/>
                  </a:lnTo>
                  <a:lnTo>
                    <a:pt x="2928246" y="3038700"/>
                  </a:lnTo>
                  <a:lnTo>
                    <a:pt x="2919683" y="3038700"/>
                  </a:lnTo>
                  <a:lnTo>
                    <a:pt x="2911121" y="3038700"/>
                  </a:lnTo>
                  <a:lnTo>
                    <a:pt x="2902559" y="3038700"/>
                  </a:lnTo>
                  <a:lnTo>
                    <a:pt x="2893997" y="3038700"/>
                  </a:lnTo>
                  <a:lnTo>
                    <a:pt x="2885435" y="3038700"/>
                  </a:lnTo>
                  <a:lnTo>
                    <a:pt x="2876873" y="3038700"/>
                  </a:lnTo>
                  <a:lnTo>
                    <a:pt x="2868311" y="3038700"/>
                  </a:lnTo>
                  <a:lnTo>
                    <a:pt x="2859749" y="3038700"/>
                  </a:lnTo>
                  <a:lnTo>
                    <a:pt x="2851186" y="3038700"/>
                  </a:lnTo>
                  <a:lnTo>
                    <a:pt x="2842624" y="3038700"/>
                  </a:lnTo>
                  <a:lnTo>
                    <a:pt x="2834062" y="3038700"/>
                  </a:lnTo>
                  <a:lnTo>
                    <a:pt x="2825500" y="3038700"/>
                  </a:lnTo>
                  <a:lnTo>
                    <a:pt x="2816938" y="3038700"/>
                  </a:lnTo>
                  <a:lnTo>
                    <a:pt x="2808376" y="3038700"/>
                  </a:lnTo>
                  <a:lnTo>
                    <a:pt x="2799814" y="3038700"/>
                  </a:lnTo>
                  <a:lnTo>
                    <a:pt x="2791252" y="3038700"/>
                  </a:lnTo>
                  <a:lnTo>
                    <a:pt x="2782690" y="3038700"/>
                  </a:lnTo>
                  <a:lnTo>
                    <a:pt x="2774127" y="3038700"/>
                  </a:lnTo>
                  <a:lnTo>
                    <a:pt x="2765565" y="3038700"/>
                  </a:lnTo>
                  <a:lnTo>
                    <a:pt x="2757003" y="3038700"/>
                  </a:lnTo>
                  <a:lnTo>
                    <a:pt x="2748441" y="3038700"/>
                  </a:lnTo>
                  <a:lnTo>
                    <a:pt x="2739879" y="3038700"/>
                  </a:lnTo>
                  <a:lnTo>
                    <a:pt x="2731317" y="3038700"/>
                  </a:lnTo>
                  <a:lnTo>
                    <a:pt x="2722755" y="3038700"/>
                  </a:lnTo>
                  <a:lnTo>
                    <a:pt x="2714193" y="3038700"/>
                  </a:lnTo>
                  <a:lnTo>
                    <a:pt x="2705630" y="3038700"/>
                  </a:lnTo>
                  <a:lnTo>
                    <a:pt x="2697068" y="3038700"/>
                  </a:lnTo>
                  <a:lnTo>
                    <a:pt x="2688506" y="3038700"/>
                  </a:lnTo>
                  <a:lnTo>
                    <a:pt x="2679944" y="3038700"/>
                  </a:lnTo>
                  <a:lnTo>
                    <a:pt x="2671382" y="3038700"/>
                  </a:lnTo>
                  <a:lnTo>
                    <a:pt x="2662820" y="3038700"/>
                  </a:lnTo>
                  <a:lnTo>
                    <a:pt x="2654258" y="3038700"/>
                  </a:lnTo>
                  <a:lnTo>
                    <a:pt x="2645696" y="3038700"/>
                  </a:lnTo>
                  <a:lnTo>
                    <a:pt x="2637133" y="3038700"/>
                  </a:lnTo>
                  <a:lnTo>
                    <a:pt x="2628571" y="3038700"/>
                  </a:lnTo>
                  <a:lnTo>
                    <a:pt x="2620009" y="3038700"/>
                  </a:lnTo>
                  <a:lnTo>
                    <a:pt x="2611447" y="3038700"/>
                  </a:lnTo>
                  <a:lnTo>
                    <a:pt x="2602885" y="3038700"/>
                  </a:lnTo>
                  <a:lnTo>
                    <a:pt x="2594323" y="3038700"/>
                  </a:lnTo>
                  <a:lnTo>
                    <a:pt x="2585761" y="3038700"/>
                  </a:lnTo>
                  <a:lnTo>
                    <a:pt x="2577199" y="3038700"/>
                  </a:lnTo>
                  <a:lnTo>
                    <a:pt x="2568636" y="3038700"/>
                  </a:lnTo>
                  <a:lnTo>
                    <a:pt x="2560074" y="3038700"/>
                  </a:lnTo>
                  <a:lnTo>
                    <a:pt x="2551512" y="3038700"/>
                  </a:lnTo>
                  <a:lnTo>
                    <a:pt x="2542950" y="3038700"/>
                  </a:lnTo>
                  <a:lnTo>
                    <a:pt x="2534388" y="3038700"/>
                  </a:lnTo>
                  <a:lnTo>
                    <a:pt x="2525826" y="3038700"/>
                  </a:lnTo>
                  <a:lnTo>
                    <a:pt x="2517264" y="3038700"/>
                  </a:lnTo>
                  <a:lnTo>
                    <a:pt x="2508702" y="3038700"/>
                  </a:lnTo>
                  <a:lnTo>
                    <a:pt x="2500139" y="3038700"/>
                  </a:lnTo>
                  <a:lnTo>
                    <a:pt x="2491577" y="3038700"/>
                  </a:lnTo>
                  <a:lnTo>
                    <a:pt x="2483015" y="3038700"/>
                  </a:lnTo>
                  <a:lnTo>
                    <a:pt x="2474453" y="3038700"/>
                  </a:lnTo>
                  <a:lnTo>
                    <a:pt x="2465891" y="3038700"/>
                  </a:lnTo>
                  <a:lnTo>
                    <a:pt x="2457329" y="3038700"/>
                  </a:lnTo>
                  <a:lnTo>
                    <a:pt x="2448767" y="3038700"/>
                  </a:lnTo>
                  <a:lnTo>
                    <a:pt x="2440205" y="3038700"/>
                  </a:lnTo>
                  <a:lnTo>
                    <a:pt x="2431642" y="3038700"/>
                  </a:lnTo>
                  <a:lnTo>
                    <a:pt x="2423080" y="3038700"/>
                  </a:lnTo>
                  <a:lnTo>
                    <a:pt x="2414518" y="3038700"/>
                  </a:lnTo>
                  <a:lnTo>
                    <a:pt x="2405956" y="3038700"/>
                  </a:lnTo>
                  <a:lnTo>
                    <a:pt x="2397394" y="3038700"/>
                  </a:lnTo>
                  <a:lnTo>
                    <a:pt x="2388832" y="3038700"/>
                  </a:lnTo>
                  <a:lnTo>
                    <a:pt x="2380270" y="3038700"/>
                  </a:lnTo>
                  <a:lnTo>
                    <a:pt x="2371708" y="3038700"/>
                  </a:lnTo>
                  <a:lnTo>
                    <a:pt x="2363145" y="3038700"/>
                  </a:lnTo>
                  <a:lnTo>
                    <a:pt x="2354583" y="3038700"/>
                  </a:lnTo>
                  <a:lnTo>
                    <a:pt x="2346021" y="3038700"/>
                  </a:lnTo>
                  <a:lnTo>
                    <a:pt x="2337459" y="3038700"/>
                  </a:lnTo>
                  <a:lnTo>
                    <a:pt x="2328897" y="3038700"/>
                  </a:lnTo>
                  <a:lnTo>
                    <a:pt x="2320335" y="3038700"/>
                  </a:lnTo>
                  <a:lnTo>
                    <a:pt x="2311773" y="3038700"/>
                  </a:lnTo>
                  <a:lnTo>
                    <a:pt x="2303211" y="3038700"/>
                  </a:lnTo>
                  <a:lnTo>
                    <a:pt x="2294648" y="3038700"/>
                  </a:lnTo>
                  <a:lnTo>
                    <a:pt x="2286086" y="3038700"/>
                  </a:lnTo>
                  <a:lnTo>
                    <a:pt x="2277524" y="3038700"/>
                  </a:lnTo>
                  <a:lnTo>
                    <a:pt x="2268962" y="3038700"/>
                  </a:lnTo>
                  <a:lnTo>
                    <a:pt x="2260400" y="3038700"/>
                  </a:lnTo>
                  <a:lnTo>
                    <a:pt x="2251838" y="3038700"/>
                  </a:lnTo>
                  <a:lnTo>
                    <a:pt x="2243276" y="3038700"/>
                  </a:lnTo>
                  <a:lnTo>
                    <a:pt x="2234714" y="3038700"/>
                  </a:lnTo>
                  <a:lnTo>
                    <a:pt x="2226152" y="3038700"/>
                  </a:lnTo>
                  <a:lnTo>
                    <a:pt x="2217589" y="3038700"/>
                  </a:lnTo>
                  <a:lnTo>
                    <a:pt x="2209027" y="3038700"/>
                  </a:lnTo>
                  <a:lnTo>
                    <a:pt x="2200465" y="3038700"/>
                  </a:lnTo>
                  <a:lnTo>
                    <a:pt x="2191903" y="3038700"/>
                  </a:lnTo>
                  <a:lnTo>
                    <a:pt x="2183341" y="3038700"/>
                  </a:lnTo>
                  <a:lnTo>
                    <a:pt x="2174779" y="3038700"/>
                  </a:lnTo>
                  <a:lnTo>
                    <a:pt x="2166217" y="3038700"/>
                  </a:lnTo>
                  <a:lnTo>
                    <a:pt x="2157655" y="3038700"/>
                  </a:lnTo>
                  <a:lnTo>
                    <a:pt x="2149092" y="3038700"/>
                  </a:lnTo>
                  <a:lnTo>
                    <a:pt x="2140530" y="3038700"/>
                  </a:lnTo>
                  <a:lnTo>
                    <a:pt x="2131968" y="3038700"/>
                  </a:lnTo>
                  <a:lnTo>
                    <a:pt x="2123406" y="3038700"/>
                  </a:lnTo>
                  <a:lnTo>
                    <a:pt x="2114844" y="3038700"/>
                  </a:lnTo>
                  <a:lnTo>
                    <a:pt x="2106282" y="3038700"/>
                  </a:lnTo>
                  <a:lnTo>
                    <a:pt x="2097720" y="3038700"/>
                  </a:lnTo>
                  <a:lnTo>
                    <a:pt x="2089158" y="3038700"/>
                  </a:lnTo>
                  <a:lnTo>
                    <a:pt x="2080595" y="3038700"/>
                  </a:lnTo>
                  <a:lnTo>
                    <a:pt x="2072033" y="3038700"/>
                  </a:lnTo>
                  <a:lnTo>
                    <a:pt x="2063471" y="3038700"/>
                  </a:lnTo>
                  <a:lnTo>
                    <a:pt x="2054909" y="3038700"/>
                  </a:lnTo>
                  <a:lnTo>
                    <a:pt x="2046347" y="3038700"/>
                  </a:lnTo>
                  <a:lnTo>
                    <a:pt x="2037785" y="3038700"/>
                  </a:lnTo>
                  <a:lnTo>
                    <a:pt x="2029223" y="3038700"/>
                  </a:lnTo>
                  <a:lnTo>
                    <a:pt x="2020661" y="3038700"/>
                  </a:lnTo>
                  <a:lnTo>
                    <a:pt x="2012098" y="3038700"/>
                  </a:lnTo>
                  <a:lnTo>
                    <a:pt x="2003536" y="3038700"/>
                  </a:lnTo>
                  <a:lnTo>
                    <a:pt x="1994974" y="3038700"/>
                  </a:lnTo>
                  <a:lnTo>
                    <a:pt x="1986412" y="3038700"/>
                  </a:lnTo>
                  <a:lnTo>
                    <a:pt x="1977850" y="3038700"/>
                  </a:lnTo>
                  <a:lnTo>
                    <a:pt x="1969288" y="3038700"/>
                  </a:lnTo>
                  <a:lnTo>
                    <a:pt x="1960726" y="3038700"/>
                  </a:lnTo>
                  <a:lnTo>
                    <a:pt x="1952164" y="3038700"/>
                  </a:lnTo>
                  <a:lnTo>
                    <a:pt x="1943601" y="3038700"/>
                  </a:lnTo>
                  <a:lnTo>
                    <a:pt x="1935039" y="3038700"/>
                  </a:lnTo>
                  <a:lnTo>
                    <a:pt x="1926477" y="3038700"/>
                  </a:lnTo>
                  <a:lnTo>
                    <a:pt x="1917915" y="3038700"/>
                  </a:lnTo>
                  <a:lnTo>
                    <a:pt x="1909353" y="3038700"/>
                  </a:lnTo>
                  <a:lnTo>
                    <a:pt x="1900791" y="3038700"/>
                  </a:lnTo>
                  <a:lnTo>
                    <a:pt x="1892229" y="3038700"/>
                  </a:lnTo>
                  <a:lnTo>
                    <a:pt x="1883667" y="3038700"/>
                  </a:lnTo>
                  <a:lnTo>
                    <a:pt x="1875104" y="3038700"/>
                  </a:lnTo>
                  <a:lnTo>
                    <a:pt x="1866542" y="3038700"/>
                  </a:lnTo>
                  <a:lnTo>
                    <a:pt x="1857980" y="3038700"/>
                  </a:lnTo>
                  <a:lnTo>
                    <a:pt x="1849418" y="3038700"/>
                  </a:lnTo>
                  <a:lnTo>
                    <a:pt x="1840856" y="3038700"/>
                  </a:lnTo>
                  <a:lnTo>
                    <a:pt x="1832294" y="3038700"/>
                  </a:lnTo>
                  <a:lnTo>
                    <a:pt x="1823732" y="3038700"/>
                  </a:lnTo>
                  <a:lnTo>
                    <a:pt x="1815170" y="3038700"/>
                  </a:lnTo>
                  <a:lnTo>
                    <a:pt x="1806607" y="3038700"/>
                  </a:lnTo>
                  <a:lnTo>
                    <a:pt x="1798045" y="3038700"/>
                  </a:lnTo>
                  <a:lnTo>
                    <a:pt x="1789483" y="3038700"/>
                  </a:lnTo>
                  <a:lnTo>
                    <a:pt x="1780921" y="3038700"/>
                  </a:lnTo>
                  <a:lnTo>
                    <a:pt x="1772359" y="3038700"/>
                  </a:lnTo>
                  <a:lnTo>
                    <a:pt x="1763797" y="3038700"/>
                  </a:lnTo>
                  <a:lnTo>
                    <a:pt x="1755235" y="3038700"/>
                  </a:lnTo>
                  <a:lnTo>
                    <a:pt x="1746673" y="3038700"/>
                  </a:lnTo>
                  <a:lnTo>
                    <a:pt x="1738110" y="3038700"/>
                  </a:lnTo>
                  <a:lnTo>
                    <a:pt x="1729548" y="3038700"/>
                  </a:lnTo>
                  <a:lnTo>
                    <a:pt x="1720986" y="3038700"/>
                  </a:lnTo>
                  <a:lnTo>
                    <a:pt x="1712424" y="3038700"/>
                  </a:lnTo>
                  <a:lnTo>
                    <a:pt x="1703862" y="3038700"/>
                  </a:lnTo>
                  <a:lnTo>
                    <a:pt x="1695300" y="3038700"/>
                  </a:lnTo>
                  <a:lnTo>
                    <a:pt x="1686738" y="3038700"/>
                  </a:lnTo>
                  <a:lnTo>
                    <a:pt x="1678176" y="3038700"/>
                  </a:lnTo>
                  <a:lnTo>
                    <a:pt x="1669614" y="3038700"/>
                  </a:lnTo>
                  <a:lnTo>
                    <a:pt x="1661051" y="3038700"/>
                  </a:lnTo>
                  <a:lnTo>
                    <a:pt x="1652489" y="3038700"/>
                  </a:lnTo>
                  <a:lnTo>
                    <a:pt x="1643927" y="3038700"/>
                  </a:lnTo>
                  <a:lnTo>
                    <a:pt x="1635365" y="3038700"/>
                  </a:lnTo>
                  <a:lnTo>
                    <a:pt x="1626803" y="3038700"/>
                  </a:lnTo>
                  <a:lnTo>
                    <a:pt x="1618241" y="3038700"/>
                  </a:lnTo>
                  <a:lnTo>
                    <a:pt x="1609679" y="3038700"/>
                  </a:lnTo>
                  <a:lnTo>
                    <a:pt x="1601117" y="3038700"/>
                  </a:lnTo>
                  <a:lnTo>
                    <a:pt x="1592554" y="3038700"/>
                  </a:lnTo>
                  <a:lnTo>
                    <a:pt x="1583992" y="3038700"/>
                  </a:lnTo>
                  <a:lnTo>
                    <a:pt x="1575430" y="3038700"/>
                  </a:lnTo>
                  <a:lnTo>
                    <a:pt x="1566868" y="3038700"/>
                  </a:lnTo>
                  <a:lnTo>
                    <a:pt x="1558306" y="3038700"/>
                  </a:lnTo>
                  <a:lnTo>
                    <a:pt x="1549744" y="3038700"/>
                  </a:lnTo>
                  <a:lnTo>
                    <a:pt x="1541182" y="3038700"/>
                  </a:lnTo>
                  <a:lnTo>
                    <a:pt x="1532620" y="3038700"/>
                  </a:lnTo>
                  <a:lnTo>
                    <a:pt x="1524057" y="3038700"/>
                  </a:lnTo>
                  <a:lnTo>
                    <a:pt x="1515495" y="3038700"/>
                  </a:lnTo>
                  <a:lnTo>
                    <a:pt x="1506933" y="3038700"/>
                  </a:lnTo>
                  <a:lnTo>
                    <a:pt x="1498371" y="3038700"/>
                  </a:lnTo>
                  <a:lnTo>
                    <a:pt x="1489809" y="3038700"/>
                  </a:lnTo>
                  <a:lnTo>
                    <a:pt x="1481247" y="3038700"/>
                  </a:lnTo>
                  <a:lnTo>
                    <a:pt x="1472685" y="3038700"/>
                  </a:lnTo>
                  <a:lnTo>
                    <a:pt x="1464123" y="3038700"/>
                  </a:lnTo>
                  <a:lnTo>
                    <a:pt x="1455560" y="3038700"/>
                  </a:lnTo>
                  <a:lnTo>
                    <a:pt x="1446998" y="3038700"/>
                  </a:lnTo>
                  <a:lnTo>
                    <a:pt x="1438436" y="3038700"/>
                  </a:lnTo>
                  <a:lnTo>
                    <a:pt x="1429874" y="3038700"/>
                  </a:lnTo>
                  <a:lnTo>
                    <a:pt x="1421312" y="3038700"/>
                  </a:lnTo>
                  <a:lnTo>
                    <a:pt x="1412750" y="3038700"/>
                  </a:lnTo>
                  <a:lnTo>
                    <a:pt x="1404188" y="3038700"/>
                  </a:lnTo>
                  <a:lnTo>
                    <a:pt x="1395626" y="3038700"/>
                  </a:lnTo>
                  <a:lnTo>
                    <a:pt x="1387063" y="3038700"/>
                  </a:lnTo>
                  <a:lnTo>
                    <a:pt x="1378501" y="3038700"/>
                  </a:lnTo>
                  <a:lnTo>
                    <a:pt x="1369939" y="3038700"/>
                  </a:lnTo>
                  <a:lnTo>
                    <a:pt x="1361377" y="3038700"/>
                  </a:lnTo>
                  <a:lnTo>
                    <a:pt x="1352815" y="3038700"/>
                  </a:lnTo>
                  <a:lnTo>
                    <a:pt x="1344253" y="3038700"/>
                  </a:lnTo>
                  <a:lnTo>
                    <a:pt x="1335691" y="3038700"/>
                  </a:lnTo>
                  <a:lnTo>
                    <a:pt x="1327129" y="3038700"/>
                  </a:lnTo>
                  <a:lnTo>
                    <a:pt x="1318566" y="3038700"/>
                  </a:lnTo>
                  <a:lnTo>
                    <a:pt x="1310004" y="3038700"/>
                  </a:lnTo>
                  <a:lnTo>
                    <a:pt x="1301442" y="3038700"/>
                  </a:lnTo>
                  <a:lnTo>
                    <a:pt x="1292880" y="3038700"/>
                  </a:lnTo>
                  <a:lnTo>
                    <a:pt x="1284318" y="3038700"/>
                  </a:lnTo>
                  <a:lnTo>
                    <a:pt x="1275756" y="3038700"/>
                  </a:lnTo>
                  <a:lnTo>
                    <a:pt x="1267194" y="3038700"/>
                  </a:lnTo>
                  <a:lnTo>
                    <a:pt x="1258632" y="3038700"/>
                  </a:lnTo>
                  <a:lnTo>
                    <a:pt x="1250069" y="3038700"/>
                  </a:lnTo>
                  <a:lnTo>
                    <a:pt x="1241507" y="3038700"/>
                  </a:lnTo>
                  <a:lnTo>
                    <a:pt x="1232945" y="3038700"/>
                  </a:lnTo>
                  <a:lnTo>
                    <a:pt x="1224383" y="3038700"/>
                  </a:lnTo>
                  <a:lnTo>
                    <a:pt x="1215821" y="3038700"/>
                  </a:lnTo>
                  <a:lnTo>
                    <a:pt x="1207259" y="3038700"/>
                  </a:lnTo>
                  <a:lnTo>
                    <a:pt x="1198697" y="3038700"/>
                  </a:lnTo>
                  <a:lnTo>
                    <a:pt x="1190135" y="3038700"/>
                  </a:lnTo>
                  <a:lnTo>
                    <a:pt x="1181572" y="3038700"/>
                  </a:lnTo>
                  <a:lnTo>
                    <a:pt x="1173010" y="3038700"/>
                  </a:lnTo>
                  <a:lnTo>
                    <a:pt x="1164448" y="3038700"/>
                  </a:lnTo>
                  <a:lnTo>
                    <a:pt x="1155886" y="3038700"/>
                  </a:lnTo>
                  <a:lnTo>
                    <a:pt x="1147324" y="3038700"/>
                  </a:lnTo>
                  <a:lnTo>
                    <a:pt x="1138762" y="3038700"/>
                  </a:lnTo>
                  <a:lnTo>
                    <a:pt x="1130200" y="3038700"/>
                  </a:lnTo>
                  <a:lnTo>
                    <a:pt x="1121638" y="3038700"/>
                  </a:lnTo>
                  <a:lnTo>
                    <a:pt x="1113076" y="3038700"/>
                  </a:lnTo>
                  <a:lnTo>
                    <a:pt x="1104513" y="3038700"/>
                  </a:lnTo>
                  <a:lnTo>
                    <a:pt x="1095951" y="3038700"/>
                  </a:lnTo>
                  <a:lnTo>
                    <a:pt x="1087389" y="3038700"/>
                  </a:lnTo>
                  <a:lnTo>
                    <a:pt x="1078827" y="3038700"/>
                  </a:lnTo>
                  <a:lnTo>
                    <a:pt x="1070265" y="3038700"/>
                  </a:lnTo>
                  <a:lnTo>
                    <a:pt x="1061703" y="3038700"/>
                  </a:lnTo>
                  <a:lnTo>
                    <a:pt x="1053141" y="3038700"/>
                  </a:lnTo>
                  <a:lnTo>
                    <a:pt x="1044579" y="3038700"/>
                  </a:lnTo>
                  <a:lnTo>
                    <a:pt x="1036016" y="3038700"/>
                  </a:lnTo>
                  <a:lnTo>
                    <a:pt x="1027454" y="3038700"/>
                  </a:lnTo>
                  <a:lnTo>
                    <a:pt x="1018892" y="3038700"/>
                  </a:lnTo>
                  <a:lnTo>
                    <a:pt x="1010330" y="3038700"/>
                  </a:lnTo>
                  <a:lnTo>
                    <a:pt x="1001768" y="3038700"/>
                  </a:lnTo>
                  <a:lnTo>
                    <a:pt x="993206" y="3038700"/>
                  </a:lnTo>
                  <a:lnTo>
                    <a:pt x="984644" y="3038700"/>
                  </a:lnTo>
                  <a:lnTo>
                    <a:pt x="976082" y="3038700"/>
                  </a:lnTo>
                  <a:lnTo>
                    <a:pt x="967519" y="3038700"/>
                  </a:lnTo>
                  <a:lnTo>
                    <a:pt x="958957" y="3038700"/>
                  </a:lnTo>
                  <a:lnTo>
                    <a:pt x="950395" y="3038700"/>
                  </a:lnTo>
                  <a:lnTo>
                    <a:pt x="941833" y="3038700"/>
                  </a:lnTo>
                  <a:lnTo>
                    <a:pt x="933271" y="3038700"/>
                  </a:lnTo>
                  <a:lnTo>
                    <a:pt x="924709" y="3038700"/>
                  </a:lnTo>
                  <a:lnTo>
                    <a:pt x="916147" y="3038700"/>
                  </a:lnTo>
                  <a:lnTo>
                    <a:pt x="907585" y="3038700"/>
                  </a:lnTo>
                  <a:lnTo>
                    <a:pt x="899022" y="3038700"/>
                  </a:lnTo>
                  <a:lnTo>
                    <a:pt x="890460" y="3038700"/>
                  </a:lnTo>
                  <a:lnTo>
                    <a:pt x="881898" y="3038700"/>
                  </a:lnTo>
                  <a:lnTo>
                    <a:pt x="873336" y="3038700"/>
                  </a:lnTo>
                  <a:lnTo>
                    <a:pt x="864774" y="3038700"/>
                  </a:lnTo>
                  <a:lnTo>
                    <a:pt x="856212" y="3038700"/>
                  </a:lnTo>
                  <a:lnTo>
                    <a:pt x="847650" y="3038700"/>
                  </a:lnTo>
                  <a:lnTo>
                    <a:pt x="839088" y="3038700"/>
                  </a:lnTo>
                  <a:lnTo>
                    <a:pt x="830525" y="3038700"/>
                  </a:lnTo>
                  <a:lnTo>
                    <a:pt x="821963" y="3038700"/>
                  </a:lnTo>
                  <a:lnTo>
                    <a:pt x="813401" y="3038700"/>
                  </a:lnTo>
                  <a:lnTo>
                    <a:pt x="804839" y="3038700"/>
                  </a:lnTo>
                  <a:lnTo>
                    <a:pt x="796277" y="3038700"/>
                  </a:lnTo>
                  <a:lnTo>
                    <a:pt x="787715" y="3038700"/>
                  </a:lnTo>
                  <a:lnTo>
                    <a:pt x="779153" y="3038700"/>
                  </a:lnTo>
                  <a:lnTo>
                    <a:pt x="770591" y="3038700"/>
                  </a:lnTo>
                  <a:lnTo>
                    <a:pt x="762028" y="3038700"/>
                  </a:lnTo>
                  <a:lnTo>
                    <a:pt x="753466" y="3038700"/>
                  </a:lnTo>
                  <a:lnTo>
                    <a:pt x="744904" y="3038700"/>
                  </a:lnTo>
                  <a:lnTo>
                    <a:pt x="736342" y="3038700"/>
                  </a:lnTo>
                  <a:lnTo>
                    <a:pt x="727780" y="3038700"/>
                  </a:lnTo>
                  <a:lnTo>
                    <a:pt x="719218" y="3038700"/>
                  </a:lnTo>
                  <a:lnTo>
                    <a:pt x="710656" y="3038700"/>
                  </a:lnTo>
                  <a:lnTo>
                    <a:pt x="702094" y="3038700"/>
                  </a:lnTo>
                  <a:lnTo>
                    <a:pt x="693531" y="3038700"/>
                  </a:lnTo>
                  <a:lnTo>
                    <a:pt x="684969" y="3038700"/>
                  </a:lnTo>
                  <a:lnTo>
                    <a:pt x="676407" y="3038700"/>
                  </a:lnTo>
                  <a:lnTo>
                    <a:pt x="667845" y="3038700"/>
                  </a:lnTo>
                  <a:lnTo>
                    <a:pt x="659283" y="3038700"/>
                  </a:lnTo>
                  <a:lnTo>
                    <a:pt x="650721" y="3038700"/>
                  </a:lnTo>
                  <a:lnTo>
                    <a:pt x="642159" y="3038700"/>
                  </a:lnTo>
                  <a:lnTo>
                    <a:pt x="633597" y="3038700"/>
                  </a:lnTo>
                  <a:lnTo>
                    <a:pt x="625034" y="3038700"/>
                  </a:lnTo>
                  <a:lnTo>
                    <a:pt x="616472" y="3038700"/>
                  </a:lnTo>
                  <a:lnTo>
                    <a:pt x="607910" y="3038700"/>
                  </a:lnTo>
                  <a:lnTo>
                    <a:pt x="599348" y="3038700"/>
                  </a:lnTo>
                  <a:lnTo>
                    <a:pt x="590786" y="3038700"/>
                  </a:lnTo>
                  <a:lnTo>
                    <a:pt x="582224" y="3038700"/>
                  </a:lnTo>
                  <a:lnTo>
                    <a:pt x="573662" y="3038700"/>
                  </a:lnTo>
                  <a:lnTo>
                    <a:pt x="565100" y="3038700"/>
                  </a:lnTo>
                  <a:lnTo>
                    <a:pt x="556538" y="3038700"/>
                  </a:lnTo>
                  <a:lnTo>
                    <a:pt x="547975" y="3038700"/>
                  </a:lnTo>
                  <a:lnTo>
                    <a:pt x="539413" y="3038700"/>
                  </a:lnTo>
                  <a:lnTo>
                    <a:pt x="530851" y="3038700"/>
                  </a:lnTo>
                  <a:lnTo>
                    <a:pt x="522289" y="3038700"/>
                  </a:lnTo>
                  <a:lnTo>
                    <a:pt x="513727" y="3038700"/>
                  </a:lnTo>
                  <a:lnTo>
                    <a:pt x="505165" y="3038700"/>
                  </a:lnTo>
                  <a:lnTo>
                    <a:pt x="496603" y="3038700"/>
                  </a:lnTo>
                  <a:lnTo>
                    <a:pt x="488041" y="3038700"/>
                  </a:lnTo>
                  <a:lnTo>
                    <a:pt x="479478" y="3038700"/>
                  </a:lnTo>
                  <a:lnTo>
                    <a:pt x="470916" y="3038700"/>
                  </a:lnTo>
                  <a:lnTo>
                    <a:pt x="462354" y="3038700"/>
                  </a:lnTo>
                  <a:lnTo>
                    <a:pt x="453792" y="3038700"/>
                  </a:lnTo>
                  <a:lnTo>
                    <a:pt x="445230" y="3038700"/>
                  </a:lnTo>
                  <a:lnTo>
                    <a:pt x="436668" y="3038700"/>
                  </a:lnTo>
                  <a:lnTo>
                    <a:pt x="428106" y="3038700"/>
                  </a:lnTo>
                  <a:lnTo>
                    <a:pt x="419544" y="3038700"/>
                  </a:lnTo>
                  <a:lnTo>
                    <a:pt x="410981" y="3038700"/>
                  </a:lnTo>
                  <a:lnTo>
                    <a:pt x="402419" y="3038700"/>
                  </a:lnTo>
                  <a:lnTo>
                    <a:pt x="393857" y="3038700"/>
                  </a:lnTo>
                  <a:lnTo>
                    <a:pt x="385295" y="3038700"/>
                  </a:lnTo>
                  <a:lnTo>
                    <a:pt x="376733" y="3038700"/>
                  </a:lnTo>
                  <a:lnTo>
                    <a:pt x="368171" y="3038700"/>
                  </a:lnTo>
                  <a:lnTo>
                    <a:pt x="359609" y="3038700"/>
                  </a:lnTo>
                  <a:lnTo>
                    <a:pt x="351047" y="3038700"/>
                  </a:lnTo>
                  <a:lnTo>
                    <a:pt x="342484" y="3038700"/>
                  </a:lnTo>
                  <a:lnTo>
                    <a:pt x="333922" y="3038700"/>
                  </a:lnTo>
                  <a:lnTo>
                    <a:pt x="325360" y="3038700"/>
                  </a:lnTo>
                  <a:lnTo>
                    <a:pt x="316798" y="3038700"/>
                  </a:lnTo>
                  <a:lnTo>
                    <a:pt x="308236" y="3038700"/>
                  </a:lnTo>
                  <a:lnTo>
                    <a:pt x="299674" y="3038700"/>
                  </a:lnTo>
                  <a:lnTo>
                    <a:pt x="291112" y="3038700"/>
                  </a:lnTo>
                  <a:lnTo>
                    <a:pt x="282550" y="3038700"/>
                  </a:lnTo>
                  <a:lnTo>
                    <a:pt x="273987" y="3038700"/>
                  </a:lnTo>
                  <a:lnTo>
                    <a:pt x="265425" y="3038700"/>
                  </a:lnTo>
                  <a:lnTo>
                    <a:pt x="256863" y="3038700"/>
                  </a:lnTo>
                  <a:lnTo>
                    <a:pt x="248301" y="3038700"/>
                  </a:lnTo>
                  <a:lnTo>
                    <a:pt x="239739" y="3038700"/>
                  </a:lnTo>
                  <a:lnTo>
                    <a:pt x="231177" y="3038700"/>
                  </a:lnTo>
                  <a:lnTo>
                    <a:pt x="222615" y="3038700"/>
                  </a:lnTo>
                  <a:lnTo>
                    <a:pt x="214053" y="3038700"/>
                  </a:lnTo>
                  <a:lnTo>
                    <a:pt x="205490" y="3038700"/>
                  </a:lnTo>
                  <a:lnTo>
                    <a:pt x="196928" y="3038700"/>
                  </a:lnTo>
                  <a:lnTo>
                    <a:pt x="188366" y="3038700"/>
                  </a:lnTo>
                  <a:lnTo>
                    <a:pt x="179804" y="3038700"/>
                  </a:lnTo>
                  <a:lnTo>
                    <a:pt x="171242" y="3038700"/>
                  </a:lnTo>
                  <a:lnTo>
                    <a:pt x="162680" y="3038700"/>
                  </a:lnTo>
                  <a:lnTo>
                    <a:pt x="154118" y="3038700"/>
                  </a:lnTo>
                  <a:lnTo>
                    <a:pt x="145556" y="3038700"/>
                  </a:lnTo>
                  <a:lnTo>
                    <a:pt x="136993" y="3038700"/>
                  </a:lnTo>
                  <a:lnTo>
                    <a:pt x="128431" y="3038700"/>
                  </a:lnTo>
                  <a:lnTo>
                    <a:pt x="119869" y="3038700"/>
                  </a:lnTo>
                  <a:lnTo>
                    <a:pt x="111307" y="3038700"/>
                  </a:lnTo>
                  <a:lnTo>
                    <a:pt x="102745" y="3038700"/>
                  </a:lnTo>
                  <a:lnTo>
                    <a:pt x="94183" y="3038700"/>
                  </a:lnTo>
                  <a:lnTo>
                    <a:pt x="85621" y="3038700"/>
                  </a:lnTo>
                  <a:lnTo>
                    <a:pt x="77059" y="3038700"/>
                  </a:lnTo>
                  <a:lnTo>
                    <a:pt x="68496" y="3038700"/>
                  </a:lnTo>
                  <a:lnTo>
                    <a:pt x="59934" y="3038700"/>
                  </a:lnTo>
                  <a:lnTo>
                    <a:pt x="51372" y="3038700"/>
                  </a:lnTo>
                  <a:lnTo>
                    <a:pt x="42810" y="3038700"/>
                  </a:lnTo>
                  <a:lnTo>
                    <a:pt x="34248" y="3038700"/>
                  </a:lnTo>
                  <a:lnTo>
                    <a:pt x="25686" y="3038700"/>
                  </a:lnTo>
                  <a:lnTo>
                    <a:pt x="17124" y="3038700"/>
                  </a:lnTo>
                  <a:lnTo>
                    <a:pt x="8562" y="3038700"/>
                  </a:lnTo>
                  <a:lnTo>
                    <a:pt x="0" y="303870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44934" y="3340749"/>
              <a:ext cx="8553560" cy="3013370"/>
            </a:xfrm>
            <a:custGeom>
              <a:avLst/>
              <a:pathLst>
                <a:path w="8553560" h="3013370">
                  <a:moveTo>
                    <a:pt x="0" y="2905247"/>
                  </a:moveTo>
                  <a:lnTo>
                    <a:pt x="8562" y="2900604"/>
                  </a:lnTo>
                  <a:lnTo>
                    <a:pt x="17124" y="2856032"/>
                  </a:lnTo>
                  <a:lnTo>
                    <a:pt x="25686" y="2860729"/>
                  </a:lnTo>
                  <a:lnTo>
                    <a:pt x="34248" y="2784590"/>
                  </a:lnTo>
                  <a:lnTo>
                    <a:pt x="42810" y="2774494"/>
                  </a:lnTo>
                  <a:lnTo>
                    <a:pt x="51372" y="2690902"/>
                  </a:lnTo>
                  <a:lnTo>
                    <a:pt x="59934" y="2684590"/>
                  </a:lnTo>
                  <a:lnTo>
                    <a:pt x="68496" y="2702336"/>
                  </a:lnTo>
                  <a:lnTo>
                    <a:pt x="77059" y="2784463"/>
                  </a:lnTo>
                  <a:lnTo>
                    <a:pt x="85621" y="2771059"/>
                  </a:lnTo>
                  <a:lnTo>
                    <a:pt x="94183" y="2825675"/>
                  </a:lnTo>
                  <a:lnTo>
                    <a:pt x="102745" y="2821136"/>
                  </a:lnTo>
                  <a:lnTo>
                    <a:pt x="111307" y="2830716"/>
                  </a:lnTo>
                  <a:lnTo>
                    <a:pt x="119869" y="2875165"/>
                  </a:lnTo>
                  <a:lnTo>
                    <a:pt x="128431" y="2891159"/>
                  </a:lnTo>
                  <a:lnTo>
                    <a:pt x="136993" y="2931612"/>
                  </a:lnTo>
                  <a:lnTo>
                    <a:pt x="145556" y="2926644"/>
                  </a:lnTo>
                  <a:lnTo>
                    <a:pt x="154118" y="2950585"/>
                  </a:lnTo>
                  <a:lnTo>
                    <a:pt x="162680" y="2949177"/>
                  </a:lnTo>
                  <a:lnTo>
                    <a:pt x="171242" y="2985361"/>
                  </a:lnTo>
                  <a:lnTo>
                    <a:pt x="179804" y="2913973"/>
                  </a:lnTo>
                  <a:lnTo>
                    <a:pt x="188366" y="2914216"/>
                  </a:lnTo>
                  <a:lnTo>
                    <a:pt x="196928" y="2914979"/>
                  </a:lnTo>
                  <a:lnTo>
                    <a:pt x="205490" y="2874340"/>
                  </a:lnTo>
                  <a:lnTo>
                    <a:pt x="214053" y="2866206"/>
                  </a:lnTo>
                  <a:lnTo>
                    <a:pt x="222615" y="2844410"/>
                  </a:lnTo>
                  <a:lnTo>
                    <a:pt x="231177" y="2822248"/>
                  </a:lnTo>
                  <a:lnTo>
                    <a:pt x="239739" y="2826238"/>
                  </a:lnTo>
                  <a:lnTo>
                    <a:pt x="248301" y="2787188"/>
                  </a:lnTo>
                  <a:lnTo>
                    <a:pt x="256863" y="2809707"/>
                  </a:lnTo>
                  <a:lnTo>
                    <a:pt x="265425" y="2851964"/>
                  </a:lnTo>
                  <a:lnTo>
                    <a:pt x="273987" y="2814649"/>
                  </a:lnTo>
                  <a:lnTo>
                    <a:pt x="282550" y="2744180"/>
                  </a:lnTo>
                  <a:lnTo>
                    <a:pt x="291112" y="2799181"/>
                  </a:lnTo>
                  <a:lnTo>
                    <a:pt x="299674" y="2896244"/>
                  </a:lnTo>
                  <a:lnTo>
                    <a:pt x="308236" y="2872316"/>
                  </a:lnTo>
                  <a:lnTo>
                    <a:pt x="316798" y="2858940"/>
                  </a:lnTo>
                  <a:lnTo>
                    <a:pt x="325360" y="2928738"/>
                  </a:lnTo>
                  <a:lnTo>
                    <a:pt x="333922" y="2907508"/>
                  </a:lnTo>
                  <a:lnTo>
                    <a:pt x="342484" y="2907176"/>
                  </a:lnTo>
                  <a:lnTo>
                    <a:pt x="351047" y="2891964"/>
                  </a:lnTo>
                  <a:lnTo>
                    <a:pt x="359609" y="2860550"/>
                  </a:lnTo>
                  <a:lnTo>
                    <a:pt x="368171" y="2863197"/>
                  </a:lnTo>
                  <a:lnTo>
                    <a:pt x="376733" y="2785743"/>
                  </a:lnTo>
                  <a:lnTo>
                    <a:pt x="385295" y="2712725"/>
                  </a:lnTo>
                  <a:lnTo>
                    <a:pt x="393857" y="2794148"/>
                  </a:lnTo>
                  <a:lnTo>
                    <a:pt x="402419" y="2886377"/>
                  </a:lnTo>
                  <a:lnTo>
                    <a:pt x="410981" y="2927080"/>
                  </a:lnTo>
                  <a:lnTo>
                    <a:pt x="419544" y="2873592"/>
                  </a:lnTo>
                  <a:lnTo>
                    <a:pt x="428106" y="2922937"/>
                  </a:lnTo>
                  <a:lnTo>
                    <a:pt x="436668" y="2919625"/>
                  </a:lnTo>
                  <a:lnTo>
                    <a:pt x="445230" y="2916614"/>
                  </a:lnTo>
                  <a:lnTo>
                    <a:pt x="453792" y="2935754"/>
                  </a:lnTo>
                  <a:lnTo>
                    <a:pt x="462354" y="2908637"/>
                  </a:lnTo>
                  <a:lnTo>
                    <a:pt x="470916" y="2893204"/>
                  </a:lnTo>
                  <a:lnTo>
                    <a:pt x="479478" y="2840786"/>
                  </a:lnTo>
                  <a:lnTo>
                    <a:pt x="488041" y="2793886"/>
                  </a:lnTo>
                  <a:lnTo>
                    <a:pt x="496603" y="2820348"/>
                  </a:lnTo>
                  <a:lnTo>
                    <a:pt x="505165" y="2816280"/>
                  </a:lnTo>
                  <a:lnTo>
                    <a:pt x="513727" y="2870210"/>
                  </a:lnTo>
                  <a:lnTo>
                    <a:pt x="522289" y="2861333"/>
                  </a:lnTo>
                  <a:lnTo>
                    <a:pt x="530851" y="2887848"/>
                  </a:lnTo>
                  <a:lnTo>
                    <a:pt x="539413" y="2906160"/>
                  </a:lnTo>
                  <a:lnTo>
                    <a:pt x="547975" y="2859381"/>
                  </a:lnTo>
                  <a:lnTo>
                    <a:pt x="556538" y="2855586"/>
                  </a:lnTo>
                  <a:lnTo>
                    <a:pt x="565100" y="2851756"/>
                  </a:lnTo>
                  <a:lnTo>
                    <a:pt x="573662" y="2875982"/>
                  </a:lnTo>
                  <a:lnTo>
                    <a:pt x="582224" y="2906919"/>
                  </a:lnTo>
                  <a:lnTo>
                    <a:pt x="590786" y="2927557"/>
                  </a:lnTo>
                  <a:lnTo>
                    <a:pt x="599348" y="2939743"/>
                  </a:lnTo>
                  <a:lnTo>
                    <a:pt x="607910" y="2939963"/>
                  </a:lnTo>
                  <a:lnTo>
                    <a:pt x="616472" y="2922716"/>
                  </a:lnTo>
                  <a:lnTo>
                    <a:pt x="625034" y="2931800"/>
                  </a:lnTo>
                  <a:lnTo>
                    <a:pt x="633597" y="2959681"/>
                  </a:lnTo>
                  <a:lnTo>
                    <a:pt x="642159" y="2976037"/>
                  </a:lnTo>
                  <a:lnTo>
                    <a:pt x="650721" y="2894877"/>
                  </a:lnTo>
                  <a:lnTo>
                    <a:pt x="659283" y="2924690"/>
                  </a:lnTo>
                  <a:lnTo>
                    <a:pt x="667845" y="2950560"/>
                  </a:lnTo>
                  <a:lnTo>
                    <a:pt x="676407" y="2977635"/>
                  </a:lnTo>
                  <a:lnTo>
                    <a:pt x="684969" y="2989178"/>
                  </a:lnTo>
                  <a:lnTo>
                    <a:pt x="693531" y="2994227"/>
                  </a:lnTo>
                  <a:lnTo>
                    <a:pt x="702094" y="3013370"/>
                  </a:lnTo>
                  <a:lnTo>
                    <a:pt x="710656" y="3006304"/>
                  </a:lnTo>
                  <a:lnTo>
                    <a:pt x="719218" y="2997473"/>
                  </a:lnTo>
                  <a:lnTo>
                    <a:pt x="727780" y="2963071"/>
                  </a:lnTo>
                  <a:lnTo>
                    <a:pt x="736342" y="2988185"/>
                  </a:lnTo>
                  <a:lnTo>
                    <a:pt x="744904" y="2986826"/>
                  </a:lnTo>
                  <a:lnTo>
                    <a:pt x="753466" y="2987275"/>
                  </a:lnTo>
                  <a:lnTo>
                    <a:pt x="762028" y="2997140"/>
                  </a:lnTo>
                  <a:lnTo>
                    <a:pt x="770591" y="2967876"/>
                  </a:lnTo>
                  <a:lnTo>
                    <a:pt x="779153" y="2970971"/>
                  </a:lnTo>
                  <a:lnTo>
                    <a:pt x="787715" y="2946844"/>
                  </a:lnTo>
                  <a:lnTo>
                    <a:pt x="796277" y="2906571"/>
                  </a:lnTo>
                  <a:lnTo>
                    <a:pt x="804839" y="2931255"/>
                  </a:lnTo>
                  <a:lnTo>
                    <a:pt x="813401" y="2940612"/>
                  </a:lnTo>
                  <a:lnTo>
                    <a:pt x="821963" y="2975077"/>
                  </a:lnTo>
                  <a:lnTo>
                    <a:pt x="830525" y="2983606"/>
                  </a:lnTo>
                  <a:lnTo>
                    <a:pt x="839088" y="2951732"/>
                  </a:lnTo>
                  <a:lnTo>
                    <a:pt x="847650" y="2981802"/>
                  </a:lnTo>
                  <a:lnTo>
                    <a:pt x="856212" y="2961443"/>
                  </a:lnTo>
                  <a:lnTo>
                    <a:pt x="864774" y="2941536"/>
                  </a:lnTo>
                  <a:lnTo>
                    <a:pt x="873336" y="2911357"/>
                  </a:lnTo>
                  <a:lnTo>
                    <a:pt x="881898" y="2913300"/>
                  </a:lnTo>
                  <a:lnTo>
                    <a:pt x="890460" y="2949530"/>
                  </a:lnTo>
                  <a:lnTo>
                    <a:pt x="899022" y="2964861"/>
                  </a:lnTo>
                  <a:lnTo>
                    <a:pt x="907585" y="2936157"/>
                  </a:lnTo>
                  <a:lnTo>
                    <a:pt x="916147" y="2928337"/>
                  </a:lnTo>
                  <a:lnTo>
                    <a:pt x="924709" y="2923350"/>
                  </a:lnTo>
                  <a:lnTo>
                    <a:pt x="933271" y="2848284"/>
                  </a:lnTo>
                  <a:lnTo>
                    <a:pt x="941833" y="2745114"/>
                  </a:lnTo>
                  <a:lnTo>
                    <a:pt x="950395" y="2688818"/>
                  </a:lnTo>
                  <a:lnTo>
                    <a:pt x="958957" y="2738413"/>
                  </a:lnTo>
                  <a:lnTo>
                    <a:pt x="967519" y="2819504"/>
                  </a:lnTo>
                  <a:lnTo>
                    <a:pt x="976082" y="2758977"/>
                  </a:lnTo>
                  <a:lnTo>
                    <a:pt x="984644" y="2794135"/>
                  </a:lnTo>
                  <a:lnTo>
                    <a:pt x="993206" y="2796032"/>
                  </a:lnTo>
                  <a:lnTo>
                    <a:pt x="1001768" y="2768187"/>
                  </a:lnTo>
                  <a:lnTo>
                    <a:pt x="1010330" y="2725655"/>
                  </a:lnTo>
                  <a:lnTo>
                    <a:pt x="1018892" y="2753490"/>
                  </a:lnTo>
                  <a:lnTo>
                    <a:pt x="1027454" y="2801123"/>
                  </a:lnTo>
                  <a:lnTo>
                    <a:pt x="1036016" y="2831540"/>
                  </a:lnTo>
                  <a:lnTo>
                    <a:pt x="1044579" y="2814651"/>
                  </a:lnTo>
                  <a:lnTo>
                    <a:pt x="1053141" y="2799480"/>
                  </a:lnTo>
                  <a:lnTo>
                    <a:pt x="1061703" y="2732379"/>
                  </a:lnTo>
                  <a:lnTo>
                    <a:pt x="1070265" y="2726543"/>
                  </a:lnTo>
                  <a:lnTo>
                    <a:pt x="1078827" y="2762059"/>
                  </a:lnTo>
                  <a:lnTo>
                    <a:pt x="1087389" y="2808765"/>
                  </a:lnTo>
                  <a:lnTo>
                    <a:pt x="1095951" y="2755192"/>
                  </a:lnTo>
                  <a:lnTo>
                    <a:pt x="1104513" y="2777866"/>
                  </a:lnTo>
                  <a:lnTo>
                    <a:pt x="1113076" y="2789236"/>
                  </a:lnTo>
                  <a:lnTo>
                    <a:pt x="1121638" y="2750992"/>
                  </a:lnTo>
                  <a:lnTo>
                    <a:pt x="1130200" y="2771253"/>
                  </a:lnTo>
                  <a:lnTo>
                    <a:pt x="1138762" y="2677942"/>
                  </a:lnTo>
                  <a:lnTo>
                    <a:pt x="1147324" y="2716900"/>
                  </a:lnTo>
                  <a:lnTo>
                    <a:pt x="1155886" y="2730150"/>
                  </a:lnTo>
                  <a:lnTo>
                    <a:pt x="1164448" y="2744952"/>
                  </a:lnTo>
                  <a:lnTo>
                    <a:pt x="1173010" y="2831605"/>
                  </a:lnTo>
                  <a:lnTo>
                    <a:pt x="1181572" y="2797687"/>
                  </a:lnTo>
                  <a:lnTo>
                    <a:pt x="1190135" y="2892869"/>
                  </a:lnTo>
                  <a:lnTo>
                    <a:pt x="1198697" y="2899459"/>
                  </a:lnTo>
                  <a:lnTo>
                    <a:pt x="1207259" y="2928929"/>
                  </a:lnTo>
                  <a:lnTo>
                    <a:pt x="1215821" y="2914318"/>
                  </a:lnTo>
                  <a:lnTo>
                    <a:pt x="1224383" y="2901635"/>
                  </a:lnTo>
                  <a:lnTo>
                    <a:pt x="1232945" y="2946962"/>
                  </a:lnTo>
                  <a:lnTo>
                    <a:pt x="1241507" y="2935150"/>
                  </a:lnTo>
                  <a:lnTo>
                    <a:pt x="1250069" y="2886869"/>
                  </a:lnTo>
                  <a:lnTo>
                    <a:pt x="1258632" y="2907223"/>
                  </a:lnTo>
                  <a:lnTo>
                    <a:pt x="1267194" y="2924455"/>
                  </a:lnTo>
                  <a:lnTo>
                    <a:pt x="1275756" y="2945988"/>
                  </a:lnTo>
                  <a:lnTo>
                    <a:pt x="1284318" y="2929836"/>
                  </a:lnTo>
                  <a:lnTo>
                    <a:pt x="1292880" y="2909442"/>
                  </a:lnTo>
                  <a:lnTo>
                    <a:pt x="1301442" y="2883314"/>
                  </a:lnTo>
                  <a:lnTo>
                    <a:pt x="1310004" y="2891758"/>
                  </a:lnTo>
                  <a:lnTo>
                    <a:pt x="1318566" y="2836360"/>
                  </a:lnTo>
                  <a:lnTo>
                    <a:pt x="1327129" y="2797982"/>
                  </a:lnTo>
                  <a:lnTo>
                    <a:pt x="1335691" y="2786563"/>
                  </a:lnTo>
                  <a:lnTo>
                    <a:pt x="1344253" y="2816198"/>
                  </a:lnTo>
                  <a:lnTo>
                    <a:pt x="1352815" y="2874753"/>
                  </a:lnTo>
                  <a:lnTo>
                    <a:pt x="1361377" y="2890119"/>
                  </a:lnTo>
                  <a:lnTo>
                    <a:pt x="1369939" y="2916377"/>
                  </a:lnTo>
                  <a:lnTo>
                    <a:pt x="1378501" y="2919222"/>
                  </a:lnTo>
                  <a:lnTo>
                    <a:pt x="1387063" y="2917438"/>
                  </a:lnTo>
                  <a:lnTo>
                    <a:pt x="1395626" y="2958317"/>
                  </a:lnTo>
                  <a:lnTo>
                    <a:pt x="1404188" y="2964511"/>
                  </a:lnTo>
                  <a:lnTo>
                    <a:pt x="1412750" y="2985811"/>
                  </a:lnTo>
                  <a:lnTo>
                    <a:pt x="1421312" y="2981930"/>
                  </a:lnTo>
                  <a:lnTo>
                    <a:pt x="1429874" y="2980560"/>
                  </a:lnTo>
                  <a:lnTo>
                    <a:pt x="1438436" y="2978473"/>
                  </a:lnTo>
                  <a:lnTo>
                    <a:pt x="1446998" y="2976237"/>
                  </a:lnTo>
                  <a:lnTo>
                    <a:pt x="1455560" y="2967535"/>
                  </a:lnTo>
                  <a:lnTo>
                    <a:pt x="1464123" y="2957752"/>
                  </a:lnTo>
                  <a:lnTo>
                    <a:pt x="1472685" y="2923151"/>
                  </a:lnTo>
                  <a:lnTo>
                    <a:pt x="1481247" y="2934854"/>
                  </a:lnTo>
                  <a:lnTo>
                    <a:pt x="1489809" y="2897610"/>
                  </a:lnTo>
                  <a:lnTo>
                    <a:pt x="1498371" y="2879189"/>
                  </a:lnTo>
                  <a:lnTo>
                    <a:pt x="1506933" y="2851713"/>
                  </a:lnTo>
                  <a:lnTo>
                    <a:pt x="1515495" y="2819903"/>
                  </a:lnTo>
                  <a:lnTo>
                    <a:pt x="1524057" y="2794094"/>
                  </a:lnTo>
                  <a:lnTo>
                    <a:pt x="1532620" y="2738953"/>
                  </a:lnTo>
                  <a:lnTo>
                    <a:pt x="1541182" y="2654441"/>
                  </a:lnTo>
                  <a:lnTo>
                    <a:pt x="1549744" y="2676616"/>
                  </a:lnTo>
                  <a:lnTo>
                    <a:pt x="1558306" y="2635349"/>
                  </a:lnTo>
                  <a:lnTo>
                    <a:pt x="1566868" y="2660381"/>
                  </a:lnTo>
                  <a:lnTo>
                    <a:pt x="1575430" y="2710283"/>
                  </a:lnTo>
                  <a:lnTo>
                    <a:pt x="1583992" y="2771150"/>
                  </a:lnTo>
                  <a:lnTo>
                    <a:pt x="1592554" y="2821996"/>
                  </a:lnTo>
                  <a:lnTo>
                    <a:pt x="1601117" y="2808290"/>
                  </a:lnTo>
                  <a:lnTo>
                    <a:pt x="1609679" y="2806124"/>
                  </a:lnTo>
                  <a:lnTo>
                    <a:pt x="1618241" y="2856163"/>
                  </a:lnTo>
                  <a:lnTo>
                    <a:pt x="1626803" y="2797752"/>
                  </a:lnTo>
                  <a:lnTo>
                    <a:pt x="1635365" y="2798628"/>
                  </a:lnTo>
                  <a:lnTo>
                    <a:pt x="1643927" y="2781870"/>
                  </a:lnTo>
                  <a:lnTo>
                    <a:pt x="1652489" y="2802136"/>
                  </a:lnTo>
                  <a:lnTo>
                    <a:pt x="1661051" y="2810714"/>
                  </a:lnTo>
                  <a:lnTo>
                    <a:pt x="1669614" y="2739634"/>
                  </a:lnTo>
                  <a:lnTo>
                    <a:pt x="1678176" y="2784816"/>
                  </a:lnTo>
                  <a:lnTo>
                    <a:pt x="1686738" y="2746197"/>
                  </a:lnTo>
                  <a:lnTo>
                    <a:pt x="1695300" y="2674496"/>
                  </a:lnTo>
                  <a:lnTo>
                    <a:pt x="1703862" y="2626834"/>
                  </a:lnTo>
                  <a:lnTo>
                    <a:pt x="1712424" y="2673809"/>
                  </a:lnTo>
                  <a:lnTo>
                    <a:pt x="1720986" y="2743731"/>
                  </a:lnTo>
                  <a:lnTo>
                    <a:pt x="1729548" y="2709304"/>
                  </a:lnTo>
                  <a:lnTo>
                    <a:pt x="1738110" y="2553122"/>
                  </a:lnTo>
                  <a:lnTo>
                    <a:pt x="1746673" y="2533411"/>
                  </a:lnTo>
                  <a:lnTo>
                    <a:pt x="1755235" y="2642363"/>
                  </a:lnTo>
                  <a:lnTo>
                    <a:pt x="1763797" y="2771777"/>
                  </a:lnTo>
                  <a:lnTo>
                    <a:pt x="1772359" y="2724146"/>
                  </a:lnTo>
                  <a:lnTo>
                    <a:pt x="1780921" y="2785912"/>
                  </a:lnTo>
                  <a:lnTo>
                    <a:pt x="1789483" y="2767107"/>
                  </a:lnTo>
                  <a:lnTo>
                    <a:pt x="1798045" y="2831676"/>
                  </a:lnTo>
                  <a:lnTo>
                    <a:pt x="1806607" y="2841781"/>
                  </a:lnTo>
                  <a:lnTo>
                    <a:pt x="1815170" y="2771045"/>
                  </a:lnTo>
                  <a:lnTo>
                    <a:pt x="1823732" y="2702632"/>
                  </a:lnTo>
                  <a:lnTo>
                    <a:pt x="1832294" y="2730982"/>
                  </a:lnTo>
                  <a:lnTo>
                    <a:pt x="1840856" y="2805704"/>
                  </a:lnTo>
                  <a:lnTo>
                    <a:pt x="1849418" y="2860611"/>
                  </a:lnTo>
                  <a:lnTo>
                    <a:pt x="1857980" y="2855947"/>
                  </a:lnTo>
                  <a:lnTo>
                    <a:pt x="1866542" y="2904548"/>
                  </a:lnTo>
                  <a:lnTo>
                    <a:pt x="1875104" y="2917959"/>
                  </a:lnTo>
                  <a:lnTo>
                    <a:pt x="1883667" y="2898858"/>
                  </a:lnTo>
                  <a:lnTo>
                    <a:pt x="1892229" y="2899659"/>
                  </a:lnTo>
                  <a:lnTo>
                    <a:pt x="1900791" y="2880837"/>
                  </a:lnTo>
                  <a:lnTo>
                    <a:pt x="1909353" y="2818599"/>
                  </a:lnTo>
                  <a:lnTo>
                    <a:pt x="1917915" y="2806566"/>
                  </a:lnTo>
                  <a:lnTo>
                    <a:pt x="1926477" y="2753640"/>
                  </a:lnTo>
                  <a:lnTo>
                    <a:pt x="1935039" y="2800193"/>
                  </a:lnTo>
                  <a:lnTo>
                    <a:pt x="1943601" y="2882606"/>
                  </a:lnTo>
                  <a:lnTo>
                    <a:pt x="1952164" y="2881725"/>
                  </a:lnTo>
                  <a:lnTo>
                    <a:pt x="1960726" y="2863998"/>
                  </a:lnTo>
                  <a:lnTo>
                    <a:pt x="1969288" y="2902020"/>
                  </a:lnTo>
                  <a:lnTo>
                    <a:pt x="1977850" y="2920380"/>
                  </a:lnTo>
                  <a:lnTo>
                    <a:pt x="1986412" y="2936795"/>
                  </a:lnTo>
                  <a:lnTo>
                    <a:pt x="1994974" y="2955062"/>
                  </a:lnTo>
                  <a:lnTo>
                    <a:pt x="2003536" y="2959524"/>
                  </a:lnTo>
                  <a:lnTo>
                    <a:pt x="2012098" y="2969294"/>
                  </a:lnTo>
                  <a:lnTo>
                    <a:pt x="2020661" y="2939520"/>
                  </a:lnTo>
                  <a:lnTo>
                    <a:pt x="2029223" y="2937927"/>
                  </a:lnTo>
                  <a:lnTo>
                    <a:pt x="2037785" y="2945429"/>
                  </a:lnTo>
                  <a:lnTo>
                    <a:pt x="2046347" y="2898532"/>
                  </a:lnTo>
                  <a:lnTo>
                    <a:pt x="2054909" y="2901149"/>
                  </a:lnTo>
                  <a:lnTo>
                    <a:pt x="2063471" y="2908042"/>
                  </a:lnTo>
                  <a:lnTo>
                    <a:pt x="2072033" y="2864815"/>
                  </a:lnTo>
                  <a:lnTo>
                    <a:pt x="2080595" y="2840806"/>
                  </a:lnTo>
                  <a:lnTo>
                    <a:pt x="2089158" y="2823314"/>
                  </a:lnTo>
                  <a:lnTo>
                    <a:pt x="2097720" y="2906612"/>
                  </a:lnTo>
                  <a:lnTo>
                    <a:pt x="2106282" y="2903841"/>
                  </a:lnTo>
                  <a:lnTo>
                    <a:pt x="2114844" y="2853068"/>
                  </a:lnTo>
                  <a:lnTo>
                    <a:pt x="2123406" y="2780935"/>
                  </a:lnTo>
                  <a:lnTo>
                    <a:pt x="2131968" y="2830316"/>
                  </a:lnTo>
                  <a:lnTo>
                    <a:pt x="2140530" y="2791207"/>
                  </a:lnTo>
                  <a:lnTo>
                    <a:pt x="2149092" y="2831519"/>
                  </a:lnTo>
                  <a:lnTo>
                    <a:pt x="2157655" y="2815271"/>
                  </a:lnTo>
                  <a:lnTo>
                    <a:pt x="2166217" y="2798142"/>
                  </a:lnTo>
                  <a:lnTo>
                    <a:pt x="2174779" y="2822484"/>
                  </a:lnTo>
                  <a:lnTo>
                    <a:pt x="2183341" y="2802000"/>
                  </a:lnTo>
                  <a:lnTo>
                    <a:pt x="2191903" y="2796829"/>
                  </a:lnTo>
                  <a:lnTo>
                    <a:pt x="2200465" y="2811879"/>
                  </a:lnTo>
                  <a:lnTo>
                    <a:pt x="2209027" y="2849351"/>
                  </a:lnTo>
                  <a:lnTo>
                    <a:pt x="2217589" y="2904420"/>
                  </a:lnTo>
                  <a:lnTo>
                    <a:pt x="2226152" y="2888439"/>
                  </a:lnTo>
                  <a:lnTo>
                    <a:pt x="2234714" y="2914255"/>
                  </a:lnTo>
                  <a:lnTo>
                    <a:pt x="2243276" y="2917478"/>
                  </a:lnTo>
                  <a:lnTo>
                    <a:pt x="2251838" y="2864495"/>
                  </a:lnTo>
                  <a:lnTo>
                    <a:pt x="2260400" y="2792814"/>
                  </a:lnTo>
                  <a:lnTo>
                    <a:pt x="2268962" y="2721942"/>
                  </a:lnTo>
                  <a:lnTo>
                    <a:pt x="2277524" y="2696831"/>
                  </a:lnTo>
                  <a:lnTo>
                    <a:pt x="2286086" y="2741636"/>
                  </a:lnTo>
                  <a:lnTo>
                    <a:pt x="2294648" y="2801312"/>
                  </a:lnTo>
                  <a:lnTo>
                    <a:pt x="2303211" y="2777888"/>
                  </a:lnTo>
                  <a:lnTo>
                    <a:pt x="2311773" y="2741339"/>
                  </a:lnTo>
                  <a:lnTo>
                    <a:pt x="2320335" y="2698295"/>
                  </a:lnTo>
                  <a:lnTo>
                    <a:pt x="2328897" y="2653872"/>
                  </a:lnTo>
                  <a:lnTo>
                    <a:pt x="2337459" y="2550043"/>
                  </a:lnTo>
                  <a:lnTo>
                    <a:pt x="2346021" y="2515320"/>
                  </a:lnTo>
                  <a:lnTo>
                    <a:pt x="2354583" y="2505603"/>
                  </a:lnTo>
                  <a:lnTo>
                    <a:pt x="2363145" y="2534362"/>
                  </a:lnTo>
                  <a:lnTo>
                    <a:pt x="2371708" y="2560121"/>
                  </a:lnTo>
                  <a:lnTo>
                    <a:pt x="2380270" y="2583268"/>
                  </a:lnTo>
                  <a:lnTo>
                    <a:pt x="2388832" y="2569866"/>
                  </a:lnTo>
                  <a:lnTo>
                    <a:pt x="2397394" y="2676829"/>
                  </a:lnTo>
                  <a:lnTo>
                    <a:pt x="2405956" y="2688648"/>
                  </a:lnTo>
                  <a:lnTo>
                    <a:pt x="2414518" y="2793752"/>
                  </a:lnTo>
                  <a:lnTo>
                    <a:pt x="2423080" y="2803972"/>
                  </a:lnTo>
                  <a:lnTo>
                    <a:pt x="2431642" y="2875066"/>
                  </a:lnTo>
                  <a:lnTo>
                    <a:pt x="2440205" y="2901642"/>
                  </a:lnTo>
                  <a:lnTo>
                    <a:pt x="2448767" y="2869441"/>
                  </a:lnTo>
                  <a:lnTo>
                    <a:pt x="2457329" y="2901200"/>
                  </a:lnTo>
                  <a:lnTo>
                    <a:pt x="2465891" y="2866684"/>
                  </a:lnTo>
                  <a:lnTo>
                    <a:pt x="2474453" y="2856947"/>
                  </a:lnTo>
                  <a:lnTo>
                    <a:pt x="2483015" y="2898705"/>
                  </a:lnTo>
                  <a:lnTo>
                    <a:pt x="2491577" y="2896785"/>
                  </a:lnTo>
                  <a:lnTo>
                    <a:pt x="2500139" y="2907911"/>
                  </a:lnTo>
                  <a:lnTo>
                    <a:pt x="2508702" y="2872788"/>
                  </a:lnTo>
                  <a:lnTo>
                    <a:pt x="2517264" y="2838358"/>
                  </a:lnTo>
                  <a:lnTo>
                    <a:pt x="2525826" y="2765431"/>
                  </a:lnTo>
                  <a:lnTo>
                    <a:pt x="2534388" y="2751938"/>
                  </a:lnTo>
                  <a:lnTo>
                    <a:pt x="2542950" y="2672071"/>
                  </a:lnTo>
                  <a:lnTo>
                    <a:pt x="2551512" y="2658382"/>
                  </a:lnTo>
                  <a:lnTo>
                    <a:pt x="2560074" y="2701868"/>
                  </a:lnTo>
                  <a:lnTo>
                    <a:pt x="2568636" y="2696922"/>
                  </a:lnTo>
                  <a:lnTo>
                    <a:pt x="2577199" y="2729298"/>
                  </a:lnTo>
                  <a:lnTo>
                    <a:pt x="2585761" y="2637491"/>
                  </a:lnTo>
                  <a:lnTo>
                    <a:pt x="2594323" y="2618244"/>
                  </a:lnTo>
                  <a:lnTo>
                    <a:pt x="2602885" y="2677805"/>
                  </a:lnTo>
                  <a:lnTo>
                    <a:pt x="2611447" y="2697108"/>
                  </a:lnTo>
                  <a:lnTo>
                    <a:pt x="2620009" y="2811921"/>
                  </a:lnTo>
                  <a:lnTo>
                    <a:pt x="2628571" y="2763635"/>
                  </a:lnTo>
                  <a:lnTo>
                    <a:pt x="2637133" y="2846304"/>
                  </a:lnTo>
                  <a:lnTo>
                    <a:pt x="2645696" y="2865498"/>
                  </a:lnTo>
                  <a:lnTo>
                    <a:pt x="2654258" y="2861617"/>
                  </a:lnTo>
                  <a:lnTo>
                    <a:pt x="2662820" y="2845630"/>
                  </a:lnTo>
                  <a:lnTo>
                    <a:pt x="2671382" y="2826503"/>
                  </a:lnTo>
                  <a:lnTo>
                    <a:pt x="2679944" y="2798566"/>
                  </a:lnTo>
                  <a:lnTo>
                    <a:pt x="2688506" y="2801675"/>
                  </a:lnTo>
                  <a:lnTo>
                    <a:pt x="2697068" y="2791898"/>
                  </a:lnTo>
                  <a:lnTo>
                    <a:pt x="2705630" y="2733393"/>
                  </a:lnTo>
                  <a:lnTo>
                    <a:pt x="2714193" y="2737708"/>
                  </a:lnTo>
                  <a:lnTo>
                    <a:pt x="2722755" y="2640848"/>
                  </a:lnTo>
                  <a:lnTo>
                    <a:pt x="2731317" y="2658870"/>
                  </a:lnTo>
                  <a:lnTo>
                    <a:pt x="2739879" y="2811840"/>
                  </a:lnTo>
                  <a:lnTo>
                    <a:pt x="2748441" y="2818907"/>
                  </a:lnTo>
                  <a:lnTo>
                    <a:pt x="2757003" y="2831121"/>
                  </a:lnTo>
                  <a:lnTo>
                    <a:pt x="2765565" y="2814032"/>
                  </a:lnTo>
                  <a:lnTo>
                    <a:pt x="2774127" y="2786965"/>
                  </a:lnTo>
                  <a:lnTo>
                    <a:pt x="2782690" y="2777090"/>
                  </a:lnTo>
                  <a:lnTo>
                    <a:pt x="2791252" y="2759780"/>
                  </a:lnTo>
                  <a:lnTo>
                    <a:pt x="2799814" y="2693454"/>
                  </a:lnTo>
                  <a:lnTo>
                    <a:pt x="2808376" y="2730616"/>
                  </a:lnTo>
                  <a:lnTo>
                    <a:pt x="2816938" y="2774587"/>
                  </a:lnTo>
                  <a:lnTo>
                    <a:pt x="2825500" y="2809799"/>
                  </a:lnTo>
                  <a:lnTo>
                    <a:pt x="2834062" y="2851879"/>
                  </a:lnTo>
                  <a:lnTo>
                    <a:pt x="2842624" y="2869806"/>
                  </a:lnTo>
                  <a:lnTo>
                    <a:pt x="2851186" y="2835335"/>
                  </a:lnTo>
                  <a:lnTo>
                    <a:pt x="2859749" y="2805338"/>
                  </a:lnTo>
                  <a:lnTo>
                    <a:pt x="2868311" y="2792559"/>
                  </a:lnTo>
                  <a:lnTo>
                    <a:pt x="2876873" y="2644780"/>
                  </a:lnTo>
                  <a:lnTo>
                    <a:pt x="2885435" y="2595539"/>
                  </a:lnTo>
                  <a:lnTo>
                    <a:pt x="2893997" y="2523639"/>
                  </a:lnTo>
                  <a:lnTo>
                    <a:pt x="2902559" y="2542007"/>
                  </a:lnTo>
                  <a:lnTo>
                    <a:pt x="2911121" y="2605217"/>
                  </a:lnTo>
                  <a:lnTo>
                    <a:pt x="2919683" y="2571420"/>
                  </a:lnTo>
                  <a:lnTo>
                    <a:pt x="2928246" y="2591565"/>
                  </a:lnTo>
                  <a:lnTo>
                    <a:pt x="2936808" y="2538554"/>
                  </a:lnTo>
                  <a:lnTo>
                    <a:pt x="2945370" y="2538575"/>
                  </a:lnTo>
                  <a:lnTo>
                    <a:pt x="2953932" y="2668631"/>
                  </a:lnTo>
                  <a:lnTo>
                    <a:pt x="2962494" y="2679642"/>
                  </a:lnTo>
                  <a:lnTo>
                    <a:pt x="2971056" y="2656085"/>
                  </a:lnTo>
                  <a:lnTo>
                    <a:pt x="2979618" y="2689419"/>
                  </a:lnTo>
                  <a:lnTo>
                    <a:pt x="2988180" y="2750763"/>
                  </a:lnTo>
                  <a:lnTo>
                    <a:pt x="2996743" y="2780247"/>
                  </a:lnTo>
                  <a:lnTo>
                    <a:pt x="3005305" y="2781300"/>
                  </a:lnTo>
                  <a:lnTo>
                    <a:pt x="3013867" y="2772057"/>
                  </a:lnTo>
                  <a:lnTo>
                    <a:pt x="3022429" y="2722576"/>
                  </a:lnTo>
                  <a:lnTo>
                    <a:pt x="3030991" y="2698331"/>
                  </a:lnTo>
                  <a:lnTo>
                    <a:pt x="3039553" y="2752366"/>
                  </a:lnTo>
                  <a:lnTo>
                    <a:pt x="3048115" y="2762098"/>
                  </a:lnTo>
                  <a:lnTo>
                    <a:pt x="3056677" y="2747796"/>
                  </a:lnTo>
                  <a:lnTo>
                    <a:pt x="3065240" y="2721630"/>
                  </a:lnTo>
                  <a:lnTo>
                    <a:pt x="3073802" y="2694859"/>
                  </a:lnTo>
                  <a:lnTo>
                    <a:pt x="3082364" y="2535662"/>
                  </a:lnTo>
                  <a:lnTo>
                    <a:pt x="3090926" y="2558113"/>
                  </a:lnTo>
                  <a:lnTo>
                    <a:pt x="3099488" y="2495608"/>
                  </a:lnTo>
                  <a:lnTo>
                    <a:pt x="3108050" y="2561935"/>
                  </a:lnTo>
                  <a:lnTo>
                    <a:pt x="3116612" y="2692778"/>
                  </a:lnTo>
                  <a:lnTo>
                    <a:pt x="3125174" y="2779655"/>
                  </a:lnTo>
                  <a:lnTo>
                    <a:pt x="3133737" y="2724788"/>
                  </a:lnTo>
                  <a:lnTo>
                    <a:pt x="3142299" y="2739284"/>
                  </a:lnTo>
                  <a:lnTo>
                    <a:pt x="3150861" y="2777610"/>
                  </a:lnTo>
                  <a:lnTo>
                    <a:pt x="3159423" y="2754299"/>
                  </a:lnTo>
                  <a:lnTo>
                    <a:pt x="3167985" y="2772320"/>
                  </a:lnTo>
                  <a:lnTo>
                    <a:pt x="3176547" y="2727889"/>
                  </a:lnTo>
                  <a:lnTo>
                    <a:pt x="3185109" y="2763211"/>
                  </a:lnTo>
                  <a:lnTo>
                    <a:pt x="3193671" y="2832272"/>
                  </a:lnTo>
                  <a:lnTo>
                    <a:pt x="3202234" y="2806255"/>
                  </a:lnTo>
                  <a:lnTo>
                    <a:pt x="3210796" y="2823691"/>
                  </a:lnTo>
                  <a:lnTo>
                    <a:pt x="3219358" y="2819110"/>
                  </a:lnTo>
                  <a:lnTo>
                    <a:pt x="3227920" y="2790788"/>
                  </a:lnTo>
                  <a:lnTo>
                    <a:pt x="3236482" y="2757534"/>
                  </a:lnTo>
                  <a:lnTo>
                    <a:pt x="3245044" y="2735992"/>
                  </a:lnTo>
                  <a:lnTo>
                    <a:pt x="3253606" y="2723022"/>
                  </a:lnTo>
                  <a:lnTo>
                    <a:pt x="3262168" y="2692259"/>
                  </a:lnTo>
                  <a:lnTo>
                    <a:pt x="3270731" y="2691532"/>
                  </a:lnTo>
                  <a:lnTo>
                    <a:pt x="3279293" y="2669281"/>
                  </a:lnTo>
                  <a:lnTo>
                    <a:pt x="3287855" y="2682925"/>
                  </a:lnTo>
                  <a:lnTo>
                    <a:pt x="3296417" y="2683898"/>
                  </a:lnTo>
                  <a:lnTo>
                    <a:pt x="3304979" y="2578961"/>
                  </a:lnTo>
                  <a:lnTo>
                    <a:pt x="3313541" y="2602682"/>
                  </a:lnTo>
                  <a:lnTo>
                    <a:pt x="3322103" y="2618783"/>
                  </a:lnTo>
                  <a:lnTo>
                    <a:pt x="3330665" y="2583040"/>
                  </a:lnTo>
                  <a:lnTo>
                    <a:pt x="3339228" y="2599738"/>
                  </a:lnTo>
                  <a:lnTo>
                    <a:pt x="3347790" y="2625955"/>
                  </a:lnTo>
                  <a:lnTo>
                    <a:pt x="3356352" y="2676778"/>
                  </a:lnTo>
                  <a:lnTo>
                    <a:pt x="3364914" y="2651852"/>
                  </a:lnTo>
                  <a:lnTo>
                    <a:pt x="3373476" y="2636303"/>
                  </a:lnTo>
                  <a:lnTo>
                    <a:pt x="3382038" y="2645490"/>
                  </a:lnTo>
                  <a:lnTo>
                    <a:pt x="3390600" y="2622742"/>
                  </a:lnTo>
                  <a:lnTo>
                    <a:pt x="3399162" y="2717082"/>
                  </a:lnTo>
                  <a:lnTo>
                    <a:pt x="3407724" y="2743909"/>
                  </a:lnTo>
                  <a:lnTo>
                    <a:pt x="3416287" y="2778669"/>
                  </a:lnTo>
                  <a:lnTo>
                    <a:pt x="3424849" y="2791463"/>
                  </a:lnTo>
                  <a:lnTo>
                    <a:pt x="3433411" y="2771036"/>
                  </a:lnTo>
                  <a:lnTo>
                    <a:pt x="3441973" y="2769707"/>
                  </a:lnTo>
                  <a:lnTo>
                    <a:pt x="3450535" y="2765139"/>
                  </a:lnTo>
                  <a:lnTo>
                    <a:pt x="3459097" y="2758173"/>
                  </a:lnTo>
                  <a:lnTo>
                    <a:pt x="3467659" y="2761241"/>
                  </a:lnTo>
                  <a:lnTo>
                    <a:pt x="3476221" y="2767705"/>
                  </a:lnTo>
                  <a:lnTo>
                    <a:pt x="3484784" y="2730658"/>
                  </a:lnTo>
                  <a:lnTo>
                    <a:pt x="3493346" y="2755696"/>
                  </a:lnTo>
                  <a:lnTo>
                    <a:pt x="3501908" y="2769884"/>
                  </a:lnTo>
                  <a:lnTo>
                    <a:pt x="3510470" y="2728267"/>
                  </a:lnTo>
                  <a:lnTo>
                    <a:pt x="3519032" y="2686052"/>
                  </a:lnTo>
                  <a:lnTo>
                    <a:pt x="3527594" y="2675498"/>
                  </a:lnTo>
                  <a:lnTo>
                    <a:pt x="3536156" y="2657600"/>
                  </a:lnTo>
                  <a:lnTo>
                    <a:pt x="3544718" y="2675969"/>
                  </a:lnTo>
                  <a:lnTo>
                    <a:pt x="3553281" y="2642559"/>
                  </a:lnTo>
                  <a:lnTo>
                    <a:pt x="3561843" y="2603808"/>
                  </a:lnTo>
                  <a:lnTo>
                    <a:pt x="3570405" y="2568186"/>
                  </a:lnTo>
                  <a:lnTo>
                    <a:pt x="3578967" y="2467952"/>
                  </a:lnTo>
                  <a:lnTo>
                    <a:pt x="3587529" y="2539079"/>
                  </a:lnTo>
                  <a:lnTo>
                    <a:pt x="3596091" y="2439499"/>
                  </a:lnTo>
                  <a:lnTo>
                    <a:pt x="3604653" y="2429379"/>
                  </a:lnTo>
                  <a:lnTo>
                    <a:pt x="3613215" y="2507387"/>
                  </a:lnTo>
                  <a:lnTo>
                    <a:pt x="3621778" y="2495738"/>
                  </a:lnTo>
                  <a:lnTo>
                    <a:pt x="3630340" y="2346604"/>
                  </a:lnTo>
                  <a:lnTo>
                    <a:pt x="3638902" y="2335725"/>
                  </a:lnTo>
                  <a:lnTo>
                    <a:pt x="3647464" y="2293284"/>
                  </a:lnTo>
                  <a:lnTo>
                    <a:pt x="3656026" y="2186258"/>
                  </a:lnTo>
                  <a:lnTo>
                    <a:pt x="3664588" y="2182046"/>
                  </a:lnTo>
                  <a:lnTo>
                    <a:pt x="3673150" y="2035052"/>
                  </a:lnTo>
                  <a:lnTo>
                    <a:pt x="3681712" y="2094002"/>
                  </a:lnTo>
                  <a:lnTo>
                    <a:pt x="3690275" y="2089246"/>
                  </a:lnTo>
                  <a:lnTo>
                    <a:pt x="3698837" y="2030770"/>
                  </a:lnTo>
                  <a:lnTo>
                    <a:pt x="3707399" y="1969407"/>
                  </a:lnTo>
                  <a:lnTo>
                    <a:pt x="3715961" y="2038093"/>
                  </a:lnTo>
                  <a:lnTo>
                    <a:pt x="3724523" y="1995113"/>
                  </a:lnTo>
                  <a:lnTo>
                    <a:pt x="3733085" y="1975641"/>
                  </a:lnTo>
                  <a:lnTo>
                    <a:pt x="3741647" y="1932486"/>
                  </a:lnTo>
                  <a:lnTo>
                    <a:pt x="3750209" y="1756595"/>
                  </a:lnTo>
                  <a:lnTo>
                    <a:pt x="3758772" y="1735707"/>
                  </a:lnTo>
                  <a:lnTo>
                    <a:pt x="3767334" y="1537867"/>
                  </a:lnTo>
                  <a:lnTo>
                    <a:pt x="3775896" y="1462312"/>
                  </a:lnTo>
                  <a:lnTo>
                    <a:pt x="3784458" y="1423242"/>
                  </a:lnTo>
                  <a:lnTo>
                    <a:pt x="3793020" y="1321367"/>
                  </a:lnTo>
                  <a:lnTo>
                    <a:pt x="3801582" y="1208097"/>
                  </a:lnTo>
                  <a:lnTo>
                    <a:pt x="3810144" y="1170065"/>
                  </a:lnTo>
                  <a:lnTo>
                    <a:pt x="3818706" y="1179695"/>
                  </a:lnTo>
                  <a:lnTo>
                    <a:pt x="3827269" y="1198930"/>
                  </a:lnTo>
                  <a:lnTo>
                    <a:pt x="3835831" y="1109895"/>
                  </a:lnTo>
                  <a:lnTo>
                    <a:pt x="3844393" y="950320"/>
                  </a:lnTo>
                  <a:lnTo>
                    <a:pt x="3852955" y="836840"/>
                  </a:lnTo>
                  <a:lnTo>
                    <a:pt x="3861517" y="765650"/>
                  </a:lnTo>
                  <a:lnTo>
                    <a:pt x="3870079" y="717226"/>
                  </a:lnTo>
                  <a:lnTo>
                    <a:pt x="3878641" y="732304"/>
                  </a:lnTo>
                  <a:lnTo>
                    <a:pt x="3887203" y="796881"/>
                  </a:lnTo>
                  <a:lnTo>
                    <a:pt x="3895766" y="775561"/>
                  </a:lnTo>
                  <a:lnTo>
                    <a:pt x="3904328" y="787994"/>
                  </a:lnTo>
                  <a:lnTo>
                    <a:pt x="3912890" y="810984"/>
                  </a:lnTo>
                  <a:lnTo>
                    <a:pt x="3921452" y="808981"/>
                  </a:lnTo>
                  <a:lnTo>
                    <a:pt x="3930014" y="782895"/>
                  </a:lnTo>
                  <a:lnTo>
                    <a:pt x="3938576" y="912159"/>
                  </a:lnTo>
                  <a:lnTo>
                    <a:pt x="3947138" y="795634"/>
                  </a:lnTo>
                  <a:lnTo>
                    <a:pt x="3955700" y="597714"/>
                  </a:lnTo>
                  <a:lnTo>
                    <a:pt x="3964262" y="536530"/>
                  </a:lnTo>
                  <a:lnTo>
                    <a:pt x="3972825" y="529297"/>
                  </a:lnTo>
                  <a:lnTo>
                    <a:pt x="3981387" y="437645"/>
                  </a:lnTo>
                  <a:lnTo>
                    <a:pt x="3989949" y="450709"/>
                  </a:lnTo>
                  <a:lnTo>
                    <a:pt x="3998511" y="239571"/>
                  </a:lnTo>
                  <a:lnTo>
                    <a:pt x="4007073" y="236635"/>
                  </a:lnTo>
                  <a:lnTo>
                    <a:pt x="4015635" y="230342"/>
                  </a:lnTo>
                  <a:lnTo>
                    <a:pt x="4024197" y="215855"/>
                  </a:lnTo>
                  <a:lnTo>
                    <a:pt x="4032759" y="245522"/>
                  </a:lnTo>
                  <a:lnTo>
                    <a:pt x="4041322" y="192859"/>
                  </a:lnTo>
                  <a:lnTo>
                    <a:pt x="4049884" y="195859"/>
                  </a:lnTo>
                  <a:lnTo>
                    <a:pt x="4058446" y="107390"/>
                  </a:lnTo>
                  <a:lnTo>
                    <a:pt x="4067008" y="82269"/>
                  </a:lnTo>
                  <a:lnTo>
                    <a:pt x="4075570" y="0"/>
                  </a:lnTo>
                  <a:lnTo>
                    <a:pt x="4084132" y="37581"/>
                  </a:lnTo>
                  <a:lnTo>
                    <a:pt x="4092694" y="35383"/>
                  </a:lnTo>
                  <a:lnTo>
                    <a:pt x="4101256" y="165721"/>
                  </a:lnTo>
                  <a:lnTo>
                    <a:pt x="4109819" y="237768"/>
                  </a:lnTo>
                  <a:lnTo>
                    <a:pt x="4118381" y="275430"/>
                  </a:lnTo>
                  <a:lnTo>
                    <a:pt x="4126943" y="354308"/>
                  </a:lnTo>
                  <a:lnTo>
                    <a:pt x="4135505" y="518975"/>
                  </a:lnTo>
                  <a:lnTo>
                    <a:pt x="4144067" y="602018"/>
                  </a:lnTo>
                  <a:lnTo>
                    <a:pt x="4152629" y="616086"/>
                  </a:lnTo>
                  <a:lnTo>
                    <a:pt x="4161191" y="636363"/>
                  </a:lnTo>
                  <a:lnTo>
                    <a:pt x="4169753" y="450637"/>
                  </a:lnTo>
                  <a:lnTo>
                    <a:pt x="4178316" y="441815"/>
                  </a:lnTo>
                  <a:lnTo>
                    <a:pt x="4186878" y="414282"/>
                  </a:lnTo>
                  <a:lnTo>
                    <a:pt x="4195440" y="447077"/>
                  </a:lnTo>
                  <a:lnTo>
                    <a:pt x="4204002" y="345658"/>
                  </a:lnTo>
                  <a:lnTo>
                    <a:pt x="4212564" y="400433"/>
                  </a:lnTo>
                  <a:lnTo>
                    <a:pt x="4221126" y="482189"/>
                  </a:lnTo>
                  <a:lnTo>
                    <a:pt x="4229688" y="447898"/>
                  </a:lnTo>
                  <a:lnTo>
                    <a:pt x="4238250" y="503575"/>
                  </a:lnTo>
                  <a:lnTo>
                    <a:pt x="4246813" y="495504"/>
                  </a:lnTo>
                  <a:lnTo>
                    <a:pt x="4255375" y="525169"/>
                  </a:lnTo>
                  <a:lnTo>
                    <a:pt x="4263937" y="651095"/>
                  </a:lnTo>
                  <a:lnTo>
                    <a:pt x="4272499" y="624839"/>
                  </a:lnTo>
                  <a:lnTo>
                    <a:pt x="4281061" y="614812"/>
                  </a:lnTo>
                  <a:lnTo>
                    <a:pt x="4289623" y="471946"/>
                  </a:lnTo>
                  <a:lnTo>
                    <a:pt x="4298185" y="811852"/>
                  </a:lnTo>
                  <a:lnTo>
                    <a:pt x="4306747" y="714141"/>
                  </a:lnTo>
                  <a:lnTo>
                    <a:pt x="4315310" y="765894"/>
                  </a:lnTo>
                  <a:lnTo>
                    <a:pt x="4323872" y="1001649"/>
                  </a:lnTo>
                  <a:lnTo>
                    <a:pt x="4332434" y="1013227"/>
                  </a:lnTo>
                  <a:lnTo>
                    <a:pt x="4340996" y="1235455"/>
                  </a:lnTo>
                  <a:lnTo>
                    <a:pt x="4349558" y="1533881"/>
                  </a:lnTo>
                  <a:lnTo>
                    <a:pt x="4358120" y="1367176"/>
                  </a:lnTo>
                  <a:lnTo>
                    <a:pt x="4366682" y="1537711"/>
                  </a:lnTo>
                  <a:lnTo>
                    <a:pt x="4375244" y="1772845"/>
                  </a:lnTo>
                  <a:lnTo>
                    <a:pt x="4383807" y="1800811"/>
                  </a:lnTo>
                  <a:lnTo>
                    <a:pt x="4392369" y="1907212"/>
                  </a:lnTo>
                  <a:lnTo>
                    <a:pt x="4400931" y="1845700"/>
                  </a:lnTo>
                  <a:lnTo>
                    <a:pt x="4409493" y="1734939"/>
                  </a:lnTo>
                  <a:lnTo>
                    <a:pt x="4418055" y="1625942"/>
                  </a:lnTo>
                  <a:lnTo>
                    <a:pt x="4426617" y="1577500"/>
                  </a:lnTo>
                  <a:lnTo>
                    <a:pt x="4435179" y="1777353"/>
                  </a:lnTo>
                  <a:lnTo>
                    <a:pt x="4443741" y="1817674"/>
                  </a:lnTo>
                  <a:lnTo>
                    <a:pt x="4452304" y="2023138"/>
                  </a:lnTo>
                  <a:lnTo>
                    <a:pt x="4460866" y="1998707"/>
                  </a:lnTo>
                  <a:lnTo>
                    <a:pt x="4469428" y="1895698"/>
                  </a:lnTo>
                  <a:lnTo>
                    <a:pt x="4477990" y="1787062"/>
                  </a:lnTo>
                  <a:lnTo>
                    <a:pt x="4486552" y="1955823"/>
                  </a:lnTo>
                  <a:lnTo>
                    <a:pt x="4495114" y="1929010"/>
                  </a:lnTo>
                  <a:lnTo>
                    <a:pt x="4503676" y="1815451"/>
                  </a:lnTo>
                  <a:lnTo>
                    <a:pt x="4512238" y="1736370"/>
                  </a:lnTo>
                  <a:lnTo>
                    <a:pt x="4520800" y="1666955"/>
                  </a:lnTo>
                  <a:lnTo>
                    <a:pt x="4529363" y="1637837"/>
                  </a:lnTo>
                  <a:lnTo>
                    <a:pt x="4537925" y="1393668"/>
                  </a:lnTo>
                  <a:lnTo>
                    <a:pt x="4546487" y="1356563"/>
                  </a:lnTo>
                  <a:lnTo>
                    <a:pt x="4555049" y="1230149"/>
                  </a:lnTo>
                  <a:lnTo>
                    <a:pt x="4563611" y="1254017"/>
                  </a:lnTo>
                  <a:lnTo>
                    <a:pt x="4572173" y="1183847"/>
                  </a:lnTo>
                  <a:lnTo>
                    <a:pt x="4580735" y="1249865"/>
                  </a:lnTo>
                  <a:lnTo>
                    <a:pt x="4589297" y="1348271"/>
                  </a:lnTo>
                  <a:lnTo>
                    <a:pt x="4597860" y="1292844"/>
                  </a:lnTo>
                  <a:lnTo>
                    <a:pt x="4606422" y="1266955"/>
                  </a:lnTo>
                  <a:lnTo>
                    <a:pt x="4614984" y="1287295"/>
                  </a:lnTo>
                  <a:lnTo>
                    <a:pt x="4623546" y="1366565"/>
                  </a:lnTo>
                  <a:lnTo>
                    <a:pt x="4632108" y="1417593"/>
                  </a:lnTo>
                  <a:lnTo>
                    <a:pt x="4640670" y="1440089"/>
                  </a:lnTo>
                  <a:lnTo>
                    <a:pt x="4649232" y="1791289"/>
                  </a:lnTo>
                  <a:lnTo>
                    <a:pt x="4657794" y="1838269"/>
                  </a:lnTo>
                  <a:lnTo>
                    <a:pt x="4666357" y="1775321"/>
                  </a:lnTo>
                  <a:lnTo>
                    <a:pt x="4674919" y="1907277"/>
                  </a:lnTo>
                  <a:lnTo>
                    <a:pt x="4683481" y="2079824"/>
                  </a:lnTo>
                  <a:lnTo>
                    <a:pt x="4692043" y="2076224"/>
                  </a:lnTo>
                  <a:lnTo>
                    <a:pt x="4700605" y="2104607"/>
                  </a:lnTo>
                  <a:lnTo>
                    <a:pt x="4709167" y="2184300"/>
                  </a:lnTo>
                  <a:lnTo>
                    <a:pt x="4717729" y="2088579"/>
                  </a:lnTo>
                  <a:lnTo>
                    <a:pt x="4726291" y="2092146"/>
                  </a:lnTo>
                  <a:lnTo>
                    <a:pt x="4734854" y="2133706"/>
                  </a:lnTo>
                  <a:lnTo>
                    <a:pt x="4743416" y="2243209"/>
                  </a:lnTo>
                  <a:lnTo>
                    <a:pt x="4751978" y="2107921"/>
                  </a:lnTo>
                  <a:lnTo>
                    <a:pt x="4760540" y="2103953"/>
                  </a:lnTo>
                  <a:lnTo>
                    <a:pt x="4769102" y="2112510"/>
                  </a:lnTo>
                  <a:lnTo>
                    <a:pt x="4777664" y="2234069"/>
                  </a:lnTo>
                  <a:lnTo>
                    <a:pt x="4786226" y="2294900"/>
                  </a:lnTo>
                  <a:lnTo>
                    <a:pt x="4794788" y="2295992"/>
                  </a:lnTo>
                  <a:lnTo>
                    <a:pt x="4803351" y="2365110"/>
                  </a:lnTo>
                  <a:lnTo>
                    <a:pt x="4811913" y="2421296"/>
                  </a:lnTo>
                  <a:lnTo>
                    <a:pt x="4820475" y="2480402"/>
                  </a:lnTo>
                  <a:lnTo>
                    <a:pt x="4829037" y="2506152"/>
                  </a:lnTo>
                  <a:lnTo>
                    <a:pt x="4837599" y="2484033"/>
                  </a:lnTo>
                  <a:lnTo>
                    <a:pt x="4846161" y="2418236"/>
                  </a:lnTo>
                  <a:lnTo>
                    <a:pt x="4854723" y="2508884"/>
                  </a:lnTo>
                  <a:lnTo>
                    <a:pt x="4863285" y="2479186"/>
                  </a:lnTo>
                  <a:lnTo>
                    <a:pt x="4871848" y="2468172"/>
                  </a:lnTo>
                  <a:lnTo>
                    <a:pt x="4880410" y="2494980"/>
                  </a:lnTo>
                  <a:lnTo>
                    <a:pt x="4888972" y="2394451"/>
                  </a:lnTo>
                  <a:lnTo>
                    <a:pt x="4897534" y="2426289"/>
                  </a:lnTo>
                  <a:lnTo>
                    <a:pt x="4906096" y="2432600"/>
                  </a:lnTo>
                  <a:lnTo>
                    <a:pt x="4914658" y="2518435"/>
                  </a:lnTo>
                  <a:lnTo>
                    <a:pt x="4923220" y="2609748"/>
                  </a:lnTo>
                  <a:lnTo>
                    <a:pt x="4931782" y="2605979"/>
                  </a:lnTo>
                  <a:lnTo>
                    <a:pt x="4940345" y="2618815"/>
                  </a:lnTo>
                  <a:lnTo>
                    <a:pt x="4948907" y="2614495"/>
                  </a:lnTo>
                  <a:lnTo>
                    <a:pt x="4957469" y="2589328"/>
                  </a:lnTo>
                  <a:lnTo>
                    <a:pt x="4966031" y="2558727"/>
                  </a:lnTo>
                  <a:lnTo>
                    <a:pt x="4974593" y="2496871"/>
                  </a:lnTo>
                  <a:lnTo>
                    <a:pt x="4983155" y="2559249"/>
                  </a:lnTo>
                  <a:lnTo>
                    <a:pt x="4991717" y="2571499"/>
                  </a:lnTo>
                  <a:lnTo>
                    <a:pt x="5000279" y="2547704"/>
                  </a:lnTo>
                  <a:lnTo>
                    <a:pt x="5008842" y="2551222"/>
                  </a:lnTo>
                  <a:lnTo>
                    <a:pt x="5017404" y="2626377"/>
                  </a:lnTo>
                  <a:lnTo>
                    <a:pt x="5025966" y="2597104"/>
                  </a:lnTo>
                  <a:lnTo>
                    <a:pt x="5034528" y="2670375"/>
                  </a:lnTo>
                  <a:lnTo>
                    <a:pt x="5043090" y="2631398"/>
                  </a:lnTo>
                  <a:lnTo>
                    <a:pt x="5051652" y="2604090"/>
                  </a:lnTo>
                  <a:lnTo>
                    <a:pt x="5060214" y="2597772"/>
                  </a:lnTo>
                  <a:lnTo>
                    <a:pt x="5068776" y="2489675"/>
                  </a:lnTo>
                  <a:lnTo>
                    <a:pt x="5077338" y="2391570"/>
                  </a:lnTo>
                  <a:lnTo>
                    <a:pt x="5085901" y="2477980"/>
                  </a:lnTo>
                  <a:lnTo>
                    <a:pt x="5094463" y="2531171"/>
                  </a:lnTo>
                  <a:lnTo>
                    <a:pt x="5103025" y="2398779"/>
                  </a:lnTo>
                  <a:lnTo>
                    <a:pt x="5111587" y="2384654"/>
                  </a:lnTo>
                  <a:lnTo>
                    <a:pt x="5120149" y="2248994"/>
                  </a:lnTo>
                  <a:lnTo>
                    <a:pt x="5128711" y="2073161"/>
                  </a:lnTo>
                  <a:lnTo>
                    <a:pt x="5137273" y="2290367"/>
                  </a:lnTo>
                  <a:lnTo>
                    <a:pt x="5145835" y="2434447"/>
                  </a:lnTo>
                  <a:lnTo>
                    <a:pt x="5154398" y="2539053"/>
                  </a:lnTo>
                  <a:lnTo>
                    <a:pt x="5162960" y="2592735"/>
                  </a:lnTo>
                  <a:lnTo>
                    <a:pt x="5171522" y="2568506"/>
                  </a:lnTo>
                  <a:lnTo>
                    <a:pt x="5180084" y="2490623"/>
                  </a:lnTo>
                  <a:lnTo>
                    <a:pt x="5188646" y="2269578"/>
                  </a:lnTo>
                  <a:lnTo>
                    <a:pt x="5197208" y="2254576"/>
                  </a:lnTo>
                  <a:lnTo>
                    <a:pt x="5205770" y="2305108"/>
                  </a:lnTo>
                  <a:lnTo>
                    <a:pt x="5214332" y="2458988"/>
                  </a:lnTo>
                  <a:lnTo>
                    <a:pt x="5222895" y="2562574"/>
                  </a:lnTo>
                  <a:lnTo>
                    <a:pt x="5231457" y="2637487"/>
                  </a:lnTo>
                  <a:lnTo>
                    <a:pt x="5240019" y="2620071"/>
                  </a:lnTo>
                  <a:lnTo>
                    <a:pt x="5248581" y="2657579"/>
                  </a:lnTo>
                  <a:lnTo>
                    <a:pt x="5257143" y="2712344"/>
                  </a:lnTo>
                  <a:lnTo>
                    <a:pt x="5265705" y="2748790"/>
                  </a:lnTo>
                  <a:lnTo>
                    <a:pt x="5274267" y="2736364"/>
                  </a:lnTo>
                  <a:lnTo>
                    <a:pt x="5282829" y="2764678"/>
                  </a:lnTo>
                  <a:lnTo>
                    <a:pt x="5291392" y="2815647"/>
                  </a:lnTo>
                  <a:lnTo>
                    <a:pt x="5299954" y="2807596"/>
                  </a:lnTo>
                  <a:lnTo>
                    <a:pt x="5308516" y="2815493"/>
                  </a:lnTo>
                  <a:lnTo>
                    <a:pt x="5317078" y="2783024"/>
                  </a:lnTo>
                  <a:lnTo>
                    <a:pt x="5325640" y="2765892"/>
                  </a:lnTo>
                  <a:lnTo>
                    <a:pt x="5334202" y="2777377"/>
                  </a:lnTo>
                  <a:lnTo>
                    <a:pt x="5342764" y="2777616"/>
                  </a:lnTo>
                  <a:lnTo>
                    <a:pt x="5351326" y="2753081"/>
                  </a:lnTo>
                  <a:lnTo>
                    <a:pt x="5359889" y="2762684"/>
                  </a:lnTo>
                  <a:lnTo>
                    <a:pt x="5368451" y="2794205"/>
                  </a:lnTo>
                  <a:lnTo>
                    <a:pt x="5377013" y="2817676"/>
                  </a:lnTo>
                  <a:lnTo>
                    <a:pt x="5385575" y="2828079"/>
                  </a:lnTo>
                  <a:lnTo>
                    <a:pt x="5394137" y="2800742"/>
                  </a:lnTo>
                  <a:lnTo>
                    <a:pt x="5402699" y="2834921"/>
                  </a:lnTo>
                  <a:lnTo>
                    <a:pt x="5411261" y="2829027"/>
                  </a:lnTo>
                  <a:lnTo>
                    <a:pt x="5419823" y="2799635"/>
                  </a:lnTo>
                  <a:lnTo>
                    <a:pt x="5428386" y="2759986"/>
                  </a:lnTo>
                  <a:lnTo>
                    <a:pt x="5436948" y="2744082"/>
                  </a:lnTo>
                  <a:lnTo>
                    <a:pt x="5445510" y="2780746"/>
                  </a:lnTo>
                  <a:lnTo>
                    <a:pt x="5454072" y="2709095"/>
                  </a:lnTo>
                  <a:lnTo>
                    <a:pt x="5462634" y="2540120"/>
                  </a:lnTo>
                  <a:lnTo>
                    <a:pt x="5471196" y="2560902"/>
                  </a:lnTo>
                  <a:lnTo>
                    <a:pt x="5479758" y="2679029"/>
                  </a:lnTo>
                  <a:lnTo>
                    <a:pt x="5488320" y="2787891"/>
                  </a:lnTo>
                  <a:lnTo>
                    <a:pt x="5496883" y="2682280"/>
                  </a:lnTo>
                  <a:lnTo>
                    <a:pt x="5505445" y="2555728"/>
                  </a:lnTo>
                  <a:lnTo>
                    <a:pt x="5514007" y="2562884"/>
                  </a:lnTo>
                  <a:lnTo>
                    <a:pt x="5522569" y="2601032"/>
                  </a:lnTo>
                  <a:lnTo>
                    <a:pt x="5531131" y="2657805"/>
                  </a:lnTo>
                  <a:lnTo>
                    <a:pt x="5539693" y="2657449"/>
                  </a:lnTo>
                  <a:lnTo>
                    <a:pt x="5548255" y="2703257"/>
                  </a:lnTo>
                  <a:lnTo>
                    <a:pt x="5556817" y="2807109"/>
                  </a:lnTo>
                  <a:lnTo>
                    <a:pt x="5565380" y="2808768"/>
                  </a:lnTo>
                  <a:lnTo>
                    <a:pt x="5573942" y="2815419"/>
                  </a:lnTo>
                  <a:lnTo>
                    <a:pt x="5582504" y="2774347"/>
                  </a:lnTo>
                  <a:lnTo>
                    <a:pt x="5591066" y="2778336"/>
                  </a:lnTo>
                  <a:lnTo>
                    <a:pt x="5599628" y="2756985"/>
                  </a:lnTo>
                  <a:lnTo>
                    <a:pt x="5608190" y="2727353"/>
                  </a:lnTo>
                  <a:lnTo>
                    <a:pt x="5616752" y="2690952"/>
                  </a:lnTo>
                  <a:lnTo>
                    <a:pt x="5625314" y="2649441"/>
                  </a:lnTo>
                  <a:lnTo>
                    <a:pt x="5633876" y="2682838"/>
                  </a:lnTo>
                  <a:lnTo>
                    <a:pt x="5642439" y="2697598"/>
                  </a:lnTo>
                  <a:lnTo>
                    <a:pt x="5651001" y="2699741"/>
                  </a:lnTo>
                  <a:lnTo>
                    <a:pt x="5659563" y="2711058"/>
                  </a:lnTo>
                  <a:lnTo>
                    <a:pt x="5668125" y="2619229"/>
                  </a:lnTo>
                  <a:lnTo>
                    <a:pt x="5676687" y="2572885"/>
                  </a:lnTo>
                  <a:lnTo>
                    <a:pt x="5685249" y="2500969"/>
                  </a:lnTo>
                  <a:lnTo>
                    <a:pt x="5693811" y="2444930"/>
                  </a:lnTo>
                  <a:lnTo>
                    <a:pt x="5702373" y="2407172"/>
                  </a:lnTo>
                  <a:lnTo>
                    <a:pt x="5710936" y="2427148"/>
                  </a:lnTo>
                  <a:lnTo>
                    <a:pt x="5719498" y="2499094"/>
                  </a:lnTo>
                  <a:lnTo>
                    <a:pt x="5728060" y="2547295"/>
                  </a:lnTo>
                  <a:lnTo>
                    <a:pt x="5736622" y="2581420"/>
                  </a:lnTo>
                  <a:lnTo>
                    <a:pt x="5745184" y="2718059"/>
                  </a:lnTo>
                  <a:lnTo>
                    <a:pt x="5753746" y="2752802"/>
                  </a:lnTo>
                  <a:lnTo>
                    <a:pt x="5762308" y="2770549"/>
                  </a:lnTo>
                  <a:lnTo>
                    <a:pt x="5770870" y="2750390"/>
                  </a:lnTo>
                  <a:lnTo>
                    <a:pt x="5779433" y="2793355"/>
                  </a:lnTo>
                  <a:lnTo>
                    <a:pt x="5787995" y="2828593"/>
                  </a:lnTo>
                  <a:lnTo>
                    <a:pt x="5796557" y="2790366"/>
                  </a:lnTo>
                  <a:lnTo>
                    <a:pt x="5805119" y="2815563"/>
                  </a:lnTo>
                  <a:lnTo>
                    <a:pt x="5813681" y="2707667"/>
                  </a:lnTo>
                  <a:lnTo>
                    <a:pt x="5822243" y="2774851"/>
                  </a:lnTo>
                  <a:lnTo>
                    <a:pt x="5830805" y="2541209"/>
                  </a:lnTo>
                  <a:lnTo>
                    <a:pt x="5839367" y="2527413"/>
                  </a:lnTo>
                  <a:lnTo>
                    <a:pt x="5847930" y="2644204"/>
                  </a:lnTo>
                  <a:lnTo>
                    <a:pt x="5856492" y="2722228"/>
                  </a:lnTo>
                  <a:lnTo>
                    <a:pt x="5865054" y="2758615"/>
                  </a:lnTo>
                  <a:lnTo>
                    <a:pt x="5873616" y="2752168"/>
                  </a:lnTo>
                  <a:lnTo>
                    <a:pt x="5882178" y="2734937"/>
                  </a:lnTo>
                  <a:lnTo>
                    <a:pt x="5890740" y="2721684"/>
                  </a:lnTo>
                  <a:lnTo>
                    <a:pt x="5899302" y="2698026"/>
                  </a:lnTo>
                  <a:lnTo>
                    <a:pt x="5907864" y="2713194"/>
                  </a:lnTo>
                  <a:lnTo>
                    <a:pt x="5916427" y="2654250"/>
                  </a:lnTo>
                  <a:lnTo>
                    <a:pt x="5924989" y="2594864"/>
                  </a:lnTo>
                  <a:lnTo>
                    <a:pt x="5933551" y="2529570"/>
                  </a:lnTo>
                  <a:lnTo>
                    <a:pt x="5942113" y="2599943"/>
                  </a:lnTo>
                  <a:lnTo>
                    <a:pt x="5950675" y="2687484"/>
                  </a:lnTo>
                  <a:lnTo>
                    <a:pt x="5959237" y="2660015"/>
                  </a:lnTo>
                  <a:lnTo>
                    <a:pt x="5967799" y="2669564"/>
                  </a:lnTo>
                  <a:lnTo>
                    <a:pt x="5976361" y="2571098"/>
                  </a:lnTo>
                  <a:lnTo>
                    <a:pt x="5984924" y="2577287"/>
                  </a:lnTo>
                  <a:lnTo>
                    <a:pt x="5993486" y="2650837"/>
                  </a:lnTo>
                  <a:lnTo>
                    <a:pt x="6002048" y="2585649"/>
                  </a:lnTo>
                  <a:lnTo>
                    <a:pt x="6010610" y="2725691"/>
                  </a:lnTo>
                  <a:lnTo>
                    <a:pt x="6019172" y="2666244"/>
                  </a:lnTo>
                  <a:lnTo>
                    <a:pt x="6027734" y="2796712"/>
                  </a:lnTo>
                  <a:lnTo>
                    <a:pt x="6036296" y="2800660"/>
                  </a:lnTo>
                  <a:lnTo>
                    <a:pt x="6044858" y="2744872"/>
                  </a:lnTo>
                  <a:lnTo>
                    <a:pt x="6053421" y="2759928"/>
                  </a:lnTo>
                  <a:lnTo>
                    <a:pt x="6061983" y="2835231"/>
                  </a:lnTo>
                  <a:lnTo>
                    <a:pt x="6070545" y="2911928"/>
                  </a:lnTo>
                  <a:lnTo>
                    <a:pt x="6079107" y="2885832"/>
                  </a:lnTo>
                  <a:lnTo>
                    <a:pt x="6087669" y="2819405"/>
                  </a:lnTo>
                  <a:lnTo>
                    <a:pt x="6096231" y="2929336"/>
                  </a:lnTo>
                  <a:lnTo>
                    <a:pt x="6104793" y="2891673"/>
                  </a:lnTo>
                  <a:lnTo>
                    <a:pt x="6113355" y="2909351"/>
                  </a:lnTo>
                  <a:lnTo>
                    <a:pt x="6121918" y="2907415"/>
                  </a:lnTo>
                  <a:lnTo>
                    <a:pt x="6130480" y="2884207"/>
                  </a:lnTo>
                  <a:lnTo>
                    <a:pt x="6139042" y="2924557"/>
                  </a:lnTo>
                  <a:lnTo>
                    <a:pt x="6147604" y="2896588"/>
                  </a:lnTo>
                  <a:lnTo>
                    <a:pt x="6156166" y="2837721"/>
                  </a:lnTo>
                  <a:lnTo>
                    <a:pt x="6164728" y="2859042"/>
                  </a:lnTo>
                  <a:lnTo>
                    <a:pt x="6173290" y="2820525"/>
                  </a:lnTo>
                  <a:lnTo>
                    <a:pt x="6181852" y="2822572"/>
                  </a:lnTo>
                  <a:lnTo>
                    <a:pt x="6190414" y="2812002"/>
                  </a:lnTo>
                  <a:lnTo>
                    <a:pt x="6198977" y="2786459"/>
                  </a:lnTo>
                  <a:lnTo>
                    <a:pt x="6207539" y="2800678"/>
                  </a:lnTo>
                  <a:lnTo>
                    <a:pt x="6216101" y="2685399"/>
                  </a:lnTo>
                  <a:lnTo>
                    <a:pt x="6224663" y="2668591"/>
                  </a:lnTo>
                  <a:lnTo>
                    <a:pt x="6233225" y="2639785"/>
                  </a:lnTo>
                  <a:lnTo>
                    <a:pt x="6241787" y="2536770"/>
                  </a:lnTo>
                  <a:lnTo>
                    <a:pt x="6250349" y="2547402"/>
                  </a:lnTo>
                  <a:lnTo>
                    <a:pt x="6258911" y="2509533"/>
                  </a:lnTo>
                  <a:lnTo>
                    <a:pt x="6267474" y="2631644"/>
                  </a:lnTo>
                  <a:lnTo>
                    <a:pt x="6276036" y="2541858"/>
                  </a:lnTo>
                  <a:lnTo>
                    <a:pt x="6284598" y="2449333"/>
                  </a:lnTo>
                  <a:lnTo>
                    <a:pt x="6293160" y="2516300"/>
                  </a:lnTo>
                  <a:lnTo>
                    <a:pt x="6301722" y="2603332"/>
                  </a:lnTo>
                  <a:lnTo>
                    <a:pt x="6310284" y="2677756"/>
                  </a:lnTo>
                  <a:lnTo>
                    <a:pt x="6318846" y="2565153"/>
                  </a:lnTo>
                  <a:lnTo>
                    <a:pt x="6327408" y="2580840"/>
                  </a:lnTo>
                  <a:lnTo>
                    <a:pt x="6335971" y="2611749"/>
                  </a:lnTo>
                  <a:lnTo>
                    <a:pt x="6344533" y="2647741"/>
                  </a:lnTo>
                  <a:lnTo>
                    <a:pt x="6353095" y="2692530"/>
                  </a:lnTo>
                  <a:lnTo>
                    <a:pt x="6361657" y="2571737"/>
                  </a:lnTo>
                  <a:lnTo>
                    <a:pt x="6370219" y="2618768"/>
                  </a:lnTo>
                  <a:lnTo>
                    <a:pt x="6378781" y="2701898"/>
                  </a:lnTo>
                  <a:lnTo>
                    <a:pt x="6387343" y="2703915"/>
                  </a:lnTo>
                  <a:lnTo>
                    <a:pt x="6395905" y="2690306"/>
                  </a:lnTo>
                  <a:lnTo>
                    <a:pt x="6404468" y="2657926"/>
                  </a:lnTo>
                  <a:lnTo>
                    <a:pt x="6413030" y="2707532"/>
                  </a:lnTo>
                  <a:lnTo>
                    <a:pt x="6421592" y="2686103"/>
                  </a:lnTo>
                  <a:lnTo>
                    <a:pt x="6430154" y="2619630"/>
                  </a:lnTo>
                  <a:lnTo>
                    <a:pt x="6438716" y="2502466"/>
                  </a:lnTo>
                  <a:lnTo>
                    <a:pt x="6447278" y="2453925"/>
                  </a:lnTo>
                  <a:lnTo>
                    <a:pt x="6455840" y="2372710"/>
                  </a:lnTo>
                  <a:lnTo>
                    <a:pt x="6464402" y="2469507"/>
                  </a:lnTo>
                  <a:lnTo>
                    <a:pt x="6472965" y="2348195"/>
                  </a:lnTo>
                  <a:lnTo>
                    <a:pt x="6481527" y="2468114"/>
                  </a:lnTo>
                  <a:lnTo>
                    <a:pt x="6490089" y="2588910"/>
                  </a:lnTo>
                  <a:lnTo>
                    <a:pt x="6498651" y="2632717"/>
                  </a:lnTo>
                  <a:lnTo>
                    <a:pt x="6507213" y="2672089"/>
                  </a:lnTo>
                  <a:lnTo>
                    <a:pt x="6515775" y="2685328"/>
                  </a:lnTo>
                  <a:lnTo>
                    <a:pt x="6524337" y="2738703"/>
                  </a:lnTo>
                  <a:lnTo>
                    <a:pt x="6532899" y="2800483"/>
                  </a:lnTo>
                  <a:lnTo>
                    <a:pt x="6541462" y="2856314"/>
                  </a:lnTo>
                  <a:lnTo>
                    <a:pt x="6550024" y="2870330"/>
                  </a:lnTo>
                  <a:lnTo>
                    <a:pt x="6558586" y="2865910"/>
                  </a:lnTo>
                  <a:lnTo>
                    <a:pt x="6567148" y="2882696"/>
                  </a:lnTo>
                  <a:lnTo>
                    <a:pt x="6575710" y="2846876"/>
                  </a:lnTo>
                  <a:lnTo>
                    <a:pt x="6584272" y="2814217"/>
                  </a:lnTo>
                  <a:lnTo>
                    <a:pt x="6592834" y="2789675"/>
                  </a:lnTo>
                  <a:lnTo>
                    <a:pt x="6601396" y="2782429"/>
                  </a:lnTo>
                  <a:lnTo>
                    <a:pt x="6609959" y="2833735"/>
                  </a:lnTo>
                  <a:lnTo>
                    <a:pt x="6618521" y="2775059"/>
                  </a:lnTo>
                  <a:lnTo>
                    <a:pt x="6627083" y="2800183"/>
                  </a:lnTo>
                  <a:lnTo>
                    <a:pt x="6635645" y="2838482"/>
                  </a:lnTo>
                  <a:lnTo>
                    <a:pt x="6644207" y="2860401"/>
                  </a:lnTo>
                  <a:lnTo>
                    <a:pt x="6652769" y="2876047"/>
                  </a:lnTo>
                  <a:lnTo>
                    <a:pt x="6661331" y="2882418"/>
                  </a:lnTo>
                  <a:lnTo>
                    <a:pt x="6669893" y="2910545"/>
                  </a:lnTo>
                  <a:lnTo>
                    <a:pt x="6678456" y="2913928"/>
                  </a:lnTo>
                  <a:lnTo>
                    <a:pt x="6687018" y="2936757"/>
                  </a:lnTo>
                  <a:lnTo>
                    <a:pt x="6695580" y="2922211"/>
                  </a:lnTo>
                  <a:lnTo>
                    <a:pt x="6704142" y="2937320"/>
                  </a:lnTo>
                  <a:lnTo>
                    <a:pt x="6712704" y="2967345"/>
                  </a:lnTo>
                  <a:lnTo>
                    <a:pt x="6721266" y="2963766"/>
                  </a:lnTo>
                  <a:lnTo>
                    <a:pt x="6729828" y="2957501"/>
                  </a:lnTo>
                  <a:lnTo>
                    <a:pt x="6738390" y="2945335"/>
                  </a:lnTo>
                  <a:lnTo>
                    <a:pt x="6746952" y="2944997"/>
                  </a:lnTo>
                  <a:lnTo>
                    <a:pt x="6755515" y="2923872"/>
                  </a:lnTo>
                  <a:lnTo>
                    <a:pt x="6764077" y="2925695"/>
                  </a:lnTo>
                  <a:lnTo>
                    <a:pt x="6772639" y="2913730"/>
                  </a:lnTo>
                  <a:lnTo>
                    <a:pt x="6781201" y="2884414"/>
                  </a:lnTo>
                  <a:lnTo>
                    <a:pt x="6789763" y="2801065"/>
                  </a:lnTo>
                  <a:lnTo>
                    <a:pt x="6798325" y="2798719"/>
                  </a:lnTo>
                  <a:lnTo>
                    <a:pt x="6806887" y="2789969"/>
                  </a:lnTo>
                  <a:lnTo>
                    <a:pt x="6815449" y="2756348"/>
                  </a:lnTo>
                  <a:lnTo>
                    <a:pt x="6824012" y="2757433"/>
                  </a:lnTo>
                  <a:lnTo>
                    <a:pt x="6832574" y="2735330"/>
                  </a:lnTo>
                  <a:lnTo>
                    <a:pt x="6841136" y="2667891"/>
                  </a:lnTo>
                  <a:lnTo>
                    <a:pt x="6849698" y="2730797"/>
                  </a:lnTo>
                  <a:lnTo>
                    <a:pt x="6858260" y="2676545"/>
                  </a:lnTo>
                  <a:lnTo>
                    <a:pt x="6866822" y="2616827"/>
                  </a:lnTo>
                  <a:lnTo>
                    <a:pt x="6875384" y="2574826"/>
                  </a:lnTo>
                  <a:lnTo>
                    <a:pt x="6883946" y="2548272"/>
                  </a:lnTo>
                  <a:lnTo>
                    <a:pt x="6892509" y="2593818"/>
                  </a:lnTo>
                  <a:lnTo>
                    <a:pt x="6901071" y="2688937"/>
                  </a:lnTo>
                  <a:lnTo>
                    <a:pt x="6909633" y="2721474"/>
                  </a:lnTo>
                  <a:lnTo>
                    <a:pt x="6918195" y="2732997"/>
                  </a:lnTo>
                  <a:lnTo>
                    <a:pt x="6926757" y="2795186"/>
                  </a:lnTo>
                  <a:lnTo>
                    <a:pt x="6935319" y="2829343"/>
                  </a:lnTo>
                  <a:lnTo>
                    <a:pt x="6943881" y="2824752"/>
                  </a:lnTo>
                  <a:lnTo>
                    <a:pt x="6952443" y="2870614"/>
                  </a:lnTo>
                  <a:lnTo>
                    <a:pt x="6961006" y="2871783"/>
                  </a:lnTo>
                  <a:lnTo>
                    <a:pt x="6969568" y="2879015"/>
                  </a:lnTo>
                  <a:lnTo>
                    <a:pt x="6978130" y="2891649"/>
                  </a:lnTo>
                  <a:lnTo>
                    <a:pt x="6986692" y="2897029"/>
                  </a:lnTo>
                  <a:lnTo>
                    <a:pt x="6995254" y="2869045"/>
                  </a:lnTo>
                  <a:lnTo>
                    <a:pt x="7003816" y="2848289"/>
                  </a:lnTo>
                  <a:lnTo>
                    <a:pt x="7012378" y="2836524"/>
                  </a:lnTo>
                  <a:lnTo>
                    <a:pt x="7020940" y="2853053"/>
                  </a:lnTo>
                  <a:lnTo>
                    <a:pt x="7029503" y="2837898"/>
                  </a:lnTo>
                  <a:lnTo>
                    <a:pt x="7038065" y="2852831"/>
                  </a:lnTo>
                  <a:lnTo>
                    <a:pt x="7046627" y="2847999"/>
                  </a:lnTo>
                  <a:lnTo>
                    <a:pt x="7055189" y="2853055"/>
                  </a:lnTo>
                  <a:lnTo>
                    <a:pt x="7063751" y="2849571"/>
                  </a:lnTo>
                  <a:lnTo>
                    <a:pt x="7072313" y="2816377"/>
                  </a:lnTo>
                  <a:lnTo>
                    <a:pt x="7080875" y="2748819"/>
                  </a:lnTo>
                  <a:lnTo>
                    <a:pt x="7089437" y="2677472"/>
                  </a:lnTo>
                  <a:lnTo>
                    <a:pt x="7098000" y="2679955"/>
                  </a:lnTo>
                  <a:lnTo>
                    <a:pt x="7106562" y="2565236"/>
                  </a:lnTo>
                  <a:lnTo>
                    <a:pt x="7115124" y="2536138"/>
                  </a:lnTo>
                  <a:lnTo>
                    <a:pt x="7123686" y="2640445"/>
                  </a:lnTo>
                  <a:lnTo>
                    <a:pt x="7132248" y="2785987"/>
                  </a:lnTo>
                  <a:lnTo>
                    <a:pt x="7140810" y="2814925"/>
                  </a:lnTo>
                  <a:lnTo>
                    <a:pt x="7149372" y="2830705"/>
                  </a:lnTo>
                  <a:lnTo>
                    <a:pt x="7157934" y="2867683"/>
                  </a:lnTo>
                  <a:lnTo>
                    <a:pt x="7166497" y="2904870"/>
                  </a:lnTo>
                  <a:lnTo>
                    <a:pt x="7175059" y="2908664"/>
                  </a:lnTo>
                  <a:lnTo>
                    <a:pt x="7183621" y="2921612"/>
                  </a:lnTo>
                  <a:lnTo>
                    <a:pt x="7192183" y="2922828"/>
                  </a:lnTo>
                  <a:lnTo>
                    <a:pt x="7200745" y="2944013"/>
                  </a:lnTo>
                  <a:lnTo>
                    <a:pt x="7209307" y="2957033"/>
                  </a:lnTo>
                  <a:lnTo>
                    <a:pt x="7217869" y="2973485"/>
                  </a:lnTo>
                  <a:lnTo>
                    <a:pt x="7226431" y="2959547"/>
                  </a:lnTo>
                  <a:lnTo>
                    <a:pt x="7234994" y="2970583"/>
                  </a:lnTo>
                  <a:lnTo>
                    <a:pt x="7243556" y="2963774"/>
                  </a:lnTo>
                  <a:lnTo>
                    <a:pt x="7252118" y="2919628"/>
                  </a:lnTo>
                  <a:lnTo>
                    <a:pt x="7260680" y="2939991"/>
                  </a:lnTo>
                  <a:lnTo>
                    <a:pt x="7269242" y="2863450"/>
                  </a:lnTo>
                  <a:lnTo>
                    <a:pt x="7277804" y="2831675"/>
                  </a:lnTo>
                  <a:lnTo>
                    <a:pt x="7286366" y="2874976"/>
                  </a:lnTo>
                  <a:lnTo>
                    <a:pt x="7294928" y="2824328"/>
                  </a:lnTo>
                  <a:lnTo>
                    <a:pt x="7303490" y="2881608"/>
                  </a:lnTo>
                  <a:lnTo>
                    <a:pt x="7312053" y="2850265"/>
                  </a:lnTo>
                  <a:lnTo>
                    <a:pt x="7320615" y="2791671"/>
                  </a:lnTo>
                  <a:lnTo>
                    <a:pt x="7329177" y="2911041"/>
                  </a:lnTo>
                  <a:lnTo>
                    <a:pt x="7337739" y="2886291"/>
                  </a:lnTo>
                  <a:lnTo>
                    <a:pt x="7346301" y="2917092"/>
                  </a:lnTo>
                  <a:lnTo>
                    <a:pt x="7354863" y="2878589"/>
                  </a:lnTo>
                  <a:lnTo>
                    <a:pt x="7363425" y="2803808"/>
                  </a:lnTo>
                  <a:lnTo>
                    <a:pt x="7371987" y="2881533"/>
                  </a:lnTo>
                  <a:lnTo>
                    <a:pt x="7380550" y="2846493"/>
                  </a:lnTo>
                  <a:lnTo>
                    <a:pt x="7389112" y="2792966"/>
                  </a:lnTo>
                  <a:lnTo>
                    <a:pt x="7397674" y="2721904"/>
                  </a:lnTo>
                  <a:lnTo>
                    <a:pt x="7406236" y="2764568"/>
                  </a:lnTo>
                  <a:lnTo>
                    <a:pt x="7414798" y="2819236"/>
                  </a:lnTo>
                  <a:lnTo>
                    <a:pt x="7423360" y="2857088"/>
                  </a:lnTo>
                  <a:lnTo>
                    <a:pt x="7431922" y="2811238"/>
                  </a:lnTo>
                  <a:lnTo>
                    <a:pt x="7440484" y="2849109"/>
                  </a:lnTo>
                  <a:lnTo>
                    <a:pt x="7449047" y="2841189"/>
                  </a:lnTo>
                  <a:lnTo>
                    <a:pt x="7457609" y="2944543"/>
                  </a:lnTo>
                  <a:lnTo>
                    <a:pt x="7466171" y="2955880"/>
                  </a:lnTo>
                  <a:lnTo>
                    <a:pt x="7474733" y="2884233"/>
                  </a:lnTo>
                  <a:lnTo>
                    <a:pt x="7483295" y="2842997"/>
                  </a:lnTo>
                  <a:lnTo>
                    <a:pt x="7491857" y="2868794"/>
                  </a:lnTo>
                  <a:lnTo>
                    <a:pt x="7500419" y="2902327"/>
                  </a:lnTo>
                  <a:lnTo>
                    <a:pt x="7508981" y="2936599"/>
                  </a:lnTo>
                  <a:lnTo>
                    <a:pt x="7517544" y="2937466"/>
                  </a:lnTo>
                  <a:lnTo>
                    <a:pt x="7526106" y="2893738"/>
                  </a:lnTo>
                  <a:lnTo>
                    <a:pt x="7534668" y="2885319"/>
                  </a:lnTo>
                  <a:lnTo>
                    <a:pt x="7543230" y="2865635"/>
                  </a:lnTo>
                  <a:lnTo>
                    <a:pt x="7551792" y="2889080"/>
                  </a:lnTo>
                  <a:lnTo>
                    <a:pt x="7560354" y="2903188"/>
                  </a:lnTo>
                  <a:lnTo>
                    <a:pt x="7568916" y="2879438"/>
                  </a:lnTo>
                  <a:lnTo>
                    <a:pt x="7577478" y="2872275"/>
                  </a:lnTo>
                  <a:lnTo>
                    <a:pt x="7586041" y="2846481"/>
                  </a:lnTo>
                  <a:lnTo>
                    <a:pt x="7594603" y="2852437"/>
                  </a:lnTo>
                  <a:lnTo>
                    <a:pt x="7603165" y="2827386"/>
                  </a:lnTo>
                  <a:lnTo>
                    <a:pt x="7611727" y="2804939"/>
                  </a:lnTo>
                  <a:lnTo>
                    <a:pt x="7620289" y="2819952"/>
                  </a:lnTo>
                  <a:lnTo>
                    <a:pt x="7628851" y="2786177"/>
                  </a:lnTo>
                  <a:lnTo>
                    <a:pt x="7637413" y="2838053"/>
                  </a:lnTo>
                  <a:lnTo>
                    <a:pt x="7645975" y="2812741"/>
                  </a:lnTo>
                  <a:lnTo>
                    <a:pt x="7654538" y="2776373"/>
                  </a:lnTo>
                  <a:lnTo>
                    <a:pt x="7663100" y="2703916"/>
                  </a:lnTo>
                  <a:lnTo>
                    <a:pt x="7671662" y="2769192"/>
                  </a:lnTo>
                  <a:lnTo>
                    <a:pt x="7680224" y="2809135"/>
                  </a:lnTo>
                  <a:lnTo>
                    <a:pt x="7688786" y="2830638"/>
                  </a:lnTo>
                  <a:lnTo>
                    <a:pt x="7697348" y="2787178"/>
                  </a:lnTo>
                  <a:lnTo>
                    <a:pt x="7705910" y="2764953"/>
                  </a:lnTo>
                  <a:lnTo>
                    <a:pt x="7714472" y="2747904"/>
                  </a:lnTo>
                  <a:lnTo>
                    <a:pt x="7723035" y="2718556"/>
                  </a:lnTo>
                  <a:lnTo>
                    <a:pt x="7731597" y="2727739"/>
                  </a:lnTo>
                  <a:lnTo>
                    <a:pt x="7740159" y="2657325"/>
                  </a:lnTo>
                  <a:lnTo>
                    <a:pt x="7748721" y="2617655"/>
                  </a:lnTo>
                  <a:lnTo>
                    <a:pt x="7757283" y="2526413"/>
                  </a:lnTo>
                  <a:lnTo>
                    <a:pt x="7765845" y="2428141"/>
                  </a:lnTo>
                  <a:lnTo>
                    <a:pt x="7774407" y="2411707"/>
                  </a:lnTo>
                  <a:lnTo>
                    <a:pt x="7782969" y="2462120"/>
                  </a:lnTo>
                  <a:lnTo>
                    <a:pt x="7791532" y="2374161"/>
                  </a:lnTo>
                  <a:lnTo>
                    <a:pt x="7800094" y="2457803"/>
                  </a:lnTo>
                  <a:lnTo>
                    <a:pt x="7808656" y="2514659"/>
                  </a:lnTo>
                  <a:lnTo>
                    <a:pt x="7817218" y="2626906"/>
                  </a:lnTo>
                  <a:lnTo>
                    <a:pt x="7825780" y="2669515"/>
                  </a:lnTo>
                  <a:lnTo>
                    <a:pt x="7834342" y="2674428"/>
                  </a:lnTo>
                  <a:lnTo>
                    <a:pt x="7842904" y="2766197"/>
                  </a:lnTo>
                  <a:lnTo>
                    <a:pt x="7851466" y="2821368"/>
                  </a:lnTo>
                  <a:lnTo>
                    <a:pt x="7860029" y="2805611"/>
                  </a:lnTo>
                  <a:lnTo>
                    <a:pt x="7868591" y="2775143"/>
                  </a:lnTo>
                  <a:lnTo>
                    <a:pt x="7877153" y="2793304"/>
                  </a:lnTo>
                  <a:lnTo>
                    <a:pt x="7885715" y="2778131"/>
                  </a:lnTo>
                  <a:lnTo>
                    <a:pt x="7894277" y="2779823"/>
                  </a:lnTo>
                  <a:lnTo>
                    <a:pt x="7902839" y="2760023"/>
                  </a:lnTo>
                  <a:lnTo>
                    <a:pt x="7911401" y="2768780"/>
                  </a:lnTo>
                  <a:lnTo>
                    <a:pt x="7919963" y="2733070"/>
                  </a:lnTo>
                  <a:lnTo>
                    <a:pt x="7928525" y="2634819"/>
                  </a:lnTo>
                  <a:lnTo>
                    <a:pt x="7937088" y="2658921"/>
                  </a:lnTo>
                  <a:lnTo>
                    <a:pt x="7945650" y="2551830"/>
                  </a:lnTo>
                  <a:lnTo>
                    <a:pt x="7954212" y="2545072"/>
                  </a:lnTo>
                  <a:lnTo>
                    <a:pt x="7962774" y="2595815"/>
                  </a:lnTo>
                  <a:lnTo>
                    <a:pt x="7971336" y="2585271"/>
                  </a:lnTo>
                  <a:lnTo>
                    <a:pt x="7979898" y="2743554"/>
                  </a:lnTo>
                  <a:lnTo>
                    <a:pt x="7988460" y="2646571"/>
                  </a:lnTo>
                  <a:lnTo>
                    <a:pt x="7997022" y="2608453"/>
                  </a:lnTo>
                  <a:lnTo>
                    <a:pt x="8005585" y="2630549"/>
                  </a:lnTo>
                  <a:lnTo>
                    <a:pt x="8014147" y="2685981"/>
                  </a:lnTo>
                  <a:lnTo>
                    <a:pt x="8022709" y="2789945"/>
                  </a:lnTo>
                  <a:lnTo>
                    <a:pt x="8031271" y="2789842"/>
                  </a:lnTo>
                  <a:lnTo>
                    <a:pt x="8039833" y="2850744"/>
                  </a:lnTo>
                  <a:lnTo>
                    <a:pt x="8048395" y="2924979"/>
                  </a:lnTo>
                  <a:lnTo>
                    <a:pt x="8056957" y="2920628"/>
                  </a:lnTo>
                  <a:lnTo>
                    <a:pt x="8065519" y="2951808"/>
                  </a:lnTo>
                  <a:lnTo>
                    <a:pt x="8074082" y="2910292"/>
                  </a:lnTo>
                  <a:lnTo>
                    <a:pt x="8082644" y="2920109"/>
                  </a:lnTo>
                  <a:lnTo>
                    <a:pt x="8091206" y="2918479"/>
                  </a:lnTo>
                  <a:lnTo>
                    <a:pt x="8099768" y="2920038"/>
                  </a:lnTo>
                  <a:lnTo>
                    <a:pt x="8108330" y="2912670"/>
                  </a:lnTo>
                  <a:lnTo>
                    <a:pt x="8116892" y="2904374"/>
                  </a:lnTo>
                  <a:lnTo>
                    <a:pt x="8125454" y="2886538"/>
                  </a:lnTo>
                  <a:lnTo>
                    <a:pt x="8134016" y="2857443"/>
                  </a:lnTo>
                  <a:lnTo>
                    <a:pt x="8142579" y="2864690"/>
                  </a:lnTo>
                  <a:lnTo>
                    <a:pt x="8151141" y="2839819"/>
                  </a:lnTo>
                  <a:lnTo>
                    <a:pt x="8159703" y="2847411"/>
                  </a:lnTo>
                  <a:lnTo>
                    <a:pt x="8168265" y="2866331"/>
                  </a:lnTo>
                  <a:lnTo>
                    <a:pt x="8176827" y="2901778"/>
                  </a:lnTo>
                  <a:lnTo>
                    <a:pt x="8185389" y="2933872"/>
                  </a:lnTo>
                  <a:lnTo>
                    <a:pt x="8193951" y="2913963"/>
                  </a:lnTo>
                  <a:lnTo>
                    <a:pt x="8202513" y="2918368"/>
                  </a:lnTo>
                  <a:lnTo>
                    <a:pt x="8211076" y="2922658"/>
                  </a:lnTo>
                  <a:lnTo>
                    <a:pt x="8219638" y="2909375"/>
                  </a:lnTo>
                  <a:lnTo>
                    <a:pt x="8228200" y="2834483"/>
                  </a:lnTo>
                  <a:lnTo>
                    <a:pt x="8236762" y="2820264"/>
                  </a:lnTo>
                  <a:lnTo>
                    <a:pt x="8245324" y="2828288"/>
                  </a:lnTo>
                  <a:lnTo>
                    <a:pt x="8253886" y="2818374"/>
                  </a:lnTo>
                  <a:lnTo>
                    <a:pt x="8262448" y="2858743"/>
                  </a:lnTo>
                  <a:lnTo>
                    <a:pt x="8271010" y="2831429"/>
                  </a:lnTo>
                  <a:lnTo>
                    <a:pt x="8279573" y="2851307"/>
                  </a:lnTo>
                  <a:lnTo>
                    <a:pt x="8288135" y="2874028"/>
                  </a:lnTo>
                  <a:lnTo>
                    <a:pt x="8296697" y="2896505"/>
                  </a:lnTo>
                  <a:lnTo>
                    <a:pt x="8305259" y="2925392"/>
                  </a:lnTo>
                  <a:lnTo>
                    <a:pt x="8313821" y="2911030"/>
                  </a:lnTo>
                  <a:lnTo>
                    <a:pt x="8322383" y="2930153"/>
                  </a:lnTo>
                  <a:lnTo>
                    <a:pt x="8330945" y="2946608"/>
                  </a:lnTo>
                  <a:lnTo>
                    <a:pt x="8339507" y="2920571"/>
                  </a:lnTo>
                  <a:lnTo>
                    <a:pt x="8348070" y="2925162"/>
                  </a:lnTo>
                  <a:lnTo>
                    <a:pt x="8356632" y="2926894"/>
                  </a:lnTo>
                  <a:lnTo>
                    <a:pt x="8365194" y="2934375"/>
                  </a:lnTo>
                  <a:lnTo>
                    <a:pt x="8373756" y="2938856"/>
                  </a:lnTo>
                  <a:lnTo>
                    <a:pt x="8382318" y="2937539"/>
                  </a:lnTo>
                  <a:lnTo>
                    <a:pt x="8390880" y="2960611"/>
                  </a:lnTo>
                  <a:lnTo>
                    <a:pt x="8399442" y="2976223"/>
                  </a:lnTo>
                  <a:lnTo>
                    <a:pt x="8408004" y="2984705"/>
                  </a:lnTo>
                  <a:lnTo>
                    <a:pt x="8416567" y="2955154"/>
                  </a:lnTo>
                  <a:lnTo>
                    <a:pt x="8425129" y="2955897"/>
                  </a:lnTo>
                  <a:lnTo>
                    <a:pt x="8433691" y="2949414"/>
                  </a:lnTo>
                  <a:lnTo>
                    <a:pt x="8442253" y="2921935"/>
                  </a:lnTo>
                  <a:lnTo>
                    <a:pt x="8450815" y="2939952"/>
                  </a:lnTo>
                  <a:lnTo>
                    <a:pt x="8459377" y="2926077"/>
                  </a:lnTo>
                  <a:lnTo>
                    <a:pt x="8467939" y="2954265"/>
                  </a:lnTo>
                  <a:lnTo>
                    <a:pt x="8476501" y="2971662"/>
                  </a:lnTo>
                  <a:lnTo>
                    <a:pt x="8485063" y="2950588"/>
                  </a:lnTo>
                  <a:lnTo>
                    <a:pt x="8493626" y="2960663"/>
                  </a:lnTo>
                  <a:lnTo>
                    <a:pt x="8502188" y="2975177"/>
                  </a:lnTo>
                  <a:lnTo>
                    <a:pt x="8510750" y="2943655"/>
                  </a:lnTo>
                  <a:lnTo>
                    <a:pt x="8519312" y="2950435"/>
                  </a:lnTo>
                  <a:lnTo>
                    <a:pt x="8527874" y="2899792"/>
                  </a:lnTo>
                  <a:lnTo>
                    <a:pt x="8536436" y="2899400"/>
                  </a:lnTo>
                  <a:lnTo>
                    <a:pt x="8544998" y="2891550"/>
                  </a:lnTo>
                  <a:lnTo>
                    <a:pt x="8553560" y="2821015"/>
                  </a:lnTo>
                  <a:lnTo>
                    <a:pt x="8553560" y="28210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4998" y="0"/>
                  </a:lnTo>
                  <a:lnTo>
                    <a:pt x="8536436" y="0"/>
                  </a:lnTo>
                  <a:lnTo>
                    <a:pt x="8527874" y="0"/>
                  </a:lnTo>
                  <a:lnTo>
                    <a:pt x="8519312" y="0"/>
                  </a:lnTo>
                  <a:lnTo>
                    <a:pt x="8510750" y="0"/>
                  </a:lnTo>
                  <a:lnTo>
                    <a:pt x="8502188" y="0"/>
                  </a:lnTo>
                  <a:lnTo>
                    <a:pt x="8493626" y="0"/>
                  </a:lnTo>
                  <a:lnTo>
                    <a:pt x="8485063" y="0"/>
                  </a:lnTo>
                  <a:lnTo>
                    <a:pt x="8476501" y="0"/>
                  </a:lnTo>
                  <a:lnTo>
                    <a:pt x="8467939" y="0"/>
                  </a:lnTo>
                  <a:lnTo>
                    <a:pt x="8459377" y="0"/>
                  </a:lnTo>
                  <a:lnTo>
                    <a:pt x="8450815" y="0"/>
                  </a:lnTo>
                  <a:lnTo>
                    <a:pt x="8442253" y="0"/>
                  </a:lnTo>
                  <a:lnTo>
                    <a:pt x="8433691" y="0"/>
                  </a:lnTo>
                  <a:lnTo>
                    <a:pt x="8425129" y="0"/>
                  </a:lnTo>
                  <a:lnTo>
                    <a:pt x="8416567" y="0"/>
                  </a:lnTo>
                  <a:lnTo>
                    <a:pt x="8408004" y="0"/>
                  </a:lnTo>
                  <a:lnTo>
                    <a:pt x="8399442" y="0"/>
                  </a:lnTo>
                  <a:lnTo>
                    <a:pt x="8390880" y="0"/>
                  </a:lnTo>
                  <a:lnTo>
                    <a:pt x="8382318" y="0"/>
                  </a:lnTo>
                  <a:lnTo>
                    <a:pt x="8373756" y="0"/>
                  </a:lnTo>
                  <a:lnTo>
                    <a:pt x="8365194" y="0"/>
                  </a:lnTo>
                  <a:lnTo>
                    <a:pt x="8356632" y="0"/>
                  </a:lnTo>
                  <a:lnTo>
                    <a:pt x="8348070" y="0"/>
                  </a:lnTo>
                  <a:lnTo>
                    <a:pt x="8339507" y="0"/>
                  </a:lnTo>
                  <a:lnTo>
                    <a:pt x="8330945" y="0"/>
                  </a:lnTo>
                  <a:lnTo>
                    <a:pt x="8322383" y="0"/>
                  </a:lnTo>
                  <a:lnTo>
                    <a:pt x="8313821" y="0"/>
                  </a:lnTo>
                  <a:lnTo>
                    <a:pt x="8305259" y="0"/>
                  </a:lnTo>
                  <a:lnTo>
                    <a:pt x="8296697" y="0"/>
                  </a:lnTo>
                  <a:lnTo>
                    <a:pt x="8288135" y="0"/>
                  </a:lnTo>
                  <a:lnTo>
                    <a:pt x="8279573" y="0"/>
                  </a:lnTo>
                  <a:lnTo>
                    <a:pt x="8271010" y="0"/>
                  </a:lnTo>
                  <a:lnTo>
                    <a:pt x="8262448" y="0"/>
                  </a:lnTo>
                  <a:lnTo>
                    <a:pt x="8253886" y="0"/>
                  </a:lnTo>
                  <a:lnTo>
                    <a:pt x="8245324" y="0"/>
                  </a:lnTo>
                  <a:lnTo>
                    <a:pt x="8236762" y="0"/>
                  </a:lnTo>
                  <a:lnTo>
                    <a:pt x="8228200" y="0"/>
                  </a:lnTo>
                  <a:lnTo>
                    <a:pt x="8219638" y="0"/>
                  </a:lnTo>
                  <a:lnTo>
                    <a:pt x="8211076" y="0"/>
                  </a:lnTo>
                  <a:lnTo>
                    <a:pt x="8202513" y="0"/>
                  </a:lnTo>
                  <a:lnTo>
                    <a:pt x="8193951" y="0"/>
                  </a:lnTo>
                  <a:lnTo>
                    <a:pt x="8185389" y="0"/>
                  </a:lnTo>
                  <a:lnTo>
                    <a:pt x="8176827" y="0"/>
                  </a:lnTo>
                  <a:lnTo>
                    <a:pt x="8168265" y="0"/>
                  </a:lnTo>
                  <a:lnTo>
                    <a:pt x="8159703" y="0"/>
                  </a:lnTo>
                  <a:lnTo>
                    <a:pt x="8151141" y="0"/>
                  </a:lnTo>
                  <a:lnTo>
                    <a:pt x="8142579" y="0"/>
                  </a:lnTo>
                  <a:lnTo>
                    <a:pt x="8134016" y="0"/>
                  </a:lnTo>
                  <a:lnTo>
                    <a:pt x="8125454" y="0"/>
                  </a:lnTo>
                  <a:lnTo>
                    <a:pt x="8116892" y="0"/>
                  </a:lnTo>
                  <a:lnTo>
                    <a:pt x="8108330" y="0"/>
                  </a:lnTo>
                  <a:lnTo>
                    <a:pt x="8099768" y="0"/>
                  </a:lnTo>
                  <a:lnTo>
                    <a:pt x="8091206" y="0"/>
                  </a:lnTo>
                  <a:lnTo>
                    <a:pt x="8082644" y="0"/>
                  </a:lnTo>
                  <a:lnTo>
                    <a:pt x="8074082" y="0"/>
                  </a:lnTo>
                  <a:lnTo>
                    <a:pt x="8065519" y="0"/>
                  </a:lnTo>
                  <a:lnTo>
                    <a:pt x="8056957" y="0"/>
                  </a:lnTo>
                  <a:lnTo>
                    <a:pt x="8048395" y="0"/>
                  </a:lnTo>
                  <a:lnTo>
                    <a:pt x="8039833" y="0"/>
                  </a:lnTo>
                  <a:lnTo>
                    <a:pt x="8031271" y="0"/>
                  </a:lnTo>
                  <a:lnTo>
                    <a:pt x="8022709" y="0"/>
                  </a:lnTo>
                  <a:lnTo>
                    <a:pt x="8014147" y="0"/>
                  </a:lnTo>
                  <a:lnTo>
                    <a:pt x="8005585" y="0"/>
                  </a:lnTo>
                  <a:lnTo>
                    <a:pt x="7997022" y="0"/>
                  </a:lnTo>
                  <a:lnTo>
                    <a:pt x="7988460" y="0"/>
                  </a:lnTo>
                  <a:lnTo>
                    <a:pt x="7979898" y="0"/>
                  </a:lnTo>
                  <a:lnTo>
                    <a:pt x="7971336" y="0"/>
                  </a:lnTo>
                  <a:lnTo>
                    <a:pt x="7962774" y="0"/>
                  </a:lnTo>
                  <a:lnTo>
                    <a:pt x="7954212" y="0"/>
                  </a:lnTo>
                  <a:lnTo>
                    <a:pt x="7945650" y="0"/>
                  </a:lnTo>
                  <a:lnTo>
                    <a:pt x="7937088" y="0"/>
                  </a:lnTo>
                  <a:lnTo>
                    <a:pt x="7928525" y="0"/>
                  </a:lnTo>
                  <a:lnTo>
                    <a:pt x="7919963" y="0"/>
                  </a:lnTo>
                  <a:lnTo>
                    <a:pt x="7911401" y="0"/>
                  </a:lnTo>
                  <a:lnTo>
                    <a:pt x="7902839" y="0"/>
                  </a:lnTo>
                  <a:lnTo>
                    <a:pt x="7894277" y="0"/>
                  </a:lnTo>
                  <a:lnTo>
                    <a:pt x="7885715" y="0"/>
                  </a:lnTo>
                  <a:lnTo>
                    <a:pt x="7877153" y="0"/>
                  </a:lnTo>
                  <a:lnTo>
                    <a:pt x="7868591" y="0"/>
                  </a:lnTo>
                  <a:lnTo>
                    <a:pt x="7860029" y="0"/>
                  </a:lnTo>
                  <a:lnTo>
                    <a:pt x="7851466" y="0"/>
                  </a:lnTo>
                  <a:lnTo>
                    <a:pt x="7842904" y="0"/>
                  </a:lnTo>
                  <a:lnTo>
                    <a:pt x="7834342" y="0"/>
                  </a:lnTo>
                  <a:lnTo>
                    <a:pt x="7825780" y="0"/>
                  </a:lnTo>
                  <a:lnTo>
                    <a:pt x="7817218" y="0"/>
                  </a:lnTo>
                  <a:lnTo>
                    <a:pt x="7808656" y="0"/>
                  </a:lnTo>
                  <a:lnTo>
                    <a:pt x="7800094" y="0"/>
                  </a:lnTo>
                  <a:lnTo>
                    <a:pt x="7791532" y="0"/>
                  </a:lnTo>
                  <a:lnTo>
                    <a:pt x="7782969" y="0"/>
                  </a:lnTo>
                  <a:lnTo>
                    <a:pt x="7774407" y="0"/>
                  </a:lnTo>
                  <a:lnTo>
                    <a:pt x="7765845" y="0"/>
                  </a:lnTo>
                  <a:lnTo>
                    <a:pt x="7757283" y="0"/>
                  </a:lnTo>
                  <a:lnTo>
                    <a:pt x="7748721" y="0"/>
                  </a:lnTo>
                  <a:lnTo>
                    <a:pt x="7740159" y="0"/>
                  </a:lnTo>
                  <a:lnTo>
                    <a:pt x="7731597" y="0"/>
                  </a:lnTo>
                  <a:lnTo>
                    <a:pt x="7723035" y="0"/>
                  </a:lnTo>
                  <a:lnTo>
                    <a:pt x="7714472" y="0"/>
                  </a:lnTo>
                  <a:lnTo>
                    <a:pt x="7705910" y="0"/>
                  </a:lnTo>
                  <a:lnTo>
                    <a:pt x="7697348" y="0"/>
                  </a:lnTo>
                  <a:lnTo>
                    <a:pt x="7688786" y="0"/>
                  </a:lnTo>
                  <a:lnTo>
                    <a:pt x="7680224" y="0"/>
                  </a:lnTo>
                  <a:lnTo>
                    <a:pt x="7671662" y="0"/>
                  </a:lnTo>
                  <a:lnTo>
                    <a:pt x="7663100" y="0"/>
                  </a:lnTo>
                  <a:lnTo>
                    <a:pt x="7654538" y="0"/>
                  </a:lnTo>
                  <a:lnTo>
                    <a:pt x="7645975" y="0"/>
                  </a:lnTo>
                  <a:lnTo>
                    <a:pt x="7637413" y="0"/>
                  </a:lnTo>
                  <a:lnTo>
                    <a:pt x="7628851" y="0"/>
                  </a:lnTo>
                  <a:lnTo>
                    <a:pt x="7620289" y="0"/>
                  </a:lnTo>
                  <a:lnTo>
                    <a:pt x="7611727" y="0"/>
                  </a:lnTo>
                  <a:lnTo>
                    <a:pt x="7603165" y="0"/>
                  </a:lnTo>
                  <a:lnTo>
                    <a:pt x="7594603" y="0"/>
                  </a:lnTo>
                  <a:lnTo>
                    <a:pt x="7586041" y="0"/>
                  </a:lnTo>
                  <a:lnTo>
                    <a:pt x="7577478" y="0"/>
                  </a:lnTo>
                  <a:lnTo>
                    <a:pt x="7568916" y="0"/>
                  </a:lnTo>
                  <a:lnTo>
                    <a:pt x="7560354" y="0"/>
                  </a:lnTo>
                  <a:lnTo>
                    <a:pt x="7551792" y="0"/>
                  </a:lnTo>
                  <a:lnTo>
                    <a:pt x="7543230" y="0"/>
                  </a:lnTo>
                  <a:lnTo>
                    <a:pt x="7534668" y="0"/>
                  </a:lnTo>
                  <a:lnTo>
                    <a:pt x="7526106" y="0"/>
                  </a:lnTo>
                  <a:lnTo>
                    <a:pt x="7517544" y="0"/>
                  </a:lnTo>
                  <a:lnTo>
                    <a:pt x="7508981" y="0"/>
                  </a:lnTo>
                  <a:lnTo>
                    <a:pt x="7500419" y="0"/>
                  </a:lnTo>
                  <a:lnTo>
                    <a:pt x="7491857" y="0"/>
                  </a:lnTo>
                  <a:lnTo>
                    <a:pt x="7483295" y="0"/>
                  </a:lnTo>
                  <a:lnTo>
                    <a:pt x="7474733" y="0"/>
                  </a:lnTo>
                  <a:lnTo>
                    <a:pt x="7466171" y="0"/>
                  </a:lnTo>
                  <a:lnTo>
                    <a:pt x="7457609" y="0"/>
                  </a:lnTo>
                  <a:lnTo>
                    <a:pt x="7449047" y="0"/>
                  </a:lnTo>
                  <a:lnTo>
                    <a:pt x="7440484" y="0"/>
                  </a:lnTo>
                  <a:lnTo>
                    <a:pt x="7431922" y="0"/>
                  </a:lnTo>
                  <a:lnTo>
                    <a:pt x="7423360" y="0"/>
                  </a:lnTo>
                  <a:lnTo>
                    <a:pt x="7414798" y="0"/>
                  </a:lnTo>
                  <a:lnTo>
                    <a:pt x="7406236" y="0"/>
                  </a:lnTo>
                  <a:lnTo>
                    <a:pt x="7397674" y="0"/>
                  </a:lnTo>
                  <a:lnTo>
                    <a:pt x="7389112" y="0"/>
                  </a:lnTo>
                  <a:lnTo>
                    <a:pt x="7380550" y="0"/>
                  </a:lnTo>
                  <a:lnTo>
                    <a:pt x="7371987" y="0"/>
                  </a:lnTo>
                  <a:lnTo>
                    <a:pt x="7363425" y="0"/>
                  </a:lnTo>
                  <a:lnTo>
                    <a:pt x="7354863" y="0"/>
                  </a:lnTo>
                  <a:lnTo>
                    <a:pt x="7346301" y="0"/>
                  </a:lnTo>
                  <a:lnTo>
                    <a:pt x="7337739" y="0"/>
                  </a:lnTo>
                  <a:lnTo>
                    <a:pt x="7329177" y="0"/>
                  </a:lnTo>
                  <a:lnTo>
                    <a:pt x="7320615" y="0"/>
                  </a:lnTo>
                  <a:lnTo>
                    <a:pt x="7312053" y="0"/>
                  </a:lnTo>
                  <a:lnTo>
                    <a:pt x="7303490" y="0"/>
                  </a:lnTo>
                  <a:lnTo>
                    <a:pt x="7294928" y="0"/>
                  </a:lnTo>
                  <a:lnTo>
                    <a:pt x="7286366" y="0"/>
                  </a:lnTo>
                  <a:lnTo>
                    <a:pt x="7277804" y="0"/>
                  </a:lnTo>
                  <a:lnTo>
                    <a:pt x="7269242" y="0"/>
                  </a:lnTo>
                  <a:lnTo>
                    <a:pt x="7260680" y="0"/>
                  </a:lnTo>
                  <a:lnTo>
                    <a:pt x="7252118" y="0"/>
                  </a:lnTo>
                  <a:lnTo>
                    <a:pt x="7243556" y="0"/>
                  </a:lnTo>
                  <a:lnTo>
                    <a:pt x="7234994" y="0"/>
                  </a:lnTo>
                  <a:lnTo>
                    <a:pt x="7226431" y="0"/>
                  </a:lnTo>
                  <a:lnTo>
                    <a:pt x="7217869" y="0"/>
                  </a:lnTo>
                  <a:lnTo>
                    <a:pt x="7209307" y="0"/>
                  </a:lnTo>
                  <a:lnTo>
                    <a:pt x="7200745" y="0"/>
                  </a:lnTo>
                  <a:lnTo>
                    <a:pt x="7192183" y="0"/>
                  </a:lnTo>
                  <a:lnTo>
                    <a:pt x="7183621" y="0"/>
                  </a:lnTo>
                  <a:lnTo>
                    <a:pt x="7175059" y="0"/>
                  </a:lnTo>
                  <a:lnTo>
                    <a:pt x="7166497" y="0"/>
                  </a:lnTo>
                  <a:lnTo>
                    <a:pt x="7157934" y="0"/>
                  </a:lnTo>
                  <a:lnTo>
                    <a:pt x="7149372" y="0"/>
                  </a:lnTo>
                  <a:lnTo>
                    <a:pt x="7140810" y="0"/>
                  </a:lnTo>
                  <a:lnTo>
                    <a:pt x="7132248" y="0"/>
                  </a:lnTo>
                  <a:lnTo>
                    <a:pt x="7123686" y="0"/>
                  </a:lnTo>
                  <a:lnTo>
                    <a:pt x="7115124" y="0"/>
                  </a:lnTo>
                  <a:lnTo>
                    <a:pt x="7106562" y="0"/>
                  </a:lnTo>
                  <a:lnTo>
                    <a:pt x="7098000" y="0"/>
                  </a:lnTo>
                  <a:lnTo>
                    <a:pt x="7089437" y="0"/>
                  </a:lnTo>
                  <a:lnTo>
                    <a:pt x="7080875" y="0"/>
                  </a:lnTo>
                  <a:lnTo>
                    <a:pt x="7072313" y="0"/>
                  </a:lnTo>
                  <a:lnTo>
                    <a:pt x="7063751" y="0"/>
                  </a:lnTo>
                  <a:lnTo>
                    <a:pt x="7055189" y="0"/>
                  </a:lnTo>
                  <a:lnTo>
                    <a:pt x="7046627" y="0"/>
                  </a:lnTo>
                  <a:lnTo>
                    <a:pt x="7038065" y="0"/>
                  </a:lnTo>
                  <a:lnTo>
                    <a:pt x="7029503" y="0"/>
                  </a:lnTo>
                  <a:lnTo>
                    <a:pt x="7020940" y="0"/>
                  </a:lnTo>
                  <a:lnTo>
                    <a:pt x="7012378" y="0"/>
                  </a:lnTo>
                  <a:lnTo>
                    <a:pt x="7003816" y="0"/>
                  </a:lnTo>
                  <a:lnTo>
                    <a:pt x="6995254" y="0"/>
                  </a:lnTo>
                  <a:lnTo>
                    <a:pt x="6986692" y="0"/>
                  </a:lnTo>
                  <a:lnTo>
                    <a:pt x="6978130" y="0"/>
                  </a:lnTo>
                  <a:lnTo>
                    <a:pt x="6969568" y="0"/>
                  </a:lnTo>
                  <a:lnTo>
                    <a:pt x="6961006" y="0"/>
                  </a:lnTo>
                  <a:lnTo>
                    <a:pt x="6952443" y="0"/>
                  </a:lnTo>
                  <a:lnTo>
                    <a:pt x="6943881" y="0"/>
                  </a:lnTo>
                  <a:lnTo>
                    <a:pt x="6935319" y="0"/>
                  </a:lnTo>
                  <a:lnTo>
                    <a:pt x="6926757" y="0"/>
                  </a:lnTo>
                  <a:lnTo>
                    <a:pt x="6918195" y="0"/>
                  </a:lnTo>
                  <a:lnTo>
                    <a:pt x="6909633" y="0"/>
                  </a:lnTo>
                  <a:lnTo>
                    <a:pt x="6901071" y="0"/>
                  </a:lnTo>
                  <a:lnTo>
                    <a:pt x="6892509" y="0"/>
                  </a:lnTo>
                  <a:lnTo>
                    <a:pt x="6883946" y="0"/>
                  </a:lnTo>
                  <a:lnTo>
                    <a:pt x="6875384" y="0"/>
                  </a:lnTo>
                  <a:lnTo>
                    <a:pt x="6866822" y="0"/>
                  </a:lnTo>
                  <a:lnTo>
                    <a:pt x="6858260" y="0"/>
                  </a:lnTo>
                  <a:lnTo>
                    <a:pt x="6849698" y="0"/>
                  </a:lnTo>
                  <a:lnTo>
                    <a:pt x="6841136" y="0"/>
                  </a:lnTo>
                  <a:lnTo>
                    <a:pt x="6832574" y="0"/>
                  </a:lnTo>
                  <a:lnTo>
                    <a:pt x="6824012" y="0"/>
                  </a:lnTo>
                  <a:lnTo>
                    <a:pt x="6815449" y="0"/>
                  </a:lnTo>
                  <a:lnTo>
                    <a:pt x="6806887" y="0"/>
                  </a:lnTo>
                  <a:lnTo>
                    <a:pt x="6798325" y="0"/>
                  </a:lnTo>
                  <a:lnTo>
                    <a:pt x="6789763" y="0"/>
                  </a:lnTo>
                  <a:lnTo>
                    <a:pt x="6781201" y="0"/>
                  </a:lnTo>
                  <a:lnTo>
                    <a:pt x="6772639" y="0"/>
                  </a:lnTo>
                  <a:lnTo>
                    <a:pt x="6764077" y="0"/>
                  </a:lnTo>
                  <a:lnTo>
                    <a:pt x="6755515" y="0"/>
                  </a:lnTo>
                  <a:lnTo>
                    <a:pt x="6746952" y="0"/>
                  </a:lnTo>
                  <a:lnTo>
                    <a:pt x="6738390" y="0"/>
                  </a:lnTo>
                  <a:lnTo>
                    <a:pt x="6729828" y="0"/>
                  </a:lnTo>
                  <a:lnTo>
                    <a:pt x="6721266" y="0"/>
                  </a:lnTo>
                  <a:lnTo>
                    <a:pt x="6712704" y="0"/>
                  </a:lnTo>
                  <a:lnTo>
                    <a:pt x="6704142" y="0"/>
                  </a:lnTo>
                  <a:lnTo>
                    <a:pt x="6695580" y="0"/>
                  </a:lnTo>
                  <a:lnTo>
                    <a:pt x="6687018" y="0"/>
                  </a:lnTo>
                  <a:lnTo>
                    <a:pt x="6678456" y="0"/>
                  </a:lnTo>
                  <a:lnTo>
                    <a:pt x="6669893" y="0"/>
                  </a:lnTo>
                  <a:lnTo>
                    <a:pt x="6661331" y="0"/>
                  </a:lnTo>
                  <a:lnTo>
                    <a:pt x="6652769" y="0"/>
                  </a:lnTo>
                  <a:lnTo>
                    <a:pt x="6644207" y="0"/>
                  </a:lnTo>
                  <a:lnTo>
                    <a:pt x="6635645" y="0"/>
                  </a:lnTo>
                  <a:lnTo>
                    <a:pt x="6627083" y="0"/>
                  </a:lnTo>
                  <a:lnTo>
                    <a:pt x="6618521" y="0"/>
                  </a:lnTo>
                  <a:lnTo>
                    <a:pt x="6609959" y="0"/>
                  </a:lnTo>
                  <a:lnTo>
                    <a:pt x="6601396" y="0"/>
                  </a:lnTo>
                  <a:lnTo>
                    <a:pt x="6592834" y="0"/>
                  </a:lnTo>
                  <a:lnTo>
                    <a:pt x="6584272" y="0"/>
                  </a:lnTo>
                  <a:lnTo>
                    <a:pt x="6575710" y="0"/>
                  </a:lnTo>
                  <a:lnTo>
                    <a:pt x="6567148" y="0"/>
                  </a:lnTo>
                  <a:lnTo>
                    <a:pt x="6558586" y="0"/>
                  </a:lnTo>
                  <a:lnTo>
                    <a:pt x="6550024" y="0"/>
                  </a:lnTo>
                  <a:lnTo>
                    <a:pt x="6541462" y="0"/>
                  </a:lnTo>
                  <a:lnTo>
                    <a:pt x="6532899" y="0"/>
                  </a:lnTo>
                  <a:lnTo>
                    <a:pt x="6524337" y="0"/>
                  </a:lnTo>
                  <a:lnTo>
                    <a:pt x="6515775" y="0"/>
                  </a:lnTo>
                  <a:lnTo>
                    <a:pt x="6507213" y="0"/>
                  </a:lnTo>
                  <a:lnTo>
                    <a:pt x="6498651" y="0"/>
                  </a:lnTo>
                  <a:lnTo>
                    <a:pt x="6490089" y="0"/>
                  </a:lnTo>
                  <a:lnTo>
                    <a:pt x="6481527" y="0"/>
                  </a:lnTo>
                  <a:lnTo>
                    <a:pt x="6472965" y="0"/>
                  </a:lnTo>
                  <a:lnTo>
                    <a:pt x="6464402" y="0"/>
                  </a:lnTo>
                  <a:lnTo>
                    <a:pt x="6455840" y="0"/>
                  </a:lnTo>
                  <a:lnTo>
                    <a:pt x="6447278" y="0"/>
                  </a:lnTo>
                  <a:lnTo>
                    <a:pt x="6438716" y="0"/>
                  </a:lnTo>
                  <a:lnTo>
                    <a:pt x="6430154" y="0"/>
                  </a:lnTo>
                  <a:lnTo>
                    <a:pt x="6421592" y="0"/>
                  </a:lnTo>
                  <a:lnTo>
                    <a:pt x="6413030" y="0"/>
                  </a:lnTo>
                  <a:lnTo>
                    <a:pt x="6404468" y="0"/>
                  </a:lnTo>
                  <a:lnTo>
                    <a:pt x="6395905" y="0"/>
                  </a:lnTo>
                  <a:lnTo>
                    <a:pt x="6387343" y="0"/>
                  </a:lnTo>
                  <a:lnTo>
                    <a:pt x="6378781" y="0"/>
                  </a:lnTo>
                  <a:lnTo>
                    <a:pt x="6370219" y="0"/>
                  </a:lnTo>
                  <a:lnTo>
                    <a:pt x="6361657" y="0"/>
                  </a:lnTo>
                  <a:lnTo>
                    <a:pt x="6353095" y="0"/>
                  </a:lnTo>
                  <a:lnTo>
                    <a:pt x="6344533" y="0"/>
                  </a:lnTo>
                  <a:lnTo>
                    <a:pt x="6335971" y="0"/>
                  </a:lnTo>
                  <a:lnTo>
                    <a:pt x="6327408" y="0"/>
                  </a:lnTo>
                  <a:lnTo>
                    <a:pt x="6318846" y="0"/>
                  </a:lnTo>
                  <a:lnTo>
                    <a:pt x="6310284" y="0"/>
                  </a:lnTo>
                  <a:lnTo>
                    <a:pt x="6301722" y="0"/>
                  </a:lnTo>
                  <a:lnTo>
                    <a:pt x="6293160" y="0"/>
                  </a:lnTo>
                  <a:lnTo>
                    <a:pt x="6284598" y="0"/>
                  </a:lnTo>
                  <a:lnTo>
                    <a:pt x="6276036" y="0"/>
                  </a:lnTo>
                  <a:lnTo>
                    <a:pt x="6267474" y="0"/>
                  </a:lnTo>
                  <a:lnTo>
                    <a:pt x="6258911" y="0"/>
                  </a:lnTo>
                  <a:lnTo>
                    <a:pt x="6250349" y="0"/>
                  </a:lnTo>
                  <a:lnTo>
                    <a:pt x="6241787" y="0"/>
                  </a:lnTo>
                  <a:lnTo>
                    <a:pt x="6233225" y="0"/>
                  </a:lnTo>
                  <a:lnTo>
                    <a:pt x="6224663" y="0"/>
                  </a:lnTo>
                  <a:lnTo>
                    <a:pt x="6216101" y="0"/>
                  </a:lnTo>
                  <a:lnTo>
                    <a:pt x="6207539" y="0"/>
                  </a:lnTo>
                  <a:lnTo>
                    <a:pt x="6198977" y="0"/>
                  </a:lnTo>
                  <a:lnTo>
                    <a:pt x="6190414" y="0"/>
                  </a:lnTo>
                  <a:lnTo>
                    <a:pt x="6181852" y="0"/>
                  </a:lnTo>
                  <a:lnTo>
                    <a:pt x="6173290" y="0"/>
                  </a:lnTo>
                  <a:lnTo>
                    <a:pt x="6164728" y="0"/>
                  </a:lnTo>
                  <a:lnTo>
                    <a:pt x="6156166" y="0"/>
                  </a:lnTo>
                  <a:lnTo>
                    <a:pt x="6147604" y="0"/>
                  </a:lnTo>
                  <a:lnTo>
                    <a:pt x="6139042" y="0"/>
                  </a:lnTo>
                  <a:lnTo>
                    <a:pt x="6130480" y="0"/>
                  </a:lnTo>
                  <a:lnTo>
                    <a:pt x="6121918" y="0"/>
                  </a:lnTo>
                  <a:lnTo>
                    <a:pt x="6113355" y="0"/>
                  </a:lnTo>
                  <a:lnTo>
                    <a:pt x="6104793" y="0"/>
                  </a:lnTo>
                  <a:lnTo>
                    <a:pt x="6096231" y="0"/>
                  </a:lnTo>
                  <a:lnTo>
                    <a:pt x="6087669" y="0"/>
                  </a:lnTo>
                  <a:lnTo>
                    <a:pt x="6079107" y="0"/>
                  </a:lnTo>
                  <a:lnTo>
                    <a:pt x="6070545" y="0"/>
                  </a:lnTo>
                  <a:lnTo>
                    <a:pt x="6061983" y="0"/>
                  </a:lnTo>
                  <a:lnTo>
                    <a:pt x="6053421" y="0"/>
                  </a:lnTo>
                  <a:lnTo>
                    <a:pt x="6044858" y="0"/>
                  </a:lnTo>
                  <a:lnTo>
                    <a:pt x="6036296" y="0"/>
                  </a:lnTo>
                  <a:lnTo>
                    <a:pt x="6027734" y="0"/>
                  </a:lnTo>
                  <a:lnTo>
                    <a:pt x="6019172" y="0"/>
                  </a:lnTo>
                  <a:lnTo>
                    <a:pt x="6010610" y="0"/>
                  </a:lnTo>
                  <a:lnTo>
                    <a:pt x="6002048" y="0"/>
                  </a:lnTo>
                  <a:lnTo>
                    <a:pt x="5993486" y="0"/>
                  </a:lnTo>
                  <a:lnTo>
                    <a:pt x="5984924" y="0"/>
                  </a:lnTo>
                  <a:lnTo>
                    <a:pt x="5976361" y="0"/>
                  </a:lnTo>
                  <a:lnTo>
                    <a:pt x="5967799" y="0"/>
                  </a:lnTo>
                  <a:lnTo>
                    <a:pt x="5959237" y="0"/>
                  </a:lnTo>
                  <a:lnTo>
                    <a:pt x="5950675" y="0"/>
                  </a:lnTo>
                  <a:lnTo>
                    <a:pt x="5942113" y="0"/>
                  </a:lnTo>
                  <a:lnTo>
                    <a:pt x="5933551" y="0"/>
                  </a:lnTo>
                  <a:lnTo>
                    <a:pt x="5924989" y="0"/>
                  </a:lnTo>
                  <a:lnTo>
                    <a:pt x="5916427" y="0"/>
                  </a:lnTo>
                  <a:lnTo>
                    <a:pt x="5907864" y="0"/>
                  </a:lnTo>
                  <a:lnTo>
                    <a:pt x="5899302" y="0"/>
                  </a:lnTo>
                  <a:lnTo>
                    <a:pt x="5890740" y="0"/>
                  </a:lnTo>
                  <a:lnTo>
                    <a:pt x="5882178" y="0"/>
                  </a:lnTo>
                  <a:lnTo>
                    <a:pt x="5873616" y="0"/>
                  </a:lnTo>
                  <a:lnTo>
                    <a:pt x="5865054" y="0"/>
                  </a:lnTo>
                  <a:lnTo>
                    <a:pt x="5856492" y="0"/>
                  </a:lnTo>
                  <a:lnTo>
                    <a:pt x="5847930" y="0"/>
                  </a:lnTo>
                  <a:lnTo>
                    <a:pt x="5839367" y="0"/>
                  </a:lnTo>
                  <a:lnTo>
                    <a:pt x="5830805" y="0"/>
                  </a:lnTo>
                  <a:lnTo>
                    <a:pt x="5822243" y="0"/>
                  </a:lnTo>
                  <a:lnTo>
                    <a:pt x="5813681" y="0"/>
                  </a:lnTo>
                  <a:lnTo>
                    <a:pt x="5805119" y="0"/>
                  </a:lnTo>
                  <a:lnTo>
                    <a:pt x="5796557" y="0"/>
                  </a:lnTo>
                  <a:lnTo>
                    <a:pt x="5787995" y="0"/>
                  </a:lnTo>
                  <a:lnTo>
                    <a:pt x="5779433" y="0"/>
                  </a:lnTo>
                  <a:lnTo>
                    <a:pt x="5770870" y="0"/>
                  </a:lnTo>
                  <a:lnTo>
                    <a:pt x="5762308" y="0"/>
                  </a:lnTo>
                  <a:lnTo>
                    <a:pt x="5753746" y="0"/>
                  </a:lnTo>
                  <a:lnTo>
                    <a:pt x="5745184" y="0"/>
                  </a:lnTo>
                  <a:lnTo>
                    <a:pt x="5736622" y="0"/>
                  </a:lnTo>
                  <a:lnTo>
                    <a:pt x="5728060" y="0"/>
                  </a:lnTo>
                  <a:lnTo>
                    <a:pt x="5719498" y="0"/>
                  </a:lnTo>
                  <a:lnTo>
                    <a:pt x="5710936" y="0"/>
                  </a:lnTo>
                  <a:lnTo>
                    <a:pt x="5702373" y="0"/>
                  </a:lnTo>
                  <a:lnTo>
                    <a:pt x="5693811" y="0"/>
                  </a:lnTo>
                  <a:lnTo>
                    <a:pt x="5685249" y="0"/>
                  </a:lnTo>
                  <a:lnTo>
                    <a:pt x="5676687" y="0"/>
                  </a:lnTo>
                  <a:lnTo>
                    <a:pt x="5668125" y="0"/>
                  </a:lnTo>
                  <a:lnTo>
                    <a:pt x="5659563" y="0"/>
                  </a:lnTo>
                  <a:lnTo>
                    <a:pt x="5651001" y="0"/>
                  </a:lnTo>
                  <a:lnTo>
                    <a:pt x="5642439" y="0"/>
                  </a:lnTo>
                  <a:lnTo>
                    <a:pt x="5633876" y="0"/>
                  </a:lnTo>
                  <a:lnTo>
                    <a:pt x="5625314" y="0"/>
                  </a:lnTo>
                  <a:lnTo>
                    <a:pt x="5616752" y="0"/>
                  </a:lnTo>
                  <a:lnTo>
                    <a:pt x="5608190" y="0"/>
                  </a:lnTo>
                  <a:lnTo>
                    <a:pt x="5599628" y="0"/>
                  </a:lnTo>
                  <a:lnTo>
                    <a:pt x="5591066" y="0"/>
                  </a:lnTo>
                  <a:lnTo>
                    <a:pt x="5582504" y="0"/>
                  </a:lnTo>
                  <a:lnTo>
                    <a:pt x="5573942" y="0"/>
                  </a:lnTo>
                  <a:lnTo>
                    <a:pt x="5565380" y="0"/>
                  </a:lnTo>
                  <a:lnTo>
                    <a:pt x="5556817" y="0"/>
                  </a:lnTo>
                  <a:lnTo>
                    <a:pt x="5548255" y="0"/>
                  </a:lnTo>
                  <a:lnTo>
                    <a:pt x="5539693" y="0"/>
                  </a:lnTo>
                  <a:lnTo>
                    <a:pt x="5531131" y="0"/>
                  </a:lnTo>
                  <a:lnTo>
                    <a:pt x="5522569" y="0"/>
                  </a:lnTo>
                  <a:lnTo>
                    <a:pt x="5514007" y="0"/>
                  </a:lnTo>
                  <a:lnTo>
                    <a:pt x="5505445" y="0"/>
                  </a:lnTo>
                  <a:lnTo>
                    <a:pt x="5496883" y="0"/>
                  </a:lnTo>
                  <a:lnTo>
                    <a:pt x="5488320" y="0"/>
                  </a:lnTo>
                  <a:lnTo>
                    <a:pt x="5479758" y="0"/>
                  </a:lnTo>
                  <a:lnTo>
                    <a:pt x="5471196" y="0"/>
                  </a:lnTo>
                  <a:lnTo>
                    <a:pt x="5462634" y="0"/>
                  </a:lnTo>
                  <a:lnTo>
                    <a:pt x="5454072" y="0"/>
                  </a:lnTo>
                  <a:lnTo>
                    <a:pt x="5445510" y="0"/>
                  </a:lnTo>
                  <a:lnTo>
                    <a:pt x="5436948" y="0"/>
                  </a:lnTo>
                  <a:lnTo>
                    <a:pt x="5428386" y="0"/>
                  </a:lnTo>
                  <a:lnTo>
                    <a:pt x="5419823" y="0"/>
                  </a:lnTo>
                  <a:lnTo>
                    <a:pt x="5411261" y="0"/>
                  </a:lnTo>
                  <a:lnTo>
                    <a:pt x="5402699" y="0"/>
                  </a:lnTo>
                  <a:lnTo>
                    <a:pt x="5394137" y="0"/>
                  </a:lnTo>
                  <a:lnTo>
                    <a:pt x="5385575" y="0"/>
                  </a:lnTo>
                  <a:lnTo>
                    <a:pt x="5377013" y="0"/>
                  </a:lnTo>
                  <a:lnTo>
                    <a:pt x="5368451" y="0"/>
                  </a:lnTo>
                  <a:lnTo>
                    <a:pt x="5359889" y="0"/>
                  </a:lnTo>
                  <a:lnTo>
                    <a:pt x="5351326" y="0"/>
                  </a:lnTo>
                  <a:lnTo>
                    <a:pt x="5342764" y="0"/>
                  </a:lnTo>
                  <a:lnTo>
                    <a:pt x="5334202" y="0"/>
                  </a:lnTo>
                  <a:lnTo>
                    <a:pt x="5325640" y="0"/>
                  </a:lnTo>
                  <a:lnTo>
                    <a:pt x="5317078" y="0"/>
                  </a:lnTo>
                  <a:lnTo>
                    <a:pt x="5308516" y="0"/>
                  </a:lnTo>
                  <a:lnTo>
                    <a:pt x="5299954" y="0"/>
                  </a:lnTo>
                  <a:lnTo>
                    <a:pt x="5291392" y="0"/>
                  </a:lnTo>
                  <a:lnTo>
                    <a:pt x="5282829" y="0"/>
                  </a:lnTo>
                  <a:lnTo>
                    <a:pt x="5274267" y="0"/>
                  </a:lnTo>
                  <a:lnTo>
                    <a:pt x="5265705" y="0"/>
                  </a:lnTo>
                  <a:lnTo>
                    <a:pt x="5257143" y="0"/>
                  </a:lnTo>
                  <a:lnTo>
                    <a:pt x="5248581" y="0"/>
                  </a:lnTo>
                  <a:lnTo>
                    <a:pt x="5240019" y="0"/>
                  </a:lnTo>
                  <a:lnTo>
                    <a:pt x="5231457" y="0"/>
                  </a:lnTo>
                  <a:lnTo>
                    <a:pt x="5222895" y="0"/>
                  </a:lnTo>
                  <a:lnTo>
                    <a:pt x="5214332" y="0"/>
                  </a:lnTo>
                  <a:lnTo>
                    <a:pt x="5205770" y="0"/>
                  </a:lnTo>
                  <a:lnTo>
                    <a:pt x="5197208" y="0"/>
                  </a:lnTo>
                  <a:lnTo>
                    <a:pt x="5188646" y="0"/>
                  </a:lnTo>
                  <a:lnTo>
                    <a:pt x="5180084" y="0"/>
                  </a:lnTo>
                  <a:lnTo>
                    <a:pt x="5171522" y="0"/>
                  </a:lnTo>
                  <a:lnTo>
                    <a:pt x="5162960" y="0"/>
                  </a:lnTo>
                  <a:lnTo>
                    <a:pt x="5154398" y="0"/>
                  </a:lnTo>
                  <a:lnTo>
                    <a:pt x="5145835" y="0"/>
                  </a:lnTo>
                  <a:lnTo>
                    <a:pt x="5137273" y="0"/>
                  </a:lnTo>
                  <a:lnTo>
                    <a:pt x="5128711" y="0"/>
                  </a:lnTo>
                  <a:lnTo>
                    <a:pt x="5120149" y="0"/>
                  </a:lnTo>
                  <a:lnTo>
                    <a:pt x="5111587" y="0"/>
                  </a:lnTo>
                  <a:lnTo>
                    <a:pt x="5103025" y="0"/>
                  </a:lnTo>
                  <a:lnTo>
                    <a:pt x="5094463" y="0"/>
                  </a:lnTo>
                  <a:lnTo>
                    <a:pt x="5085901" y="0"/>
                  </a:lnTo>
                  <a:lnTo>
                    <a:pt x="5077338" y="0"/>
                  </a:lnTo>
                  <a:lnTo>
                    <a:pt x="5068776" y="0"/>
                  </a:lnTo>
                  <a:lnTo>
                    <a:pt x="5060214" y="0"/>
                  </a:lnTo>
                  <a:lnTo>
                    <a:pt x="5051652" y="0"/>
                  </a:lnTo>
                  <a:lnTo>
                    <a:pt x="5043090" y="0"/>
                  </a:lnTo>
                  <a:lnTo>
                    <a:pt x="5034528" y="0"/>
                  </a:lnTo>
                  <a:lnTo>
                    <a:pt x="5025966" y="0"/>
                  </a:lnTo>
                  <a:lnTo>
                    <a:pt x="5017404" y="0"/>
                  </a:lnTo>
                  <a:lnTo>
                    <a:pt x="5008842" y="0"/>
                  </a:lnTo>
                  <a:lnTo>
                    <a:pt x="5000279" y="0"/>
                  </a:lnTo>
                  <a:lnTo>
                    <a:pt x="4991717" y="0"/>
                  </a:lnTo>
                  <a:lnTo>
                    <a:pt x="4983155" y="0"/>
                  </a:lnTo>
                  <a:lnTo>
                    <a:pt x="4974593" y="0"/>
                  </a:lnTo>
                  <a:lnTo>
                    <a:pt x="4966031" y="0"/>
                  </a:lnTo>
                  <a:lnTo>
                    <a:pt x="4957469" y="0"/>
                  </a:lnTo>
                  <a:lnTo>
                    <a:pt x="4948907" y="0"/>
                  </a:lnTo>
                  <a:lnTo>
                    <a:pt x="4940345" y="0"/>
                  </a:lnTo>
                  <a:lnTo>
                    <a:pt x="4931782" y="0"/>
                  </a:lnTo>
                  <a:lnTo>
                    <a:pt x="4923220" y="0"/>
                  </a:lnTo>
                  <a:lnTo>
                    <a:pt x="4914658" y="0"/>
                  </a:lnTo>
                  <a:lnTo>
                    <a:pt x="4906096" y="0"/>
                  </a:lnTo>
                  <a:lnTo>
                    <a:pt x="4897534" y="0"/>
                  </a:lnTo>
                  <a:lnTo>
                    <a:pt x="4888972" y="0"/>
                  </a:lnTo>
                  <a:lnTo>
                    <a:pt x="4880410" y="0"/>
                  </a:lnTo>
                  <a:lnTo>
                    <a:pt x="4871848" y="0"/>
                  </a:lnTo>
                  <a:lnTo>
                    <a:pt x="4863285" y="0"/>
                  </a:lnTo>
                  <a:lnTo>
                    <a:pt x="4854723" y="0"/>
                  </a:lnTo>
                  <a:lnTo>
                    <a:pt x="4846161" y="0"/>
                  </a:lnTo>
                  <a:lnTo>
                    <a:pt x="4837599" y="0"/>
                  </a:lnTo>
                  <a:lnTo>
                    <a:pt x="4829037" y="0"/>
                  </a:lnTo>
                  <a:lnTo>
                    <a:pt x="4820475" y="0"/>
                  </a:lnTo>
                  <a:lnTo>
                    <a:pt x="4811913" y="0"/>
                  </a:lnTo>
                  <a:lnTo>
                    <a:pt x="4803351" y="0"/>
                  </a:lnTo>
                  <a:lnTo>
                    <a:pt x="4794788" y="0"/>
                  </a:lnTo>
                  <a:lnTo>
                    <a:pt x="4786226" y="0"/>
                  </a:lnTo>
                  <a:lnTo>
                    <a:pt x="4777664" y="0"/>
                  </a:lnTo>
                  <a:lnTo>
                    <a:pt x="4769102" y="0"/>
                  </a:lnTo>
                  <a:lnTo>
                    <a:pt x="4760540" y="0"/>
                  </a:lnTo>
                  <a:lnTo>
                    <a:pt x="4751978" y="0"/>
                  </a:lnTo>
                  <a:lnTo>
                    <a:pt x="4743416" y="0"/>
                  </a:lnTo>
                  <a:lnTo>
                    <a:pt x="4734854" y="0"/>
                  </a:lnTo>
                  <a:lnTo>
                    <a:pt x="4726291" y="0"/>
                  </a:lnTo>
                  <a:lnTo>
                    <a:pt x="4717729" y="0"/>
                  </a:lnTo>
                  <a:lnTo>
                    <a:pt x="4709167" y="0"/>
                  </a:lnTo>
                  <a:lnTo>
                    <a:pt x="4700605" y="0"/>
                  </a:lnTo>
                  <a:lnTo>
                    <a:pt x="4692043" y="0"/>
                  </a:lnTo>
                  <a:lnTo>
                    <a:pt x="4683481" y="0"/>
                  </a:lnTo>
                  <a:lnTo>
                    <a:pt x="4674919" y="0"/>
                  </a:lnTo>
                  <a:lnTo>
                    <a:pt x="4666357" y="0"/>
                  </a:lnTo>
                  <a:lnTo>
                    <a:pt x="4657794" y="0"/>
                  </a:lnTo>
                  <a:lnTo>
                    <a:pt x="4649232" y="0"/>
                  </a:lnTo>
                  <a:lnTo>
                    <a:pt x="4640670" y="0"/>
                  </a:lnTo>
                  <a:lnTo>
                    <a:pt x="4632108" y="0"/>
                  </a:lnTo>
                  <a:lnTo>
                    <a:pt x="4623546" y="0"/>
                  </a:lnTo>
                  <a:lnTo>
                    <a:pt x="4614984" y="0"/>
                  </a:lnTo>
                  <a:lnTo>
                    <a:pt x="4606422" y="0"/>
                  </a:lnTo>
                  <a:lnTo>
                    <a:pt x="4597860" y="0"/>
                  </a:lnTo>
                  <a:lnTo>
                    <a:pt x="4589297" y="0"/>
                  </a:lnTo>
                  <a:lnTo>
                    <a:pt x="4580735" y="0"/>
                  </a:lnTo>
                  <a:lnTo>
                    <a:pt x="4572173" y="0"/>
                  </a:lnTo>
                  <a:lnTo>
                    <a:pt x="4563611" y="0"/>
                  </a:lnTo>
                  <a:lnTo>
                    <a:pt x="4555049" y="0"/>
                  </a:lnTo>
                  <a:lnTo>
                    <a:pt x="4546487" y="0"/>
                  </a:lnTo>
                  <a:lnTo>
                    <a:pt x="4537925" y="0"/>
                  </a:lnTo>
                  <a:lnTo>
                    <a:pt x="4529363" y="0"/>
                  </a:lnTo>
                  <a:lnTo>
                    <a:pt x="4520800" y="0"/>
                  </a:lnTo>
                  <a:lnTo>
                    <a:pt x="4512238" y="0"/>
                  </a:lnTo>
                  <a:lnTo>
                    <a:pt x="4503676" y="0"/>
                  </a:lnTo>
                  <a:lnTo>
                    <a:pt x="4495114" y="0"/>
                  </a:lnTo>
                  <a:lnTo>
                    <a:pt x="4486552" y="0"/>
                  </a:lnTo>
                  <a:lnTo>
                    <a:pt x="4477990" y="0"/>
                  </a:lnTo>
                  <a:lnTo>
                    <a:pt x="4469428" y="0"/>
                  </a:lnTo>
                  <a:lnTo>
                    <a:pt x="4460866" y="0"/>
                  </a:lnTo>
                  <a:lnTo>
                    <a:pt x="4452304" y="0"/>
                  </a:lnTo>
                  <a:lnTo>
                    <a:pt x="4443741" y="0"/>
                  </a:lnTo>
                  <a:lnTo>
                    <a:pt x="4435179" y="0"/>
                  </a:lnTo>
                  <a:lnTo>
                    <a:pt x="4426617" y="0"/>
                  </a:lnTo>
                  <a:lnTo>
                    <a:pt x="4418055" y="0"/>
                  </a:lnTo>
                  <a:lnTo>
                    <a:pt x="4409493" y="0"/>
                  </a:lnTo>
                  <a:lnTo>
                    <a:pt x="4400931" y="0"/>
                  </a:lnTo>
                  <a:lnTo>
                    <a:pt x="4392369" y="0"/>
                  </a:lnTo>
                  <a:lnTo>
                    <a:pt x="4383807" y="0"/>
                  </a:lnTo>
                  <a:lnTo>
                    <a:pt x="4375244" y="0"/>
                  </a:lnTo>
                  <a:lnTo>
                    <a:pt x="4366682" y="0"/>
                  </a:lnTo>
                  <a:lnTo>
                    <a:pt x="4358120" y="0"/>
                  </a:lnTo>
                  <a:lnTo>
                    <a:pt x="4349558" y="0"/>
                  </a:lnTo>
                  <a:lnTo>
                    <a:pt x="4340996" y="0"/>
                  </a:lnTo>
                  <a:lnTo>
                    <a:pt x="4332434" y="0"/>
                  </a:lnTo>
                  <a:lnTo>
                    <a:pt x="4323872" y="0"/>
                  </a:lnTo>
                  <a:lnTo>
                    <a:pt x="4315310" y="0"/>
                  </a:lnTo>
                  <a:lnTo>
                    <a:pt x="4306747" y="0"/>
                  </a:lnTo>
                  <a:lnTo>
                    <a:pt x="4298185" y="0"/>
                  </a:lnTo>
                  <a:lnTo>
                    <a:pt x="4289623" y="0"/>
                  </a:lnTo>
                  <a:lnTo>
                    <a:pt x="4281061" y="0"/>
                  </a:lnTo>
                  <a:lnTo>
                    <a:pt x="4272499" y="0"/>
                  </a:lnTo>
                  <a:lnTo>
                    <a:pt x="4263937" y="0"/>
                  </a:lnTo>
                  <a:lnTo>
                    <a:pt x="4255375" y="0"/>
                  </a:lnTo>
                  <a:lnTo>
                    <a:pt x="4246813" y="0"/>
                  </a:lnTo>
                  <a:lnTo>
                    <a:pt x="4238250" y="0"/>
                  </a:lnTo>
                  <a:lnTo>
                    <a:pt x="4229688" y="0"/>
                  </a:lnTo>
                  <a:lnTo>
                    <a:pt x="4221126" y="0"/>
                  </a:lnTo>
                  <a:lnTo>
                    <a:pt x="4212564" y="0"/>
                  </a:lnTo>
                  <a:lnTo>
                    <a:pt x="4204002" y="0"/>
                  </a:lnTo>
                  <a:lnTo>
                    <a:pt x="4195440" y="0"/>
                  </a:lnTo>
                  <a:lnTo>
                    <a:pt x="4186878" y="0"/>
                  </a:lnTo>
                  <a:lnTo>
                    <a:pt x="4178316" y="0"/>
                  </a:lnTo>
                  <a:lnTo>
                    <a:pt x="4169753" y="0"/>
                  </a:lnTo>
                  <a:lnTo>
                    <a:pt x="4161191" y="0"/>
                  </a:lnTo>
                  <a:lnTo>
                    <a:pt x="4152629" y="0"/>
                  </a:lnTo>
                  <a:lnTo>
                    <a:pt x="4144067" y="0"/>
                  </a:lnTo>
                  <a:lnTo>
                    <a:pt x="4135505" y="0"/>
                  </a:lnTo>
                  <a:lnTo>
                    <a:pt x="4126943" y="0"/>
                  </a:lnTo>
                  <a:lnTo>
                    <a:pt x="4118381" y="0"/>
                  </a:lnTo>
                  <a:lnTo>
                    <a:pt x="4109819" y="0"/>
                  </a:lnTo>
                  <a:lnTo>
                    <a:pt x="4101256" y="0"/>
                  </a:lnTo>
                  <a:lnTo>
                    <a:pt x="4092694" y="0"/>
                  </a:lnTo>
                  <a:lnTo>
                    <a:pt x="4084132" y="0"/>
                  </a:lnTo>
                  <a:lnTo>
                    <a:pt x="4075570" y="0"/>
                  </a:lnTo>
                  <a:lnTo>
                    <a:pt x="4067008" y="0"/>
                  </a:lnTo>
                  <a:lnTo>
                    <a:pt x="4058446" y="0"/>
                  </a:lnTo>
                  <a:lnTo>
                    <a:pt x="4049884" y="0"/>
                  </a:lnTo>
                  <a:lnTo>
                    <a:pt x="4041322" y="0"/>
                  </a:lnTo>
                  <a:lnTo>
                    <a:pt x="4032759" y="0"/>
                  </a:lnTo>
                  <a:lnTo>
                    <a:pt x="4024197" y="0"/>
                  </a:lnTo>
                  <a:lnTo>
                    <a:pt x="4015635" y="0"/>
                  </a:lnTo>
                  <a:lnTo>
                    <a:pt x="4007073" y="0"/>
                  </a:lnTo>
                  <a:lnTo>
                    <a:pt x="3998511" y="0"/>
                  </a:lnTo>
                  <a:lnTo>
                    <a:pt x="3989949" y="0"/>
                  </a:lnTo>
                  <a:lnTo>
                    <a:pt x="3981387" y="0"/>
                  </a:lnTo>
                  <a:lnTo>
                    <a:pt x="3972825" y="0"/>
                  </a:lnTo>
                  <a:lnTo>
                    <a:pt x="3964262" y="0"/>
                  </a:lnTo>
                  <a:lnTo>
                    <a:pt x="3955700" y="0"/>
                  </a:lnTo>
                  <a:lnTo>
                    <a:pt x="3947138" y="0"/>
                  </a:lnTo>
                  <a:lnTo>
                    <a:pt x="3938576" y="0"/>
                  </a:lnTo>
                  <a:lnTo>
                    <a:pt x="3930014" y="0"/>
                  </a:lnTo>
                  <a:lnTo>
                    <a:pt x="3921452" y="0"/>
                  </a:lnTo>
                  <a:lnTo>
                    <a:pt x="3912890" y="0"/>
                  </a:lnTo>
                  <a:lnTo>
                    <a:pt x="3904328" y="0"/>
                  </a:lnTo>
                  <a:lnTo>
                    <a:pt x="3895766" y="0"/>
                  </a:lnTo>
                  <a:lnTo>
                    <a:pt x="3887203" y="0"/>
                  </a:lnTo>
                  <a:lnTo>
                    <a:pt x="3878641" y="0"/>
                  </a:lnTo>
                  <a:lnTo>
                    <a:pt x="3870079" y="0"/>
                  </a:lnTo>
                  <a:lnTo>
                    <a:pt x="3861517" y="0"/>
                  </a:lnTo>
                  <a:lnTo>
                    <a:pt x="3852955" y="0"/>
                  </a:lnTo>
                  <a:lnTo>
                    <a:pt x="3844393" y="0"/>
                  </a:lnTo>
                  <a:lnTo>
                    <a:pt x="3835831" y="0"/>
                  </a:lnTo>
                  <a:lnTo>
                    <a:pt x="3827269" y="0"/>
                  </a:lnTo>
                  <a:lnTo>
                    <a:pt x="3818706" y="0"/>
                  </a:lnTo>
                  <a:lnTo>
                    <a:pt x="3810144" y="0"/>
                  </a:lnTo>
                  <a:lnTo>
                    <a:pt x="3801582" y="0"/>
                  </a:lnTo>
                  <a:lnTo>
                    <a:pt x="3793020" y="0"/>
                  </a:lnTo>
                  <a:lnTo>
                    <a:pt x="3784458" y="0"/>
                  </a:lnTo>
                  <a:lnTo>
                    <a:pt x="3775896" y="0"/>
                  </a:lnTo>
                  <a:lnTo>
                    <a:pt x="3767334" y="0"/>
                  </a:lnTo>
                  <a:lnTo>
                    <a:pt x="3758772" y="0"/>
                  </a:lnTo>
                  <a:lnTo>
                    <a:pt x="3750209" y="0"/>
                  </a:lnTo>
                  <a:lnTo>
                    <a:pt x="3741647" y="0"/>
                  </a:lnTo>
                  <a:lnTo>
                    <a:pt x="3733085" y="0"/>
                  </a:lnTo>
                  <a:lnTo>
                    <a:pt x="3724523" y="0"/>
                  </a:lnTo>
                  <a:lnTo>
                    <a:pt x="3715961" y="0"/>
                  </a:lnTo>
                  <a:lnTo>
                    <a:pt x="3707399" y="0"/>
                  </a:lnTo>
                  <a:lnTo>
                    <a:pt x="3698837" y="0"/>
                  </a:lnTo>
                  <a:lnTo>
                    <a:pt x="3690275" y="0"/>
                  </a:lnTo>
                  <a:lnTo>
                    <a:pt x="3681712" y="0"/>
                  </a:lnTo>
                  <a:lnTo>
                    <a:pt x="3673150" y="0"/>
                  </a:lnTo>
                  <a:lnTo>
                    <a:pt x="3664588" y="0"/>
                  </a:lnTo>
                  <a:lnTo>
                    <a:pt x="3656026" y="0"/>
                  </a:lnTo>
                  <a:lnTo>
                    <a:pt x="3647464" y="0"/>
                  </a:lnTo>
                  <a:lnTo>
                    <a:pt x="3638902" y="0"/>
                  </a:lnTo>
                  <a:lnTo>
                    <a:pt x="3630340" y="0"/>
                  </a:lnTo>
                  <a:lnTo>
                    <a:pt x="3621778" y="0"/>
                  </a:lnTo>
                  <a:lnTo>
                    <a:pt x="3613215" y="0"/>
                  </a:lnTo>
                  <a:lnTo>
                    <a:pt x="3604653" y="0"/>
                  </a:lnTo>
                  <a:lnTo>
                    <a:pt x="3596091" y="0"/>
                  </a:lnTo>
                  <a:lnTo>
                    <a:pt x="3587529" y="0"/>
                  </a:lnTo>
                  <a:lnTo>
                    <a:pt x="3578967" y="0"/>
                  </a:lnTo>
                  <a:lnTo>
                    <a:pt x="3570405" y="0"/>
                  </a:lnTo>
                  <a:lnTo>
                    <a:pt x="3561843" y="0"/>
                  </a:lnTo>
                  <a:lnTo>
                    <a:pt x="3553281" y="0"/>
                  </a:lnTo>
                  <a:lnTo>
                    <a:pt x="3544718" y="0"/>
                  </a:lnTo>
                  <a:lnTo>
                    <a:pt x="3536156" y="0"/>
                  </a:lnTo>
                  <a:lnTo>
                    <a:pt x="3527594" y="0"/>
                  </a:lnTo>
                  <a:lnTo>
                    <a:pt x="3519032" y="0"/>
                  </a:lnTo>
                  <a:lnTo>
                    <a:pt x="3510470" y="0"/>
                  </a:lnTo>
                  <a:lnTo>
                    <a:pt x="3501908" y="0"/>
                  </a:lnTo>
                  <a:lnTo>
                    <a:pt x="3493346" y="0"/>
                  </a:lnTo>
                  <a:lnTo>
                    <a:pt x="3484784" y="0"/>
                  </a:lnTo>
                  <a:lnTo>
                    <a:pt x="3476221" y="0"/>
                  </a:lnTo>
                  <a:lnTo>
                    <a:pt x="3467659" y="0"/>
                  </a:lnTo>
                  <a:lnTo>
                    <a:pt x="3459097" y="0"/>
                  </a:lnTo>
                  <a:lnTo>
                    <a:pt x="3450535" y="0"/>
                  </a:lnTo>
                  <a:lnTo>
                    <a:pt x="3441973" y="0"/>
                  </a:lnTo>
                  <a:lnTo>
                    <a:pt x="3433411" y="0"/>
                  </a:lnTo>
                  <a:lnTo>
                    <a:pt x="3424849" y="0"/>
                  </a:lnTo>
                  <a:lnTo>
                    <a:pt x="3416287" y="0"/>
                  </a:lnTo>
                  <a:lnTo>
                    <a:pt x="3407724" y="0"/>
                  </a:lnTo>
                  <a:lnTo>
                    <a:pt x="3399162" y="0"/>
                  </a:lnTo>
                  <a:lnTo>
                    <a:pt x="3390600" y="0"/>
                  </a:lnTo>
                  <a:lnTo>
                    <a:pt x="3382038" y="0"/>
                  </a:lnTo>
                  <a:lnTo>
                    <a:pt x="3373476" y="0"/>
                  </a:lnTo>
                  <a:lnTo>
                    <a:pt x="3364914" y="0"/>
                  </a:lnTo>
                  <a:lnTo>
                    <a:pt x="3356352" y="0"/>
                  </a:lnTo>
                  <a:lnTo>
                    <a:pt x="3347790" y="0"/>
                  </a:lnTo>
                  <a:lnTo>
                    <a:pt x="3339228" y="0"/>
                  </a:lnTo>
                  <a:lnTo>
                    <a:pt x="3330665" y="0"/>
                  </a:lnTo>
                  <a:lnTo>
                    <a:pt x="3322103" y="0"/>
                  </a:lnTo>
                  <a:lnTo>
                    <a:pt x="3313541" y="0"/>
                  </a:lnTo>
                  <a:lnTo>
                    <a:pt x="3304979" y="0"/>
                  </a:lnTo>
                  <a:lnTo>
                    <a:pt x="3296417" y="0"/>
                  </a:lnTo>
                  <a:lnTo>
                    <a:pt x="3287855" y="0"/>
                  </a:lnTo>
                  <a:lnTo>
                    <a:pt x="3279293" y="0"/>
                  </a:lnTo>
                  <a:lnTo>
                    <a:pt x="3270731" y="0"/>
                  </a:lnTo>
                  <a:lnTo>
                    <a:pt x="3262168" y="0"/>
                  </a:lnTo>
                  <a:lnTo>
                    <a:pt x="3253606" y="0"/>
                  </a:lnTo>
                  <a:lnTo>
                    <a:pt x="3245044" y="0"/>
                  </a:lnTo>
                  <a:lnTo>
                    <a:pt x="3236482" y="0"/>
                  </a:lnTo>
                  <a:lnTo>
                    <a:pt x="3227920" y="0"/>
                  </a:lnTo>
                  <a:lnTo>
                    <a:pt x="3219358" y="0"/>
                  </a:lnTo>
                  <a:lnTo>
                    <a:pt x="3210796" y="0"/>
                  </a:lnTo>
                  <a:lnTo>
                    <a:pt x="3202234" y="0"/>
                  </a:lnTo>
                  <a:lnTo>
                    <a:pt x="3193671" y="0"/>
                  </a:lnTo>
                  <a:lnTo>
                    <a:pt x="3185109" y="0"/>
                  </a:lnTo>
                  <a:lnTo>
                    <a:pt x="3176547" y="0"/>
                  </a:lnTo>
                  <a:lnTo>
                    <a:pt x="3167985" y="0"/>
                  </a:lnTo>
                  <a:lnTo>
                    <a:pt x="3159423" y="0"/>
                  </a:lnTo>
                  <a:lnTo>
                    <a:pt x="3150861" y="0"/>
                  </a:lnTo>
                  <a:lnTo>
                    <a:pt x="3142299" y="0"/>
                  </a:lnTo>
                  <a:lnTo>
                    <a:pt x="3133737" y="0"/>
                  </a:lnTo>
                  <a:lnTo>
                    <a:pt x="3125174" y="0"/>
                  </a:lnTo>
                  <a:lnTo>
                    <a:pt x="3116612" y="0"/>
                  </a:lnTo>
                  <a:lnTo>
                    <a:pt x="3108050" y="0"/>
                  </a:lnTo>
                  <a:lnTo>
                    <a:pt x="3099488" y="0"/>
                  </a:lnTo>
                  <a:lnTo>
                    <a:pt x="3090926" y="0"/>
                  </a:lnTo>
                  <a:lnTo>
                    <a:pt x="3082364" y="0"/>
                  </a:lnTo>
                  <a:lnTo>
                    <a:pt x="3073802" y="0"/>
                  </a:lnTo>
                  <a:lnTo>
                    <a:pt x="3065240" y="0"/>
                  </a:lnTo>
                  <a:lnTo>
                    <a:pt x="3056677" y="0"/>
                  </a:lnTo>
                  <a:lnTo>
                    <a:pt x="3048115" y="0"/>
                  </a:lnTo>
                  <a:lnTo>
                    <a:pt x="3039553" y="0"/>
                  </a:lnTo>
                  <a:lnTo>
                    <a:pt x="3030991" y="0"/>
                  </a:lnTo>
                  <a:lnTo>
                    <a:pt x="3022429" y="0"/>
                  </a:lnTo>
                  <a:lnTo>
                    <a:pt x="3013867" y="0"/>
                  </a:lnTo>
                  <a:lnTo>
                    <a:pt x="3005305" y="0"/>
                  </a:lnTo>
                  <a:lnTo>
                    <a:pt x="2996743" y="0"/>
                  </a:lnTo>
                  <a:lnTo>
                    <a:pt x="2988180" y="0"/>
                  </a:lnTo>
                  <a:lnTo>
                    <a:pt x="2979618" y="0"/>
                  </a:lnTo>
                  <a:lnTo>
                    <a:pt x="2971056" y="0"/>
                  </a:lnTo>
                  <a:lnTo>
                    <a:pt x="2962494" y="0"/>
                  </a:lnTo>
                  <a:lnTo>
                    <a:pt x="2953932" y="0"/>
                  </a:lnTo>
                  <a:lnTo>
                    <a:pt x="2945370" y="0"/>
                  </a:lnTo>
                  <a:lnTo>
                    <a:pt x="2936808" y="0"/>
                  </a:lnTo>
                  <a:lnTo>
                    <a:pt x="2928246" y="0"/>
                  </a:lnTo>
                  <a:lnTo>
                    <a:pt x="2919683" y="0"/>
                  </a:lnTo>
                  <a:lnTo>
                    <a:pt x="2911121" y="0"/>
                  </a:lnTo>
                  <a:lnTo>
                    <a:pt x="2902559" y="0"/>
                  </a:lnTo>
                  <a:lnTo>
                    <a:pt x="2893997" y="0"/>
                  </a:lnTo>
                  <a:lnTo>
                    <a:pt x="2885435" y="0"/>
                  </a:lnTo>
                  <a:lnTo>
                    <a:pt x="2876873" y="0"/>
                  </a:lnTo>
                  <a:lnTo>
                    <a:pt x="2868311" y="0"/>
                  </a:lnTo>
                  <a:lnTo>
                    <a:pt x="2859749" y="0"/>
                  </a:lnTo>
                  <a:lnTo>
                    <a:pt x="2851186" y="0"/>
                  </a:lnTo>
                  <a:lnTo>
                    <a:pt x="2842624" y="0"/>
                  </a:lnTo>
                  <a:lnTo>
                    <a:pt x="2834062" y="0"/>
                  </a:lnTo>
                  <a:lnTo>
                    <a:pt x="2825500" y="0"/>
                  </a:lnTo>
                  <a:lnTo>
                    <a:pt x="2816938" y="0"/>
                  </a:lnTo>
                  <a:lnTo>
                    <a:pt x="2808376" y="0"/>
                  </a:lnTo>
                  <a:lnTo>
                    <a:pt x="2799814" y="0"/>
                  </a:lnTo>
                  <a:lnTo>
                    <a:pt x="2791252" y="0"/>
                  </a:lnTo>
                  <a:lnTo>
                    <a:pt x="2782690" y="0"/>
                  </a:lnTo>
                  <a:lnTo>
                    <a:pt x="2774127" y="0"/>
                  </a:lnTo>
                  <a:lnTo>
                    <a:pt x="2765565" y="0"/>
                  </a:lnTo>
                  <a:lnTo>
                    <a:pt x="2757003" y="0"/>
                  </a:lnTo>
                  <a:lnTo>
                    <a:pt x="2748441" y="0"/>
                  </a:lnTo>
                  <a:lnTo>
                    <a:pt x="2739879" y="0"/>
                  </a:lnTo>
                  <a:lnTo>
                    <a:pt x="2731317" y="0"/>
                  </a:lnTo>
                  <a:lnTo>
                    <a:pt x="2722755" y="0"/>
                  </a:lnTo>
                  <a:lnTo>
                    <a:pt x="2714193" y="0"/>
                  </a:lnTo>
                  <a:lnTo>
                    <a:pt x="2705630" y="0"/>
                  </a:lnTo>
                  <a:lnTo>
                    <a:pt x="2697068" y="0"/>
                  </a:lnTo>
                  <a:lnTo>
                    <a:pt x="2688506" y="0"/>
                  </a:lnTo>
                  <a:lnTo>
                    <a:pt x="2679944" y="0"/>
                  </a:lnTo>
                  <a:lnTo>
                    <a:pt x="2671382" y="0"/>
                  </a:lnTo>
                  <a:lnTo>
                    <a:pt x="2662820" y="0"/>
                  </a:lnTo>
                  <a:lnTo>
                    <a:pt x="2654258" y="0"/>
                  </a:lnTo>
                  <a:lnTo>
                    <a:pt x="2645696" y="0"/>
                  </a:lnTo>
                  <a:lnTo>
                    <a:pt x="2637133" y="0"/>
                  </a:lnTo>
                  <a:lnTo>
                    <a:pt x="2628571" y="0"/>
                  </a:lnTo>
                  <a:lnTo>
                    <a:pt x="2620009" y="0"/>
                  </a:lnTo>
                  <a:lnTo>
                    <a:pt x="2611447" y="0"/>
                  </a:lnTo>
                  <a:lnTo>
                    <a:pt x="2602885" y="0"/>
                  </a:lnTo>
                  <a:lnTo>
                    <a:pt x="2594323" y="0"/>
                  </a:lnTo>
                  <a:lnTo>
                    <a:pt x="2585761" y="0"/>
                  </a:lnTo>
                  <a:lnTo>
                    <a:pt x="2577199" y="0"/>
                  </a:lnTo>
                  <a:lnTo>
                    <a:pt x="2568636" y="0"/>
                  </a:lnTo>
                  <a:lnTo>
                    <a:pt x="2560074" y="0"/>
                  </a:lnTo>
                  <a:lnTo>
                    <a:pt x="2551512" y="0"/>
                  </a:lnTo>
                  <a:lnTo>
                    <a:pt x="2542950" y="0"/>
                  </a:lnTo>
                  <a:lnTo>
                    <a:pt x="2534388" y="0"/>
                  </a:lnTo>
                  <a:lnTo>
                    <a:pt x="2525826" y="0"/>
                  </a:lnTo>
                  <a:lnTo>
                    <a:pt x="2517264" y="0"/>
                  </a:lnTo>
                  <a:lnTo>
                    <a:pt x="2508702" y="0"/>
                  </a:lnTo>
                  <a:lnTo>
                    <a:pt x="2500139" y="0"/>
                  </a:lnTo>
                  <a:lnTo>
                    <a:pt x="2491577" y="0"/>
                  </a:lnTo>
                  <a:lnTo>
                    <a:pt x="2483015" y="0"/>
                  </a:lnTo>
                  <a:lnTo>
                    <a:pt x="2474453" y="0"/>
                  </a:lnTo>
                  <a:lnTo>
                    <a:pt x="2465891" y="0"/>
                  </a:lnTo>
                  <a:lnTo>
                    <a:pt x="2457329" y="0"/>
                  </a:lnTo>
                  <a:lnTo>
                    <a:pt x="2448767" y="0"/>
                  </a:lnTo>
                  <a:lnTo>
                    <a:pt x="2440205" y="0"/>
                  </a:lnTo>
                  <a:lnTo>
                    <a:pt x="2431642" y="0"/>
                  </a:lnTo>
                  <a:lnTo>
                    <a:pt x="2423080" y="0"/>
                  </a:lnTo>
                  <a:lnTo>
                    <a:pt x="2414518" y="0"/>
                  </a:lnTo>
                  <a:lnTo>
                    <a:pt x="2405956" y="0"/>
                  </a:lnTo>
                  <a:lnTo>
                    <a:pt x="2397394" y="0"/>
                  </a:lnTo>
                  <a:lnTo>
                    <a:pt x="2388832" y="0"/>
                  </a:lnTo>
                  <a:lnTo>
                    <a:pt x="2380270" y="0"/>
                  </a:lnTo>
                  <a:lnTo>
                    <a:pt x="2371708" y="0"/>
                  </a:lnTo>
                  <a:lnTo>
                    <a:pt x="2363145" y="0"/>
                  </a:lnTo>
                  <a:lnTo>
                    <a:pt x="2354583" y="0"/>
                  </a:lnTo>
                  <a:lnTo>
                    <a:pt x="2346021" y="0"/>
                  </a:lnTo>
                  <a:lnTo>
                    <a:pt x="2337459" y="0"/>
                  </a:lnTo>
                  <a:lnTo>
                    <a:pt x="2328897" y="0"/>
                  </a:lnTo>
                  <a:lnTo>
                    <a:pt x="2320335" y="0"/>
                  </a:lnTo>
                  <a:lnTo>
                    <a:pt x="2311773" y="0"/>
                  </a:lnTo>
                  <a:lnTo>
                    <a:pt x="2303211" y="0"/>
                  </a:lnTo>
                  <a:lnTo>
                    <a:pt x="2294648" y="0"/>
                  </a:lnTo>
                  <a:lnTo>
                    <a:pt x="2286086" y="0"/>
                  </a:lnTo>
                  <a:lnTo>
                    <a:pt x="2277524" y="0"/>
                  </a:lnTo>
                  <a:lnTo>
                    <a:pt x="2268962" y="0"/>
                  </a:lnTo>
                  <a:lnTo>
                    <a:pt x="2260400" y="0"/>
                  </a:lnTo>
                  <a:lnTo>
                    <a:pt x="2251838" y="0"/>
                  </a:lnTo>
                  <a:lnTo>
                    <a:pt x="2243276" y="0"/>
                  </a:lnTo>
                  <a:lnTo>
                    <a:pt x="2234714" y="0"/>
                  </a:lnTo>
                  <a:lnTo>
                    <a:pt x="2226152" y="0"/>
                  </a:lnTo>
                  <a:lnTo>
                    <a:pt x="2217589" y="0"/>
                  </a:lnTo>
                  <a:lnTo>
                    <a:pt x="2209027" y="0"/>
                  </a:lnTo>
                  <a:lnTo>
                    <a:pt x="2200465" y="0"/>
                  </a:lnTo>
                  <a:lnTo>
                    <a:pt x="2191903" y="0"/>
                  </a:lnTo>
                  <a:lnTo>
                    <a:pt x="2183341" y="0"/>
                  </a:lnTo>
                  <a:lnTo>
                    <a:pt x="2174779" y="0"/>
                  </a:lnTo>
                  <a:lnTo>
                    <a:pt x="2166217" y="0"/>
                  </a:lnTo>
                  <a:lnTo>
                    <a:pt x="2157655" y="0"/>
                  </a:lnTo>
                  <a:lnTo>
                    <a:pt x="2149092" y="0"/>
                  </a:lnTo>
                  <a:lnTo>
                    <a:pt x="2140530" y="0"/>
                  </a:lnTo>
                  <a:lnTo>
                    <a:pt x="2131968" y="0"/>
                  </a:lnTo>
                  <a:lnTo>
                    <a:pt x="2123406" y="0"/>
                  </a:lnTo>
                  <a:lnTo>
                    <a:pt x="2114844" y="0"/>
                  </a:lnTo>
                  <a:lnTo>
                    <a:pt x="2106282" y="0"/>
                  </a:lnTo>
                  <a:lnTo>
                    <a:pt x="2097720" y="0"/>
                  </a:lnTo>
                  <a:lnTo>
                    <a:pt x="2089158" y="0"/>
                  </a:lnTo>
                  <a:lnTo>
                    <a:pt x="2080595" y="0"/>
                  </a:lnTo>
                  <a:lnTo>
                    <a:pt x="2072033" y="0"/>
                  </a:lnTo>
                  <a:lnTo>
                    <a:pt x="2063471" y="0"/>
                  </a:lnTo>
                  <a:lnTo>
                    <a:pt x="2054909" y="0"/>
                  </a:lnTo>
                  <a:lnTo>
                    <a:pt x="2046347" y="0"/>
                  </a:lnTo>
                  <a:lnTo>
                    <a:pt x="2037785" y="0"/>
                  </a:lnTo>
                  <a:lnTo>
                    <a:pt x="2029223" y="0"/>
                  </a:lnTo>
                  <a:lnTo>
                    <a:pt x="2020661" y="0"/>
                  </a:lnTo>
                  <a:lnTo>
                    <a:pt x="2012098" y="0"/>
                  </a:lnTo>
                  <a:lnTo>
                    <a:pt x="2003536" y="0"/>
                  </a:lnTo>
                  <a:lnTo>
                    <a:pt x="1994974" y="0"/>
                  </a:lnTo>
                  <a:lnTo>
                    <a:pt x="1986412" y="0"/>
                  </a:lnTo>
                  <a:lnTo>
                    <a:pt x="1977850" y="0"/>
                  </a:lnTo>
                  <a:lnTo>
                    <a:pt x="1969288" y="0"/>
                  </a:lnTo>
                  <a:lnTo>
                    <a:pt x="1960726" y="0"/>
                  </a:lnTo>
                  <a:lnTo>
                    <a:pt x="1952164" y="0"/>
                  </a:lnTo>
                  <a:lnTo>
                    <a:pt x="1943601" y="0"/>
                  </a:lnTo>
                  <a:lnTo>
                    <a:pt x="1935039" y="0"/>
                  </a:lnTo>
                  <a:lnTo>
                    <a:pt x="1926477" y="0"/>
                  </a:lnTo>
                  <a:lnTo>
                    <a:pt x="1917915" y="0"/>
                  </a:lnTo>
                  <a:lnTo>
                    <a:pt x="1909353" y="0"/>
                  </a:lnTo>
                  <a:lnTo>
                    <a:pt x="1900791" y="0"/>
                  </a:lnTo>
                  <a:lnTo>
                    <a:pt x="1892229" y="0"/>
                  </a:lnTo>
                  <a:lnTo>
                    <a:pt x="1883667" y="0"/>
                  </a:lnTo>
                  <a:lnTo>
                    <a:pt x="1875104" y="0"/>
                  </a:lnTo>
                  <a:lnTo>
                    <a:pt x="1866542" y="0"/>
                  </a:lnTo>
                  <a:lnTo>
                    <a:pt x="1857980" y="0"/>
                  </a:lnTo>
                  <a:lnTo>
                    <a:pt x="1849418" y="0"/>
                  </a:lnTo>
                  <a:lnTo>
                    <a:pt x="1840856" y="0"/>
                  </a:lnTo>
                  <a:lnTo>
                    <a:pt x="1832294" y="0"/>
                  </a:lnTo>
                  <a:lnTo>
                    <a:pt x="1823732" y="0"/>
                  </a:lnTo>
                  <a:lnTo>
                    <a:pt x="1815170" y="0"/>
                  </a:lnTo>
                  <a:lnTo>
                    <a:pt x="1806607" y="0"/>
                  </a:lnTo>
                  <a:lnTo>
                    <a:pt x="1798045" y="0"/>
                  </a:lnTo>
                  <a:lnTo>
                    <a:pt x="1789483" y="0"/>
                  </a:lnTo>
                  <a:lnTo>
                    <a:pt x="1780921" y="0"/>
                  </a:lnTo>
                  <a:lnTo>
                    <a:pt x="1772359" y="0"/>
                  </a:lnTo>
                  <a:lnTo>
                    <a:pt x="1763797" y="0"/>
                  </a:lnTo>
                  <a:lnTo>
                    <a:pt x="1755235" y="0"/>
                  </a:lnTo>
                  <a:lnTo>
                    <a:pt x="1746673" y="0"/>
                  </a:lnTo>
                  <a:lnTo>
                    <a:pt x="1738110" y="0"/>
                  </a:lnTo>
                  <a:lnTo>
                    <a:pt x="1729548" y="0"/>
                  </a:lnTo>
                  <a:lnTo>
                    <a:pt x="1720986" y="0"/>
                  </a:lnTo>
                  <a:lnTo>
                    <a:pt x="1712424" y="0"/>
                  </a:lnTo>
                  <a:lnTo>
                    <a:pt x="1703862" y="0"/>
                  </a:lnTo>
                  <a:lnTo>
                    <a:pt x="1695300" y="0"/>
                  </a:lnTo>
                  <a:lnTo>
                    <a:pt x="1686738" y="0"/>
                  </a:lnTo>
                  <a:lnTo>
                    <a:pt x="1678176" y="0"/>
                  </a:lnTo>
                  <a:lnTo>
                    <a:pt x="1669614" y="0"/>
                  </a:lnTo>
                  <a:lnTo>
                    <a:pt x="1661051" y="0"/>
                  </a:lnTo>
                  <a:lnTo>
                    <a:pt x="1652489" y="0"/>
                  </a:lnTo>
                  <a:lnTo>
                    <a:pt x="1643927" y="0"/>
                  </a:lnTo>
                  <a:lnTo>
                    <a:pt x="1635365" y="0"/>
                  </a:lnTo>
                  <a:lnTo>
                    <a:pt x="1626803" y="0"/>
                  </a:lnTo>
                  <a:lnTo>
                    <a:pt x="1618241" y="0"/>
                  </a:lnTo>
                  <a:lnTo>
                    <a:pt x="1609679" y="0"/>
                  </a:lnTo>
                  <a:lnTo>
                    <a:pt x="1601117" y="0"/>
                  </a:lnTo>
                  <a:lnTo>
                    <a:pt x="1592554" y="0"/>
                  </a:lnTo>
                  <a:lnTo>
                    <a:pt x="1583992" y="0"/>
                  </a:lnTo>
                  <a:lnTo>
                    <a:pt x="1575430" y="0"/>
                  </a:lnTo>
                  <a:lnTo>
                    <a:pt x="1566868" y="0"/>
                  </a:lnTo>
                  <a:lnTo>
                    <a:pt x="1558306" y="0"/>
                  </a:lnTo>
                  <a:lnTo>
                    <a:pt x="1549744" y="0"/>
                  </a:lnTo>
                  <a:lnTo>
                    <a:pt x="1541182" y="0"/>
                  </a:lnTo>
                  <a:lnTo>
                    <a:pt x="1532620" y="0"/>
                  </a:lnTo>
                  <a:lnTo>
                    <a:pt x="1524057" y="0"/>
                  </a:lnTo>
                  <a:lnTo>
                    <a:pt x="1515495" y="0"/>
                  </a:lnTo>
                  <a:lnTo>
                    <a:pt x="1506933" y="0"/>
                  </a:lnTo>
                  <a:lnTo>
                    <a:pt x="1498371" y="0"/>
                  </a:lnTo>
                  <a:lnTo>
                    <a:pt x="1489809" y="0"/>
                  </a:lnTo>
                  <a:lnTo>
                    <a:pt x="1481247" y="0"/>
                  </a:lnTo>
                  <a:lnTo>
                    <a:pt x="1472685" y="0"/>
                  </a:lnTo>
                  <a:lnTo>
                    <a:pt x="1464123" y="0"/>
                  </a:lnTo>
                  <a:lnTo>
                    <a:pt x="1455560" y="0"/>
                  </a:lnTo>
                  <a:lnTo>
                    <a:pt x="1446998" y="0"/>
                  </a:lnTo>
                  <a:lnTo>
                    <a:pt x="1438436" y="0"/>
                  </a:lnTo>
                  <a:lnTo>
                    <a:pt x="1429874" y="0"/>
                  </a:lnTo>
                  <a:lnTo>
                    <a:pt x="1421312" y="0"/>
                  </a:lnTo>
                  <a:lnTo>
                    <a:pt x="1412750" y="0"/>
                  </a:lnTo>
                  <a:lnTo>
                    <a:pt x="1404188" y="0"/>
                  </a:lnTo>
                  <a:lnTo>
                    <a:pt x="1395626" y="0"/>
                  </a:lnTo>
                  <a:lnTo>
                    <a:pt x="1387063" y="0"/>
                  </a:lnTo>
                  <a:lnTo>
                    <a:pt x="1378501" y="0"/>
                  </a:lnTo>
                  <a:lnTo>
                    <a:pt x="1369939" y="0"/>
                  </a:lnTo>
                  <a:lnTo>
                    <a:pt x="1361377" y="0"/>
                  </a:lnTo>
                  <a:lnTo>
                    <a:pt x="1352815" y="0"/>
                  </a:lnTo>
                  <a:lnTo>
                    <a:pt x="1344253" y="0"/>
                  </a:lnTo>
                  <a:lnTo>
                    <a:pt x="1335691" y="0"/>
                  </a:lnTo>
                  <a:lnTo>
                    <a:pt x="1327129" y="0"/>
                  </a:lnTo>
                  <a:lnTo>
                    <a:pt x="1318566" y="0"/>
                  </a:lnTo>
                  <a:lnTo>
                    <a:pt x="1310004" y="0"/>
                  </a:lnTo>
                  <a:lnTo>
                    <a:pt x="1301442" y="0"/>
                  </a:lnTo>
                  <a:lnTo>
                    <a:pt x="1292880" y="0"/>
                  </a:lnTo>
                  <a:lnTo>
                    <a:pt x="1284318" y="0"/>
                  </a:lnTo>
                  <a:lnTo>
                    <a:pt x="1275756" y="0"/>
                  </a:lnTo>
                  <a:lnTo>
                    <a:pt x="1267194" y="0"/>
                  </a:lnTo>
                  <a:lnTo>
                    <a:pt x="1258632" y="0"/>
                  </a:lnTo>
                  <a:lnTo>
                    <a:pt x="1250069" y="0"/>
                  </a:lnTo>
                  <a:lnTo>
                    <a:pt x="1241507" y="0"/>
                  </a:lnTo>
                  <a:lnTo>
                    <a:pt x="1232945" y="0"/>
                  </a:lnTo>
                  <a:lnTo>
                    <a:pt x="1224383" y="0"/>
                  </a:lnTo>
                  <a:lnTo>
                    <a:pt x="1215821" y="0"/>
                  </a:lnTo>
                  <a:lnTo>
                    <a:pt x="1207259" y="0"/>
                  </a:lnTo>
                  <a:lnTo>
                    <a:pt x="1198697" y="0"/>
                  </a:lnTo>
                  <a:lnTo>
                    <a:pt x="1190135" y="0"/>
                  </a:lnTo>
                  <a:lnTo>
                    <a:pt x="1181572" y="0"/>
                  </a:lnTo>
                  <a:lnTo>
                    <a:pt x="1173010" y="0"/>
                  </a:lnTo>
                  <a:lnTo>
                    <a:pt x="1164448" y="0"/>
                  </a:lnTo>
                  <a:lnTo>
                    <a:pt x="1155886" y="0"/>
                  </a:lnTo>
                  <a:lnTo>
                    <a:pt x="1147324" y="0"/>
                  </a:lnTo>
                  <a:lnTo>
                    <a:pt x="1138762" y="0"/>
                  </a:lnTo>
                  <a:lnTo>
                    <a:pt x="1130200" y="0"/>
                  </a:lnTo>
                  <a:lnTo>
                    <a:pt x="1121638" y="0"/>
                  </a:lnTo>
                  <a:lnTo>
                    <a:pt x="1113076" y="0"/>
                  </a:lnTo>
                  <a:lnTo>
                    <a:pt x="1104513" y="0"/>
                  </a:lnTo>
                  <a:lnTo>
                    <a:pt x="1095951" y="0"/>
                  </a:lnTo>
                  <a:lnTo>
                    <a:pt x="1087389" y="0"/>
                  </a:lnTo>
                  <a:lnTo>
                    <a:pt x="1078827" y="0"/>
                  </a:lnTo>
                  <a:lnTo>
                    <a:pt x="1070265" y="0"/>
                  </a:lnTo>
                  <a:lnTo>
                    <a:pt x="1061703" y="0"/>
                  </a:lnTo>
                  <a:lnTo>
                    <a:pt x="1053141" y="0"/>
                  </a:lnTo>
                  <a:lnTo>
                    <a:pt x="1044579" y="0"/>
                  </a:lnTo>
                  <a:lnTo>
                    <a:pt x="1036016" y="0"/>
                  </a:lnTo>
                  <a:lnTo>
                    <a:pt x="1027454" y="0"/>
                  </a:lnTo>
                  <a:lnTo>
                    <a:pt x="1018892" y="0"/>
                  </a:lnTo>
                  <a:lnTo>
                    <a:pt x="1010330" y="0"/>
                  </a:lnTo>
                  <a:lnTo>
                    <a:pt x="1001768" y="0"/>
                  </a:lnTo>
                  <a:lnTo>
                    <a:pt x="993206" y="0"/>
                  </a:lnTo>
                  <a:lnTo>
                    <a:pt x="984644" y="0"/>
                  </a:lnTo>
                  <a:lnTo>
                    <a:pt x="976082" y="0"/>
                  </a:lnTo>
                  <a:lnTo>
                    <a:pt x="967519" y="0"/>
                  </a:lnTo>
                  <a:lnTo>
                    <a:pt x="958957" y="0"/>
                  </a:lnTo>
                  <a:lnTo>
                    <a:pt x="950395" y="0"/>
                  </a:lnTo>
                  <a:lnTo>
                    <a:pt x="941833" y="0"/>
                  </a:lnTo>
                  <a:lnTo>
                    <a:pt x="933271" y="0"/>
                  </a:lnTo>
                  <a:lnTo>
                    <a:pt x="924709" y="0"/>
                  </a:lnTo>
                  <a:lnTo>
                    <a:pt x="916147" y="0"/>
                  </a:lnTo>
                  <a:lnTo>
                    <a:pt x="907585" y="0"/>
                  </a:lnTo>
                  <a:lnTo>
                    <a:pt x="899022" y="0"/>
                  </a:lnTo>
                  <a:lnTo>
                    <a:pt x="890460" y="0"/>
                  </a:lnTo>
                  <a:lnTo>
                    <a:pt x="881898" y="0"/>
                  </a:lnTo>
                  <a:lnTo>
                    <a:pt x="873336" y="0"/>
                  </a:lnTo>
                  <a:lnTo>
                    <a:pt x="864774" y="0"/>
                  </a:lnTo>
                  <a:lnTo>
                    <a:pt x="856212" y="0"/>
                  </a:lnTo>
                  <a:lnTo>
                    <a:pt x="847650" y="0"/>
                  </a:lnTo>
                  <a:lnTo>
                    <a:pt x="839088" y="0"/>
                  </a:lnTo>
                  <a:lnTo>
                    <a:pt x="830525" y="0"/>
                  </a:lnTo>
                  <a:lnTo>
                    <a:pt x="821963" y="0"/>
                  </a:lnTo>
                  <a:lnTo>
                    <a:pt x="813401" y="0"/>
                  </a:lnTo>
                  <a:lnTo>
                    <a:pt x="804839" y="0"/>
                  </a:lnTo>
                  <a:lnTo>
                    <a:pt x="796277" y="0"/>
                  </a:lnTo>
                  <a:lnTo>
                    <a:pt x="787715" y="0"/>
                  </a:lnTo>
                  <a:lnTo>
                    <a:pt x="779153" y="0"/>
                  </a:lnTo>
                  <a:lnTo>
                    <a:pt x="770591" y="0"/>
                  </a:lnTo>
                  <a:lnTo>
                    <a:pt x="762028" y="0"/>
                  </a:lnTo>
                  <a:lnTo>
                    <a:pt x="753466" y="0"/>
                  </a:lnTo>
                  <a:lnTo>
                    <a:pt x="744904" y="0"/>
                  </a:lnTo>
                  <a:lnTo>
                    <a:pt x="736342" y="0"/>
                  </a:lnTo>
                  <a:lnTo>
                    <a:pt x="727780" y="0"/>
                  </a:lnTo>
                  <a:lnTo>
                    <a:pt x="719218" y="0"/>
                  </a:lnTo>
                  <a:lnTo>
                    <a:pt x="710656" y="0"/>
                  </a:lnTo>
                  <a:lnTo>
                    <a:pt x="702094" y="0"/>
                  </a:lnTo>
                  <a:lnTo>
                    <a:pt x="693531" y="0"/>
                  </a:lnTo>
                  <a:lnTo>
                    <a:pt x="684969" y="0"/>
                  </a:lnTo>
                  <a:lnTo>
                    <a:pt x="676407" y="0"/>
                  </a:lnTo>
                  <a:lnTo>
                    <a:pt x="667845" y="0"/>
                  </a:lnTo>
                  <a:lnTo>
                    <a:pt x="659283" y="0"/>
                  </a:lnTo>
                  <a:lnTo>
                    <a:pt x="650721" y="0"/>
                  </a:lnTo>
                  <a:lnTo>
                    <a:pt x="642159" y="0"/>
                  </a:lnTo>
                  <a:lnTo>
                    <a:pt x="633597" y="0"/>
                  </a:lnTo>
                  <a:lnTo>
                    <a:pt x="625034" y="0"/>
                  </a:lnTo>
                  <a:lnTo>
                    <a:pt x="616472" y="0"/>
                  </a:lnTo>
                  <a:lnTo>
                    <a:pt x="607910" y="0"/>
                  </a:lnTo>
                  <a:lnTo>
                    <a:pt x="599348" y="0"/>
                  </a:lnTo>
                  <a:lnTo>
                    <a:pt x="590786" y="0"/>
                  </a:lnTo>
                  <a:lnTo>
                    <a:pt x="582224" y="0"/>
                  </a:lnTo>
                  <a:lnTo>
                    <a:pt x="573662" y="0"/>
                  </a:lnTo>
                  <a:lnTo>
                    <a:pt x="565100" y="0"/>
                  </a:lnTo>
                  <a:lnTo>
                    <a:pt x="556538" y="0"/>
                  </a:lnTo>
                  <a:lnTo>
                    <a:pt x="547975" y="0"/>
                  </a:lnTo>
                  <a:lnTo>
                    <a:pt x="539413" y="0"/>
                  </a:lnTo>
                  <a:lnTo>
                    <a:pt x="530851" y="0"/>
                  </a:lnTo>
                  <a:lnTo>
                    <a:pt x="522289" y="0"/>
                  </a:lnTo>
                  <a:lnTo>
                    <a:pt x="513727" y="0"/>
                  </a:lnTo>
                  <a:lnTo>
                    <a:pt x="505165" y="0"/>
                  </a:lnTo>
                  <a:lnTo>
                    <a:pt x="496603" y="0"/>
                  </a:lnTo>
                  <a:lnTo>
                    <a:pt x="488041" y="0"/>
                  </a:lnTo>
                  <a:lnTo>
                    <a:pt x="479478" y="0"/>
                  </a:lnTo>
                  <a:lnTo>
                    <a:pt x="470916" y="0"/>
                  </a:lnTo>
                  <a:lnTo>
                    <a:pt x="462354" y="0"/>
                  </a:lnTo>
                  <a:lnTo>
                    <a:pt x="453792" y="0"/>
                  </a:lnTo>
                  <a:lnTo>
                    <a:pt x="445230" y="0"/>
                  </a:lnTo>
                  <a:lnTo>
                    <a:pt x="436668" y="0"/>
                  </a:lnTo>
                  <a:lnTo>
                    <a:pt x="428106" y="0"/>
                  </a:lnTo>
                  <a:lnTo>
                    <a:pt x="419544" y="0"/>
                  </a:lnTo>
                  <a:lnTo>
                    <a:pt x="410981" y="0"/>
                  </a:lnTo>
                  <a:lnTo>
                    <a:pt x="402419" y="0"/>
                  </a:lnTo>
                  <a:lnTo>
                    <a:pt x="393857" y="0"/>
                  </a:lnTo>
                  <a:lnTo>
                    <a:pt x="385295" y="0"/>
                  </a:lnTo>
                  <a:lnTo>
                    <a:pt x="376733" y="0"/>
                  </a:lnTo>
                  <a:lnTo>
                    <a:pt x="368171" y="0"/>
                  </a:lnTo>
                  <a:lnTo>
                    <a:pt x="359609" y="0"/>
                  </a:lnTo>
                  <a:lnTo>
                    <a:pt x="351047" y="0"/>
                  </a:lnTo>
                  <a:lnTo>
                    <a:pt x="342484" y="0"/>
                  </a:lnTo>
                  <a:lnTo>
                    <a:pt x="333922" y="0"/>
                  </a:lnTo>
                  <a:lnTo>
                    <a:pt x="325360" y="0"/>
                  </a:lnTo>
                  <a:lnTo>
                    <a:pt x="316798" y="0"/>
                  </a:lnTo>
                  <a:lnTo>
                    <a:pt x="308236" y="0"/>
                  </a:lnTo>
                  <a:lnTo>
                    <a:pt x="299674" y="0"/>
                  </a:lnTo>
                  <a:lnTo>
                    <a:pt x="291112" y="0"/>
                  </a:lnTo>
                  <a:lnTo>
                    <a:pt x="282550" y="0"/>
                  </a:lnTo>
                  <a:lnTo>
                    <a:pt x="273987" y="0"/>
                  </a:lnTo>
                  <a:lnTo>
                    <a:pt x="265425" y="0"/>
                  </a:lnTo>
                  <a:lnTo>
                    <a:pt x="256863" y="0"/>
                  </a:lnTo>
                  <a:lnTo>
                    <a:pt x="248301" y="0"/>
                  </a:lnTo>
                  <a:lnTo>
                    <a:pt x="239739" y="0"/>
                  </a:lnTo>
                  <a:lnTo>
                    <a:pt x="231177" y="0"/>
                  </a:lnTo>
                  <a:lnTo>
                    <a:pt x="222615" y="0"/>
                  </a:lnTo>
                  <a:lnTo>
                    <a:pt x="214053" y="0"/>
                  </a:lnTo>
                  <a:lnTo>
                    <a:pt x="205490" y="0"/>
                  </a:lnTo>
                  <a:lnTo>
                    <a:pt x="196928" y="0"/>
                  </a:lnTo>
                  <a:lnTo>
                    <a:pt x="188366" y="0"/>
                  </a:lnTo>
                  <a:lnTo>
                    <a:pt x="179804" y="0"/>
                  </a:lnTo>
                  <a:lnTo>
                    <a:pt x="171242" y="0"/>
                  </a:lnTo>
                  <a:lnTo>
                    <a:pt x="162680" y="0"/>
                  </a:lnTo>
                  <a:lnTo>
                    <a:pt x="154118" y="0"/>
                  </a:lnTo>
                  <a:lnTo>
                    <a:pt x="145556" y="0"/>
                  </a:lnTo>
                  <a:lnTo>
                    <a:pt x="136993" y="0"/>
                  </a:lnTo>
                  <a:lnTo>
                    <a:pt x="128431" y="0"/>
                  </a:lnTo>
                  <a:lnTo>
                    <a:pt x="119869" y="0"/>
                  </a:lnTo>
                  <a:lnTo>
                    <a:pt x="111307" y="0"/>
                  </a:lnTo>
                  <a:lnTo>
                    <a:pt x="102745" y="0"/>
                  </a:lnTo>
                  <a:lnTo>
                    <a:pt x="94183" y="0"/>
                  </a:lnTo>
                  <a:lnTo>
                    <a:pt x="85621" y="0"/>
                  </a:lnTo>
                  <a:lnTo>
                    <a:pt x="77059" y="0"/>
                  </a:lnTo>
                  <a:lnTo>
                    <a:pt x="68496" y="0"/>
                  </a:lnTo>
                  <a:lnTo>
                    <a:pt x="59934" y="0"/>
                  </a:lnTo>
                  <a:lnTo>
                    <a:pt x="51372" y="0"/>
                  </a:lnTo>
                  <a:lnTo>
                    <a:pt x="42810" y="0"/>
                  </a:lnTo>
                  <a:lnTo>
                    <a:pt x="34248" y="0"/>
                  </a:lnTo>
                  <a:lnTo>
                    <a:pt x="25686" y="0"/>
                  </a:lnTo>
                  <a:lnTo>
                    <a:pt x="17124" y="0"/>
                  </a:lnTo>
                  <a:lnTo>
                    <a:pt x="8562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44934" y="4973142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311199" y="6165136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11199" y="515193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1199" y="4143254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410140" y="62074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0140" y="51957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10140" y="41839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38792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7932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1985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260384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554371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46300000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694902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46350000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835433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46400000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97596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46450000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63" name="tx63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2026-03-09T09:14:47Z</dcterms:modified>
  <cp:category/>
</cp:coreProperties>
</file>