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8582" y="2311227"/>
              <a:ext cx="6204807" cy="1551954"/>
            </a:xfrm>
            <a:custGeom>
              <a:avLst/>
              <a:pathLst>
                <a:path w="6204807" h="1551954">
                  <a:moveTo>
                    <a:pt x="0" y="1551954"/>
                  </a:moveTo>
                  <a:lnTo>
                    <a:pt x="75" y="1388527"/>
                  </a:lnTo>
                  <a:lnTo>
                    <a:pt x="1329" y="1392811"/>
                  </a:lnTo>
                  <a:lnTo>
                    <a:pt x="2582" y="1396952"/>
                  </a:lnTo>
                  <a:lnTo>
                    <a:pt x="3835" y="1400956"/>
                  </a:lnTo>
                  <a:lnTo>
                    <a:pt x="5088" y="1404836"/>
                  </a:lnTo>
                  <a:lnTo>
                    <a:pt x="6341" y="1408598"/>
                  </a:lnTo>
                  <a:lnTo>
                    <a:pt x="7595" y="1412244"/>
                  </a:lnTo>
                  <a:lnTo>
                    <a:pt x="8848" y="1415767"/>
                  </a:lnTo>
                  <a:lnTo>
                    <a:pt x="10101" y="1419159"/>
                  </a:lnTo>
                  <a:lnTo>
                    <a:pt x="11354" y="1422419"/>
                  </a:lnTo>
                  <a:lnTo>
                    <a:pt x="12608" y="1425573"/>
                  </a:lnTo>
                  <a:lnTo>
                    <a:pt x="13861" y="1428644"/>
                  </a:lnTo>
                  <a:lnTo>
                    <a:pt x="15114" y="1431590"/>
                  </a:lnTo>
                  <a:lnTo>
                    <a:pt x="16367" y="1434405"/>
                  </a:lnTo>
                  <a:lnTo>
                    <a:pt x="17620" y="1437083"/>
                  </a:lnTo>
                  <a:lnTo>
                    <a:pt x="18874" y="1439610"/>
                  </a:lnTo>
                  <a:lnTo>
                    <a:pt x="20127" y="1441987"/>
                  </a:lnTo>
                  <a:lnTo>
                    <a:pt x="21380" y="1444246"/>
                  </a:lnTo>
                  <a:lnTo>
                    <a:pt x="22633" y="1446386"/>
                  </a:lnTo>
                  <a:lnTo>
                    <a:pt x="23886" y="1448358"/>
                  </a:lnTo>
                  <a:lnTo>
                    <a:pt x="25140" y="1450152"/>
                  </a:lnTo>
                  <a:lnTo>
                    <a:pt x="26393" y="1451770"/>
                  </a:lnTo>
                  <a:lnTo>
                    <a:pt x="27646" y="1453231"/>
                  </a:lnTo>
                  <a:lnTo>
                    <a:pt x="28899" y="1454539"/>
                  </a:lnTo>
                  <a:lnTo>
                    <a:pt x="30153" y="1455720"/>
                  </a:lnTo>
                  <a:lnTo>
                    <a:pt x="31406" y="1456773"/>
                  </a:lnTo>
                  <a:lnTo>
                    <a:pt x="32659" y="1457677"/>
                  </a:lnTo>
                  <a:lnTo>
                    <a:pt x="33912" y="1458462"/>
                  </a:lnTo>
                  <a:lnTo>
                    <a:pt x="35165" y="1459139"/>
                  </a:lnTo>
                  <a:lnTo>
                    <a:pt x="36419" y="1459708"/>
                  </a:lnTo>
                  <a:lnTo>
                    <a:pt x="37672" y="1460172"/>
                  </a:lnTo>
                  <a:lnTo>
                    <a:pt x="38925" y="1460531"/>
                  </a:lnTo>
                  <a:lnTo>
                    <a:pt x="40178" y="1460783"/>
                  </a:lnTo>
                  <a:lnTo>
                    <a:pt x="41432" y="1460923"/>
                  </a:lnTo>
                  <a:lnTo>
                    <a:pt x="42685" y="1461008"/>
                  </a:lnTo>
                  <a:lnTo>
                    <a:pt x="43938" y="1461054"/>
                  </a:lnTo>
                  <a:lnTo>
                    <a:pt x="45191" y="1461061"/>
                  </a:lnTo>
                  <a:lnTo>
                    <a:pt x="46444" y="1461025"/>
                  </a:lnTo>
                  <a:lnTo>
                    <a:pt x="47698" y="1460945"/>
                  </a:lnTo>
                  <a:lnTo>
                    <a:pt x="48951" y="1460823"/>
                  </a:lnTo>
                  <a:lnTo>
                    <a:pt x="50204" y="1460654"/>
                  </a:lnTo>
                  <a:lnTo>
                    <a:pt x="51457" y="1460485"/>
                  </a:lnTo>
                  <a:lnTo>
                    <a:pt x="52710" y="1460315"/>
                  </a:lnTo>
                  <a:lnTo>
                    <a:pt x="53964" y="1460143"/>
                  </a:lnTo>
                  <a:lnTo>
                    <a:pt x="55217" y="1459963"/>
                  </a:lnTo>
                  <a:lnTo>
                    <a:pt x="56470" y="1459775"/>
                  </a:lnTo>
                  <a:lnTo>
                    <a:pt x="57723" y="1459586"/>
                  </a:lnTo>
                  <a:lnTo>
                    <a:pt x="58977" y="1459400"/>
                  </a:lnTo>
                  <a:lnTo>
                    <a:pt x="60230" y="1459217"/>
                  </a:lnTo>
                  <a:lnTo>
                    <a:pt x="61483" y="1459036"/>
                  </a:lnTo>
                  <a:lnTo>
                    <a:pt x="62736" y="1458862"/>
                  </a:lnTo>
                  <a:lnTo>
                    <a:pt x="63989" y="1458690"/>
                  </a:lnTo>
                  <a:lnTo>
                    <a:pt x="65243" y="1458522"/>
                  </a:lnTo>
                  <a:lnTo>
                    <a:pt x="66496" y="1458358"/>
                  </a:lnTo>
                  <a:lnTo>
                    <a:pt x="67749" y="1458209"/>
                  </a:lnTo>
                  <a:lnTo>
                    <a:pt x="69002" y="1458075"/>
                  </a:lnTo>
                  <a:lnTo>
                    <a:pt x="70255" y="1457946"/>
                  </a:lnTo>
                  <a:lnTo>
                    <a:pt x="71509" y="1457824"/>
                  </a:lnTo>
                  <a:lnTo>
                    <a:pt x="72762" y="1457708"/>
                  </a:lnTo>
                  <a:lnTo>
                    <a:pt x="74015" y="1457600"/>
                  </a:lnTo>
                  <a:lnTo>
                    <a:pt x="75268" y="1457502"/>
                  </a:lnTo>
                  <a:lnTo>
                    <a:pt x="76522" y="1457408"/>
                  </a:lnTo>
                  <a:lnTo>
                    <a:pt x="77775" y="1457325"/>
                  </a:lnTo>
                  <a:lnTo>
                    <a:pt x="79028" y="1457248"/>
                  </a:lnTo>
                  <a:lnTo>
                    <a:pt x="80281" y="1457178"/>
                  </a:lnTo>
                  <a:lnTo>
                    <a:pt x="81534" y="1457111"/>
                  </a:lnTo>
                  <a:lnTo>
                    <a:pt x="82788" y="1457053"/>
                  </a:lnTo>
                  <a:lnTo>
                    <a:pt x="84041" y="1457003"/>
                  </a:lnTo>
                  <a:lnTo>
                    <a:pt x="85294" y="1456910"/>
                  </a:lnTo>
                  <a:lnTo>
                    <a:pt x="86547" y="1456775"/>
                  </a:lnTo>
                  <a:lnTo>
                    <a:pt x="87801" y="1456600"/>
                  </a:lnTo>
                  <a:lnTo>
                    <a:pt x="89054" y="1456385"/>
                  </a:lnTo>
                  <a:lnTo>
                    <a:pt x="90307" y="1456104"/>
                  </a:lnTo>
                  <a:lnTo>
                    <a:pt x="91560" y="1455734"/>
                  </a:lnTo>
                  <a:lnTo>
                    <a:pt x="92813" y="1455273"/>
                  </a:lnTo>
                  <a:lnTo>
                    <a:pt x="94067" y="1454720"/>
                  </a:lnTo>
                  <a:lnTo>
                    <a:pt x="95320" y="1454083"/>
                  </a:lnTo>
                  <a:lnTo>
                    <a:pt x="96573" y="1453356"/>
                  </a:lnTo>
                  <a:lnTo>
                    <a:pt x="97826" y="1452543"/>
                  </a:lnTo>
                  <a:lnTo>
                    <a:pt x="99079" y="1451644"/>
                  </a:lnTo>
                  <a:lnTo>
                    <a:pt x="100333" y="1450659"/>
                  </a:lnTo>
                  <a:lnTo>
                    <a:pt x="101586" y="1449585"/>
                  </a:lnTo>
                  <a:lnTo>
                    <a:pt x="102839" y="1448424"/>
                  </a:lnTo>
                  <a:lnTo>
                    <a:pt x="104092" y="1447218"/>
                  </a:lnTo>
                  <a:lnTo>
                    <a:pt x="105346" y="1445963"/>
                  </a:lnTo>
                  <a:lnTo>
                    <a:pt x="106599" y="1444658"/>
                  </a:lnTo>
                  <a:lnTo>
                    <a:pt x="107852" y="1443305"/>
                  </a:lnTo>
                  <a:lnTo>
                    <a:pt x="109105" y="1441927"/>
                  </a:lnTo>
                  <a:lnTo>
                    <a:pt x="110358" y="1440552"/>
                  </a:lnTo>
                  <a:lnTo>
                    <a:pt x="111612" y="1439177"/>
                  </a:lnTo>
                  <a:lnTo>
                    <a:pt x="112865" y="1437805"/>
                  </a:lnTo>
                  <a:lnTo>
                    <a:pt x="114118" y="1436433"/>
                  </a:lnTo>
                  <a:lnTo>
                    <a:pt x="115371" y="1435058"/>
                  </a:lnTo>
                  <a:lnTo>
                    <a:pt x="116625" y="1433683"/>
                  </a:lnTo>
                  <a:lnTo>
                    <a:pt x="117878" y="1432308"/>
                  </a:lnTo>
                  <a:lnTo>
                    <a:pt x="119131" y="1430933"/>
                  </a:lnTo>
                  <a:lnTo>
                    <a:pt x="120384" y="1429559"/>
                  </a:lnTo>
                  <a:lnTo>
                    <a:pt x="121637" y="1428162"/>
                  </a:lnTo>
                  <a:lnTo>
                    <a:pt x="122891" y="1426721"/>
                  </a:lnTo>
                  <a:lnTo>
                    <a:pt x="124144" y="1425233"/>
                  </a:lnTo>
                  <a:lnTo>
                    <a:pt x="125397" y="1423699"/>
                  </a:lnTo>
                  <a:lnTo>
                    <a:pt x="126650" y="1422124"/>
                  </a:lnTo>
                  <a:lnTo>
                    <a:pt x="127903" y="1420488"/>
                  </a:lnTo>
                  <a:lnTo>
                    <a:pt x="129157" y="1418782"/>
                  </a:lnTo>
                  <a:lnTo>
                    <a:pt x="130410" y="1417009"/>
                  </a:lnTo>
                  <a:lnTo>
                    <a:pt x="131663" y="1415161"/>
                  </a:lnTo>
                  <a:lnTo>
                    <a:pt x="132916" y="1413247"/>
                  </a:lnTo>
                  <a:lnTo>
                    <a:pt x="134170" y="1411279"/>
                  </a:lnTo>
                  <a:lnTo>
                    <a:pt x="135423" y="1409256"/>
                  </a:lnTo>
                  <a:lnTo>
                    <a:pt x="136676" y="1407176"/>
                  </a:lnTo>
                  <a:lnTo>
                    <a:pt x="137929" y="1405044"/>
                  </a:lnTo>
                  <a:lnTo>
                    <a:pt x="139182" y="1402868"/>
                  </a:lnTo>
                  <a:lnTo>
                    <a:pt x="140436" y="1400664"/>
                  </a:lnTo>
                  <a:lnTo>
                    <a:pt x="141689" y="1398468"/>
                  </a:lnTo>
                  <a:lnTo>
                    <a:pt x="142942" y="1396281"/>
                  </a:lnTo>
                  <a:lnTo>
                    <a:pt x="144195" y="1394104"/>
                  </a:lnTo>
                  <a:lnTo>
                    <a:pt x="145449" y="1391941"/>
                  </a:lnTo>
                  <a:lnTo>
                    <a:pt x="146702" y="1389821"/>
                  </a:lnTo>
                  <a:lnTo>
                    <a:pt x="147955" y="1387798"/>
                  </a:lnTo>
                  <a:lnTo>
                    <a:pt x="149208" y="1385928"/>
                  </a:lnTo>
                  <a:lnTo>
                    <a:pt x="150461" y="1384210"/>
                  </a:lnTo>
                  <a:lnTo>
                    <a:pt x="151715" y="1382643"/>
                  </a:lnTo>
                  <a:lnTo>
                    <a:pt x="152968" y="1381249"/>
                  </a:lnTo>
                  <a:lnTo>
                    <a:pt x="154221" y="1380083"/>
                  </a:lnTo>
                  <a:lnTo>
                    <a:pt x="155474" y="1379171"/>
                  </a:lnTo>
                  <a:lnTo>
                    <a:pt x="156727" y="1378505"/>
                  </a:lnTo>
                  <a:lnTo>
                    <a:pt x="157981" y="1378093"/>
                  </a:lnTo>
                  <a:lnTo>
                    <a:pt x="159234" y="1377928"/>
                  </a:lnTo>
                  <a:lnTo>
                    <a:pt x="160487" y="1378007"/>
                  </a:lnTo>
                  <a:lnTo>
                    <a:pt x="161740" y="1378338"/>
                  </a:lnTo>
                  <a:lnTo>
                    <a:pt x="162994" y="1378913"/>
                  </a:lnTo>
                  <a:lnTo>
                    <a:pt x="164247" y="1379733"/>
                  </a:lnTo>
                  <a:lnTo>
                    <a:pt x="165500" y="1380796"/>
                  </a:lnTo>
                  <a:lnTo>
                    <a:pt x="166753" y="1382063"/>
                  </a:lnTo>
                  <a:lnTo>
                    <a:pt x="168006" y="1383493"/>
                  </a:lnTo>
                  <a:lnTo>
                    <a:pt x="169260" y="1385076"/>
                  </a:lnTo>
                  <a:lnTo>
                    <a:pt x="170513" y="1386812"/>
                  </a:lnTo>
                  <a:lnTo>
                    <a:pt x="171766" y="1388679"/>
                  </a:lnTo>
                  <a:lnTo>
                    <a:pt x="173019" y="1390610"/>
                  </a:lnTo>
                  <a:lnTo>
                    <a:pt x="174273" y="1392588"/>
                  </a:lnTo>
                  <a:lnTo>
                    <a:pt x="175526" y="1394606"/>
                  </a:lnTo>
                  <a:lnTo>
                    <a:pt x="176779" y="1396657"/>
                  </a:lnTo>
                  <a:lnTo>
                    <a:pt x="178032" y="1398727"/>
                  </a:lnTo>
                  <a:lnTo>
                    <a:pt x="179285" y="1400811"/>
                  </a:lnTo>
                  <a:lnTo>
                    <a:pt x="180539" y="1402898"/>
                  </a:lnTo>
                  <a:lnTo>
                    <a:pt x="181792" y="1404989"/>
                  </a:lnTo>
                  <a:lnTo>
                    <a:pt x="183045" y="1407083"/>
                  </a:lnTo>
                  <a:lnTo>
                    <a:pt x="184298" y="1409198"/>
                  </a:lnTo>
                  <a:lnTo>
                    <a:pt x="185551" y="1411382"/>
                  </a:lnTo>
                  <a:lnTo>
                    <a:pt x="186805" y="1413659"/>
                  </a:lnTo>
                  <a:lnTo>
                    <a:pt x="188058" y="1416025"/>
                  </a:lnTo>
                  <a:lnTo>
                    <a:pt x="189311" y="1418473"/>
                  </a:lnTo>
                  <a:lnTo>
                    <a:pt x="190564" y="1421019"/>
                  </a:lnTo>
                  <a:lnTo>
                    <a:pt x="191818" y="1423693"/>
                  </a:lnTo>
                  <a:lnTo>
                    <a:pt x="193071" y="1426505"/>
                  </a:lnTo>
                  <a:lnTo>
                    <a:pt x="194324" y="1429455"/>
                  </a:lnTo>
                  <a:lnTo>
                    <a:pt x="195577" y="1432508"/>
                  </a:lnTo>
                  <a:lnTo>
                    <a:pt x="196830" y="1435649"/>
                  </a:lnTo>
                  <a:lnTo>
                    <a:pt x="198084" y="1438877"/>
                  </a:lnTo>
                  <a:lnTo>
                    <a:pt x="199337" y="1442191"/>
                  </a:lnTo>
                  <a:lnTo>
                    <a:pt x="200590" y="1445585"/>
                  </a:lnTo>
                  <a:lnTo>
                    <a:pt x="201843" y="1449046"/>
                  </a:lnTo>
                  <a:lnTo>
                    <a:pt x="203097" y="1452546"/>
                  </a:lnTo>
                  <a:lnTo>
                    <a:pt x="204350" y="1456038"/>
                  </a:lnTo>
                  <a:lnTo>
                    <a:pt x="205603" y="1459495"/>
                  </a:lnTo>
                  <a:lnTo>
                    <a:pt x="206856" y="1462899"/>
                  </a:lnTo>
                  <a:lnTo>
                    <a:pt x="208109" y="1466227"/>
                  </a:lnTo>
                  <a:lnTo>
                    <a:pt x="209363" y="1469456"/>
                  </a:lnTo>
                  <a:lnTo>
                    <a:pt x="210616" y="1472552"/>
                  </a:lnTo>
                  <a:lnTo>
                    <a:pt x="211869" y="1475441"/>
                  </a:lnTo>
                  <a:lnTo>
                    <a:pt x="213122" y="1478123"/>
                  </a:lnTo>
                  <a:lnTo>
                    <a:pt x="214375" y="1480623"/>
                  </a:lnTo>
                  <a:lnTo>
                    <a:pt x="215629" y="1482948"/>
                  </a:lnTo>
                  <a:lnTo>
                    <a:pt x="216882" y="1485057"/>
                  </a:lnTo>
                  <a:lnTo>
                    <a:pt x="218135" y="1486929"/>
                  </a:lnTo>
                  <a:lnTo>
                    <a:pt x="219388" y="1488578"/>
                  </a:lnTo>
                  <a:lnTo>
                    <a:pt x="220642" y="1489994"/>
                  </a:lnTo>
                  <a:lnTo>
                    <a:pt x="221895" y="1491174"/>
                  </a:lnTo>
                  <a:lnTo>
                    <a:pt x="223148" y="1492108"/>
                  </a:lnTo>
                  <a:lnTo>
                    <a:pt x="224401" y="1492788"/>
                  </a:lnTo>
                  <a:lnTo>
                    <a:pt x="225654" y="1493237"/>
                  </a:lnTo>
                  <a:lnTo>
                    <a:pt x="226908" y="1493486"/>
                  </a:lnTo>
                  <a:lnTo>
                    <a:pt x="228161" y="1493531"/>
                  </a:lnTo>
                  <a:lnTo>
                    <a:pt x="229414" y="1493370"/>
                  </a:lnTo>
                  <a:lnTo>
                    <a:pt x="230667" y="1493050"/>
                  </a:lnTo>
                  <a:lnTo>
                    <a:pt x="231920" y="1492576"/>
                  </a:lnTo>
                  <a:lnTo>
                    <a:pt x="233174" y="1491959"/>
                  </a:lnTo>
                  <a:lnTo>
                    <a:pt x="234427" y="1491197"/>
                  </a:lnTo>
                  <a:lnTo>
                    <a:pt x="235680" y="1490332"/>
                  </a:lnTo>
                  <a:lnTo>
                    <a:pt x="236933" y="1489392"/>
                  </a:lnTo>
                  <a:lnTo>
                    <a:pt x="238187" y="1488372"/>
                  </a:lnTo>
                  <a:lnTo>
                    <a:pt x="239440" y="1487288"/>
                  </a:lnTo>
                  <a:lnTo>
                    <a:pt x="240693" y="1486165"/>
                  </a:lnTo>
                  <a:lnTo>
                    <a:pt x="241946" y="1485020"/>
                  </a:lnTo>
                  <a:lnTo>
                    <a:pt x="243199" y="1483868"/>
                  </a:lnTo>
                  <a:lnTo>
                    <a:pt x="244453" y="1482713"/>
                  </a:lnTo>
                  <a:lnTo>
                    <a:pt x="245706" y="1481554"/>
                  </a:lnTo>
                  <a:lnTo>
                    <a:pt x="246959" y="1480392"/>
                  </a:lnTo>
                  <a:lnTo>
                    <a:pt x="248212" y="1479202"/>
                  </a:lnTo>
                  <a:lnTo>
                    <a:pt x="249466" y="1477955"/>
                  </a:lnTo>
                  <a:lnTo>
                    <a:pt x="250719" y="1476651"/>
                  </a:lnTo>
                  <a:lnTo>
                    <a:pt x="251972" y="1475298"/>
                  </a:lnTo>
                  <a:lnTo>
                    <a:pt x="253225" y="1473905"/>
                  </a:lnTo>
                  <a:lnTo>
                    <a:pt x="254478" y="1472455"/>
                  </a:lnTo>
                  <a:lnTo>
                    <a:pt x="255732" y="1470938"/>
                  </a:lnTo>
                  <a:lnTo>
                    <a:pt x="256985" y="1469354"/>
                  </a:lnTo>
                  <a:lnTo>
                    <a:pt x="258238" y="1467732"/>
                  </a:lnTo>
                  <a:lnTo>
                    <a:pt x="259491" y="1466113"/>
                  </a:lnTo>
                  <a:lnTo>
                    <a:pt x="260744" y="1464504"/>
                  </a:lnTo>
                  <a:lnTo>
                    <a:pt x="261998" y="1462900"/>
                  </a:lnTo>
                  <a:lnTo>
                    <a:pt x="263251" y="1461305"/>
                  </a:lnTo>
                  <a:lnTo>
                    <a:pt x="264504" y="1459726"/>
                  </a:lnTo>
                  <a:lnTo>
                    <a:pt x="265757" y="1458172"/>
                  </a:lnTo>
                  <a:lnTo>
                    <a:pt x="267011" y="1456665"/>
                  </a:lnTo>
                  <a:lnTo>
                    <a:pt x="268264" y="1455223"/>
                  </a:lnTo>
                  <a:lnTo>
                    <a:pt x="269517" y="1453866"/>
                  </a:lnTo>
                  <a:lnTo>
                    <a:pt x="270770" y="1452632"/>
                  </a:lnTo>
                  <a:lnTo>
                    <a:pt x="272023" y="1451534"/>
                  </a:lnTo>
                  <a:lnTo>
                    <a:pt x="273277" y="1450593"/>
                  </a:lnTo>
                  <a:lnTo>
                    <a:pt x="274530" y="1449824"/>
                  </a:lnTo>
                  <a:lnTo>
                    <a:pt x="275783" y="1449237"/>
                  </a:lnTo>
                  <a:lnTo>
                    <a:pt x="277036" y="1448799"/>
                  </a:lnTo>
                  <a:lnTo>
                    <a:pt x="278290" y="1448476"/>
                  </a:lnTo>
                  <a:lnTo>
                    <a:pt x="279543" y="1448280"/>
                  </a:lnTo>
                  <a:lnTo>
                    <a:pt x="280796" y="1448221"/>
                  </a:lnTo>
                  <a:lnTo>
                    <a:pt x="282049" y="1448274"/>
                  </a:lnTo>
                  <a:lnTo>
                    <a:pt x="283302" y="1448429"/>
                  </a:lnTo>
                  <a:lnTo>
                    <a:pt x="284556" y="1448704"/>
                  </a:lnTo>
                  <a:lnTo>
                    <a:pt x="285809" y="1449108"/>
                  </a:lnTo>
                  <a:lnTo>
                    <a:pt x="287062" y="1449650"/>
                  </a:lnTo>
                  <a:lnTo>
                    <a:pt x="288315" y="1450308"/>
                  </a:lnTo>
                  <a:lnTo>
                    <a:pt x="289568" y="1451035"/>
                  </a:lnTo>
                  <a:lnTo>
                    <a:pt x="290822" y="1451812"/>
                  </a:lnTo>
                  <a:lnTo>
                    <a:pt x="292075" y="1452640"/>
                  </a:lnTo>
                  <a:lnTo>
                    <a:pt x="293328" y="1453519"/>
                  </a:lnTo>
                  <a:lnTo>
                    <a:pt x="294581" y="1454449"/>
                  </a:lnTo>
                  <a:lnTo>
                    <a:pt x="295835" y="1455424"/>
                  </a:lnTo>
                  <a:lnTo>
                    <a:pt x="297088" y="1456454"/>
                  </a:lnTo>
                  <a:lnTo>
                    <a:pt x="298341" y="1457530"/>
                  </a:lnTo>
                  <a:lnTo>
                    <a:pt x="299594" y="1458639"/>
                  </a:lnTo>
                  <a:lnTo>
                    <a:pt x="300847" y="1459800"/>
                  </a:lnTo>
                  <a:lnTo>
                    <a:pt x="302101" y="1461008"/>
                  </a:lnTo>
                  <a:lnTo>
                    <a:pt x="303354" y="1462253"/>
                  </a:lnTo>
                  <a:lnTo>
                    <a:pt x="304607" y="1463520"/>
                  </a:lnTo>
                  <a:lnTo>
                    <a:pt x="305860" y="1464813"/>
                  </a:lnTo>
                  <a:lnTo>
                    <a:pt x="307114" y="1466129"/>
                  </a:lnTo>
                  <a:lnTo>
                    <a:pt x="308367" y="1467462"/>
                  </a:lnTo>
                  <a:lnTo>
                    <a:pt x="309620" y="1468813"/>
                  </a:lnTo>
                  <a:lnTo>
                    <a:pt x="310873" y="1470185"/>
                  </a:lnTo>
                  <a:lnTo>
                    <a:pt x="312126" y="1471530"/>
                  </a:lnTo>
                  <a:lnTo>
                    <a:pt x="313380" y="1472845"/>
                  </a:lnTo>
                  <a:lnTo>
                    <a:pt x="314633" y="1474128"/>
                  </a:lnTo>
                  <a:lnTo>
                    <a:pt x="315886" y="1475371"/>
                  </a:lnTo>
                  <a:lnTo>
                    <a:pt x="317139" y="1476576"/>
                  </a:lnTo>
                  <a:lnTo>
                    <a:pt x="318392" y="1477735"/>
                  </a:lnTo>
                  <a:lnTo>
                    <a:pt x="319646" y="1478845"/>
                  </a:lnTo>
                  <a:lnTo>
                    <a:pt x="320899" y="1479887"/>
                  </a:lnTo>
                  <a:lnTo>
                    <a:pt x="322152" y="1480821"/>
                  </a:lnTo>
                  <a:lnTo>
                    <a:pt x="323405" y="1481639"/>
                  </a:lnTo>
                  <a:lnTo>
                    <a:pt x="324659" y="1482345"/>
                  </a:lnTo>
                  <a:lnTo>
                    <a:pt x="325912" y="1482934"/>
                  </a:lnTo>
                  <a:lnTo>
                    <a:pt x="327165" y="1483402"/>
                  </a:lnTo>
                  <a:lnTo>
                    <a:pt x="328418" y="1483750"/>
                  </a:lnTo>
                  <a:lnTo>
                    <a:pt x="329671" y="1483970"/>
                  </a:lnTo>
                  <a:lnTo>
                    <a:pt x="330925" y="1484111"/>
                  </a:lnTo>
                  <a:lnTo>
                    <a:pt x="332178" y="1484182"/>
                  </a:lnTo>
                  <a:lnTo>
                    <a:pt x="333431" y="1484156"/>
                  </a:lnTo>
                  <a:lnTo>
                    <a:pt x="334684" y="1484015"/>
                  </a:lnTo>
                  <a:lnTo>
                    <a:pt x="335938" y="1483757"/>
                  </a:lnTo>
                  <a:lnTo>
                    <a:pt x="337191" y="1483382"/>
                  </a:lnTo>
                  <a:lnTo>
                    <a:pt x="338444" y="1482882"/>
                  </a:lnTo>
                  <a:lnTo>
                    <a:pt x="339697" y="1482301"/>
                  </a:lnTo>
                  <a:lnTo>
                    <a:pt x="340950" y="1481670"/>
                  </a:lnTo>
                  <a:lnTo>
                    <a:pt x="342204" y="1480987"/>
                  </a:lnTo>
                  <a:lnTo>
                    <a:pt x="343457" y="1480230"/>
                  </a:lnTo>
                  <a:lnTo>
                    <a:pt x="344710" y="1479416"/>
                  </a:lnTo>
                  <a:lnTo>
                    <a:pt x="345963" y="1478559"/>
                  </a:lnTo>
                  <a:lnTo>
                    <a:pt x="347216" y="1477653"/>
                  </a:lnTo>
                  <a:lnTo>
                    <a:pt x="348470" y="1476700"/>
                  </a:lnTo>
                  <a:lnTo>
                    <a:pt x="349723" y="1475683"/>
                  </a:lnTo>
                  <a:lnTo>
                    <a:pt x="350976" y="1474615"/>
                  </a:lnTo>
                  <a:lnTo>
                    <a:pt x="352229" y="1473490"/>
                  </a:lnTo>
                  <a:lnTo>
                    <a:pt x="353483" y="1472289"/>
                  </a:lnTo>
                  <a:lnTo>
                    <a:pt x="354736" y="1470977"/>
                  </a:lnTo>
                  <a:lnTo>
                    <a:pt x="355989" y="1469542"/>
                  </a:lnTo>
                  <a:lnTo>
                    <a:pt x="357242" y="1467994"/>
                  </a:lnTo>
                  <a:lnTo>
                    <a:pt x="358495" y="1466318"/>
                  </a:lnTo>
                  <a:lnTo>
                    <a:pt x="359749" y="1464514"/>
                  </a:lnTo>
                  <a:lnTo>
                    <a:pt x="361002" y="1462582"/>
                  </a:lnTo>
                  <a:lnTo>
                    <a:pt x="362255" y="1460538"/>
                  </a:lnTo>
                  <a:lnTo>
                    <a:pt x="363508" y="1458378"/>
                  </a:lnTo>
                  <a:lnTo>
                    <a:pt x="364762" y="1456102"/>
                  </a:lnTo>
                  <a:lnTo>
                    <a:pt x="366015" y="1453708"/>
                  </a:lnTo>
                  <a:lnTo>
                    <a:pt x="367268" y="1451196"/>
                  </a:lnTo>
                  <a:lnTo>
                    <a:pt x="368521" y="1448531"/>
                  </a:lnTo>
                  <a:lnTo>
                    <a:pt x="369774" y="1445699"/>
                  </a:lnTo>
                  <a:lnTo>
                    <a:pt x="371028" y="1442721"/>
                  </a:lnTo>
                  <a:lnTo>
                    <a:pt x="372281" y="1439637"/>
                  </a:lnTo>
                  <a:lnTo>
                    <a:pt x="373534" y="1436486"/>
                  </a:lnTo>
                  <a:lnTo>
                    <a:pt x="374787" y="1433330"/>
                  </a:lnTo>
                  <a:lnTo>
                    <a:pt x="376040" y="1430218"/>
                  </a:lnTo>
                  <a:lnTo>
                    <a:pt x="377294" y="1427164"/>
                  </a:lnTo>
                  <a:lnTo>
                    <a:pt x="378547" y="1424172"/>
                  </a:lnTo>
                  <a:lnTo>
                    <a:pt x="379800" y="1421246"/>
                  </a:lnTo>
                  <a:lnTo>
                    <a:pt x="381053" y="1418374"/>
                  </a:lnTo>
                  <a:lnTo>
                    <a:pt x="382307" y="1415552"/>
                  </a:lnTo>
                  <a:lnTo>
                    <a:pt x="383560" y="1412815"/>
                  </a:lnTo>
                  <a:lnTo>
                    <a:pt x="384813" y="1410191"/>
                  </a:lnTo>
                  <a:lnTo>
                    <a:pt x="386066" y="1407695"/>
                  </a:lnTo>
                  <a:lnTo>
                    <a:pt x="387319" y="1405370"/>
                  </a:lnTo>
                  <a:lnTo>
                    <a:pt x="388573" y="1403217"/>
                  </a:lnTo>
                  <a:lnTo>
                    <a:pt x="389826" y="1401240"/>
                  </a:lnTo>
                  <a:lnTo>
                    <a:pt x="391079" y="1399439"/>
                  </a:lnTo>
                  <a:lnTo>
                    <a:pt x="392332" y="1397813"/>
                  </a:lnTo>
                  <a:lnTo>
                    <a:pt x="393585" y="1396322"/>
                  </a:lnTo>
                  <a:lnTo>
                    <a:pt x="394839" y="1394912"/>
                  </a:lnTo>
                  <a:lnTo>
                    <a:pt x="396092" y="1393577"/>
                  </a:lnTo>
                  <a:lnTo>
                    <a:pt x="397345" y="1392312"/>
                  </a:lnTo>
                  <a:lnTo>
                    <a:pt x="398598" y="1391125"/>
                  </a:lnTo>
                  <a:lnTo>
                    <a:pt x="399852" y="1390030"/>
                  </a:lnTo>
                  <a:lnTo>
                    <a:pt x="401105" y="1389030"/>
                  </a:lnTo>
                  <a:lnTo>
                    <a:pt x="402358" y="1388078"/>
                  </a:lnTo>
                  <a:lnTo>
                    <a:pt x="403611" y="1387132"/>
                  </a:lnTo>
                  <a:lnTo>
                    <a:pt x="404864" y="1386184"/>
                  </a:lnTo>
                  <a:lnTo>
                    <a:pt x="406118" y="1385243"/>
                  </a:lnTo>
                  <a:lnTo>
                    <a:pt x="407371" y="1384314"/>
                  </a:lnTo>
                  <a:lnTo>
                    <a:pt x="408624" y="1383391"/>
                  </a:lnTo>
                  <a:lnTo>
                    <a:pt x="409877" y="1382475"/>
                  </a:lnTo>
                  <a:lnTo>
                    <a:pt x="411131" y="1381562"/>
                  </a:lnTo>
                  <a:lnTo>
                    <a:pt x="412384" y="1380659"/>
                  </a:lnTo>
                  <a:lnTo>
                    <a:pt x="413637" y="1379769"/>
                  </a:lnTo>
                  <a:lnTo>
                    <a:pt x="414890" y="1378910"/>
                  </a:lnTo>
                  <a:lnTo>
                    <a:pt x="416143" y="1378147"/>
                  </a:lnTo>
                  <a:lnTo>
                    <a:pt x="417397" y="1377551"/>
                  </a:lnTo>
                  <a:lnTo>
                    <a:pt x="418650" y="1377160"/>
                  </a:lnTo>
                  <a:lnTo>
                    <a:pt x="419903" y="1376983"/>
                  </a:lnTo>
                  <a:lnTo>
                    <a:pt x="421156" y="1377024"/>
                  </a:lnTo>
                  <a:lnTo>
                    <a:pt x="422409" y="1377291"/>
                  </a:lnTo>
                  <a:lnTo>
                    <a:pt x="423663" y="1377793"/>
                  </a:lnTo>
                  <a:lnTo>
                    <a:pt x="424916" y="1378514"/>
                  </a:lnTo>
                  <a:lnTo>
                    <a:pt x="426169" y="1379455"/>
                  </a:lnTo>
                  <a:lnTo>
                    <a:pt x="427422" y="1380609"/>
                  </a:lnTo>
                  <a:lnTo>
                    <a:pt x="428676" y="1381974"/>
                  </a:lnTo>
                  <a:lnTo>
                    <a:pt x="429929" y="1383557"/>
                  </a:lnTo>
                  <a:lnTo>
                    <a:pt x="431182" y="1385381"/>
                  </a:lnTo>
                  <a:lnTo>
                    <a:pt x="432435" y="1387474"/>
                  </a:lnTo>
                  <a:lnTo>
                    <a:pt x="433688" y="1389794"/>
                  </a:lnTo>
                  <a:lnTo>
                    <a:pt x="434942" y="1392284"/>
                  </a:lnTo>
                  <a:lnTo>
                    <a:pt x="436195" y="1394876"/>
                  </a:lnTo>
                  <a:lnTo>
                    <a:pt x="437448" y="1397518"/>
                  </a:lnTo>
                  <a:lnTo>
                    <a:pt x="438701" y="1400152"/>
                  </a:lnTo>
                  <a:lnTo>
                    <a:pt x="439955" y="1402776"/>
                  </a:lnTo>
                  <a:lnTo>
                    <a:pt x="441208" y="1405368"/>
                  </a:lnTo>
                  <a:lnTo>
                    <a:pt x="442461" y="1407916"/>
                  </a:lnTo>
                  <a:lnTo>
                    <a:pt x="443714" y="1410412"/>
                  </a:lnTo>
                  <a:lnTo>
                    <a:pt x="444967" y="1412852"/>
                  </a:lnTo>
                  <a:lnTo>
                    <a:pt x="446221" y="1415244"/>
                  </a:lnTo>
                  <a:lnTo>
                    <a:pt x="447474" y="1417556"/>
                  </a:lnTo>
                  <a:lnTo>
                    <a:pt x="448727" y="1419772"/>
                  </a:lnTo>
                  <a:lnTo>
                    <a:pt x="449980" y="1421854"/>
                  </a:lnTo>
                  <a:lnTo>
                    <a:pt x="451233" y="1423774"/>
                  </a:lnTo>
                  <a:lnTo>
                    <a:pt x="452487" y="1425568"/>
                  </a:lnTo>
                  <a:lnTo>
                    <a:pt x="453740" y="1427235"/>
                  </a:lnTo>
                  <a:lnTo>
                    <a:pt x="454993" y="1428776"/>
                  </a:lnTo>
                  <a:lnTo>
                    <a:pt x="456246" y="1430201"/>
                  </a:lnTo>
                  <a:lnTo>
                    <a:pt x="457500" y="1431556"/>
                  </a:lnTo>
                  <a:lnTo>
                    <a:pt x="458753" y="1432852"/>
                  </a:lnTo>
                  <a:lnTo>
                    <a:pt x="460006" y="1434104"/>
                  </a:lnTo>
                  <a:lnTo>
                    <a:pt x="461259" y="1435318"/>
                  </a:lnTo>
                  <a:lnTo>
                    <a:pt x="462512" y="1436511"/>
                  </a:lnTo>
                  <a:lnTo>
                    <a:pt x="463766" y="1437703"/>
                  </a:lnTo>
                  <a:lnTo>
                    <a:pt x="465019" y="1438902"/>
                  </a:lnTo>
                  <a:lnTo>
                    <a:pt x="466272" y="1440155"/>
                  </a:lnTo>
                  <a:lnTo>
                    <a:pt x="467525" y="1441471"/>
                  </a:lnTo>
                  <a:lnTo>
                    <a:pt x="468779" y="1442857"/>
                  </a:lnTo>
                  <a:lnTo>
                    <a:pt x="470032" y="1444301"/>
                  </a:lnTo>
                  <a:lnTo>
                    <a:pt x="471285" y="1445804"/>
                  </a:lnTo>
                  <a:lnTo>
                    <a:pt x="472538" y="1447362"/>
                  </a:lnTo>
                  <a:lnTo>
                    <a:pt x="473791" y="1448978"/>
                  </a:lnTo>
                  <a:lnTo>
                    <a:pt x="475045" y="1450642"/>
                  </a:lnTo>
                  <a:lnTo>
                    <a:pt x="476298" y="1452345"/>
                  </a:lnTo>
                  <a:lnTo>
                    <a:pt x="477551" y="1454090"/>
                  </a:lnTo>
                  <a:lnTo>
                    <a:pt x="478804" y="1455843"/>
                  </a:lnTo>
                  <a:lnTo>
                    <a:pt x="480057" y="1457568"/>
                  </a:lnTo>
                  <a:lnTo>
                    <a:pt x="481311" y="1459218"/>
                  </a:lnTo>
                  <a:lnTo>
                    <a:pt x="482564" y="1460771"/>
                  </a:lnTo>
                  <a:lnTo>
                    <a:pt x="483817" y="1462224"/>
                  </a:lnTo>
                  <a:lnTo>
                    <a:pt x="485070" y="1463554"/>
                  </a:lnTo>
                  <a:lnTo>
                    <a:pt x="486324" y="1464751"/>
                  </a:lnTo>
                  <a:lnTo>
                    <a:pt x="487577" y="1465806"/>
                  </a:lnTo>
                  <a:lnTo>
                    <a:pt x="488830" y="1466718"/>
                  </a:lnTo>
                  <a:lnTo>
                    <a:pt x="490083" y="1467478"/>
                  </a:lnTo>
                  <a:lnTo>
                    <a:pt x="491336" y="1468093"/>
                  </a:lnTo>
                  <a:lnTo>
                    <a:pt x="492590" y="1468556"/>
                  </a:lnTo>
                  <a:lnTo>
                    <a:pt x="493843" y="1468871"/>
                  </a:lnTo>
                  <a:lnTo>
                    <a:pt x="495096" y="1469032"/>
                  </a:lnTo>
                  <a:lnTo>
                    <a:pt x="496349" y="1469079"/>
                  </a:lnTo>
                  <a:lnTo>
                    <a:pt x="497603" y="1469062"/>
                  </a:lnTo>
                  <a:lnTo>
                    <a:pt x="498856" y="1469012"/>
                  </a:lnTo>
                  <a:lnTo>
                    <a:pt x="500109" y="1468965"/>
                  </a:lnTo>
                  <a:lnTo>
                    <a:pt x="501362" y="1468936"/>
                  </a:lnTo>
                  <a:lnTo>
                    <a:pt x="502615" y="1468918"/>
                  </a:lnTo>
                  <a:lnTo>
                    <a:pt x="503869" y="1468930"/>
                  </a:lnTo>
                  <a:lnTo>
                    <a:pt x="505122" y="1468992"/>
                  </a:lnTo>
                  <a:lnTo>
                    <a:pt x="506375" y="1469145"/>
                  </a:lnTo>
                  <a:lnTo>
                    <a:pt x="507628" y="1469421"/>
                  </a:lnTo>
                  <a:lnTo>
                    <a:pt x="508881" y="1469825"/>
                  </a:lnTo>
                  <a:lnTo>
                    <a:pt x="510135" y="1470355"/>
                  </a:lnTo>
                  <a:lnTo>
                    <a:pt x="511388" y="1471013"/>
                  </a:lnTo>
                  <a:lnTo>
                    <a:pt x="512641" y="1471795"/>
                  </a:lnTo>
                  <a:lnTo>
                    <a:pt x="513894" y="1472715"/>
                  </a:lnTo>
                  <a:lnTo>
                    <a:pt x="515148" y="1473725"/>
                  </a:lnTo>
                  <a:lnTo>
                    <a:pt x="516401" y="1474788"/>
                  </a:lnTo>
                  <a:lnTo>
                    <a:pt x="517654" y="1475921"/>
                  </a:lnTo>
                  <a:lnTo>
                    <a:pt x="518907" y="1477113"/>
                  </a:lnTo>
                  <a:lnTo>
                    <a:pt x="520160" y="1478356"/>
                  </a:lnTo>
                  <a:lnTo>
                    <a:pt x="521414" y="1479641"/>
                  </a:lnTo>
                  <a:lnTo>
                    <a:pt x="522667" y="1480961"/>
                  </a:lnTo>
                  <a:lnTo>
                    <a:pt x="523920" y="1482299"/>
                  </a:lnTo>
                  <a:lnTo>
                    <a:pt x="525173" y="1483613"/>
                  </a:lnTo>
                  <a:lnTo>
                    <a:pt x="526427" y="1484852"/>
                  </a:lnTo>
                  <a:lnTo>
                    <a:pt x="527680" y="1485992"/>
                  </a:lnTo>
                  <a:lnTo>
                    <a:pt x="528933" y="1487023"/>
                  </a:lnTo>
                  <a:lnTo>
                    <a:pt x="530186" y="1487944"/>
                  </a:lnTo>
                  <a:lnTo>
                    <a:pt x="531439" y="1488752"/>
                  </a:lnTo>
                  <a:lnTo>
                    <a:pt x="532693" y="1489455"/>
                  </a:lnTo>
                  <a:lnTo>
                    <a:pt x="533946" y="1490058"/>
                  </a:lnTo>
                  <a:lnTo>
                    <a:pt x="535199" y="1490563"/>
                  </a:lnTo>
                  <a:lnTo>
                    <a:pt x="536452" y="1490958"/>
                  </a:lnTo>
                  <a:lnTo>
                    <a:pt x="537705" y="1491256"/>
                  </a:lnTo>
                  <a:lnTo>
                    <a:pt x="538959" y="1491464"/>
                  </a:lnTo>
                  <a:lnTo>
                    <a:pt x="540212" y="1491586"/>
                  </a:lnTo>
                  <a:lnTo>
                    <a:pt x="541465" y="1491630"/>
                  </a:lnTo>
                  <a:lnTo>
                    <a:pt x="542718" y="1491609"/>
                  </a:lnTo>
                  <a:lnTo>
                    <a:pt x="543972" y="1491540"/>
                  </a:lnTo>
                  <a:lnTo>
                    <a:pt x="545225" y="1491446"/>
                  </a:lnTo>
                  <a:lnTo>
                    <a:pt x="546478" y="1491347"/>
                  </a:lnTo>
                  <a:lnTo>
                    <a:pt x="547731" y="1491253"/>
                  </a:lnTo>
                  <a:lnTo>
                    <a:pt x="548984" y="1491178"/>
                  </a:lnTo>
                  <a:lnTo>
                    <a:pt x="550238" y="1491133"/>
                  </a:lnTo>
                  <a:lnTo>
                    <a:pt x="551491" y="1491116"/>
                  </a:lnTo>
                  <a:lnTo>
                    <a:pt x="552744" y="1491138"/>
                  </a:lnTo>
                  <a:lnTo>
                    <a:pt x="553997" y="1491197"/>
                  </a:lnTo>
                  <a:lnTo>
                    <a:pt x="555250" y="1491293"/>
                  </a:lnTo>
                  <a:lnTo>
                    <a:pt x="556504" y="1491428"/>
                  </a:lnTo>
                  <a:lnTo>
                    <a:pt x="557757" y="1491591"/>
                  </a:lnTo>
                  <a:lnTo>
                    <a:pt x="559010" y="1491761"/>
                  </a:lnTo>
                  <a:lnTo>
                    <a:pt x="560263" y="1491906"/>
                  </a:lnTo>
                  <a:lnTo>
                    <a:pt x="561517" y="1492031"/>
                  </a:lnTo>
                  <a:lnTo>
                    <a:pt x="562770" y="1492136"/>
                  </a:lnTo>
                  <a:lnTo>
                    <a:pt x="564023" y="1492224"/>
                  </a:lnTo>
                  <a:lnTo>
                    <a:pt x="565276" y="1492295"/>
                  </a:lnTo>
                  <a:lnTo>
                    <a:pt x="566529" y="1492346"/>
                  </a:lnTo>
                  <a:lnTo>
                    <a:pt x="567783" y="1492363"/>
                  </a:lnTo>
                  <a:lnTo>
                    <a:pt x="569036" y="1492328"/>
                  </a:lnTo>
                  <a:lnTo>
                    <a:pt x="570289" y="1492212"/>
                  </a:lnTo>
                  <a:lnTo>
                    <a:pt x="571542" y="1491985"/>
                  </a:lnTo>
                  <a:lnTo>
                    <a:pt x="572796" y="1491663"/>
                  </a:lnTo>
                  <a:lnTo>
                    <a:pt x="574049" y="1491246"/>
                  </a:lnTo>
                  <a:lnTo>
                    <a:pt x="575302" y="1490750"/>
                  </a:lnTo>
                  <a:lnTo>
                    <a:pt x="576555" y="1490192"/>
                  </a:lnTo>
                  <a:lnTo>
                    <a:pt x="577808" y="1489592"/>
                  </a:lnTo>
                  <a:lnTo>
                    <a:pt x="579062" y="1488986"/>
                  </a:lnTo>
                  <a:lnTo>
                    <a:pt x="580315" y="1488357"/>
                  </a:lnTo>
                  <a:lnTo>
                    <a:pt x="581568" y="1487690"/>
                  </a:lnTo>
                  <a:lnTo>
                    <a:pt x="582821" y="1486985"/>
                  </a:lnTo>
                  <a:lnTo>
                    <a:pt x="584074" y="1486252"/>
                  </a:lnTo>
                  <a:lnTo>
                    <a:pt x="585328" y="1485498"/>
                  </a:lnTo>
                  <a:lnTo>
                    <a:pt x="586581" y="1484731"/>
                  </a:lnTo>
                  <a:lnTo>
                    <a:pt x="587834" y="1483970"/>
                  </a:lnTo>
                  <a:lnTo>
                    <a:pt x="589087" y="1483266"/>
                  </a:lnTo>
                  <a:lnTo>
                    <a:pt x="590341" y="1482643"/>
                  </a:lnTo>
                  <a:lnTo>
                    <a:pt x="591594" y="1482101"/>
                  </a:lnTo>
                  <a:lnTo>
                    <a:pt x="592847" y="1481641"/>
                  </a:lnTo>
                  <a:lnTo>
                    <a:pt x="594100" y="1481245"/>
                  </a:lnTo>
                  <a:lnTo>
                    <a:pt x="595353" y="1480914"/>
                  </a:lnTo>
                  <a:lnTo>
                    <a:pt x="596607" y="1480641"/>
                  </a:lnTo>
                  <a:lnTo>
                    <a:pt x="597860" y="1480429"/>
                  </a:lnTo>
                  <a:lnTo>
                    <a:pt x="599113" y="1480289"/>
                  </a:lnTo>
                  <a:lnTo>
                    <a:pt x="600366" y="1480230"/>
                  </a:lnTo>
                  <a:lnTo>
                    <a:pt x="601620" y="1480242"/>
                  </a:lnTo>
                  <a:lnTo>
                    <a:pt x="602873" y="1480325"/>
                  </a:lnTo>
                  <a:lnTo>
                    <a:pt x="604126" y="1480479"/>
                  </a:lnTo>
                  <a:lnTo>
                    <a:pt x="605379" y="1480696"/>
                  </a:lnTo>
                  <a:lnTo>
                    <a:pt x="606632" y="1480963"/>
                  </a:lnTo>
                  <a:lnTo>
                    <a:pt x="607886" y="1481267"/>
                  </a:lnTo>
                  <a:lnTo>
                    <a:pt x="609139" y="1481597"/>
                  </a:lnTo>
                  <a:lnTo>
                    <a:pt x="610392" y="1481952"/>
                  </a:lnTo>
                  <a:lnTo>
                    <a:pt x="611645" y="1482331"/>
                  </a:lnTo>
                  <a:lnTo>
                    <a:pt x="612898" y="1482732"/>
                  </a:lnTo>
                  <a:lnTo>
                    <a:pt x="614152" y="1483162"/>
                  </a:lnTo>
                  <a:lnTo>
                    <a:pt x="615405" y="1483622"/>
                  </a:lnTo>
                  <a:lnTo>
                    <a:pt x="616658" y="1484110"/>
                  </a:lnTo>
                  <a:lnTo>
                    <a:pt x="617911" y="1484636"/>
                  </a:lnTo>
                  <a:lnTo>
                    <a:pt x="619165" y="1485208"/>
                  </a:lnTo>
                  <a:lnTo>
                    <a:pt x="620418" y="1485833"/>
                  </a:lnTo>
                  <a:lnTo>
                    <a:pt x="621671" y="1486519"/>
                  </a:lnTo>
                  <a:lnTo>
                    <a:pt x="622924" y="1487267"/>
                  </a:lnTo>
                  <a:lnTo>
                    <a:pt x="624177" y="1488071"/>
                  </a:lnTo>
                  <a:lnTo>
                    <a:pt x="625431" y="1488925"/>
                  </a:lnTo>
                  <a:lnTo>
                    <a:pt x="626684" y="1489818"/>
                  </a:lnTo>
                  <a:lnTo>
                    <a:pt x="627937" y="1490746"/>
                  </a:lnTo>
                  <a:lnTo>
                    <a:pt x="629190" y="1491700"/>
                  </a:lnTo>
                  <a:lnTo>
                    <a:pt x="630444" y="1492684"/>
                  </a:lnTo>
                  <a:lnTo>
                    <a:pt x="631697" y="1493707"/>
                  </a:lnTo>
                  <a:lnTo>
                    <a:pt x="632950" y="1494769"/>
                  </a:lnTo>
                  <a:lnTo>
                    <a:pt x="634203" y="1495869"/>
                  </a:lnTo>
                  <a:lnTo>
                    <a:pt x="635456" y="1497000"/>
                  </a:lnTo>
                  <a:lnTo>
                    <a:pt x="636710" y="1498149"/>
                  </a:lnTo>
                  <a:lnTo>
                    <a:pt x="637963" y="1499251"/>
                  </a:lnTo>
                  <a:lnTo>
                    <a:pt x="639216" y="1500277"/>
                  </a:lnTo>
                  <a:lnTo>
                    <a:pt x="640469" y="1501191"/>
                  </a:lnTo>
                  <a:lnTo>
                    <a:pt x="641722" y="1501985"/>
                  </a:lnTo>
                  <a:lnTo>
                    <a:pt x="642976" y="1502669"/>
                  </a:lnTo>
                  <a:lnTo>
                    <a:pt x="644229" y="1503258"/>
                  </a:lnTo>
                  <a:lnTo>
                    <a:pt x="645482" y="1503760"/>
                  </a:lnTo>
                  <a:lnTo>
                    <a:pt x="646735" y="1504183"/>
                  </a:lnTo>
                  <a:lnTo>
                    <a:pt x="647989" y="1504520"/>
                  </a:lnTo>
                  <a:lnTo>
                    <a:pt x="649242" y="1504762"/>
                  </a:lnTo>
                  <a:lnTo>
                    <a:pt x="650495" y="1504890"/>
                  </a:lnTo>
                  <a:lnTo>
                    <a:pt x="651748" y="1504886"/>
                  </a:lnTo>
                  <a:lnTo>
                    <a:pt x="653001" y="1504743"/>
                  </a:lnTo>
                  <a:lnTo>
                    <a:pt x="654255" y="1504459"/>
                  </a:lnTo>
                  <a:lnTo>
                    <a:pt x="655508" y="1504037"/>
                  </a:lnTo>
                  <a:lnTo>
                    <a:pt x="656761" y="1503522"/>
                  </a:lnTo>
                  <a:lnTo>
                    <a:pt x="658014" y="1502941"/>
                  </a:lnTo>
                  <a:lnTo>
                    <a:pt x="659268" y="1502323"/>
                  </a:lnTo>
                  <a:lnTo>
                    <a:pt x="660521" y="1501670"/>
                  </a:lnTo>
                  <a:lnTo>
                    <a:pt x="661774" y="1500979"/>
                  </a:lnTo>
                  <a:lnTo>
                    <a:pt x="663027" y="1500236"/>
                  </a:lnTo>
                  <a:lnTo>
                    <a:pt x="664280" y="1499440"/>
                  </a:lnTo>
                  <a:lnTo>
                    <a:pt x="665534" y="1498592"/>
                  </a:lnTo>
                  <a:lnTo>
                    <a:pt x="666787" y="1497691"/>
                  </a:lnTo>
                  <a:lnTo>
                    <a:pt x="668040" y="1496737"/>
                  </a:lnTo>
                  <a:lnTo>
                    <a:pt x="669293" y="1495737"/>
                  </a:lnTo>
                  <a:lnTo>
                    <a:pt x="670546" y="1494701"/>
                  </a:lnTo>
                  <a:lnTo>
                    <a:pt x="671800" y="1493627"/>
                  </a:lnTo>
                  <a:lnTo>
                    <a:pt x="673053" y="1492514"/>
                  </a:lnTo>
                  <a:lnTo>
                    <a:pt x="674306" y="1491360"/>
                  </a:lnTo>
                  <a:lnTo>
                    <a:pt x="675559" y="1490160"/>
                  </a:lnTo>
                  <a:lnTo>
                    <a:pt x="676813" y="1488907"/>
                  </a:lnTo>
                  <a:lnTo>
                    <a:pt x="678066" y="1487597"/>
                  </a:lnTo>
                  <a:lnTo>
                    <a:pt x="679319" y="1486228"/>
                  </a:lnTo>
                  <a:lnTo>
                    <a:pt x="680572" y="1484798"/>
                  </a:lnTo>
                  <a:lnTo>
                    <a:pt x="681825" y="1483293"/>
                  </a:lnTo>
                  <a:lnTo>
                    <a:pt x="683079" y="1481698"/>
                  </a:lnTo>
                  <a:lnTo>
                    <a:pt x="684332" y="1480005"/>
                  </a:lnTo>
                  <a:lnTo>
                    <a:pt x="685585" y="1478214"/>
                  </a:lnTo>
                  <a:lnTo>
                    <a:pt x="686838" y="1476324"/>
                  </a:lnTo>
                  <a:lnTo>
                    <a:pt x="688092" y="1474343"/>
                  </a:lnTo>
                  <a:lnTo>
                    <a:pt x="689345" y="1472277"/>
                  </a:lnTo>
                  <a:lnTo>
                    <a:pt x="690598" y="1470136"/>
                  </a:lnTo>
                  <a:lnTo>
                    <a:pt x="691851" y="1467932"/>
                  </a:lnTo>
                  <a:lnTo>
                    <a:pt x="693104" y="1465665"/>
                  </a:lnTo>
                  <a:lnTo>
                    <a:pt x="694358" y="1463323"/>
                  </a:lnTo>
                  <a:lnTo>
                    <a:pt x="695611" y="1460901"/>
                  </a:lnTo>
                  <a:lnTo>
                    <a:pt x="696864" y="1458413"/>
                  </a:lnTo>
                  <a:lnTo>
                    <a:pt x="698117" y="1455864"/>
                  </a:lnTo>
                  <a:lnTo>
                    <a:pt x="699370" y="1453267"/>
                  </a:lnTo>
                  <a:lnTo>
                    <a:pt x="700624" y="1450670"/>
                  </a:lnTo>
                  <a:lnTo>
                    <a:pt x="701877" y="1448151"/>
                  </a:lnTo>
                  <a:lnTo>
                    <a:pt x="703130" y="1445750"/>
                  </a:lnTo>
                  <a:lnTo>
                    <a:pt x="704383" y="1443503"/>
                  </a:lnTo>
                  <a:lnTo>
                    <a:pt x="705637" y="1441408"/>
                  </a:lnTo>
                  <a:lnTo>
                    <a:pt x="706890" y="1439462"/>
                  </a:lnTo>
                  <a:lnTo>
                    <a:pt x="708143" y="1437665"/>
                  </a:lnTo>
                  <a:lnTo>
                    <a:pt x="709396" y="1436009"/>
                  </a:lnTo>
                  <a:lnTo>
                    <a:pt x="710649" y="1434494"/>
                  </a:lnTo>
                  <a:lnTo>
                    <a:pt x="711903" y="1433128"/>
                  </a:lnTo>
                  <a:lnTo>
                    <a:pt x="713156" y="1431931"/>
                  </a:lnTo>
                  <a:lnTo>
                    <a:pt x="714409" y="1430913"/>
                  </a:lnTo>
                  <a:lnTo>
                    <a:pt x="715662" y="1430081"/>
                  </a:lnTo>
                  <a:lnTo>
                    <a:pt x="716915" y="1429438"/>
                  </a:lnTo>
                  <a:lnTo>
                    <a:pt x="718169" y="1428984"/>
                  </a:lnTo>
                  <a:lnTo>
                    <a:pt x="719422" y="1428687"/>
                  </a:lnTo>
                  <a:lnTo>
                    <a:pt x="720675" y="1428491"/>
                  </a:lnTo>
                  <a:lnTo>
                    <a:pt x="721928" y="1428358"/>
                  </a:lnTo>
                  <a:lnTo>
                    <a:pt x="723182" y="1428252"/>
                  </a:lnTo>
                  <a:lnTo>
                    <a:pt x="724435" y="1428170"/>
                  </a:lnTo>
                  <a:lnTo>
                    <a:pt x="725688" y="1428117"/>
                  </a:lnTo>
                  <a:lnTo>
                    <a:pt x="726941" y="1428098"/>
                  </a:lnTo>
                  <a:lnTo>
                    <a:pt x="728194" y="1428115"/>
                  </a:lnTo>
                  <a:lnTo>
                    <a:pt x="729448" y="1428165"/>
                  </a:lnTo>
                  <a:lnTo>
                    <a:pt x="730701" y="1428251"/>
                  </a:lnTo>
                  <a:lnTo>
                    <a:pt x="731954" y="1428371"/>
                  </a:lnTo>
                  <a:lnTo>
                    <a:pt x="733207" y="1428523"/>
                  </a:lnTo>
                  <a:lnTo>
                    <a:pt x="734461" y="1428701"/>
                  </a:lnTo>
                  <a:lnTo>
                    <a:pt x="735714" y="1428905"/>
                  </a:lnTo>
                  <a:lnTo>
                    <a:pt x="736967" y="1429133"/>
                  </a:lnTo>
                  <a:lnTo>
                    <a:pt x="738220" y="1429389"/>
                  </a:lnTo>
                  <a:lnTo>
                    <a:pt x="739473" y="1429674"/>
                  </a:lnTo>
                  <a:lnTo>
                    <a:pt x="740727" y="1429994"/>
                  </a:lnTo>
                  <a:lnTo>
                    <a:pt x="741980" y="1430349"/>
                  </a:lnTo>
                  <a:lnTo>
                    <a:pt x="743233" y="1430732"/>
                  </a:lnTo>
                  <a:lnTo>
                    <a:pt x="744486" y="1431145"/>
                  </a:lnTo>
                  <a:lnTo>
                    <a:pt x="745739" y="1431595"/>
                  </a:lnTo>
                  <a:lnTo>
                    <a:pt x="746993" y="1432090"/>
                  </a:lnTo>
                  <a:lnTo>
                    <a:pt x="748246" y="1432584"/>
                  </a:lnTo>
                  <a:lnTo>
                    <a:pt x="749499" y="1433076"/>
                  </a:lnTo>
                  <a:lnTo>
                    <a:pt x="750752" y="1433566"/>
                  </a:lnTo>
                  <a:lnTo>
                    <a:pt x="752006" y="1434052"/>
                  </a:lnTo>
                  <a:lnTo>
                    <a:pt x="753259" y="1434528"/>
                  </a:lnTo>
                  <a:lnTo>
                    <a:pt x="754512" y="1434996"/>
                  </a:lnTo>
                  <a:lnTo>
                    <a:pt x="755765" y="1435450"/>
                  </a:lnTo>
                  <a:lnTo>
                    <a:pt x="757018" y="1435892"/>
                  </a:lnTo>
                  <a:lnTo>
                    <a:pt x="758272" y="1436277"/>
                  </a:lnTo>
                  <a:lnTo>
                    <a:pt x="759525" y="1436594"/>
                  </a:lnTo>
                  <a:lnTo>
                    <a:pt x="760778" y="1436840"/>
                  </a:lnTo>
                  <a:lnTo>
                    <a:pt x="762031" y="1436975"/>
                  </a:lnTo>
                  <a:lnTo>
                    <a:pt x="763285" y="1436998"/>
                  </a:lnTo>
                  <a:lnTo>
                    <a:pt x="764538" y="1436864"/>
                  </a:lnTo>
                  <a:lnTo>
                    <a:pt x="765791" y="1436536"/>
                  </a:lnTo>
                  <a:lnTo>
                    <a:pt x="767044" y="1436013"/>
                  </a:lnTo>
                  <a:lnTo>
                    <a:pt x="768297" y="1435296"/>
                  </a:lnTo>
                  <a:lnTo>
                    <a:pt x="769551" y="1434395"/>
                  </a:lnTo>
                  <a:lnTo>
                    <a:pt x="770804" y="1433300"/>
                  </a:lnTo>
                  <a:lnTo>
                    <a:pt x="772057" y="1432000"/>
                  </a:lnTo>
                  <a:lnTo>
                    <a:pt x="773310" y="1430494"/>
                  </a:lnTo>
                  <a:lnTo>
                    <a:pt x="774563" y="1428782"/>
                  </a:lnTo>
                  <a:lnTo>
                    <a:pt x="775817" y="1426846"/>
                  </a:lnTo>
                  <a:lnTo>
                    <a:pt x="777070" y="1424714"/>
                  </a:lnTo>
                  <a:lnTo>
                    <a:pt x="778323" y="1422394"/>
                  </a:lnTo>
                  <a:lnTo>
                    <a:pt x="779576" y="1419874"/>
                  </a:lnTo>
                  <a:lnTo>
                    <a:pt x="780830" y="1417198"/>
                  </a:lnTo>
                  <a:lnTo>
                    <a:pt x="782083" y="1414368"/>
                  </a:lnTo>
                  <a:lnTo>
                    <a:pt x="783336" y="1411420"/>
                  </a:lnTo>
                  <a:lnTo>
                    <a:pt x="784589" y="1408405"/>
                  </a:lnTo>
                  <a:lnTo>
                    <a:pt x="785842" y="1405351"/>
                  </a:lnTo>
                  <a:lnTo>
                    <a:pt x="787096" y="1402265"/>
                  </a:lnTo>
                  <a:lnTo>
                    <a:pt x="788349" y="1399138"/>
                  </a:lnTo>
                  <a:lnTo>
                    <a:pt x="789602" y="1395969"/>
                  </a:lnTo>
                  <a:lnTo>
                    <a:pt x="790855" y="1392748"/>
                  </a:lnTo>
                  <a:lnTo>
                    <a:pt x="792109" y="1389468"/>
                  </a:lnTo>
                  <a:lnTo>
                    <a:pt x="793362" y="1386135"/>
                  </a:lnTo>
                  <a:lnTo>
                    <a:pt x="794615" y="1382771"/>
                  </a:lnTo>
                  <a:lnTo>
                    <a:pt x="795868" y="1379344"/>
                  </a:lnTo>
                  <a:lnTo>
                    <a:pt x="797121" y="1375814"/>
                  </a:lnTo>
                  <a:lnTo>
                    <a:pt x="798375" y="1372162"/>
                  </a:lnTo>
                  <a:lnTo>
                    <a:pt x="799628" y="1368386"/>
                  </a:lnTo>
                  <a:lnTo>
                    <a:pt x="800881" y="1364442"/>
                  </a:lnTo>
                  <a:lnTo>
                    <a:pt x="802134" y="1360324"/>
                  </a:lnTo>
                  <a:lnTo>
                    <a:pt x="803387" y="1356023"/>
                  </a:lnTo>
                  <a:lnTo>
                    <a:pt x="804641" y="1351540"/>
                  </a:lnTo>
                  <a:lnTo>
                    <a:pt x="805894" y="1346862"/>
                  </a:lnTo>
                  <a:lnTo>
                    <a:pt x="807147" y="1341985"/>
                  </a:lnTo>
                  <a:lnTo>
                    <a:pt x="808400" y="1336898"/>
                  </a:lnTo>
                  <a:lnTo>
                    <a:pt x="809654" y="1331599"/>
                  </a:lnTo>
                  <a:lnTo>
                    <a:pt x="810907" y="1326128"/>
                  </a:lnTo>
                  <a:lnTo>
                    <a:pt x="812160" y="1320512"/>
                  </a:lnTo>
                  <a:lnTo>
                    <a:pt x="813413" y="1314771"/>
                  </a:lnTo>
                  <a:lnTo>
                    <a:pt x="814666" y="1308900"/>
                  </a:lnTo>
                  <a:lnTo>
                    <a:pt x="815920" y="1302918"/>
                  </a:lnTo>
                  <a:lnTo>
                    <a:pt x="817173" y="1296809"/>
                  </a:lnTo>
                  <a:lnTo>
                    <a:pt x="818426" y="1290554"/>
                  </a:lnTo>
                  <a:lnTo>
                    <a:pt x="819679" y="1284147"/>
                  </a:lnTo>
                  <a:lnTo>
                    <a:pt x="820933" y="1277643"/>
                  </a:lnTo>
                  <a:lnTo>
                    <a:pt x="822186" y="1271098"/>
                  </a:lnTo>
                  <a:lnTo>
                    <a:pt x="823439" y="1264504"/>
                  </a:lnTo>
                  <a:lnTo>
                    <a:pt x="824692" y="1257899"/>
                  </a:lnTo>
                  <a:lnTo>
                    <a:pt x="825945" y="1251319"/>
                  </a:lnTo>
                  <a:lnTo>
                    <a:pt x="827199" y="1244769"/>
                  </a:lnTo>
                  <a:lnTo>
                    <a:pt x="828452" y="1238288"/>
                  </a:lnTo>
                  <a:lnTo>
                    <a:pt x="829705" y="1231837"/>
                  </a:lnTo>
                  <a:lnTo>
                    <a:pt x="830958" y="1225388"/>
                  </a:lnTo>
                  <a:lnTo>
                    <a:pt x="832211" y="1218917"/>
                  </a:lnTo>
                  <a:lnTo>
                    <a:pt x="833465" y="1212439"/>
                  </a:lnTo>
                  <a:lnTo>
                    <a:pt x="834718" y="1205966"/>
                  </a:lnTo>
                  <a:lnTo>
                    <a:pt x="835971" y="1199522"/>
                  </a:lnTo>
                  <a:lnTo>
                    <a:pt x="837224" y="1193126"/>
                  </a:lnTo>
                  <a:lnTo>
                    <a:pt x="838478" y="1186828"/>
                  </a:lnTo>
                  <a:lnTo>
                    <a:pt x="839731" y="1180612"/>
                  </a:lnTo>
                  <a:lnTo>
                    <a:pt x="840984" y="1174456"/>
                  </a:lnTo>
                  <a:lnTo>
                    <a:pt x="842237" y="1168400"/>
                  </a:lnTo>
                  <a:lnTo>
                    <a:pt x="843490" y="1162426"/>
                  </a:lnTo>
                  <a:lnTo>
                    <a:pt x="844744" y="1156500"/>
                  </a:lnTo>
                  <a:lnTo>
                    <a:pt x="845997" y="1150592"/>
                  </a:lnTo>
                  <a:lnTo>
                    <a:pt x="847250" y="1144665"/>
                  </a:lnTo>
                  <a:lnTo>
                    <a:pt x="848503" y="1138751"/>
                  </a:lnTo>
                  <a:lnTo>
                    <a:pt x="849757" y="1132876"/>
                  </a:lnTo>
                  <a:lnTo>
                    <a:pt x="851010" y="1127043"/>
                  </a:lnTo>
                  <a:lnTo>
                    <a:pt x="852263" y="1121255"/>
                  </a:lnTo>
                  <a:lnTo>
                    <a:pt x="853516" y="1115489"/>
                  </a:lnTo>
                  <a:lnTo>
                    <a:pt x="854769" y="1109751"/>
                  </a:lnTo>
                  <a:lnTo>
                    <a:pt x="856023" y="1104055"/>
                  </a:lnTo>
                  <a:lnTo>
                    <a:pt x="857276" y="1098391"/>
                  </a:lnTo>
                  <a:lnTo>
                    <a:pt x="858529" y="1092745"/>
                  </a:lnTo>
                  <a:lnTo>
                    <a:pt x="859782" y="1087184"/>
                  </a:lnTo>
                  <a:lnTo>
                    <a:pt x="861035" y="1081767"/>
                  </a:lnTo>
                  <a:lnTo>
                    <a:pt x="862289" y="1076529"/>
                  </a:lnTo>
                  <a:lnTo>
                    <a:pt x="863542" y="1071517"/>
                  </a:lnTo>
                  <a:lnTo>
                    <a:pt x="864795" y="1066740"/>
                  </a:lnTo>
                  <a:lnTo>
                    <a:pt x="866048" y="1062205"/>
                  </a:lnTo>
                  <a:lnTo>
                    <a:pt x="867302" y="1057901"/>
                  </a:lnTo>
                  <a:lnTo>
                    <a:pt x="868555" y="1053842"/>
                  </a:lnTo>
                  <a:lnTo>
                    <a:pt x="869808" y="1050050"/>
                  </a:lnTo>
                  <a:lnTo>
                    <a:pt x="871061" y="1046552"/>
                  </a:lnTo>
                  <a:lnTo>
                    <a:pt x="872314" y="1043382"/>
                  </a:lnTo>
                  <a:lnTo>
                    <a:pt x="873568" y="1040558"/>
                  </a:lnTo>
                  <a:lnTo>
                    <a:pt x="874821" y="1038067"/>
                  </a:lnTo>
                  <a:lnTo>
                    <a:pt x="876074" y="1035917"/>
                  </a:lnTo>
                  <a:lnTo>
                    <a:pt x="877327" y="1034106"/>
                  </a:lnTo>
                  <a:lnTo>
                    <a:pt x="878580" y="1032620"/>
                  </a:lnTo>
                  <a:lnTo>
                    <a:pt x="879834" y="1031447"/>
                  </a:lnTo>
                  <a:lnTo>
                    <a:pt x="881087" y="1030618"/>
                  </a:lnTo>
                  <a:lnTo>
                    <a:pt x="882340" y="1030125"/>
                  </a:lnTo>
                  <a:lnTo>
                    <a:pt x="883593" y="1030005"/>
                  </a:lnTo>
                  <a:lnTo>
                    <a:pt x="884847" y="1030235"/>
                  </a:lnTo>
                  <a:lnTo>
                    <a:pt x="886100" y="1030822"/>
                  </a:lnTo>
                  <a:lnTo>
                    <a:pt x="887353" y="1031784"/>
                  </a:lnTo>
                  <a:lnTo>
                    <a:pt x="888606" y="1033061"/>
                  </a:lnTo>
                  <a:lnTo>
                    <a:pt x="889859" y="1034637"/>
                  </a:lnTo>
                  <a:lnTo>
                    <a:pt x="891113" y="1036492"/>
                  </a:lnTo>
                  <a:lnTo>
                    <a:pt x="892366" y="1038636"/>
                  </a:lnTo>
                  <a:lnTo>
                    <a:pt x="893619" y="1041125"/>
                  </a:lnTo>
                  <a:lnTo>
                    <a:pt x="894872" y="1043968"/>
                  </a:lnTo>
                  <a:lnTo>
                    <a:pt x="896126" y="1047186"/>
                  </a:lnTo>
                  <a:lnTo>
                    <a:pt x="897379" y="1050766"/>
                  </a:lnTo>
                  <a:lnTo>
                    <a:pt x="898632" y="1054688"/>
                  </a:lnTo>
                  <a:lnTo>
                    <a:pt x="899885" y="1058922"/>
                  </a:lnTo>
                  <a:lnTo>
                    <a:pt x="901138" y="1063427"/>
                  </a:lnTo>
                  <a:lnTo>
                    <a:pt x="902392" y="1068134"/>
                  </a:lnTo>
                  <a:lnTo>
                    <a:pt x="903645" y="1073041"/>
                  </a:lnTo>
                  <a:lnTo>
                    <a:pt x="904898" y="1078141"/>
                  </a:lnTo>
                  <a:lnTo>
                    <a:pt x="906151" y="1083360"/>
                  </a:lnTo>
                  <a:lnTo>
                    <a:pt x="907404" y="1088754"/>
                  </a:lnTo>
                  <a:lnTo>
                    <a:pt x="908658" y="1094343"/>
                  </a:lnTo>
                  <a:lnTo>
                    <a:pt x="909911" y="1100142"/>
                  </a:lnTo>
                  <a:lnTo>
                    <a:pt x="911164" y="1106112"/>
                  </a:lnTo>
                  <a:lnTo>
                    <a:pt x="912417" y="1112127"/>
                  </a:lnTo>
                  <a:lnTo>
                    <a:pt x="913671" y="1118154"/>
                  </a:lnTo>
                  <a:lnTo>
                    <a:pt x="914924" y="1124181"/>
                  </a:lnTo>
                  <a:lnTo>
                    <a:pt x="916177" y="1130232"/>
                  </a:lnTo>
                  <a:lnTo>
                    <a:pt x="917430" y="1136341"/>
                  </a:lnTo>
                  <a:lnTo>
                    <a:pt x="918683" y="1142496"/>
                  </a:lnTo>
                  <a:lnTo>
                    <a:pt x="919937" y="1148695"/>
                  </a:lnTo>
                  <a:lnTo>
                    <a:pt x="921190" y="1154973"/>
                  </a:lnTo>
                  <a:lnTo>
                    <a:pt x="922443" y="1161312"/>
                  </a:lnTo>
                  <a:lnTo>
                    <a:pt x="923696" y="1167646"/>
                  </a:lnTo>
                  <a:lnTo>
                    <a:pt x="924950" y="1173945"/>
                  </a:lnTo>
                  <a:lnTo>
                    <a:pt x="926203" y="1180180"/>
                  </a:lnTo>
                  <a:lnTo>
                    <a:pt x="927456" y="1186348"/>
                  </a:lnTo>
                  <a:lnTo>
                    <a:pt x="928709" y="1192484"/>
                  </a:lnTo>
                  <a:lnTo>
                    <a:pt x="929962" y="1198601"/>
                  </a:lnTo>
                  <a:lnTo>
                    <a:pt x="931216" y="1204733"/>
                  </a:lnTo>
                  <a:lnTo>
                    <a:pt x="932469" y="1210886"/>
                  </a:lnTo>
                  <a:lnTo>
                    <a:pt x="933722" y="1217042"/>
                  </a:lnTo>
                  <a:lnTo>
                    <a:pt x="934975" y="1223167"/>
                  </a:lnTo>
                  <a:lnTo>
                    <a:pt x="936228" y="1229229"/>
                  </a:lnTo>
                  <a:lnTo>
                    <a:pt x="937482" y="1235204"/>
                  </a:lnTo>
                  <a:lnTo>
                    <a:pt x="938735" y="1241055"/>
                  </a:lnTo>
                  <a:lnTo>
                    <a:pt x="939988" y="1246775"/>
                  </a:lnTo>
                  <a:lnTo>
                    <a:pt x="941241" y="1252362"/>
                  </a:lnTo>
                  <a:lnTo>
                    <a:pt x="942495" y="1257864"/>
                  </a:lnTo>
                  <a:lnTo>
                    <a:pt x="943748" y="1263275"/>
                  </a:lnTo>
                  <a:lnTo>
                    <a:pt x="945001" y="1268615"/>
                  </a:lnTo>
                  <a:lnTo>
                    <a:pt x="946254" y="1273878"/>
                  </a:lnTo>
                  <a:lnTo>
                    <a:pt x="947507" y="1279011"/>
                  </a:lnTo>
                  <a:lnTo>
                    <a:pt x="948761" y="1283992"/>
                  </a:lnTo>
                  <a:lnTo>
                    <a:pt x="950014" y="1288818"/>
                  </a:lnTo>
                  <a:lnTo>
                    <a:pt x="951267" y="1293511"/>
                  </a:lnTo>
                  <a:lnTo>
                    <a:pt x="952520" y="1298103"/>
                  </a:lnTo>
                  <a:lnTo>
                    <a:pt x="953774" y="1302608"/>
                  </a:lnTo>
                  <a:lnTo>
                    <a:pt x="955027" y="1307032"/>
                  </a:lnTo>
                  <a:lnTo>
                    <a:pt x="956280" y="1311335"/>
                  </a:lnTo>
                  <a:lnTo>
                    <a:pt x="957533" y="1315523"/>
                  </a:lnTo>
                  <a:lnTo>
                    <a:pt x="958786" y="1319573"/>
                  </a:lnTo>
                  <a:lnTo>
                    <a:pt x="960040" y="1323482"/>
                  </a:lnTo>
                  <a:lnTo>
                    <a:pt x="961293" y="1327249"/>
                  </a:lnTo>
                  <a:lnTo>
                    <a:pt x="962546" y="1330886"/>
                  </a:lnTo>
                  <a:lnTo>
                    <a:pt x="963799" y="1334392"/>
                  </a:lnTo>
                  <a:lnTo>
                    <a:pt x="965052" y="1337804"/>
                  </a:lnTo>
                  <a:lnTo>
                    <a:pt x="966306" y="1341140"/>
                  </a:lnTo>
                  <a:lnTo>
                    <a:pt x="967559" y="1344385"/>
                  </a:lnTo>
                  <a:lnTo>
                    <a:pt x="968812" y="1347538"/>
                  </a:lnTo>
                  <a:lnTo>
                    <a:pt x="970065" y="1350580"/>
                  </a:lnTo>
                  <a:lnTo>
                    <a:pt x="971319" y="1353477"/>
                  </a:lnTo>
                  <a:lnTo>
                    <a:pt x="972572" y="1356201"/>
                  </a:lnTo>
                  <a:lnTo>
                    <a:pt x="973825" y="1358760"/>
                  </a:lnTo>
                  <a:lnTo>
                    <a:pt x="975078" y="1361256"/>
                  </a:lnTo>
                  <a:lnTo>
                    <a:pt x="976331" y="1363755"/>
                  </a:lnTo>
                  <a:lnTo>
                    <a:pt x="977585" y="1366267"/>
                  </a:lnTo>
                  <a:lnTo>
                    <a:pt x="978838" y="1368811"/>
                  </a:lnTo>
                  <a:lnTo>
                    <a:pt x="980091" y="1371363"/>
                  </a:lnTo>
                  <a:lnTo>
                    <a:pt x="981344" y="1373910"/>
                  </a:lnTo>
                  <a:lnTo>
                    <a:pt x="982598" y="1376449"/>
                  </a:lnTo>
                  <a:lnTo>
                    <a:pt x="983851" y="1378960"/>
                  </a:lnTo>
                  <a:lnTo>
                    <a:pt x="985104" y="1381428"/>
                  </a:lnTo>
                  <a:lnTo>
                    <a:pt x="986357" y="1383891"/>
                  </a:lnTo>
                  <a:lnTo>
                    <a:pt x="987610" y="1386374"/>
                  </a:lnTo>
                  <a:lnTo>
                    <a:pt x="988864" y="1388906"/>
                  </a:lnTo>
                  <a:lnTo>
                    <a:pt x="990117" y="1391502"/>
                  </a:lnTo>
                  <a:lnTo>
                    <a:pt x="991370" y="1394130"/>
                  </a:lnTo>
                  <a:lnTo>
                    <a:pt x="992623" y="1396791"/>
                  </a:lnTo>
                  <a:lnTo>
                    <a:pt x="993876" y="1399454"/>
                  </a:lnTo>
                  <a:lnTo>
                    <a:pt x="995130" y="1402083"/>
                  </a:lnTo>
                  <a:lnTo>
                    <a:pt x="996383" y="1404659"/>
                  </a:lnTo>
                  <a:lnTo>
                    <a:pt x="997636" y="1407186"/>
                  </a:lnTo>
                  <a:lnTo>
                    <a:pt x="998889" y="1409573"/>
                  </a:lnTo>
                  <a:lnTo>
                    <a:pt x="1000143" y="1411817"/>
                  </a:lnTo>
                  <a:lnTo>
                    <a:pt x="1001396" y="1413926"/>
                  </a:lnTo>
                  <a:lnTo>
                    <a:pt x="1002649" y="1415895"/>
                  </a:lnTo>
                  <a:lnTo>
                    <a:pt x="1003902" y="1417721"/>
                  </a:lnTo>
                  <a:lnTo>
                    <a:pt x="1005155" y="1419368"/>
                  </a:lnTo>
                  <a:lnTo>
                    <a:pt x="1006409" y="1420811"/>
                  </a:lnTo>
                  <a:lnTo>
                    <a:pt x="1007662" y="1422047"/>
                  </a:lnTo>
                  <a:lnTo>
                    <a:pt x="1008915" y="1423044"/>
                  </a:lnTo>
                  <a:lnTo>
                    <a:pt x="1010168" y="1423834"/>
                  </a:lnTo>
                  <a:lnTo>
                    <a:pt x="1011422" y="1424424"/>
                  </a:lnTo>
                  <a:lnTo>
                    <a:pt x="1012675" y="1424793"/>
                  </a:lnTo>
                  <a:lnTo>
                    <a:pt x="1013928" y="1424942"/>
                  </a:lnTo>
                  <a:lnTo>
                    <a:pt x="1015181" y="1424848"/>
                  </a:lnTo>
                  <a:lnTo>
                    <a:pt x="1016434" y="1424503"/>
                  </a:lnTo>
                  <a:lnTo>
                    <a:pt x="1017688" y="1423985"/>
                  </a:lnTo>
                  <a:lnTo>
                    <a:pt x="1018941" y="1423313"/>
                  </a:lnTo>
                  <a:lnTo>
                    <a:pt x="1020194" y="1422484"/>
                  </a:lnTo>
                  <a:lnTo>
                    <a:pt x="1021447" y="1421515"/>
                  </a:lnTo>
                  <a:lnTo>
                    <a:pt x="1022700" y="1420426"/>
                  </a:lnTo>
                  <a:lnTo>
                    <a:pt x="1023954" y="1419213"/>
                  </a:lnTo>
                  <a:lnTo>
                    <a:pt x="1025207" y="1417867"/>
                  </a:lnTo>
                  <a:lnTo>
                    <a:pt x="1026460" y="1416390"/>
                  </a:lnTo>
                  <a:lnTo>
                    <a:pt x="1027713" y="1414790"/>
                  </a:lnTo>
                  <a:lnTo>
                    <a:pt x="1028967" y="1413058"/>
                  </a:lnTo>
                  <a:lnTo>
                    <a:pt x="1030220" y="1411206"/>
                  </a:lnTo>
                  <a:lnTo>
                    <a:pt x="1031473" y="1409302"/>
                  </a:lnTo>
                  <a:lnTo>
                    <a:pt x="1032726" y="1407339"/>
                  </a:lnTo>
                  <a:lnTo>
                    <a:pt x="1033979" y="1405275"/>
                  </a:lnTo>
                  <a:lnTo>
                    <a:pt x="1035233" y="1403084"/>
                  </a:lnTo>
                  <a:lnTo>
                    <a:pt x="1036486" y="1400739"/>
                  </a:lnTo>
                  <a:lnTo>
                    <a:pt x="1037739" y="1398229"/>
                  </a:lnTo>
                  <a:lnTo>
                    <a:pt x="1038992" y="1395518"/>
                  </a:lnTo>
                  <a:lnTo>
                    <a:pt x="1040245" y="1392597"/>
                  </a:lnTo>
                  <a:lnTo>
                    <a:pt x="1041499" y="1389453"/>
                  </a:lnTo>
                  <a:lnTo>
                    <a:pt x="1042752" y="1386059"/>
                  </a:lnTo>
                  <a:lnTo>
                    <a:pt x="1044005" y="1382409"/>
                  </a:lnTo>
                  <a:lnTo>
                    <a:pt x="1045258" y="1378501"/>
                  </a:lnTo>
                  <a:lnTo>
                    <a:pt x="1046512" y="1374350"/>
                  </a:lnTo>
                  <a:lnTo>
                    <a:pt x="1047765" y="1369939"/>
                  </a:lnTo>
                  <a:lnTo>
                    <a:pt x="1049018" y="1365218"/>
                  </a:lnTo>
                  <a:lnTo>
                    <a:pt x="1050271" y="1360148"/>
                  </a:lnTo>
                  <a:lnTo>
                    <a:pt x="1051524" y="1354719"/>
                  </a:lnTo>
                  <a:lnTo>
                    <a:pt x="1052778" y="1348958"/>
                  </a:lnTo>
                  <a:lnTo>
                    <a:pt x="1054031" y="1342877"/>
                  </a:lnTo>
                  <a:lnTo>
                    <a:pt x="1055284" y="1336489"/>
                  </a:lnTo>
                  <a:lnTo>
                    <a:pt x="1056537" y="1329793"/>
                  </a:lnTo>
                  <a:lnTo>
                    <a:pt x="1057791" y="1322821"/>
                  </a:lnTo>
                  <a:lnTo>
                    <a:pt x="1059044" y="1315592"/>
                  </a:lnTo>
                  <a:lnTo>
                    <a:pt x="1060297" y="1308115"/>
                  </a:lnTo>
                  <a:lnTo>
                    <a:pt x="1061550" y="1300514"/>
                  </a:lnTo>
                  <a:lnTo>
                    <a:pt x="1062803" y="1292921"/>
                  </a:lnTo>
                  <a:lnTo>
                    <a:pt x="1064057" y="1285362"/>
                  </a:lnTo>
                  <a:lnTo>
                    <a:pt x="1065310" y="1277865"/>
                  </a:lnTo>
                  <a:lnTo>
                    <a:pt x="1066563" y="1270488"/>
                  </a:lnTo>
                  <a:lnTo>
                    <a:pt x="1067816" y="1263327"/>
                  </a:lnTo>
                  <a:lnTo>
                    <a:pt x="1069069" y="1256450"/>
                  </a:lnTo>
                  <a:lnTo>
                    <a:pt x="1070323" y="1249874"/>
                  </a:lnTo>
                  <a:lnTo>
                    <a:pt x="1071576" y="1243593"/>
                  </a:lnTo>
                  <a:lnTo>
                    <a:pt x="1072829" y="1237602"/>
                  </a:lnTo>
                  <a:lnTo>
                    <a:pt x="1074082" y="1231914"/>
                  </a:lnTo>
                  <a:lnTo>
                    <a:pt x="1075336" y="1226552"/>
                  </a:lnTo>
                  <a:lnTo>
                    <a:pt x="1076589" y="1221526"/>
                  </a:lnTo>
                  <a:lnTo>
                    <a:pt x="1077842" y="1216830"/>
                  </a:lnTo>
                  <a:lnTo>
                    <a:pt x="1079095" y="1212465"/>
                  </a:lnTo>
                  <a:lnTo>
                    <a:pt x="1080348" y="1208347"/>
                  </a:lnTo>
                  <a:lnTo>
                    <a:pt x="1081602" y="1204381"/>
                  </a:lnTo>
                  <a:lnTo>
                    <a:pt x="1082855" y="1200550"/>
                  </a:lnTo>
                  <a:lnTo>
                    <a:pt x="1084108" y="1196836"/>
                  </a:lnTo>
                  <a:lnTo>
                    <a:pt x="1085361" y="1193216"/>
                  </a:lnTo>
                  <a:lnTo>
                    <a:pt x="1086615" y="1189685"/>
                  </a:lnTo>
                  <a:lnTo>
                    <a:pt x="1087868" y="1186251"/>
                  </a:lnTo>
                  <a:lnTo>
                    <a:pt x="1089121" y="1182914"/>
                  </a:lnTo>
                  <a:lnTo>
                    <a:pt x="1090374" y="1179676"/>
                  </a:lnTo>
                  <a:lnTo>
                    <a:pt x="1091627" y="1176547"/>
                  </a:lnTo>
                  <a:lnTo>
                    <a:pt x="1092881" y="1173504"/>
                  </a:lnTo>
                  <a:lnTo>
                    <a:pt x="1094134" y="1170511"/>
                  </a:lnTo>
                  <a:lnTo>
                    <a:pt x="1095387" y="1167540"/>
                  </a:lnTo>
                  <a:lnTo>
                    <a:pt x="1096640" y="1164683"/>
                  </a:lnTo>
                  <a:lnTo>
                    <a:pt x="1097893" y="1162059"/>
                  </a:lnTo>
                  <a:lnTo>
                    <a:pt x="1099147" y="1159723"/>
                  </a:lnTo>
                  <a:lnTo>
                    <a:pt x="1100400" y="1157714"/>
                  </a:lnTo>
                  <a:lnTo>
                    <a:pt x="1101653" y="1156050"/>
                  </a:lnTo>
                  <a:lnTo>
                    <a:pt x="1102906" y="1154737"/>
                  </a:lnTo>
                  <a:lnTo>
                    <a:pt x="1104160" y="1153777"/>
                  </a:lnTo>
                  <a:lnTo>
                    <a:pt x="1105413" y="1153200"/>
                  </a:lnTo>
                  <a:lnTo>
                    <a:pt x="1106666" y="1153034"/>
                  </a:lnTo>
                  <a:lnTo>
                    <a:pt x="1107919" y="1153289"/>
                  </a:lnTo>
                  <a:lnTo>
                    <a:pt x="1109172" y="1153975"/>
                  </a:lnTo>
                  <a:lnTo>
                    <a:pt x="1110426" y="1155123"/>
                  </a:lnTo>
                  <a:lnTo>
                    <a:pt x="1111679" y="1156805"/>
                  </a:lnTo>
                  <a:lnTo>
                    <a:pt x="1112932" y="1159047"/>
                  </a:lnTo>
                  <a:lnTo>
                    <a:pt x="1114185" y="1161850"/>
                  </a:lnTo>
                  <a:lnTo>
                    <a:pt x="1115439" y="1165180"/>
                  </a:lnTo>
                  <a:lnTo>
                    <a:pt x="1116692" y="1168981"/>
                  </a:lnTo>
                  <a:lnTo>
                    <a:pt x="1117945" y="1173221"/>
                  </a:lnTo>
                  <a:lnTo>
                    <a:pt x="1119198" y="1177886"/>
                  </a:lnTo>
                  <a:lnTo>
                    <a:pt x="1120451" y="1182963"/>
                  </a:lnTo>
                  <a:lnTo>
                    <a:pt x="1121705" y="1188438"/>
                  </a:lnTo>
                  <a:lnTo>
                    <a:pt x="1122958" y="1194304"/>
                  </a:lnTo>
                  <a:lnTo>
                    <a:pt x="1124211" y="1200542"/>
                  </a:lnTo>
                  <a:lnTo>
                    <a:pt x="1125464" y="1206981"/>
                  </a:lnTo>
                  <a:lnTo>
                    <a:pt x="1126717" y="1213585"/>
                  </a:lnTo>
                  <a:lnTo>
                    <a:pt x="1127971" y="1220336"/>
                  </a:lnTo>
                  <a:lnTo>
                    <a:pt x="1129224" y="1227166"/>
                  </a:lnTo>
                  <a:lnTo>
                    <a:pt x="1130477" y="1233950"/>
                  </a:lnTo>
                  <a:lnTo>
                    <a:pt x="1131730" y="1240558"/>
                  </a:lnTo>
                  <a:lnTo>
                    <a:pt x="1132984" y="1246944"/>
                  </a:lnTo>
                  <a:lnTo>
                    <a:pt x="1134237" y="1253029"/>
                  </a:lnTo>
                  <a:lnTo>
                    <a:pt x="1135490" y="1258824"/>
                  </a:lnTo>
                  <a:lnTo>
                    <a:pt x="1136743" y="1264330"/>
                  </a:lnTo>
                  <a:lnTo>
                    <a:pt x="1137996" y="1269518"/>
                  </a:lnTo>
                  <a:lnTo>
                    <a:pt x="1139250" y="1274363"/>
                  </a:lnTo>
                  <a:lnTo>
                    <a:pt x="1140503" y="1278871"/>
                  </a:lnTo>
                  <a:lnTo>
                    <a:pt x="1141756" y="1283042"/>
                  </a:lnTo>
                  <a:lnTo>
                    <a:pt x="1143009" y="1286877"/>
                  </a:lnTo>
                  <a:lnTo>
                    <a:pt x="1144263" y="1290486"/>
                  </a:lnTo>
                  <a:lnTo>
                    <a:pt x="1145516" y="1293893"/>
                  </a:lnTo>
                  <a:lnTo>
                    <a:pt x="1146769" y="1297101"/>
                  </a:lnTo>
                  <a:lnTo>
                    <a:pt x="1148022" y="1300097"/>
                  </a:lnTo>
                  <a:lnTo>
                    <a:pt x="1149275" y="1302895"/>
                  </a:lnTo>
                  <a:lnTo>
                    <a:pt x="1150529" y="1305507"/>
                  </a:lnTo>
                  <a:lnTo>
                    <a:pt x="1151782" y="1307932"/>
                  </a:lnTo>
                  <a:lnTo>
                    <a:pt x="1153035" y="1310237"/>
                  </a:lnTo>
                  <a:lnTo>
                    <a:pt x="1154288" y="1312420"/>
                  </a:lnTo>
                  <a:lnTo>
                    <a:pt x="1155541" y="1314483"/>
                  </a:lnTo>
                  <a:lnTo>
                    <a:pt x="1156795" y="1316428"/>
                  </a:lnTo>
                  <a:lnTo>
                    <a:pt x="1158048" y="1318268"/>
                  </a:lnTo>
                  <a:lnTo>
                    <a:pt x="1159301" y="1319994"/>
                  </a:lnTo>
                  <a:lnTo>
                    <a:pt x="1160554" y="1321505"/>
                  </a:lnTo>
                  <a:lnTo>
                    <a:pt x="1161808" y="1322753"/>
                  </a:lnTo>
                  <a:lnTo>
                    <a:pt x="1163061" y="1323712"/>
                  </a:lnTo>
                  <a:lnTo>
                    <a:pt x="1164314" y="1324374"/>
                  </a:lnTo>
                  <a:lnTo>
                    <a:pt x="1165567" y="1324718"/>
                  </a:lnTo>
                  <a:lnTo>
                    <a:pt x="1166820" y="1324764"/>
                  </a:lnTo>
                  <a:lnTo>
                    <a:pt x="1168074" y="1324504"/>
                  </a:lnTo>
                  <a:lnTo>
                    <a:pt x="1169327" y="1323916"/>
                  </a:lnTo>
                  <a:lnTo>
                    <a:pt x="1170580" y="1322991"/>
                  </a:lnTo>
                  <a:lnTo>
                    <a:pt x="1171833" y="1321723"/>
                  </a:lnTo>
                  <a:lnTo>
                    <a:pt x="1173087" y="1320109"/>
                  </a:lnTo>
                  <a:lnTo>
                    <a:pt x="1174340" y="1318121"/>
                  </a:lnTo>
                  <a:lnTo>
                    <a:pt x="1175593" y="1315779"/>
                  </a:lnTo>
                  <a:lnTo>
                    <a:pt x="1176846" y="1313139"/>
                  </a:lnTo>
                  <a:lnTo>
                    <a:pt x="1178099" y="1310200"/>
                  </a:lnTo>
                  <a:lnTo>
                    <a:pt x="1179353" y="1306998"/>
                  </a:lnTo>
                  <a:lnTo>
                    <a:pt x="1180606" y="1303565"/>
                  </a:lnTo>
                  <a:lnTo>
                    <a:pt x="1181859" y="1299915"/>
                  </a:lnTo>
                  <a:lnTo>
                    <a:pt x="1183112" y="1296034"/>
                  </a:lnTo>
                  <a:lnTo>
                    <a:pt x="1184365" y="1291960"/>
                  </a:lnTo>
                  <a:lnTo>
                    <a:pt x="1185619" y="1287708"/>
                  </a:lnTo>
                  <a:lnTo>
                    <a:pt x="1186872" y="1283284"/>
                  </a:lnTo>
                  <a:lnTo>
                    <a:pt x="1188125" y="1278740"/>
                  </a:lnTo>
                  <a:lnTo>
                    <a:pt x="1189378" y="1274102"/>
                  </a:lnTo>
                  <a:lnTo>
                    <a:pt x="1190632" y="1269363"/>
                  </a:lnTo>
                  <a:lnTo>
                    <a:pt x="1191885" y="1264529"/>
                  </a:lnTo>
                  <a:lnTo>
                    <a:pt x="1193138" y="1259644"/>
                  </a:lnTo>
                  <a:lnTo>
                    <a:pt x="1194391" y="1254786"/>
                  </a:lnTo>
                  <a:lnTo>
                    <a:pt x="1195644" y="1249992"/>
                  </a:lnTo>
                  <a:lnTo>
                    <a:pt x="1196898" y="1245339"/>
                  </a:lnTo>
                  <a:lnTo>
                    <a:pt x="1198151" y="1240910"/>
                  </a:lnTo>
                  <a:lnTo>
                    <a:pt x="1199404" y="1236704"/>
                  </a:lnTo>
                  <a:lnTo>
                    <a:pt x="1200657" y="1232738"/>
                  </a:lnTo>
                  <a:lnTo>
                    <a:pt x="1201910" y="1229041"/>
                  </a:lnTo>
                  <a:lnTo>
                    <a:pt x="1203164" y="1225624"/>
                  </a:lnTo>
                  <a:lnTo>
                    <a:pt x="1204417" y="1222489"/>
                  </a:lnTo>
                  <a:lnTo>
                    <a:pt x="1205670" y="1219634"/>
                  </a:lnTo>
                  <a:lnTo>
                    <a:pt x="1206923" y="1217026"/>
                  </a:lnTo>
                  <a:lnTo>
                    <a:pt x="1208177" y="1214663"/>
                  </a:lnTo>
                  <a:lnTo>
                    <a:pt x="1209430" y="1212553"/>
                  </a:lnTo>
                  <a:lnTo>
                    <a:pt x="1210683" y="1210728"/>
                  </a:lnTo>
                  <a:lnTo>
                    <a:pt x="1211936" y="1209212"/>
                  </a:lnTo>
                  <a:lnTo>
                    <a:pt x="1213189" y="1207982"/>
                  </a:lnTo>
                  <a:lnTo>
                    <a:pt x="1214443" y="1207028"/>
                  </a:lnTo>
                  <a:lnTo>
                    <a:pt x="1215696" y="1206284"/>
                  </a:lnTo>
                  <a:lnTo>
                    <a:pt x="1216949" y="1205682"/>
                  </a:lnTo>
                  <a:lnTo>
                    <a:pt x="1218202" y="1205225"/>
                  </a:lnTo>
                  <a:lnTo>
                    <a:pt x="1219456" y="1204927"/>
                  </a:lnTo>
                  <a:lnTo>
                    <a:pt x="1220709" y="1204822"/>
                  </a:lnTo>
                  <a:lnTo>
                    <a:pt x="1221962" y="1204924"/>
                  </a:lnTo>
                  <a:lnTo>
                    <a:pt x="1223215" y="1205206"/>
                  </a:lnTo>
                  <a:lnTo>
                    <a:pt x="1224468" y="1205700"/>
                  </a:lnTo>
                  <a:lnTo>
                    <a:pt x="1225722" y="1206423"/>
                  </a:lnTo>
                  <a:lnTo>
                    <a:pt x="1226975" y="1207370"/>
                  </a:lnTo>
                  <a:lnTo>
                    <a:pt x="1228228" y="1208557"/>
                  </a:lnTo>
                  <a:lnTo>
                    <a:pt x="1229481" y="1209982"/>
                  </a:lnTo>
                  <a:lnTo>
                    <a:pt x="1230734" y="1211629"/>
                  </a:lnTo>
                  <a:lnTo>
                    <a:pt x="1231988" y="1213490"/>
                  </a:lnTo>
                  <a:lnTo>
                    <a:pt x="1233241" y="1215533"/>
                  </a:lnTo>
                  <a:lnTo>
                    <a:pt x="1234494" y="1217764"/>
                  </a:lnTo>
                  <a:lnTo>
                    <a:pt x="1235747" y="1220181"/>
                  </a:lnTo>
                  <a:lnTo>
                    <a:pt x="1237001" y="1222781"/>
                  </a:lnTo>
                  <a:lnTo>
                    <a:pt x="1238254" y="1225525"/>
                  </a:lnTo>
                  <a:lnTo>
                    <a:pt x="1239507" y="1228326"/>
                  </a:lnTo>
                  <a:lnTo>
                    <a:pt x="1240760" y="1231150"/>
                  </a:lnTo>
                  <a:lnTo>
                    <a:pt x="1242013" y="1234056"/>
                  </a:lnTo>
                  <a:lnTo>
                    <a:pt x="1243267" y="1237033"/>
                  </a:lnTo>
                  <a:lnTo>
                    <a:pt x="1244520" y="1240061"/>
                  </a:lnTo>
                  <a:lnTo>
                    <a:pt x="1245773" y="1243150"/>
                  </a:lnTo>
                  <a:lnTo>
                    <a:pt x="1247026" y="1246283"/>
                  </a:lnTo>
                  <a:lnTo>
                    <a:pt x="1248280" y="1249418"/>
                  </a:lnTo>
                  <a:lnTo>
                    <a:pt x="1249533" y="1252542"/>
                  </a:lnTo>
                  <a:lnTo>
                    <a:pt x="1250786" y="1255664"/>
                  </a:lnTo>
                  <a:lnTo>
                    <a:pt x="1252039" y="1258805"/>
                  </a:lnTo>
                  <a:lnTo>
                    <a:pt x="1253292" y="1262004"/>
                  </a:lnTo>
                  <a:lnTo>
                    <a:pt x="1254546" y="1265278"/>
                  </a:lnTo>
                  <a:lnTo>
                    <a:pt x="1255799" y="1268634"/>
                  </a:lnTo>
                  <a:lnTo>
                    <a:pt x="1257052" y="1272070"/>
                  </a:lnTo>
                  <a:lnTo>
                    <a:pt x="1258305" y="1275587"/>
                  </a:lnTo>
                  <a:lnTo>
                    <a:pt x="1259558" y="1279192"/>
                  </a:lnTo>
                  <a:lnTo>
                    <a:pt x="1260812" y="1282778"/>
                  </a:lnTo>
                  <a:lnTo>
                    <a:pt x="1262065" y="1286321"/>
                  </a:lnTo>
                  <a:lnTo>
                    <a:pt x="1263318" y="1289821"/>
                  </a:lnTo>
                  <a:lnTo>
                    <a:pt x="1264571" y="1293262"/>
                  </a:lnTo>
                  <a:lnTo>
                    <a:pt x="1265825" y="1296632"/>
                  </a:lnTo>
                  <a:lnTo>
                    <a:pt x="1267078" y="1299929"/>
                  </a:lnTo>
                  <a:lnTo>
                    <a:pt x="1268331" y="1303155"/>
                  </a:lnTo>
                  <a:lnTo>
                    <a:pt x="1269584" y="1306315"/>
                  </a:lnTo>
                  <a:lnTo>
                    <a:pt x="1270837" y="1309413"/>
                  </a:lnTo>
                  <a:lnTo>
                    <a:pt x="1272091" y="1312404"/>
                  </a:lnTo>
                  <a:lnTo>
                    <a:pt x="1273344" y="1315274"/>
                  </a:lnTo>
                  <a:lnTo>
                    <a:pt x="1274597" y="1317991"/>
                  </a:lnTo>
                  <a:lnTo>
                    <a:pt x="1275850" y="1320564"/>
                  </a:lnTo>
                  <a:lnTo>
                    <a:pt x="1277104" y="1323006"/>
                  </a:lnTo>
                  <a:lnTo>
                    <a:pt x="1278357" y="1325316"/>
                  </a:lnTo>
                  <a:lnTo>
                    <a:pt x="1279610" y="1327557"/>
                  </a:lnTo>
                  <a:lnTo>
                    <a:pt x="1280863" y="1329731"/>
                  </a:lnTo>
                  <a:lnTo>
                    <a:pt x="1282116" y="1331837"/>
                  </a:lnTo>
                  <a:lnTo>
                    <a:pt x="1283370" y="1333857"/>
                  </a:lnTo>
                  <a:lnTo>
                    <a:pt x="1284623" y="1335777"/>
                  </a:lnTo>
                  <a:lnTo>
                    <a:pt x="1285876" y="1337640"/>
                  </a:lnTo>
                  <a:lnTo>
                    <a:pt x="1287129" y="1339479"/>
                  </a:lnTo>
                  <a:lnTo>
                    <a:pt x="1288382" y="1341275"/>
                  </a:lnTo>
                  <a:lnTo>
                    <a:pt x="1289636" y="1343035"/>
                  </a:lnTo>
                  <a:lnTo>
                    <a:pt x="1290889" y="1344766"/>
                  </a:lnTo>
                  <a:lnTo>
                    <a:pt x="1292142" y="1346448"/>
                  </a:lnTo>
                  <a:lnTo>
                    <a:pt x="1293395" y="1348097"/>
                  </a:lnTo>
                  <a:lnTo>
                    <a:pt x="1294649" y="1349722"/>
                  </a:lnTo>
                  <a:lnTo>
                    <a:pt x="1295902" y="1351365"/>
                  </a:lnTo>
                  <a:lnTo>
                    <a:pt x="1297155" y="1353054"/>
                  </a:lnTo>
                  <a:lnTo>
                    <a:pt x="1298408" y="1354786"/>
                  </a:lnTo>
                  <a:lnTo>
                    <a:pt x="1299661" y="1356565"/>
                  </a:lnTo>
                  <a:lnTo>
                    <a:pt x="1300915" y="1358391"/>
                  </a:lnTo>
                  <a:lnTo>
                    <a:pt x="1302168" y="1360302"/>
                  </a:lnTo>
                  <a:lnTo>
                    <a:pt x="1303421" y="1362327"/>
                  </a:lnTo>
                  <a:lnTo>
                    <a:pt x="1304674" y="1364410"/>
                  </a:lnTo>
                  <a:lnTo>
                    <a:pt x="1305928" y="1366508"/>
                  </a:lnTo>
                  <a:lnTo>
                    <a:pt x="1307181" y="1368639"/>
                  </a:lnTo>
                  <a:lnTo>
                    <a:pt x="1308434" y="1370801"/>
                  </a:lnTo>
                  <a:lnTo>
                    <a:pt x="1309687" y="1372980"/>
                  </a:lnTo>
                  <a:lnTo>
                    <a:pt x="1310940" y="1375203"/>
                  </a:lnTo>
                  <a:lnTo>
                    <a:pt x="1312194" y="1377484"/>
                  </a:lnTo>
                  <a:lnTo>
                    <a:pt x="1313447" y="1379813"/>
                  </a:lnTo>
                  <a:lnTo>
                    <a:pt x="1314700" y="1382145"/>
                  </a:lnTo>
                  <a:lnTo>
                    <a:pt x="1315953" y="1384419"/>
                  </a:lnTo>
                  <a:lnTo>
                    <a:pt x="1317206" y="1386622"/>
                  </a:lnTo>
                  <a:lnTo>
                    <a:pt x="1318460" y="1388750"/>
                  </a:lnTo>
                  <a:lnTo>
                    <a:pt x="1319713" y="1390803"/>
                  </a:lnTo>
                  <a:lnTo>
                    <a:pt x="1320966" y="1392775"/>
                  </a:lnTo>
                  <a:lnTo>
                    <a:pt x="1322219" y="1394666"/>
                  </a:lnTo>
                  <a:lnTo>
                    <a:pt x="1323473" y="1396491"/>
                  </a:lnTo>
                  <a:lnTo>
                    <a:pt x="1324726" y="1398276"/>
                  </a:lnTo>
                  <a:lnTo>
                    <a:pt x="1325979" y="1400019"/>
                  </a:lnTo>
                  <a:lnTo>
                    <a:pt x="1327232" y="1401722"/>
                  </a:lnTo>
                  <a:lnTo>
                    <a:pt x="1328485" y="1403384"/>
                  </a:lnTo>
                  <a:lnTo>
                    <a:pt x="1329739" y="1405006"/>
                  </a:lnTo>
                  <a:lnTo>
                    <a:pt x="1330992" y="1406586"/>
                  </a:lnTo>
                  <a:lnTo>
                    <a:pt x="1332245" y="1408126"/>
                  </a:lnTo>
                  <a:lnTo>
                    <a:pt x="1333498" y="1409619"/>
                  </a:lnTo>
                  <a:lnTo>
                    <a:pt x="1334752" y="1411095"/>
                  </a:lnTo>
                  <a:lnTo>
                    <a:pt x="1336005" y="1412571"/>
                  </a:lnTo>
                  <a:lnTo>
                    <a:pt x="1337258" y="1414047"/>
                  </a:lnTo>
                  <a:lnTo>
                    <a:pt x="1338511" y="1415524"/>
                  </a:lnTo>
                  <a:lnTo>
                    <a:pt x="1339764" y="1417000"/>
                  </a:lnTo>
                  <a:lnTo>
                    <a:pt x="1341018" y="1418476"/>
                  </a:lnTo>
                  <a:lnTo>
                    <a:pt x="1342271" y="1419952"/>
                  </a:lnTo>
                  <a:lnTo>
                    <a:pt x="1343524" y="1421428"/>
                  </a:lnTo>
                  <a:lnTo>
                    <a:pt x="1344777" y="1422904"/>
                  </a:lnTo>
                  <a:lnTo>
                    <a:pt x="1346030" y="1424381"/>
                  </a:lnTo>
                  <a:lnTo>
                    <a:pt x="1347284" y="1425857"/>
                  </a:lnTo>
                  <a:lnTo>
                    <a:pt x="1348537" y="1427333"/>
                  </a:lnTo>
                  <a:lnTo>
                    <a:pt x="1349790" y="1428763"/>
                  </a:lnTo>
                  <a:lnTo>
                    <a:pt x="1351043" y="1430146"/>
                  </a:lnTo>
                  <a:lnTo>
                    <a:pt x="1352297" y="1431477"/>
                  </a:lnTo>
                  <a:lnTo>
                    <a:pt x="1353550" y="1432748"/>
                  </a:lnTo>
                  <a:lnTo>
                    <a:pt x="1354803" y="1433956"/>
                  </a:lnTo>
                  <a:lnTo>
                    <a:pt x="1356056" y="1435101"/>
                  </a:lnTo>
                  <a:lnTo>
                    <a:pt x="1357309" y="1436183"/>
                  </a:lnTo>
                  <a:lnTo>
                    <a:pt x="1358563" y="1437191"/>
                  </a:lnTo>
                  <a:lnTo>
                    <a:pt x="1359816" y="1438096"/>
                  </a:lnTo>
                  <a:lnTo>
                    <a:pt x="1361069" y="1438898"/>
                  </a:lnTo>
                  <a:lnTo>
                    <a:pt x="1362322" y="1439596"/>
                  </a:lnTo>
                  <a:lnTo>
                    <a:pt x="1363575" y="1440191"/>
                  </a:lnTo>
                  <a:lnTo>
                    <a:pt x="1364829" y="1440683"/>
                  </a:lnTo>
                  <a:lnTo>
                    <a:pt x="1366082" y="1441071"/>
                  </a:lnTo>
                  <a:lnTo>
                    <a:pt x="1367335" y="1441357"/>
                  </a:lnTo>
                  <a:lnTo>
                    <a:pt x="1368588" y="1441579"/>
                  </a:lnTo>
                  <a:lnTo>
                    <a:pt x="1369842" y="1441738"/>
                  </a:lnTo>
                  <a:lnTo>
                    <a:pt x="1371095" y="1441837"/>
                  </a:lnTo>
                  <a:lnTo>
                    <a:pt x="1372348" y="1441884"/>
                  </a:lnTo>
                  <a:lnTo>
                    <a:pt x="1373601" y="1441884"/>
                  </a:lnTo>
                  <a:lnTo>
                    <a:pt x="1374854" y="1441838"/>
                  </a:lnTo>
                  <a:lnTo>
                    <a:pt x="1376108" y="1441746"/>
                  </a:lnTo>
                  <a:lnTo>
                    <a:pt x="1377361" y="1441618"/>
                  </a:lnTo>
                  <a:lnTo>
                    <a:pt x="1378614" y="1441490"/>
                  </a:lnTo>
                  <a:lnTo>
                    <a:pt x="1379867" y="1441362"/>
                  </a:lnTo>
                  <a:lnTo>
                    <a:pt x="1381121" y="1441235"/>
                  </a:lnTo>
                  <a:lnTo>
                    <a:pt x="1382374" y="1441107"/>
                  </a:lnTo>
                  <a:lnTo>
                    <a:pt x="1383627" y="1440979"/>
                  </a:lnTo>
                  <a:lnTo>
                    <a:pt x="1384880" y="1440851"/>
                  </a:lnTo>
                  <a:lnTo>
                    <a:pt x="1386133" y="1440723"/>
                  </a:lnTo>
                  <a:lnTo>
                    <a:pt x="1387387" y="1440595"/>
                  </a:lnTo>
                  <a:lnTo>
                    <a:pt x="1388640" y="1440468"/>
                  </a:lnTo>
                  <a:lnTo>
                    <a:pt x="1389893" y="1440340"/>
                  </a:lnTo>
                  <a:lnTo>
                    <a:pt x="1391146" y="1440212"/>
                  </a:lnTo>
                  <a:lnTo>
                    <a:pt x="1392399" y="1440084"/>
                  </a:lnTo>
                  <a:lnTo>
                    <a:pt x="1393653" y="1439956"/>
                  </a:lnTo>
                  <a:lnTo>
                    <a:pt x="1394906" y="1439828"/>
                  </a:lnTo>
                  <a:lnTo>
                    <a:pt x="1396159" y="1439701"/>
                  </a:lnTo>
                  <a:lnTo>
                    <a:pt x="1397412" y="1439573"/>
                  </a:lnTo>
                  <a:lnTo>
                    <a:pt x="1398666" y="1439445"/>
                  </a:lnTo>
                  <a:lnTo>
                    <a:pt x="1399919" y="1439317"/>
                  </a:lnTo>
                  <a:lnTo>
                    <a:pt x="1401172" y="1439189"/>
                  </a:lnTo>
                  <a:lnTo>
                    <a:pt x="1402425" y="1439061"/>
                  </a:lnTo>
                  <a:lnTo>
                    <a:pt x="1403678" y="1438933"/>
                  </a:lnTo>
                  <a:lnTo>
                    <a:pt x="1404932" y="1438806"/>
                  </a:lnTo>
                  <a:lnTo>
                    <a:pt x="1406185" y="1438678"/>
                  </a:lnTo>
                  <a:lnTo>
                    <a:pt x="1407438" y="1438550"/>
                  </a:lnTo>
                  <a:lnTo>
                    <a:pt x="1408691" y="1438422"/>
                  </a:lnTo>
                  <a:lnTo>
                    <a:pt x="1409945" y="1438294"/>
                  </a:lnTo>
                  <a:lnTo>
                    <a:pt x="1411198" y="1438166"/>
                  </a:lnTo>
                  <a:lnTo>
                    <a:pt x="1412451" y="1438038"/>
                  </a:lnTo>
                  <a:lnTo>
                    <a:pt x="1413704" y="1437911"/>
                  </a:lnTo>
                  <a:lnTo>
                    <a:pt x="1414957" y="1437783"/>
                  </a:lnTo>
                  <a:lnTo>
                    <a:pt x="1416211" y="1437660"/>
                  </a:lnTo>
                  <a:lnTo>
                    <a:pt x="1417464" y="1437547"/>
                  </a:lnTo>
                  <a:lnTo>
                    <a:pt x="1418717" y="1437441"/>
                  </a:lnTo>
                  <a:lnTo>
                    <a:pt x="1419970" y="1437344"/>
                  </a:lnTo>
                  <a:lnTo>
                    <a:pt x="1421223" y="1437255"/>
                  </a:lnTo>
                  <a:lnTo>
                    <a:pt x="1422477" y="1437174"/>
                  </a:lnTo>
                  <a:lnTo>
                    <a:pt x="1423730" y="1437102"/>
                  </a:lnTo>
                  <a:lnTo>
                    <a:pt x="1424983" y="1437038"/>
                  </a:lnTo>
                  <a:lnTo>
                    <a:pt x="1426236" y="1436982"/>
                  </a:lnTo>
                  <a:lnTo>
                    <a:pt x="1427490" y="1436935"/>
                  </a:lnTo>
                  <a:lnTo>
                    <a:pt x="1428743" y="1436896"/>
                  </a:lnTo>
                  <a:lnTo>
                    <a:pt x="1429996" y="1436866"/>
                  </a:lnTo>
                  <a:lnTo>
                    <a:pt x="1431249" y="1436843"/>
                  </a:lnTo>
                  <a:lnTo>
                    <a:pt x="1432502" y="1436830"/>
                  </a:lnTo>
                  <a:lnTo>
                    <a:pt x="1433756" y="1436824"/>
                  </a:lnTo>
                  <a:lnTo>
                    <a:pt x="1435009" y="1436824"/>
                  </a:lnTo>
                  <a:lnTo>
                    <a:pt x="1436262" y="1436824"/>
                  </a:lnTo>
                  <a:lnTo>
                    <a:pt x="1437515" y="1436824"/>
                  </a:lnTo>
                  <a:lnTo>
                    <a:pt x="1438769" y="1436824"/>
                  </a:lnTo>
                  <a:lnTo>
                    <a:pt x="1440022" y="1436824"/>
                  </a:lnTo>
                  <a:lnTo>
                    <a:pt x="1441275" y="1436830"/>
                  </a:lnTo>
                  <a:lnTo>
                    <a:pt x="1442528" y="1436843"/>
                  </a:lnTo>
                  <a:lnTo>
                    <a:pt x="1443781" y="1436866"/>
                  </a:lnTo>
                  <a:lnTo>
                    <a:pt x="1445035" y="1436896"/>
                  </a:lnTo>
                  <a:lnTo>
                    <a:pt x="1446288" y="1436935"/>
                  </a:lnTo>
                  <a:lnTo>
                    <a:pt x="1447541" y="1436982"/>
                  </a:lnTo>
                  <a:lnTo>
                    <a:pt x="1448794" y="1437038"/>
                  </a:lnTo>
                  <a:lnTo>
                    <a:pt x="1450047" y="1437102"/>
                  </a:lnTo>
                  <a:lnTo>
                    <a:pt x="1451301" y="1437174"/>
                  </a:lnTo>
                  <a:lnTo>
                    <a:pt x="1452554" y="1437255"/>
                  </a:lnTo>
                  <a:lnTo>
                    <a:pt x="1453807" y="1437344"/>
                  </a:lnTo>
                  <a:lnTo>
                    <a:pt x="1455060" y="1437441"/>
                  </a:lnTo>
                  <a:lnTo>
                    <a:pt x="1456314" y="1437550"/>
                  </a:lnTo>
                  <a:lnTo>
                    <a:pt x="1457567" y="1437670"/>
                  </a:lnTo>
                  <a:lnTo>
                    <a:pt x="1458820" y="1437753"/>
                  </a:lnTo>
                  <a:lnTo>
                    <a:pt x="1460073" y="1437772"/>
                  </a:lnTo>
                  <a:lnTo>
                    <a:pt x="1461326" y="1437727"/>
                  </a:lnTo>
                  <a:lnTo>
                    <a:pt x="1462580" y="1437619"/>
                  </a:lnTo>
                  <a:lnTo>
                    <a:pt x="1463833" y="1437447"/>
                  </a:lnTo>
                  <a:lnTo>
                    <a:pt x="1465086" y="1437217"/>
                  </a:lnTo>
                  <a:lnTo>
                    <a:pt x="1466339" y="1436930"/>
                  </a:lnTo>
                  <a:lnTo>
                    <a:pt x="1467593" y="1436578"/>
                  </a:lnTo>
                  <a:lnTo>
                    <a:pt x="1468846" y="1436089"/>
                  </a:lnTo>
                  <a:lnTo>
                    <a:pt x="1470099" y="1435462"/>
                  </a:lnTo>
                  <a:lnTo>
                    <a:pt x="1471352" y="1434699"/>
                  </a:lnTo>
                  <a:lnTo>
                    <a:pt x="1472605" y="1433799"/>
                  </a:lnTo>
                  <a:lnTo>
                    <a:pt x="1473859" y="1432762"/>
                  </a:lnTo>
                  <a:lnTo>
                    <a:pt x="1475112" y="1431588"/>
                  </a:lnTo>
                  <a:lnTo>
                    <a:pt x="1476365" y="1430277"/>
                  </a:lnTo>
                  <a:lnTo>
                    <a:pt x="1477618" y="1428857"/>
                  </a:lnTo>
                  <a:lnTo>
                    <a:pt x="1478871" y="1427344"/>
                  </a:lnTo>
                  <a:lnTo>
                    <a:pt x="1480125" y="1425698"/>
                  </a:lnTo>
                  <a:lnTo>
                    <a:pt x="1481378" y="1423925"/>
                  </a:lnTo>
                  <a:lnTo>
                    <a:pt x="1482631" y="1422025"/>
                  </a:lnTo>
                  <a:lnTo>
                    <a:pt x="1483884" y="1419990"/>
                  </a:lnTo>
                  <a:lnTo>
                    <a:pt x="1485138" y="1417829"/>
                  </a:lnTo>
                  <a:lnTo>
                    <a:pt x="1486391" y="1415543"/>
                  </a:lnTo>
                  <a:lnTo>
                    <a:pt x="1487644" y="1413149"/>
                  </a:lnTo>
                  <a:lnTo>
                    <a:pt x="1488897" y="1410649"/>
                  </a:lnTo>
                  <a:lnTo>
                    <a:pt x="1490150" y="1408028"/>
                  </a:lnTo>
                  <a:lnTo>
                    <a:pt x="1491404" y="1405273"/>
                  </a:lnTo>
                  <a:lnTo>
                    <a:pt x="1492657" y="1402386"/>
                  </a:lnTo>
                  <a:lnTo>
                    <a:pt x="1493910" y="1399350"/>
                  </a:lnTo>
                  <a:lnTo>
                    <a:pt x="1495163" y="1396166"/>
                  </a:lnTo>
                  <a:lnTo>
                    <a:pt x="1496417" y="1392824"/>
                  </a:lnTo>
                  <a:lnTo>
                    <a:pt x="1497670" y="1389323"/>
                  </a:lnTo>
                  <a:lnTo>
                    <a:pt x="1498923" y="1385673"/>
                  </a:lnTo>
                  <a:lnTo>
                    <a:pt x="1500176" y="1381882"/>
                  </a:lnTo>
                  <a:lnTo>
                    <a:pt x="1501429" y="1377945"/>
                  </a:lnTo>
                  <a:lnTo>
                    <a:pt x="1502683" y="1373871"/>
                  </a:lnTo>
                  <a:lnTo>
                    <a:pt x="1503936" y="1369649"/>
                  </a:lnTo>
                  <a:lnTo>
                    <a:pt x="1505189" y="1365264"/>
                  </a:lnTo>
                  <a:lnTo>
                    <a:pt x="1506442" y="1360745"/>
                  </a:lnTo>
                  <a:lnTo>
                    <a:pt x="1507695" y="1356108"/>
                  </a:lnTo>
                  <a:lnTo>
                    <a:pt x="1508949" y="1351371"/>
                  </a:lnTo>
                  <a:lnTo>
                    <a:pt x="1510202" y="1346577"/>
                  </a:lnTo>
                  <a:lnTo>
                    <a:pt x="1511455" y="1341708"/>
                  </a:lnTo>
                  <a:lnTo>
                    <a:pt x="1512708" y="1336800"/>
                  </a:lnTo>
                  <a:lnTo>
                    <a:pt x="1513962" y="1331851"/>
                  </a:lnTo>
                  <a:lnTo>
                    <a:pt x="1515215" y="1326881"/>
                  </a:lnTo>
                  <a:lnTo>
                    <a:pt x="1516468" y="1321906"/>
                  </a:lnTo>
                  <a:lnTo>
                    <a:pt x="1517721" y="1316926"/>
                  </a:lnTo>
                  <a:lnTo>
                    <a:pt x="1518974" y="1311938"/>
                  </a:lnTo>
                  <a:lnTo>
                    <a:pt x="1520228" y="1306910"/>
                  </a:lnTo>
                  <a:lnTo>
                    <a:pt x="1521481" y="1301836"/>
                  </a:lnTo>
                  <a:lnTo>
                    <a:pt x="1522734" y="1296796"/>
                  </a:lnTo>
                  <a:lnTo>
                    <a:pt x="1523987" y="1291817"/>
                  </a:lnTo>
                  <a:lnTo>
                    <a:pt x="1525240" y="1286900"/>
                  </a:lnTo>
                  <a:lnTo>
                    <a:pt x="1526494" y="1282048"/>
                  </a:lnTo>
                  <a:lnTo>
                    <a:pt x="1527747" y="1277253"/>
                  </a:lnTo>
                  <a:lnTo>
                    <a:pt x="1529000" y="1272515"/>
                  </a:lnTo>
                  <a:lnTo>
                    <a:pt x="1530253" y="1267851"/>
                  </a:lnTo>
                  <a:lnTo>
                    <a:pt x="1531507" y="1263311"/>
                  </a:lnTo>
                  <a:lnTo>
                    <a:pt x="1532760" y="1258943"/>
                  </a:lnTo>
                  <a:lnTo>
                    <a:pt x="1534013" y="1254721"/>
                  </a:lnTo>
                  <a:lnTo>
                    <a:pt x="1535266" y="1250609"/>
                  </a:lnTo>
                  <a:lnTo>
                    <a:pt x="1536519" y="1246583"/>
                  </a:lnTo>
                  <a:lnTo>
                    <a:pt x="1537773" y="1242643"/>
                  </a:lnTo>
                  <a:lnTo>
                    <a:pt x="1539026" y="1238806"/>
                  </a:lnTo>
                  <a:lnTo>
                    <a:pt x="1540279" y="1235053"/>
                  </a:lnTo>
                  <a:lnTo>
                    <a:pt x="1541532" y="1231327"/>
                  </a:lnTo>
                  <a:lnTo>
                    <a:pt x="1542786" y="1227639"/>
                  </a:lnTo>
                  <a:lnTo>
                    <a:pt x="1544039" y="1224007"/>
                  </a:lnTo>
                  <a:lnTo>
                    <a:pt x="1545292" y="1220427"/>
                  </a:lnTo>
                  <a:lnTo>
                    <a:pt x="1546545" y="1216908"/>
                  </a:lnTo>
                  <a:lnTo>
                    <a:pt x="1547798" y="1213414"/>
                  </a:lnTo>
                  <a:lnTo>
                    <a:pt x="1549052" y="1209926"/>
                  </a:lnTo>
                  <a:lnTo>
                    <a:pt x="1550305" y="1206442"/>
                  </a:lnTo>
                  <a:lnTo>
                    <a:pt x="1551558" y="1202955"/>
                  </a:lnTo>
                  <a:lnTo>
                    <a:pt x="1552811" y="1199502"/>
                  </a:lnTo>
                  <a:lnTo>
                    <a:pt x="1554064" y="1196143"/>
                  </a:lnTo>
                  <a:lnTo>
                    <a:pt x="1555318" y="1192914"/>
                  </a:lnTo>
                  <a:lnTo>
                    <a:pt x="1556571" y="1189828"/>
                  </a:lnTo>
                  <a:lnTo>
                    <a:pt x="1557824" y="1186885"/>
                  </a:lnTo>
                  <a:lnTo>
                    <a:pt x="1559077" y="1184118"/>
                  </a:lnTo>
                  <a:lnTo>
                    <a:pt x="1560331" y="1181550"/>
                  </a:lnTo>
                  <a:lnTo>
                    <a:pt x="1561584" y="1179178"/>
                  </a:lnTo>
                  <a:lnTo>
                    <a:pt x="1562837" y="1176964"/>
                  </a:lnTo>
                  <a:lnTo>
                    <a:pt x="1564090" y="1174907"/>
                  </a:lnTo>
                  <a:lnTo>
                    <a:pt x="1565343" y="1173006"/>
                  </a:lnTo>
                  <a:lnTo>
                    <a:pt x="1566597" y="1171287"/>
                  </a:lnTo>
                  <a:lnTo>
                    <a:pt x="1567850" y="1169757"/>
                  </a:lnTo>
                  <a:lnTo>
                    <a:pt x="1569103" y="1168363"/>
                  </a:lnTo>
                  <a:lnTo>
                    <a:pt x="1570356" y="1167058"/>
                  </a:lnTo>
                  <a:lnTo>
                    <a:pt x="1571610" y="1165806"/>
                  </a:lnTo>
                  <a:lnTo>
                    <a:pt x="1572863" y="1164542"/>
                  </a:lnTo>
                  <a:lnTo>
                    <a:pt x="1574116" y="1163221"/>
                  </a:lnTo>
                  <a:lnTo>
                    <a:pt x="1575369" y="1161830"/>
                  </a:lnTo>
                  <a:lnTo>
                    <a:pt x="1576622" y="1160335"/>
                  </a:lnTo>
                  <a:lnTo>
                    <a:pt x="1577876" y="1158690"/>
                  </a:lnTo>
                  <a:lnTo>
                    <a:pt x="1579129" y="1156857"/>
                  </a:lnTo>
                  <a:lnTo>
                    <a:pt x="1580382" y="1154831"/>
                  </a:lnTo>
                  <a:lnTo>
                    <a:pt x="1581635" y="1152626"/>
                  </a:lnTo>
                  <a:lnTo>
                    <a:pt x="1582888" y="1150275"/>
                  </a:lnTo>
                  <a:lnTo>
                    <a:pt x="1584142" y="1147861"/>
                  </a:lnTo>
                  <a:lnTo>
                    <a:pt x="1585395" y="1145367"/>
                  </a:lnTo>
                  <a:lnTo>
                    <a:pt x="1586648" y="1142778"/>
                  </a:lnTo>
                  <a:lnTo>
                    <a:pt x="1587901" y="1140108"/>
                  </a:lnTo>
                  <a:lnTo>
                    <a:pt x="1589155" y="1137334"/>
                  </a:lnTo>
                  <a:lnTo>
                    <a:pt x="1590408" y="1134461"/>
                  </a:lnTo>
                  <a:lnTo>
                    <a:pt x="1591661" y="1131475"/>
                  </a:lnTo>
                  <a:lnTo>
                    <a:pt x="1592914" y="1128385"/>
                  </a:lnTo>
                  <a:lnTo>
                    <a:pt x="1594167" y="1125204"/>
                  </a:lnTo>
                  <a:lnTo>
                    <a:pt x="1595421" y="1121910"/>
                  </a:lnTo>
                  <a:lnTo>
                    <a:pt x="1596674" y="1118583"/>
                  </a:lnTo>
                  <a:lnTo>
                    <a:pt x="1597927" y="1115281"/>
                  </a:lnTo>
                  <a:lnTo>
                    <a:pt x="1599180" y="1112048"/>
                  </a:lnTo>
                  <a:lnTo>
                    <a:pt x="1600434" y="1108907"/>
                  </a:lnTo>
                  <a:lnTo>
                    <a:pt x="1601687" y="1105846"/>
                  </a:lnTo>
                  <a:lnTo>
                    <a:pt x="1602940" y="1102837"/>
                  </a:lnTo>
                  <a:lnTo>
                    <a:pt x="1604193" y="1099928"/>
                  </a:lnTo>
                  <a:lnTo>
                    <a:pt x="1605446" y="1097168"/>
                  </a:lnTo>
                  <a:lnTo>
                    <a:pt x="1606700" y="1094557"/>
                  </a:lnTo>
                  <a:lnTo>
                    <a:pt x="1607953" y="1092135"/>
                  </a:lnTo>
                  <a:lnTo>
                    <a:pt x="1609206" y="1089898"/>
                  </a:lnTo>
                  <a:lnTo>
                    <a:pt x="1610459" y="1087888"/>
                  </a:lnTo>
                  <a:lnTo>
                    <a:pt x="1611712" y="1086155"/>
                  </a:lnTo>
                  <a:lnTo>
                    <a:pt x="1612966" y="1084697"/>
                  </a:lnTo>
                  <a:lnTo>
                    <a:pt x="1614219" y="1083520"/>
                  </a:lnTo>
                  <a:lnTo>
                    <a:pt x="1615472" y="1082597"/>
                  </a:lnTo>
                  <a:lnTo>
                    <a:pt x="1616725" y="1081868"/>
                  </a:lnTo>
                  <a:lnTo>
                    <a:pt x="1617979" y="1081294"/>
                  </a:lnTo>
                  <a:lnTo>
                    <a:pt x="1619232" y="1080844"/>
                  </a:lnTo>
                  <a:lnTo>
                    <a:pt x="1620485" y="1080528"/>
                  </a:lnTo>
                  <a:lnTo>
                    <a:pt x="1621738" y="1080359"/>
                  </a:lnTo>
                  <a:lnTo>
                    <a:pt x="1622991" y="1080289"/>
                  </a:lnTo>
                  <a:lnTo>
                    <a:pt x="1624245" y="1080299"/>
                  </a:lnTo>
                  <a:lnTo>
                    <a:pt x="1625498" y="1080412"/>
                  </a:lnTo>
                  <a:lnTo>
                    <a:pt x="1626751" y="1080654"/>
                  </a:lnTo>
                  <a:lnTo>
                    <a:pt x="1628004" y="1081016"/>
                  </a:lnTo>
                  <a:lnTo>
                    <a:pt x="1629258" y="1081474"/>
                  </a:lnTo>
                  <a:lnTo>
                    <a:pt x="1630511" y="1082002"/>
                  </a:lnTo>
                  <a:lnTo>
                    <a:pt x="1631764" y="1082641"/>
                  </a:lnTo>
                  <a:lnTo>
                    <a:pt x="1633017" y="1083450"/>
                  </a:lnTo>
                  <a:lnTo>
                    <a:pt x="1634270" y="1084445"/>
                  </a:lnTo>
                  <a:lnTo>
                    <a:pt x="1635524" y="1085648"/>
                  </a:lnTo>
                  <a:lnTo>
                    <a:pt x="1636777" y="1087127"/>
                  </a:lnTo>
                  <a:lnTo>
                    <a:pt x="1638030" y="1088887"/>
                  </a:lnTo>
                  <a:lnTo>
                    <a:pt x="1639283" y="1090957"/>
                  </a:lnTo>
                  <a:lnTo>
                    <a:pt x="1640536" y="1093363"/>
                  </a:lnTo>
                  <a:lnTo>
                    <a:pt x="1641790" y="1096155"/>
                  </a:lnTo>
                  <a:lnTo>
                    <a:pt x="1643043" y="1099346"/>
                  </a:lnTo>
                  <a:lnTo>
                    <a:pt x="1644296" y="1102909"/>
                  </a:lnTo>
                  <a:lnTo>
                    <a:pt x="1645549" y="1106834"/>
                  </a:lnTo>
                  <a:lnTo>
                    <a:pt x="1646803" y="1111091"/>
                  </a:lnTo>
                  <a:lnTo>
                    <a:pt x="1648056" y="1115650"/>
                  </a:lnTo>
                  <a:lnTo>
                    <a:pt x="1649309" y="1120518"/>
                  </a:lnTo>
                  <a:lnTo>
                    <a:pt x="1650562" y="1125662"/>
                  </a:lnTo>
                  <a:lnTo>
                    <a:pt x="1651815" y="1131088"/>
                  </a:lnTo>
                  <a:lnTo>
                    <a:pt x="1653069" y="1136811"/>
                  </a:lnTo>
                  <a:lnTo>
                    <a:pt x="1654322" y="1142831"/>
                  </a:lnTo>
                  <a:lnTo>
                    <a:pt x="1655575" y="1149147"/>
                  </a:lnTo>
                  <a:lnTo>
                    <a:pt x="1656828" y="1155735"/>
                  </a:lnTo>
                  <a:lnTo>
                    <a:pt x="1658082" y="1162569"/>
                  </a:lnTo>
                  <a:lnTo>
                    <a:pt x="1659335" y="1169599"/>
                  </a:lnTo>
                  <a:lnTo>
                    <a:pt x="1660588" y="1176776"/>
                  </a:lnTo>
                  <a:lnTo>
                    <a:pt x="1661841" y="1184061"/>
                  </a:lnTo>
                  <a:lnTo>
                    <a:pt x="1663094" y="1191417"/>
                  </a:lnTo>
                  <a:lnTo>
                    <a:pt x="1664348" y="1198839"/>
                  </a:lnTo>
                  <a:lnTo>
                    <a:pt x="1665601" y="1206346"/>
                  </a:lnTo>
                  <a:lnTo>
                    <a:pt x="1666854" y="1213933"/>
                  </a:lnTo>
                  <a:lnTo>
                    <a:pt x="1668107" y="1221561"/>
                  </a:lnTo>
                  <a:lnTo>
                    <a:pt x="1669360" y="1229194"/>
                  </a:lnTo>
                  <a:lnTo>
                    <a:pt x="1670614" y="1236752"/>
                  </a:lnTo>
                  <a:lnTo>
                    <a:pt x="1671867" y="1244208"/>
                  </a:lnTo>
                  <a:lnTo>
                    <a:pt x="1673120" y="1251537"/>
                  </a:lnTo>
                  <a:lnTo>
                    <a:pt x="1674373" y="1258690"/>
                  </a:lnTo>
                  <a:lnTo>
                    <a:pt x="1675627" y="1265654"/>
                  </a:lnTo>
                  <a:lnTo>
                    <a:pt x="1676880" y="1272420"/>
                  </a:lnTo>
                  <a:lnTo>
                    <a:pt x="1678133" y="1278949"/>
                  </a:lnTo>
                  <a:lnTo>
                    <a:pt x="1679386" y="1285213"/>
                  </a:lnTo>
                  <a:lnTo>
                    <a:pt x="1680639" y="1291217"/>
                  </a:lnTo>
                  <a:lnTo>
                    <a:pt x="1681893" y="1296983"/>
                  </a:lnTo>
                  <a:lnTo>
                    <a:pt x="1683146" y="1302507"/>
                  </a:lnTo>
                  <a:lnTo>
                    <a:pt x="1684399" y="1307719"/>
                  </a:lnTo>
                  <a:lnTo>
                    <a:pt x="1685652" y="1312603"/>
                  </a:lnTo>
                  <a:lnTo>
                    <a:pt x="1686905" y="1317165"/>
                  </a:lnTo>
                  <a:lnTo>
                    <a:pt x="1688159" y="1321399"/>
                  </a:lnTo>
                  <a:lnTo>
                    <a:pt x="1689412" y="1325305"/>
                  </a:lnTo>
                  <a:lnTo>
                    <a:pt x="1690665" y="1328887"/>
                  </a:lnTo>
                  <a:lnTo>
                    <a:pt x="1691918" y="1332162"/>
                  </a:lnTo>
                  <a:lnTo>
                    <a:pt x="1693172" y="1335161"/>
                  </a:lnTo>
                  <a:lnTo>
                    <a:pt x="1694425" y="1337861"/>
                  </a:lnTo>
                  <a:lnTo>
                    <a:pt x="1695678" y="1340235"/>
                  </a:lnTo>
                  <a:lnTo>
                    <a:pt x="1696931" y="1342313"/>
                  </a:lnTo>
                  <a:lnTo>
                    <a:pt x="1698184" y="1344129"/>
                  </a:lnTo>
                  <a:lnTo>
                    <a:pt x="1699438" y="1345676"/>
                  </a:lnTo>
                  <a:lnTo>
                    <a:pt x="1700691" y="1346930"/>
                  </a:lnTo>
                  <a:lnTo>
                    <a:pt x="1701944" y="1347887"/>
                  </a:lnTo>
                  <a:lnTo>
                    <a:pt x="1703197" y="1348577"/>
                  </a:lnTo>
                  <a:lnTo>
                    <a:pt x="1704451" y="1349010"/>
                  </a:lnTo>
                  <a:lnTo>
                    <a:pt x="1705704" y="1349194"/>
                  </a:lnTo>
                  <a:lnTo>
                    <a:pt x="1706957" y="1349177"/>
                  </a:lnTo>
                  <a:lnTo>
                    <a:pt x="1708210" y="1348969"/>
                  </a:lnTo>
                  <a:lnTo>
                    <a:pt x="1709463" y="1348564"/>
                  </a:lnTo>
                  <a:lnTo>
                    <a:pt x="1710717" y="1347954"/>
                  </a:lnTo>
                  <a:lnTo>
                    <a:pt x="1711970" y="1347118"/>
                  </a:lnTo>
                  <a:lnTo>
                    <a:pt x="1713223" y="1346072"/>
                  </a:lnTo>
                  <a:lnTo>
                    <a:pt x="1714476" y="1344834"/>
                  </a:lnTo>
                  <a:lnTo>
                    <a:pt x="1715729" y="1343386"/>
                  </a:lnTo>
                  <a:lnTo>
                    <a:pt x="1716983" y="1341737"/>
                  </a:lnTo>
                  <a:lnTo>
                    <a:pt x="1718236" y="1339882"/>
                  </a:lnTo>
                  <a:lnTo>
                    <a:pt x="1719489" y="1337850"/>
                  </a:lnTo>
                  <a:lnTo>
                    <a:pt x="1720742" y="1335650"/>
                  </a:lnTo>
                  <a:lnTo>
                    <a:pt x="1721996" y="1333274"/>
                  </a:lnTo>
                  <a:lnTo>
                    <a:pt x="1723249" y="1330752"/>
                  </a:lnTo>
                  <a:lnTo>
                    <a:pt x="1724502" y="1328095"/>
                  </a:lnTo>
                  <a:lnTo>
                    <a:pt x="1725755" y="1325336"/>
                  </a:lnTo>
                  <a:lnTo>
                    <a:pt x="1727008" y="1322508"/>
                  </a:lnTo>
                  <a:lnTo>
                    <a:pt x="1728262" y="1319611"/>
                  </a:lnTo>
                  <a:lnTo>
                    <a:pt x="1729515" y="1316643"/>
                  </a:lnTo>
                  <a:lnTo>
                    <a:pt x="1730768" y="1313621"/>
                  </a:lnTo>
                  <a:lnTo>
                    <a:pt x="1732021" y="1310560"/>
                  </a:lnTo>
                  <a:lnTo>
                    <a:pt x="1733275" y="1307511"/>
                  </a:lnTo>
                  <a:lnTo>
                    <a:pt x="1734528" y="1304534"/>
                  </a:lnTo>
                  <a:lnTo>
                    <a:pt x="1735781" y="1301651"/>
                  </a:lnTo>
                  <a:lnTo>
                    <a:pt x="1737034" y="1298897"/>
                  </a:lnTo>
                  <a:lnTo>
                    <a:pt x="1738287" y="1296275"/>
                  </a:lnTo>
                  <a:lnTo>
                    <a:pt x="1739541" y="1293795"/>
                  </a:lnTo>
                  <a:lnTo>
                    <a:pt x="1740794" y="1291510"/>
                  </a:lnTo>
                  <a:lnTo>
                    <a:pt x="1742047" y="1289482"/>
                  </a:lnTo>
                  <a:lnTo>
                    <a:pt x="1743300" y="1287740"/>
                  </a:lnTo>
                  <a:lnTo>
                    <a:pt x="1744553" y="1286283"/>
                  </a:lnTo>
                  <a:lnTo>
                    <a:pt x="1745807" y="1285086"/>
                  </a:lnTo>
                  <a:lnTo>
                    <a:pt x="1747060" y="1284185"/>
                  </a:lnTo>
                  <a:lnTo>
                    <a:pt x="1748313" y="1283644"/>
                  </a:lnTo>
                  <a:lnTo>
                    <a:pt x="1749566" y="1283492"/>
                  </a:lnTo>
                  <a:lnTo>
                    <a:pt x="1750820" y="1283746"/>
                  </a:lnTo>
                  <a:lnTo>
                    <a:pt x="1752073" y="1284399"/>
                  </a:lnTo>
                  <a:lnTo>
                    <a:pt x="1753326" y="1285428"/>
                  </a:lnTo>
                  <a:lnTo>
                    <a:pt x="1754579" y="1286817"/>
                  </a:lnTo>
                  <a:lnTo>
                    <a:pt x="1755832" y="1288547"/>
                  </a:lnTo>
                  <a:lnTo>
                    <a:pt x="1757086" y="1290623"/>
                  </a:lnTo>
                  <a:lnTo>
                    <a:pt x="1758339" y="1293046"/>
                  </a:lnTo>
                  <a:lnTo>
                    <a:pt x="1759592" y="1295782"/>
                  </a:lnTo>
                  <a:lnTo>
                    <a:pt x="1760845" y="1298770"/>
                  </a:lnTo>
                  <a:lnTo>
                    <a:pt x="1762099" y="1301980"/>
                  </a:lnTo>
                  <a:lnTo>
                    <a:pt x="1763352" y="1305412"/>
                  </a:lnTo>
                  <a:lnTo>
                    <a:pt x="1764605" y="1309073"/>
                  </a:lnTo>
                  <a:lnTo>
                    <a:pt x="1765858" y="1312933"/>
                  </a:lnTo>
                  <a:lnTo>
                    <a:pt x="1767111" y="1316927"/>
                  </a:lnTo>
                  <a:lnTo>
                    <a:pt x="1768365" y="1321004"/>
                  </a:lnTo>
                  <a:lnTo>
                    <a:pt x="1769618" y="1325115"/>
                  </a:lnTo>
                  <a:lnTo>
                    <a:pt x="1770871" y="1329221"/>
                  </a:lnTo>
                  <a:lnTo>
                    <a:pt x="1772124" y="1333329"/>
                  </a:lnTo>
                  <a:lnTo>
                    <a:pt x="1773377" y="1337442"/>
                  </a:lnTo>
                  <a:lnTo>
                    <a:pt x="1774631" y="1341566"/>
                  </a:lnTo>
                  <a:lnTo>
                    <a:pt x="1775884" y="1345699"/>
                  </a:lnTo>
                  <a:lnTo>
                    <a:pt x="1777137" y="1349835"/>
                  </a:lnTo>
                  <a:lnTo>
                    <a:pt x="1778390" y="1353977"/>
                  </a:lnTo>
                  <a:lnTo>
                    <a:pt x="1779644" y="1358125"/>
                  </a:lnTo>
                  <a:lnTo>
                    <a:pt x="1780897" y="1362233"/>
                  </a:lnTo>
                  <a:lnTo>
                    <a:pt x="1782150" y="1366266"/>
                  </a:lnTo>
                  <a:lnTo>
                    <a:pt x="1783403" y="1370213"/>
                  </a:lnTo>
                  <a:lnTo>
                    <a:pt x="1784656" y="1374077"/>
                  </a:lnTo>
                  <a:lnTo>
                    <a:pt x="1785910" y="1377874"/>
                  </a:lnTo>
                  <a:lnTo>
                    <a:pt x="1787163" y="1381610"/>
                  </a:lnTo>
                  <a:lnTo>
                    <a:pt x="1788416" y="1385264"/>
                  </a:lnTo>
                  <a:lnTo>
                    <a:pt x="1789669" y="1388813"/>
                  </a:lnTo>
                  <a:lnTo>
                    <a:pt x="1790923" y="1392252"/>
                  </a:lnTo>
                  <a:lnTo>
                    <a:pt x="1792176" y="1395583"/>
                  </a:lnTo>
                  <a:lnTo>
                    <a:pt x="1793429" y="1398810"/>
                  </a:lnTo>
                  <a:lnTo>
                    <a:pt x="1794682" y="1401933"/>
                  </a:lnTo>
                  <a:lnTo>
                    <a:pt x="1795935" y="1404947"/>
                  </a:lnTo>
                  <a:lnTo>
                    <a:pt x="1797189" y="1407816"/>
                  </a:lnTo>
                  <a:lnTo>
                    <a:pt x="1798442" y="1410525"/>
                  </a:lnTo>
                  <a:lnTo>
                    <a:pt x="1799695" y="1413088"/>
                  </a:lnTo>
                  <a:lnTo>
                    <a:pt x="1800948" y="1415540"/>
                  </a:lnTo>
                  <a:lnTo>
                    <a:pt x="1802201" y="1417877"/>
                  </a:lnTo>
                  <a:lnTo>
                    <a:pt x="1803455" y="1420090"/>
                  </a:lnTo>
                  <a:lnTo>
                    <a:pt x="1804708" y="1422147"/>
                  </a:lnTo>
                  <a:lnTo>
                    <a:pt x="1805961" y="1424016"/>
                  </a:lnTo>
                  <a:lnTo>
                    <a:pt x="1807214" y="1425711"/>
                  </a:lnTo>
                  <a:lnTo>
                    <a:pt x="1808468" y="1427185"/>
                  </a:lnTo>
                  <a:lnTo>
                    <a:pt x="1809721" y="1428414"/>
                  </a:lnTo>
                  <a:lnTo>
                    <a:pt x="1810974" y="1429347"/>
                  </a:lnTo>
                  <a:lnTo>
                    <a:pt x="1812227" y="1429919"/>
                  </a:lnTo>
                  <a:lnTo>
                    <a:pt x="1813480" y="1430122"/>
                  </a:lnTo>
                  <a:lnTo>
                    <a:pt x="1814734" y="1429950"/>
                  </a:lnTo>
                  <a:lnTo>
                    <a:pt x="1815987" y="1429403"/>
                  </a:lnTo>
                  <a:lnTo>
                    <a:pt x="1817240" y="1428453"/>
                  </a:lnTo>
                  <a:lnTo>
                    <a:pt x="1818493" y="1427067"/>
                  </a:lnTo>
                  <a:lnTo>
                    <a:pt x="1819747" y="1425241"/>
                  </a:lnTo>
                  <a:lnTo>
                    <a:pt x="1821000" y="1422963"/>
                  </a:lnTo>
                  <a:lnTo>
                    <a:pt x="1822253" y="1420246"/>
                  </a:lnTo>
                  <a:lnTo>
                    <a:pt x="1823506" y="1417115"/>
                  </a:lnTo>
                  <a:lnTo>
                    <a:pt x="1824759" y="1413602"/>
                  </a:lnTo>
                  <a:lnTo>
                    <a:pt x="1826013" y="1409692"/>
                  </a:lnTo>
                  <a:lnTo>
                    <a:pt x="1827266" y="1405403"/>
                  </a:lnTo>
                  <a:lnTo>
                    <a:pt x="1828519" y="1400732"/>
                  </a:lnTo>
                  <a:lnTo>
                    <a:pt x="1829772" y="1395724"/>
                  </a:lnTo>
                  <a:lnTo>
                    <a:pt x="1831025" y="1390423"/>
                  </a:lnTo>
                  <a:lnTo>
                    <a:pt x="1832279" y="1384835"/>
                  </a:lnTo>
                  <a:lnTo>
                    <a:pt x="1833532" y="1378997"/>
                  </a:lnTo>
                  <a:lnTo>
                    <a:pt x="1834785" y="1372921"/>
                  </a:lnTo>
                  <a:lnTo>
                    <a:pt x="1836038" y="1366631"/>
                  </a:lnTo>
                  <a:lnTo>
                    <a:pt x="1837292" y="1360188"/>
                  </a:lnTo>
                  <a:lnTo>
                    <a:pt x="1838545" y="1353608"/>
                  </a:lnTo>
                  <a:lnTo>
                    <a:pt x="1839798" y="1346909"/>
                  </a:lnTo>
                  <a:lnTo>
                    <a:pt x="1841051" y="1340096"/>
                  </a:lnTo>
                  <a:lnTo>
                    <a:pt x="1842304" y="1333138"/>
                  </a:lnTo>
                  <a:lnTo>
                    <a:pt x="1843558" y="1326047"/>
                  </a:lnTo>
                  <a:lnTo>
                    <a:pt x="1844811" y="1318847"/>
                  </a:lnTo>
                  <a:lnTo>
                    <a:pt x="1846064" y="1311550"/>
                  </a:lnTo>
                  <a:lnTo>
                    <a:pt x="1847317" y="1304137"/>
                  </a:lnTo>
                  <a:lnTo>
                    <a:pt x="1848570" y="1296548"/>
                  </a:lnTo>
                  <a:lnTo>
                    <a:pt x="1849824" y="1288785"/>
                  </a:lnTo>
                  <a:lnTo>
                    <a:pt x="1851077" y="1280849"/>
                  </a:lnTo>
                  <a:lnTo>
                    <a:pt x="1852330" y="1272738"/>
                  </a:lnTo>
                  <a:lnTo>
                    <a:pt x="1853583" y="1264453"/>
                  </a:lnTo>
                  <a:lnTo>
                    <a:pt x="1854837" y="1255992"/>
                  </a:lnTo>
                  <a:lnTo>
                    <a:pt x="1856090" y="1247340"/>
                  </a:lnTo>
                  <a:lnTo>
                    <a:pt x="1857343" y="1238483"/>
                  </a:lnTo>
                  <a:lnTo>
                    <a:pt x="1858596" y="1229393"/>
                  </a:lnTo>
                  <a:lnTo>
                    <a:pt x="1859849" y="1220019"/>
                  </a:lnTo>
                  <a:lnTo>
                    <a:pt x="1861103" y="1210370"/>
                  </a:lnTo>
                  <a:lnTo>
                    <a:pt x="1862356" y="1200401"/>
                  </a:lnTo>
                  <a:lnTo>
                    <a:pt x="1863609" y="1190042"/>
                  </a:lnTo>
                  <a:lnTo>
                    <a:pt x="1864862" y="1179273"/>
                  </a:lnTo>
                  <a:lnTo>
                    <a:pt x="1866116" y="1168112"/>
                  </a:lnTo>
                  <a:lnTo>
                    <a:pt x="1867369" y="1156566"/>
                  </a:lnTo>
                  <a:lnTo>
                    <a:pt x="1868622" y="1144647"/>
                  </a:lnTo>
                  <a:lnTo>
                    <a:pt x="1869875" y="1132347"/>
                  </a:lnTo>
                  <a:lnTo>
                    <a:pt x="1871128" y="1119731"/>
                  </a:lnTo>
                  <a:lnTo>
                    <a:pt x="1872382" y="1106886"/>
                  </a:lnTo>
                  <a:lnTo>
                    <a:pt x="1873635" y="1093871"/>
                  </a:lnTo>
                  <a:lnTo>
                    <a:pt x="1874888" y="1080766"/>
                  </a:lnTo>
                  <a:lnTo>
                    <a:pt x="1876141" y="1067629"/>
                  </a:lnTo>
                  <a:lnTo>
                    <a:pt x="1877394" y="1054478"/>
                  </a:lnTo>
                  <a:lnTo>
                    <a:pt x="1878648" y="1041382"/>
                  </a:lnTo>
                  <a:lnTo>
                    <a:pt x="1879901" y="1028409"/>
                  </a:lnTo>
                  <a:lnTo>
                    <a:pt x="1881154" y="1015684"/>
                  </a:lnTo>
                  <a:lnTo>
                    <a:pt x="1882407" y="1003323"/>
                  </a:lnTo>
                  <a:lnTo>
                    <a:pt x="1883661" y="991346"/>
                  </a:lnTo>
                  <a:lnTo>
                    <a:pt x="1884914" y="979783"/>
                  </a:lnTo>
                  <a:lnTo>
                    <a:pt x="1886167" y="968719"/>
                  </a:lnTo>
                  <a:lnTo>
                    <a:pt x="1887420" y="958161"/>
                  </a:lnTo>
                  <a:lnTo>
                    <a:pt x="1888673" y="948161"/>
                  </a:lnTo>
                  <a:lnTo>
                    <a:pt x="1889927" y="938714"/>
                  </a:lnTo>
                  <a:lnTo>
                    <a:pt x="1891180" y="929806"/>
                  </a:lnTo>
                  <a:lnTo>
                    <a:pt x="1892433" y="921353"/>
                  </a:lnTo>
                  <a:lnTo>
                    <a:pt x="1893686" y="913301"/>
                  </a:lnTo>
                  <a:lnTo>
                    <a:pt x="1894940" y="905623"/>
                  </a:lnTo>
                  <a:lnTo>
                    <a:pt x="1896193" y="898297"/>
                  </a:lnTo>
                  <a:lnTo>
                    <a:pt x="1897446" y="891306"/>
                  </a:lnTo>
                  <a:lnTo>
                    <a:pt x="1898699" y="884609"/>
                  </a:lnTo>
                  <a:lnTo>
                    <a:pt x="1899952" y="878118"/>
                  </a:lnTo>
                  <a:lnTo>
                    <a:pt x="1901206" y="871757"/>
                  </a:lnTo>
                  <a:lnTo>
                    <a:pt x="1902459" y="865494"/>
                  </a:lnTo>
                  <a:lnTo>
                    <a:pt x="1903712" y="859310"/>
                  </a:lnTo>
                  <a:lnTo>
                    <a:pt x="1904965" y="853228"/>
                  </a:lnTo>
                  <a:lnTo>
                    <a:pt x="1906218" y="847306"/>
                  </a:lnTo>
                  <a:lnTo>
                    <a:pt x="1907472" y="841579"/>
                  </a:lnTo>
                  <a:lnTo>
                    <a:pt x="1908725" y="836090"/>
                  </a:lnTo>
                  <a:lnTo>
                    <a:pt x="1909978" y="830884"/>
                  </a:lnTo>
                  <a:lnTo>
                    <a:pt x="1911231" y="826081"/>
                  </a:lnTo>
                  <a:lnTo>
                    <a:pt x="1912485" y="821752"/>
                  </a:lnTo>
                  <a:lnTo>
                    <a:pt x="1913738" y="817927"/>
                  </a:lnTo>
                  <a:lnTo>
                    <a:pt x="1914991" y="814647"/>
                  </a:lnTo>
                  <a:lnTo>
                    <a:pt x="1916244" y="811912"/>
                  </a:lnTo>
                  <a:lnTo>
                    <a:pt x="1917497" y="809722"/>
                  </a:lnTo>
                  <a:lnTo>
                    <a:pt x="1918751" y="808063"/>
                  </a:lnTo>
                  <a:lnTo>
                    <a:pt x="1920004" y="806933"/>
                  </a:lnTo>
                  <a:lnTo>
                    <a:pt x="1921257" y="806364"/>
                  </a:lnTo>
                  <a:lnTo>
                    <a:pt x="1922510" y="806435"/>
                  </a:lnTo>
                  <a:lnTo>
                    <a:pt x="1923764" y="807198"/>
                  </a:lnTo>
                  <a:lnTo>
                    <a:pt x="1925017" y="808653"/>
                  </a:lnTo>
                  <a:lnTo>
                    <a:pt x="1926270" y="810822"/>
                  </a:lnTo>
                  <a:lnTo>
                    <a:pt x="1927523" y="813721"/>
                  </a:lnTo>
                  <a:lnTo>
                    <a:pt x="1928776" y="817296"/>
                  </a:lnTo>
                  <a:lnTo>
                    <a:pt x="1930030" y="821465"/>
                  </a:lnTo>
                  <a:lnTo>
                    <a:pt x="1931283" y="826166"/>
                  </a:lnTo>
                  <a:lnTo>
                    <a:pt x="1932536" y="831377"/>
                  </a:lnTo>
                  <a:lnTo>
                    <a:pt x="1933789" y="837107"/>
                  </a:lnTo>
                  <a:lnTo>
                    <a:pt x="1935042" y="843293"/>
                  </a:lnTo>
                  <a:lnTo>
                    <a:pt x="1936296" y="849905"/>
                  </a:lnTo>
                  <a:lnTo>
                    <a:pt x="1937549" y="856911"/>
                  </a:lnTo>
                  <a:lnTo>
                    <a:pt x="1938802" y="864260"/>
                  </a:lnTo>
                  <a:lnTo>
                    <a:pt x="1940055" y="871922"/>
                  </a:lnTo>
                  <a:lnTo>
                    <a:pt x="1941309" y="879820"/>
                  </a:lnTo>
                  <a:lnTo>
                    <a:pt x="1942562" y="887840"/>
                  </a:lnTo>
                  <a:lnTo>
                    <a:pt x="1943815" y="895889"/>
                  </a:lnTo>
                  <a:lnTo>
                    <a:pt x="1945068" y="903818"/>
                  </a:lnTo>
                  <a:lnTo>
                    <a:pt x="1946321" y="911540"/>
                  </a:lnTo>
                  <a:lnTo>
                    <a:pt x="1947575" y="919033"/>
                  </a:lnTo>
                  <a:lnTo>
                    <a:pt x="1948828" y="926231"/>
                  </a:lnTo>
                  <a:lnTo>
                    <a:pt x="1950081" y="933075"/>
                  </a:lnTo>
                  <a:lnTo>
                    <a:pt x="1951334" y="939489"/>
                  </a:lnTo>
                  <a:lnTo>
                    <a:pt x="1952588" y="945355"/>
                  </a:lnTo>
                  <a:lnTo>
                    <a:pt x="1953841" y="950636"/>
                  </a:lnTo>
                  <a:lnTo>
                    <a:pt x="1955094" y="955352"/>
                  </a:lnTo>
                  <a:lnTo>
                    <a:pt x="1956347" y="959573"/>
                  </a:lnTo>
                  <a:lnTo>
                    <a:pt x="1957600" y="963332"/>
                  </a:lnTo>
                  <a:lnTo>
                    <a:pt x="1958854" y="966663"/>
                  </a:lnTo>
                  <a:lnTo>
                    <a:pt x="1960107" y="969602"/>
                  </a:lnTo>
                  <a:lnTo>
                    <a:pt x="1961360" y="972165"/>
                  </a:lnTo>
                  <a:lnTo>
                    <a:pt x="1962613" y="974358"/>
                  </a:lnTo>
                  <a:lnTo>
                    <a:pt x="1963866" y="976229"/>
                  </a:lnTo>
                  <a:lnTo>
                    <a:pt x="1965120" y="977781"/>
                  </a:lnTo>
                  <a:lnTo>
                    <a:pt x="1966373" y="979033"/>
                  </a:lnTo>
                  <a:lnTo>
                    <a:pt x="1967626" y="979962"/>
                  </a:lnTo>
                  <a:lnTo>
                    <a:pt x="1968879" y="980548"/>
                  </a:lnTo>
                  <a:lnTo>
                    <a:pt x="1970133" y="980780"/>
                  </a:lnTo>
                  <a:lnTo>
                    <a:pt x="1971386" y="980629"/>
                  </a:lnTo>
                  <a:lnTo>
                    <a:pt x="1972639" y="980100"/>
                  </a:lnTo>
                  <a:lnTo>
                    <a:pt x="1973892" y="979122"/>
                  </a:lnTo>
                  <a:lnTo>
                    <a:pt x="1975145" y="977610"/>
                  </a:lnTo>
                  <a:lnTo>
                    <a:pt x="1976399" y="975527"/>
                  </a:lnTo>
                  <a:lnTo>
                    <a:pt x="1977652" y="972814"/>
                  </a:lnTo>
                  <a:lnTo>
                    <a:pt x="1978905" y="969406"/>
                  </a:lnTo>
                  <a:lnTo>
                    <a:pt x="1980158" y="965321"/>
                  </a:lnTo>
                  <a:lnTo>
                    <a:pt x="1981412" y="960618"/>
                  </a:lnTo>
                  <a:lnTo>
                    <a:pt x="1982665" y="955384"/>
                  </a:lnTo>
                  <a:lnTo>
                    <a:pt x="1983918" y="949654"/>
                  </a:lnTo>
                  <a:lnTo>
                    <a:pt x="1985171" y="943432"/>
                  </a:lnTo>
                  <a:lnTo>
                    <a:pt x="1986424" y="936720"/>
                  </a:lnTo>
                  <a:lnTo>
                    <a:pt x="1987678" y="929488"/>
                  </a:lnTo>
                  <a:lnTo>
                    <a:pt x="1988931" y="921698"/>
                  </a:lnTo>
                  <a:lnTo>
                    <a:pt x="1990184" y="913315"/>
                  </a:lnTo>
                  <a:lnTo>
                    <a:pt x="1991437" y="904325"/>
                  </a:lnTo>
                  <a:lnTo>
                    <a:pt x="1992690" y="894791"/>
                  </a:lnTo>
                  <a:lnTo>
                    <a:pt x="1993944" y="884820"/>
                  </a:lnTo>
                  <a:lnTo>
                    <a:pt x="1995197" y="874460"/>
                  </a:lnTo>
                  <a:lnTo>
                    <a:pt x="1996450" y="863666"/>
                  </a:lnTo>
                  <a:lnTo>
                    <a:pt x="1997703" y="852436"/>
                  </a:lnTo>
                  <a:lnTo>
                    <a:pt x="1998957" y="840747"/>
                  </a:lnTo>
                  <a:lnTo>
                    <a:pt x="2000210" y="828577"/>
                  </a:lnTo>
                  <a:lnTo>
                    <a:pt x="2001463" y="815900"/>
                  </a:lnTo>
                  <a:lnTo>
                    <a:pt x="2002716" y="802701"/>
                  </a:lnTo>
                  <a:lnTo>
                    <a:pt x="2003969" y="789005"/>
                  </a:lnTo>
                  <a:lnTo>
                    <a:pt x="2005223" y="774887"/>
                  </a:lnTo>
                  <a:lnTo>
                    <a:pt x="2006476" y="760374"/>
                  </a:lnTo>
                  <a:lnTo>
                    <a:pt x="2007729" y="745508"/>
                  </a:lnTo>
                  <a:lnTo>
                    <a:pt x="2008982" y="730328"/>
                  </a:lnTo>
                  <a:lnTo>
                    <a:pt x="2010235" y="714860"/>
                  </a:lnTo>
                  <a:lnTo>
                    <a:pt x="2011489" y="699069"/>
                  </a:lnTo>
                  <a:lnTo>
                    <a:pt x="2012742" y="682950"/>
                  </a:lnTo>
                  <a:lnTo>
                    <a:pt x="2013995" y="666516"/>
                  </a:lnTo>
                  <a:lnTo>
                    <a:pt x="2015248" y="649923"/>
                  </a:lnTo>
                  <a:lnTo>
                    <a:pt x="2016502" y="633278"/>
                  </a:lnTo>
                  <a:lnTo>
                    <a:pt x="2017755" y="616712"/>
                  </a:lnTo>
                  <a:lnTo>
                    <a:pt x="2019008" y="600241"/>
                  </a:lnTo>
                  <a:lnTo>
                    <a:pt x="2020261" y="583888"/>
                  </a:lnTo>
                  <a:lnTo>
                    <a:pt x="2021514" y="567673"/>
                  </a:lnTo>
                  <a:lnTo>
                    <a:pt x="2022768" y="551568"/>
                  </a:lnTo>
                  <a:lnTo>
                    <a:pt x="2024021" y="535567"/>
                  </a:lnTo>
                  <a:lnTo>
                    <a:pt x="2025274" y="519672"/>
                  </a:lnTo>
                  <a:lnTo>
                    <a:pt x="2026527" y="503896"/>
                  </a:lnTo>
                  <a:lnTo>
                    <a:pt x="2027781" y="488300"/>
                  </a:lnTo>
                  <a:lnTo>
                    <a:pt x="2029034" y="472885"/>
                  </a:lnTo>
                  <a:lnTo>
                    <a:pt x="2030287" y="457682"/>
                  </a:lnTo>
                  <a:lnTo>
                    <a:pt x="2031540" y="442716"/>
                  </a:lnTo>
                  <a:lnTo>
                    <a:pt x="2032793" y="427992"/>
                  </a:lnTo>
                  <a:lnTo>
                    <a:pt x="2034047" y="413446"/>
                  </a:lnTo>
                  <a:lnTo>
                    <a:pt x="2035300" y="399048"/>
                  </a:lnTo>
                  <a:lnTo>
                    <a:pt x="2036553" y="384750"/>
                  </a:lnTo>
                  <a:lnTo>
                    <a:pt x="2037806" y="370545"/>
                  </a:lnTo>
                  <a:lnTo>
                    <a:pt x="2039059" y="356421"/>
                  </a:lnTo>
                  <a:lnTo>
                    <a:pt x="2040313" y="342391"/>
                  </a:lnTo>
                  <a:lnTo>
                    <a:pt x="2041566" y="328509"/>
                  </a:lnTo>
                  <a:lnTo>
                    <a:pt x="2042819" y="314801"/>
                  </a:lnTo>
                  <a:lnTo>
                    <a:pt x="2044072" y="301223"/>
                  </a:lnTo>
                  <a:lnTo>
                    <a:pt x="2045326" y="287708"/>
                  </a:lnTo>
                  <a:lnTo>
                    <a:pt x="2046579" y="274189"/>
                  </a:lnTo>
                  <a:lnTo>
                    <a:pt x="2047832" y="260609"/>
                  </a:lnTo>
                  <a:lnTo>
                    <a:pt x="2049085" y="246878"/>
                  </a:lnTo>
                  <a:lnTo>
                    <a:pt x="2050338" y="232997"/>
                  </a:lnTo>
                  <a:lnTo>
                    <a:pt x="2051592" y="219066"/>
                  </a:lnTo>
                  <a:lnTo>
                    <a:pt x="2052845" y="205187"/>
                  </a:lnTo>
                  <a:lnTo>
                    <a:pt x="2054098" y="191514"/>
                  </a:lnTo>
                  <a:lnTo>
                    <a:pt x="2055351" y="178153"/>
                  </a:lnTo>
                  <a:lnTo>
                    <a:pt x="2056605" y="165098"/>
                  </a:lnTo>
                  <a:lnTo>
                    <a:pt x="2057858" y="152366"/>
                  </a:lnTo>
                  <a:lnTo>
                    <a:pt x="2059111" y="140040"/>
                  </a:lnTo>
                  <a:lnTo>
                    <a:pt x="2060364" y="128149"/>
                  </a:lnTo>
                  <a:lnTo>
                    <a:pt x="2061617" y="116720"/>
                  </a:lnTo>
                  <a:lnTo>
                    <a:pt x="2062871" y="105807"/>
                  </a:lnTo>
                  <a:lnTo>
                    <a:pt x="2064124" y="95458"/>
                  </a:lnTo>
                  <a:lnTo>
                    <a:pt x="2065377" y="85709"/>
                  </a:lnTo>
                  <a:lnTo>
                    <a:pt x="2066630" y="76589"/>
                  </a:lnTo>
                  <a:lnTo>
                    <a:pt x="2067883" y="68140"/>
                  </a:lnTo>
                  <a:lnTo>
                    <a:pt x="2069137" y="60356"/>
                  </a:lnTo>
                  <a:lnTo>
                    <a:pt x="2070390" y="53201"/>
                  </a:lnTo>
                  <a:lnTo>
                    <a:pt x="2071643" y="46698"/>
                  </a:lnTo>
                  <a:lnTo>
                    <a:pt x="2072896" y="40857"/>
                  </a:lnTo>
                  <a:lnTo>
                    <a:pt x="2074150" y="35684"/>
                  </a:lnTo>
                  <a:lnTo>
                    <a:pt x="2075403" y="31267"/>
                  </a:lnTo>
                  <a:lnTo>
                    <a:pt x="2076656" y="27639"/>
                  </a:lnTo>
                  <a:lnTo>
                    <a:pt x="2077909" y="24766"/>
                  </a:lnTo>
                  <a:lnTo>
                    <a:pt x="2079162" y="22611"/>
                  </a:lnTo>
                  <a:lnTo>
                    <a:pt x="2080416" y="21139"/>
                  </a:lnTo>
                  <a:lnTo>
                    <a:pt x="2081669" y="20270"/>
                  </a:lnTo>
                  <a:lnTo>
                    <a:pt x="2082922" y="19993"/>
                  </a:lnTo>
                  <a:lnTo>
                    <a:pt x="2084175" y="20308"/>
                  </a:lnTo>
                  <a:lnTo>
                    <a:pt x="2085429" y="21227"/>
                  </a:lnTo>
                  <a:lnTo>
                    <a:pt x="2086682" y="22756"/>
                  </a:lnTo>
                  <a:lnTo>
                    <a:pt x="2087935" y="24949"/>
                  </a:lnTo>
                  <a:lnTo>
                    <a:pt x="2089188" y="27891"/>
                  </a:lnTo>
                  <a:lnTo>
                    <a:pt x="2090441" y="31580"/>
                  </a:lnTo>
                  <a:lnTo>
                    <a:pt x="2091695" y="35989"/>
                  </a:lnTo>
                  <a:lnTo>
                    <a:pt x="2092948" y="41097"/>
                  </a:lnTo>
                  <a:lnTo>
                    <a:pt x="2094201" y="46794"/>
                  </a:lnTo>
                  <a:lnTo>
                    <a:pt x="2095454" y="53002"/>
                  </a:lnTo>
                  <a:lnTo>
                    <a:pt x="2096707" y="59710"/>
                  </a:lnTo>
                  <a:lnTo>
                    <a:pt x="2097961" y="66928"/>
                  </a:lnTo>
                  <a:lnTo>
                    <a:pt x="2099214" y="74658"/>
                  </a:lnTo>
                  <a:lnTo>
                    <a:pt x="2100467" y="82921"/>
                  </a:lnTo>
                  <a:lnTo>
                    <a:pt x="2101720" y="91726"/>
                  </a:lnTo>
                  <a:lnTo>
                    <a:pt x="2102974" y="101034"/>
                  </a:lnTo>
                  <a:lnTo>
                    <a:pt x="2104227" y="110804"/>
                  </a:lnTo>
                  <a:lnTo>
                    <a:pt x="2105480" y="120974"/>
                  </a:lnTo>
                  <a:lnTo>
                    <a:pt x="2106733" y="131499"/>
                  </a:lnTo>
                  <a:lnTo>
                    <a:pt x="2107986" y="142335"/>
                  </a:lnTo>
                  <a:lnTo>
                    <a:pt x="2109240" y="153437"/>
                  </a:lnTo>
                  <a:lnTo>
                    <a:pt x="2110493" y="164803"/>
                  </a:lnTo>
                  <a:lnTo>
                    <a:pt x="2111746" y="176455"/>
                  </a:lnTo>
                  <a:lnTo>
                    <a:pt x="2112999" y="188458"/>
                  </a:lnTo>
                  <a:lnTo>
                    <a:pt x="2114253" y="200722"/>
                  </a:lnTo>
                  <a:lnTo>
                    <a:pt x="2115506" y="213146"/>
                  </a:lnTo>
                  <a:lnTo>
                    <a:pt x="2116759" y="225655"/>
                  </a:lnTo>
                  <a:lnTo>
                    <a:pt x="2118012" y="238125"/>
                  </a:lnTo>
                  <a:lnTo>
                    <a:pt x="2119265" y="250484"/>
                  </a:lnTo>
                  <a:lnTo>
                    <a:pt x="2120519" y="262670"/>
                  </a:lnTo>
                  <a:lnTo>
                    <a:pt x="2121772" y="274597"/>
                  </a:lnTo>
                  <a:lnTo>
                    <a:pt x="2123025" y="286218"/>
                  </a:lnTo>
                  <a:lnTo>
                    <a:pt x="2124278" y="297547"/>
                  </a:lnTo>
                  <a:lnTo>
                    <a:pt x="2125531" y="308546"/>
                  </a:lnTo>
                  <a:lnTo>
                    <a:pt x="2126785" y="319174"/>
                  </a:lnTo>
                  <a:lnTo>
                    <a:pt x="2128038" y="329417"/>
                  </a:lnTo>
                  <a:lnTo>
                    <a:pt x="2129291" y="339254"/>
                  </a:lnTo>
                  <a:lnTo>
                    <a:pt x="2130544" y="348627"/>
                  </a:lnTo>
                  <a:lnTo>
                    <a:pt x="2131798" y="357497"/>
                  </a:lnTo>
                  <a:lnTo>
                    <a:pt x="2133051" y="365909"/>
                  </a:lnTo>
                  <a:lnTo>
                    <a:pt x="2134304" y="373928"/>
                  </a:lnTo>
                  <a:lnTo>
                    <a:pt x="2135557" y="381514"/>
                  </a:lnTo>
                  <a:lnTo>
                    <a:pt x="2136810" y="388623"/>
                  </a:lnTo>
                  <a:lnTo>
                    <a:pt x="2138064" y="395251"/>
                  </a:lnTo>
                  <a:lnTo>
                    <a:pt x="2139317" y="401344"/>
                  </a:lnTo>
                  <a:lnTo>
                    <a:pt x="2140570" y="406906"/>
                  </a:lnTo>
                  <a:lnTo>
                    <a:pt x="2141823" y="411915"/>
                  </a:lnTo>
                  <a:lnTo>
                    <a:pt x="2143077" y="416274"/>
                  </a:lnTo>
                  <a:lnTo>
                    <a:pt x="2144330" y="420005"/>
                  </a:lnTo>
                  <a:lnTo>
                    <a:pt x="2145583" y="423112"/>
                  </a:lnTo>
                  <a:lnTo>
                    <a:pt x="2146836" y="425552"/>
                  </a:lnTo>
                  <a:lnTo>
                    <a:pt x="2148089" y="427305"/>
                  </a:lnTo>
                  <a:lnTo>
                    <a:pt x="2149343" y="428327"/>
                  </a:lnTo>
                  <a:lnTo>
                    <a:pt x="2150596" y="428622"/>
                  </a:lnTo>
                  <a:lnTo>
                    <a:pt x="2151849" y="428074"/>
                  </a:lnTo>
                  <a:lnTo>
                    <a:pt x="2153102" y="426585"/>
                  </a:lnTo>
                  <a:lnTo>
                    <a:pt x="2154355" y="424190"/>
                  </a:lnTo>
                  <a:lnTo>
                    <a:pt x="2155609" y="420888"/>
                  </a:lnTo>
                  <a:lnTo>
                    <a:pt x="2156862" y="416806"/>
                  </a:lnTo>
                  <a:lnTo>
                    <a:pt x="2158115" y="412069"/>
                  </a:lnTo>
                  <a:lnTo>
                    <a:pt x="2159368" y="406767"/>
                  </a:lnTo>
                  <a:lnTo>
                    <a:pt x="2160622" y="400938"/>
                  </a:lnTo>
                  <a:lnTo>
                    <a:pt x="2161875" y="394649"/>
                  </a:lnTo>
                  <a:lnTo>
                    <a:pt x="2163128" y="387909"/>
                  </a:lnTo>
                  <a:lnTo>
                    <a:pt x="2164381" y="380736"/>
                  </a:lnTo>
                  <a:lnTo>
                    <a:pt x="2165634" y="373207"/>
                  </a:lnTo>
                  <a:lnTo>
                    <a:pt x="2166888" y="365416"/>
                  </a:lnTo>
                  <a:lnTo>
                    <a:pt x="2168141" y="357404"/>
                  </a:lnTo>
                  <a:lnTo>
                    <a:pt x="2169394" y="349193"/>
                  </a:lnTo>
                  <a:lnTo>
                    <a:pt x="2170647" y="340842"/>
                  </a:lnTo>
                  <a:lnTo>
                    <a:pt x="2171900" y="332440"/>
                  </a:lnTo>
                  <a:lnTo>
                    <a:pt x="2173154" y="324042"/>
                  </a:lnTo>
                  <a:lnTo>
                    <a:pt x="2174407" y="315647"/>
                  </a:lnTo>
                  <a:lnTo>
                    <a:pt x="2175660" y="307257"/>
                  </a:lnTo>
                  <a:lnTo>
                    <a:pt x="2176913" y="298890"/>
                  </a:lnTo>
                  <a:lnTo>
                    <a:pt x="2178167" y="290589"/>
                  </a:lnTo>
                  <a:lnTo>
                    <a:pt x="2179420" y="282329"/>
                  </a:lnTo>
                  <a:lnTo>
                    <a:pt x="2180673" y="274114"/>
                  </a:lnTo>
                  <a:lnTo>
                    <a:pt x="2181926" y="265964"/>
                  </a:lnTo>
                  <a:lnTo>
                    <a:pt x="2183179" y="257917"/>
                  </a:lnTo>
                  <a:lnTo>
                    <a:pt x="2184433" y="250029"/>
                  </a:lnTo>
                  <a:lnTo>
                    <a:pt x="2185686" y="242332"/>
                  </a:lnTo>
                  <a:lnTo>
                    <a:pt x="2186939" y="234797"/>
                  </a:lnTo>
                  <a:lnTo>
                    <a:pt x="2188192" y="227471"/>
                  </a:lnTo>
                  <a:lnTo>
                    <a:pt x="2189446" y="220330"/>
                  </a:lnTo>
                  <a:lnTo>
                    <a:pt x="2190699" y="213363"/>
                  </a:lnTo>
                  <a:lnTo>
                    <a:pt x="2191952" y="206551"/>
                  </a:lnTo>
                  <a:lnTo>
                    <a:pt x="2193205" y="199899"/>
                  </a:lnTo>
                  <a:lnTo>
                    <a:pt x="2194458" y="193435"/>
                  </a:lnTo>
                  <a:lnTo>
                    <a:pt x="2195712" y="187150"/>
                  </a:lnTo>
                  <a:lnTo>
                    <a:pt x="2196965" y="181020"/>
                  </a:lnTo>
                  <a:lnTo>
                    <a:pt x="2198218" y="175030"/>
                  </a:lnTo>
                  <a:lnTo>
                    <a:pt x="2199471" y="169223"/>
                  </a:lnTo>
                  <a:lnTo>
                    <a:pt x="2200724" y="163614"/>
                  </a:lnTo>
                  <a:lnTo>
                    <a:pt x="2201978" y="158192"/>
                  </a:lnTo>
                  <a:lnTo>
                    <a:pt x="2203231" y="152956"/>
                  </a:lnTo>
                  <a:lnTo>
                    <a:pt x="2204484" y="147890"/>
                  </a:lnTo>
                  <a:lnTo>
                    <a:pt x="2205737" y="143048"/>
                  </a:lnTo>
                  <a:lnTo>
                    <a:pt x="2206991" y="138460"/>
                  </a:lnTo>
                  <a:lnTo>
                    <a:pt x="2208244" y="134114"/>
                  </a:lnTo>
                  <a:lnTo>
                    <a:pt x="2209497" y="130014"/>
                  </a:lnTo>
                  <a:lnTo>
                    <a:pt x="2210750" y="126165"/>
                  </a:lnTo>
                  <a:lnTo>
                    <a:pt x="2212003" y="122604"/>
                  </a:lnTo>
                  <a:lnTo>
                    <a:pt x="2213257" y="119312"/>
                  </a:lnTo>
                  <a:lnTo>
                    <a:pt x="2214510" y="116286"/>
                  </a:lnTo>
                  <a:lnTo>
                    <a:pt x="2215763" y="113562"/>
                  </a:lnTo>
                  <a:lnTo>
                    <a:pt x="2217016" y="111097"/>
                  </a:lnTo>
                  <a:lnTo>
                    <a:pt x="2218270" y="108891"/>
                  </a:lnTo>
                  <a:lnTo>
                    <a:pt x="2219523" y="106858"/>
                  </a:lnTo>
                  <a:lnTo>
                    <a:pt x="2220776" y="104930"/>
                  </a:lnTo>
                  <a:lnTo>
                    <a:pt x="2222029" y="103070"/>
                  </a:lnTo>
                  <a:lnTo>
                    <a:pt x="2223282" y="101248"/>
                  </a:lnTo>
                  <a:lnTo>
                    <a:pt x="2224536" y="99412"/>
                  </a:lnTo>
                  <a:lnTo>
                    <a:pt x="2225789" y="97544"/>
                  </a:lnTo>
                  <a:lnTo>
                    <a:pt x="2227042" y="95607"/>
                  </a:lnTo>
                  <a:lnTo>
                    <a:pt x="2228295" y="93603"/>
                  </a:lnTo>
                  <a:lnTo>
                    <a:pt x="2229548" y="91496"/>
                  </a:lnTo>
                  <a:lnTo>
                    <a:pt x="2230802" y="89233"/>
                  </a:lnTo>
                  <a:lnTo>
                    <a:pt x="2232055" y="86843"/>
                  </a:lnTo>
                  <a:lnTo>
                    <a:pt x="2233308" y="84365"/>
                  </a:lnTo>
                  <a:lnTo>
                    <a:pt x="2234561" y="81800"/>
                  </a:lnTo>
                  <a:lnTo>
                    <a:pt x="2235815" y="79152"/>
                  </a:lnTo>
                  <a:lnTo>
                    <a:pt x="2237068" y="76423"/>
                  </a:lnTo>
                  <a:lnTo>
                    <a:pt x="2238321" y="73621"/>
                  </a:lnTo>
                  <a:lnTo>
                    <a:pt x="2239574" y="70783"/>
                  </a:lnTo>
                  <a:lnTo>
                    <a:pt x="2240827" y="67895"/>
                  </a:lnTo>
                  <a:lnTo>
                    <a:pt x="2242081" y="64961"/>
                  </a:lnTo>
                  <a:lnTo>
                    <a:pt x="2243334" y="62032"/>
                  </a:lnTo>
                  <a:lnTo>
                    <a:pt x="2244587" y="59105"/>
                  </a:lnTo>
                  <a:lnTo>
                    <a:pt x="2245840" y="56179"/>
                  </a:lnTo>
                  <a:lnTo>
                    <a:pt x="2247094" y="53192"/>
                  </a:lnTo>
                  <a:lnTo>
                    <a:pt x="2248347" y="50149"/>
                  </a:lnTo>
                  <a:lnTo>
                    <a:pt x="2249600" y="47038"/>
                  </a:lnTo>
                  <a:lnTo>
                    <a:pt x="2250853" y="43818"/>
                  </a:lnTo>
                  <a:lnTo>
                    <a:pt x="2252106" y="40510"/>
                  </a:lnTo>
                  <a:lnTo>
                    <a:pt x="2253360" y="37174"/>
                  </a:lnTo>
                  <a:lnTo>
                    <a:pt x="2254613" y="33842"/>
                  </a:lnTo>
                  <a:lnTo>
                    <a:pt x="2255866" y="30514"/>
                  </a:lnTo>
                  <a:lnTo>
                    <a:pt x="2257119" y="27215"/>
                  </a:lnTo>
                  <a:lnTo>
                    <a:pt x="2258372" y="23963"/>
                  </a:lnTo>
                  <a:lnTo>
                    <a:pt x="2259626" y="20750"/>
                  </a:lnTo>
                  <a:lnTo>
                    <a:pt x="2260879" y="17597"/>
                  </a:lnTo>
                  <a:lnTo>
                    <a:pt x="2262132" y="14567"/>
                  </a:lnTo>
                  <a:lnTo>
                    <a:pt x="2263385" y="11692"/>
                  </a:lnTo>
                  <a:lnTo>
                    <a:pt x="2264639" y="9085"/>
                  </a:lnTo>
                  <a:lnTo>
                    <a:pt x="2265892" y="6763"/>
                  </a:lnTo>
                  <a:lnTo>
                    <a:pt x="2267145" y="4774"/>
                  </a:lnTo>
                  <a:lnTo>
                    <a:pt x="2268398" y="3135"/>
                  </a:lnTo>
                  <a:lnTo>
                    <a:pt x="2269651" y="1803"/>
                  </a:lnTo>
                  <a:lnTo>
                    <a:pt x="2270905" y="800"/>
                  </a:lnTo>
                  <a:lnTo>
                    <a:pt x="2272158" y="183"/>
                  </a:lnTo>
                  <a:lnTo>
                    <a:pt x="2273411" y="0"/>
                  </a:lnTo>
                  <a:lnTo>
                    <a:pt x="2274664" y="280"/>
                  </a:lnTo>
                  <a:lnTo>
                    <a:pt x="2275918" y="980"/>
                  </a:lnTo>
                  <a:lnTo>
                    <a:pt x="2277171" y="2098"/>
                  </a:lnTo>
                  <a:lnTo>
                    <a:pt x="2278424" y="3600"/>
                  </a:lnTo>
                  <a:lnTo>
                    <a:pt x="2279677" y="5500"/>
                  </a:lnTo>
                  <a:lnTo>
                    <a:pt x="2280930" y="7773"/>
                  </a:lnTo>
                  <a:lnTo>
                    <a:pt x="2282184" y="10419"/>
                  </a:lnTo>
                  <a:lnTo>
                    <a:pt x="2283437" y="13471"/>
                  </a:lnTo>
                  <a:lnTo>
                    <a:pt x="2284690" y="16910"/>
                  </a:lnTo>
                  <a:lnTo>
                    <a:pt x="2285943" y="20711"/>
                  </a:lnTo>
                  <a:lnTo>
                    <a:pt x="2287196" y="24911"/>
                  </a:lnTo>
                  <a:lnTo>
                    <a:pt x="2288450" y="29529"/>
                  </a:lnTo>
                  <a:lnTo>
                    <a:pt x="2289703" y="34561"/>
                  </a:lnTo>
                  <a:lnTo>
                    <a:pt x="2290956" y="39957"/>
                  </a:lnTo>
                  <a:lnTo>
                    <a:pt x="2292209" y="45655"/>
                  </a:lnTo>
                  <a:lnTo>
                    <a:pt x="2293463" y="51649"/>
                  </a:lnTo>
                  <a:lnTo>
                    <a:pt x="2294716" y="57944"/>
                  </a:lnTo>
                  <a:lnTo>
                    <a:pt x="2295969" y="64473"/>
                  </a:lnTo>
                  <a:lnTo>
                    <a:pt x="2297222" y="71171"/>
                  </a:lnTo>
                  <a:lnTo>
                    <a:pt x="2298475" y="77984"/>
                  </a:lnTo>
                  <a:lnTo>
                    <a:pt x="2299729" y="84927"/>
                  </a:lnTo>
                  <a:lnTo>
                    <a:pt x="2300982" y="91971"/>
                  </a:lnTo>
                  <a:lnTo>
                    <a:pt x="2302235" y="99078"/>
                  </a:lnTo>
                  <a:lnTo>
                    <a:pt x="2303488" y="106235"/>
                  </a:lnTo>
                  <a:lnTo>
                    <a:pt x="2304742" y="113428"/>
                  </a:lnTo>
                  <a:lnTo>
                    <a:pt x="2305995" y="120622"/>
                  </a:lnTo>
                  <a:lnTo>
                    <a:pt x="2307248" y="127807"/>
                  </a:lnTo>
                  <a:lnTo>
                    <a:pt x="2308501" y="134997"/>
                  </a:lnTo>
                  <a:lnTo>
                    <a:pt x="2309754" y="142244"/>
                  </a:lnTo>
                  <a:lnTo>
                    <a:pt x="2311008" y="149553"/>
                  </a:lnTo>
                  <a:lnTo>
                    <a:pt x="2312261" y="156931"/>
                  </a:lnTo>
                  <a:lnTo>
                    <a:pt x="2313514" y="164413"/>
                  </a:lnTo>
                  <a:lnTo>
                    <a:pt x="2314767" y="172024"/>
                  </a:lnTo>
                  <a:lnTo>
                    <a:pt x="2316020" y="179708"/>
                  </a:lnTo>
                  <a:lnTo>
                    <a:pt x="2317274" y="187444"/>
                  </a:lnTo>
                  <a:lnTo>
                    <a:pt x="2318527" y="195221"/>
                  </a:lnTo>
                  <a:lnTo>
                    <a:pt x="2319780" y="203031"/>
                  </a:lnTo>
                  <a:lnTo>
                    <a:pt x="2321033" y="210827"/>
                  </a:lnTo>
                  <a:lnTo>
                    <a:pt x="2322287" y="218594"/>
                  </a:lnTo>
                  <a:lnTo>
                    <a:pt x="2323540" y="226302"/>
                  </a:lnTo>
                  <a:lnTo>
                    <a:pt x="2324793" y="233883"/>
                  </a:lnTo>
                  <a:lnTo>
                    <a:pt x="2326046" y="241239"/>
                  </a:lnTo>
                  <a:lnTo>
                    <a:pt x="2327299" y="248258"/>
                  </a:lnTo>
                  <a:lnTo>
                    <a:pt x="2328553" y="254849"/>
                  </a:lnTo>
                  <a:lnTo>
                    <a:pt x="2329806" y="260974"/>
                  </a:lnTo>
                  <a:lnTo>
                    <a:pt x="2331059" y="266585"/>
                  </a:lnTo>
                  <a:lnTo>
                    <a:pt x="2332312" y="271701"/>
                  </a:lnTo>
                  <a:lnTo>
                    <a:pt x="2333565" y="276312"/>
                  </a:lnTo>
                  <a:lnTo>
                    <a:pt x="2334819" y="280376"/>
                  </a:lnTo>
                  <a:lnTo>
                    <a:pt x="2336072" y="283804"/>
                  </a:lnTo>
                  <a:lnTo>
                    <a:pt x="2337325" y="286567"/>
                  </a:lnTo>
                  <a:lnTo>
                    <a:pt x="2338578" y="288745"/>
                  </a:lnTo>
                  <a:lnTo>
                    <a:pt x="2339832" y="290438"/>
                  </a:lnTo>
                  <a:lnTo>
                    <a:pt x="2341085" y="291743"/>
                  </a:lnTo>
                  <a:lnTo>
                    <a:pt x="2342338" y="292719"/>
                  </a:lnTo>
                  <a:lnTo>
                    <a:pt x="2343591" y="293450"/>
                  </a:lnTo>
                  <a:lnTo>
                    <a:pt x="2344844" y="294015"/>
                  </a:lnTo>
                  <a:lnTo>
                    <a:pt x="2346098" y="294370"/>
                  </a:lnTo>
                  <a:lnTo>
                    <a:pt x="2347351" y="294538"/>
                  </a:lnTo>
                  <a:lnTo>
                    <a:pt x="2348604" y="294506"/>
                  </a:lnTo>
                  <a:lnTo>
                    <a:pt x="2349857" y="294267"/>
                  </a:lnTo>
                  <a:lnTo>
                    <a:pt x="2351111" y="293791"/>
                  </a:lnTo>
                  <a:lnTo>
                    <a:pt x="2352364" y="293097"/>
                  </a:lnTo>
                  <a:lnTo>
                    <a:pt x="2353617" y="292144"/>
                  </a:lnTo>
                  <a:lnTo>
                    <a:pt x="2354870" y="290978"/>
                  </a:lnTo>
                  <a:lnTo>
                    <a:pt x="2356123" y="289624"/>
                  </a:lnTo>
                  <a:lnTo>
                    <a:pt x="2357377" y="288075"/>
                  </a:lnTo>
                  <a:lnTo>
                    <a:pt x="2358630" y="286348"/>
                  </a:lnTo>
                  <a:lnTo>
                    <a:pt x="2359883" y="284508"/>
                  </a:lnTo>
                  <a:lnTo>
                    <a:pt x="2361136" y="282600"/>
                  </a:lnTo>
                  <a:lnTo>
                    <a:pt x="2362389" y="280627"/>
                  </a:lnTo>
                  <a:lnTo>
                    <a:pt x="2363643" y="278548"/>
                  </a:lnTo>
                  <a:lnTo>
                    <a:pt x="2364896" y="276384"/>
                  </a:lnTo>
                  <a:lnTo>
                    <a:pt x="2366149" y="274176"/>
                  </a:lnTo>
                  <a:lnTo>
                    <a:pt x="2367402" y="271942"/>
                  </a:lnTo>
                  <a:lnTo>
                    <a:pt x="2368656" y="269708"/>
                  </a:lnTo>
                  <a:lnTo>
                    <a:pt x="2369909" y="267522"/>
                  </a:lnTo>
                  <a:lnTo>
                    <a:pt x="2371162" y="265380"/>
                  </a:lnTo>
                  <a:lnTo>
                    <a:pt x="2372415" y="263281"/>
                  </a:lnTo>
                  <a:lnTo>
                    <a:pt x="2373668" y="261226"/>
                  </a:lnTo>
                  <a:lnTo>
                    <a:pt x="2374922" y="259240"/>
                  </a:lnTo>
                  <a:lnTo>
                    <a:pt x="2376175" y="257275"/>
                  </a:lnTo>
                  <a:lnTo>
                    <a:pt x="2377428" y="255312"/>
                  </a:lnTo>
                  <a:lnTo>
                    <a:pt x="2378681" y="253362"/>
                  </a:lnTo>
                  <a:lnTo>
                    <a:pt x="2379935" y="251403"/>
                  </a:lnTo>
                  <a:lnTo>
                    <a:pt x="2381188" y="249449"/>
                  </a:lnTo>
                  <a:lnTo>
                    <a:pt x="2382441" y="247548"/>
                  </a:lnTo>
                  <a:lnTo>
                    <a:pt x="2383694" y="245737"/>
                  </a:lnTo>
                  <a:lnTo>
                    <a:pt x="2384947" y="244018"/>
                  </a:lnTo>
                  <a:lnTo>
                    <a:pt x="2386201" y="242370"/>
                  </a:lnTo>
                  <a:lnTo>
                    <a:pt x="2387454" y="240827"/>
                  </a:lnTo>
                  <a:lnTo>
                    <a:pt x="2388707" y="239379"/>
                  </a:lnTo>
                  <a:lnTo>
                    <a:pt x="2389960" y="238055"/>
                  </a:lnTo>
                  <a:lnTo>
                    <a:pt x="2391213" y="236932"/>
                  </a:lnTo>
                  <a:lnTo>
                    <a:pt x="2392467" y="236035"/>
                  </a:lnTo>
                  <a:lnTo>
                    <a:pt x="2393720" y="235410"/>
                  </a:lnTo>
                  <a:lnTo>
                    <a:pt x="2394973" y="235099"/>
                  </a:lnTo>
                  <a:lnTo>
                    <a:pt x="2396226" y="235079"/>
                  </a:lnTo>
                  <a:lnTo>
                    <a:pt x="2397480" y="235340"/>
                  </a:lnTo>
                  <a:lnTo>
                    <a:pt x="2398733" y="235915"/>
                  </a:lnTo>
                  <a:lnTo>
                    <a:pt x="2399986" y="236802"/>
                  </a:lnTo>
                  <a:lnTo>
                    <a:pt x="2401239" y="237905"/>
                  </a:lnTo>
                  <a:lnTo>
                    <a:pt x="2402492" y="239150"/>
                  </a:lnTo>
                  <a:lnTo>
                    <a:pt x="2403746" y="240500"/>
                  </a:lnTo>
                  <a:lnTo>
                    <a:pt x="2404999" y="241931"/>
                  </a:lnTo>
                  <a:lnTo>
                    <a:pt x="2406252" y="243391"/>
                  </a:lnTo>
                  <a:lnTo>
                    <a:pt x="2407505" y="244815"/>
                  </a:lnTo>
                  <a:lnTo>
                    <a:pt x="2408759" y="246159"/>
                  </a:lnTo>
                  <a:lnTo>
                    <a:pt x="2410012" y="247423"/>
                  </a:lnTo>
                  <a:lnTo>
                    <a:pt x="2411265" y="248606"/>
                  </a:lnTo>
                  <a:lnTo>
                    <a:pt x="2412518" y="249693"/>
                  </a:lnTo>
                  <a:lnTo>
                    <a:pt x="2413771" y="250691"/>
                  </a:lnTo>
                  <a:lnTo>
                    <a:pt x="2415025" y="251608"/>
                  </a:lnTo>
                  <a:lnTo>
                    <a:pt x="2416278" y="252455"/>
                  </a:lnTo>
                  <a:lnTo>
                    <a:pt x="2417531" y="253299"/>
                  </a:lnTo>
                  <a:lnTo>
                    <a:pt x="2418784" y="254190"/>
                  </a:lnTo>
                  <a:lnTo>
                    <a:pt x="2420037" y="255144"/>
                  </a:lnTo>
                  <a:lnTo>
                    <a:pt x="2421291" y="256159"/>
                  </a:lnTo>
                  <a:lnTo>
                    <a:pt x="2422544" y="257199"/>
                  </a:lnTo>
                  <a:lnTo>
                    <a:pt x="2423797" y="258256"/>
                  </a:lnTo>
                  <a:lnTo>
                    <a:pt x="2425050" y="259334"/>
                  </a:lnTo>
                  <a:lnTo>
                    <a:pt x="2426304" y="260484"/>
                  </a:lnTo>
                  <a:lnTo>
                    <a:pt x="2427557" y="261749"/>
                  </a:lnTo>
                  <a:lnTo>
                    <a:pt x="2428810" y="263107"/>
                  </a:lnTo>
                  <a:lnTo>
                    <a:pt x="2430063" y="264532"/>
                  </a:lnTo>
                  <a:lnTo>
                    <a:pt x="2431316" y="266010"/>
                  </a:lnTo>
                  <a:lnTo>
                    <a:pt x="2432570" y="267515"/>
                  </a:lnTo>
                  <a:lnTo>
                    <a:pt x="2433823" y="269000"/>
                  </a:lnTo>
                  <a:lnTo>
                    <a:pt x="2435076" y="270473"/>
                  </a:lnTo>
                  <a:lnTo>
                    <a:pt x="2436329" y="271873"/>
                  </a:lnTo>
                  <a:lnTo>
                    <a:pt x="2437583" y="273132"/>
                  </a:lnTo>
                  <a:lnTo>
                    <a:pt x="2438836" y="274275"/>
                  </a:lnTo>
                  <a:lnTo>
                    <a:pt x="2440089" y="275314"/>
                  </a:lnTo>
                  <a:lnTo>
                    <a:pt x="2441342" y="276243"/>
                  </a:lnTo>
                  <a:lnTo>
                    <a:pt x="2442595" y="277090"/>
                  </a:lnTo>
                  <a:lnTo>
                    <a:pt x="2443849" y="277875"/>
                  </a:lnTo>
                  <a:lnTo>
                    <a:pt x="2445102" y="278537"/>
                  </a:lnTo>
                  <a:lnTo>
                    <a:pt x="2446355" y="278992"/>
                  </a:lnTo>
                  <a:lnTo>
                    <a:pt x="2447608" y="279239"/>
                  </a:lnTo>
                  <a:lnTo>
                    <a:pt x="2448861" y="279319"/>
                  </a:lnTo>
                  <a:lnTo>
                    <a:pt x="2450115" y="279232"/>
                  </a:lnTo>
                  <a:lnTo>
                    <a:pt x="2451368" y="278999"/>
                  </a:lnTo>
                  <a:lnTo>
                    <a:pt x="2452621" y="278656"/>
                  </a:lnTo>
                  <a:lnTo>
                    <a:pt x="2453874" y="278213"/>
                  </a:lnTo>
                  <a:lnTo>
                    <a:pt x="2455128" y="277664"/>
                  </a:lnTo>
                  <a:lnTo>
                    <a:pt x="2456381" y="277023"/>
                  </a:lnTo>
                  <a:lnTo>
                    <a:pt x="2457634" y="276251"/>
                  </a:lnTo>
                  <a:lnTo>
                    <a:pt x="2458887" y="275339"/>
                  </a:lnTo>
                  <a:lnTo>
                    <a:pt x="2460140" y="274316"/>
                  </a:lnTo>
                  <a:lnTo>
                    <a:pt x="2461394" y="273199"/>
                  </a:lnTo>
                  <a:lnTo>
                    <a:pt x="2462647" y="271977"/>
                  </a:lnTo>
                  <a:lnTo>
                    <a:pt x="2463900" y="270675"/>
                  </a:lnTo>
                  <a:lnTo>
                    <a:pt x="2465153" y="269385"/>
                  </a:lnTo>
                  <a:lnTo>
                    <a:pt x="2466407" y="268127"/>
                  </a:lnTo>
                  <a:lnTo>
                    <a:pt x="2467660" y="266945"/>
                  </a:lnTo>
                  <a:lnTo>
                    <a:pt x="2468913" y="265850"/>
                  </a:lnTo>
                  <a:lnTo>
                    <a:pt x="2470166" y="264919"/>
                  </a:lnTo>
                  <a:lnTo>
                    <a:pt x="2471419" y="264237"/>
                  </a:lnTo>
                  <a:lnTo>
                    <a:pt x="2472673" y="263871"/>
                  </a:lnTo>
                  <a:lnTo>
                    <a:pt x="2473926" y="263888"/>
                  </a:lnTo>
                  <a:lnTo>
                    <a:pt x="2475179" y="264337"/>
                  </a:lnTo>
                  <a:lnTo>
                    <a:pt x="2476432" y="265250"/>
                  </a:lnTo>
                  <a:lnTo>
                    <a:pt x="2477685" y="266652"/>
                  </a:lnTo>
                  <a:lnTo>
                    <a:pt x="2478939" y="268576"/>
                  </a:lnTo>
                  <a:lnTo>
                    <a:pt x="2480192" y="271023"/>
                  </a:lnTo>
                  <a:lnTo>
                    <a:pt x="2481445" y="273986"/>
                  </a:lnTo>
                  <a:lnTo>
                    <a:pt x="2482698" y="277530"/>
                  </a:lnTo>
                  <a:lnTo>
                    <a:pt x="2483952" y="281672"/>
                  </a:lnTo>
                  <a:lnTo>
                    <a:pt x="2485205" y="286444"/>
                  </a:lnTo>
                  <a:lnTo>
                    <a:pt x="2486458" y="291840"/>
                  </a:lnTo>
                  <a:lnTo>
                    <a:pt x="2487711" y="297836"/>
                  </a:lnTo>
                  <a:lnTo>
                    <a:pt x="2488964" y="304399"/>
                  </a:lnTo>
                  <a:lnTo>
                    <a:pt x="2490218" y="311486"/>
                  </a:lnTo>
                  <a:lnTo>
                    <a:pt x="2491471" y="319070"/>
                  </a:lnTo>
                  <a:lnTo>
                    <a:pt x="2492724" y="327187"/>
                  </a:lnTo>
                  <a:lnTo>
                    <a:pt x="2493977" y="335814"/>
                  </a:lnTo>
                  <a:lnTo>
                    <a:pt x="2495230" y="344914"/>
                  </a:lnTo>
                  <a:lnTo>
                    <a:pt x="2496484" y="354508"/>
                  </a:lnTo>
                  <a:lnTo>
                    <a:pt x="2497737" y="364583"/>
                  </a:lnTo>
                  <a:lnTo>
                    <a:pt x="2498990" y="375112"/>
                  </a:lnTo>
                  <a:lnTo>
                    <a:pt x="2500243" y="386136"/>
                  </a:lnTo>
                  <a:lnTo>
                    <a:pt x="2501497" y="397651"/>
                  </a:lnTo>
                  <a:lnTo>
                    <a:pt x="2502750" y="409619"/>
                  </a:lnTo>
                  <a:lnTo>
                    <a:pt x="2504003" y="422025"/>
                  </a:lnTo>
                  <a:lnTo>
                    <a:pt x="2505256" y="434843"/>
                  </a:lnTo>
                  <a:lnTo>
                    <a:pt x="2506509" y="448060"/>
                  </a:lnTo>
                  <a:lnTo>
                    <a:pt x="2507763" y="461699"/>
                  </a:lnTo>
                  <a:lnTo>
                    <a:pt x="2509016" y="475836"/>
                  </a:lnTo>
                  <a:lnTo>
                    <a:pt x="2510269" y="490491"/>
                  </a:lnTo>
                  <a:lnTo>
                    <a:pt x="2511522" y="505637"/>
                  </a:lnTo>
                  <a:lnTo>
                    <a:pt x="2512776" y="521283"/>
                  </a:lnTo>
                  <a:lnTo>
                    <a:pt x="2514029" y="537446"/>
                  </a:lnTo>
                  <a:lnTo>
                    <a:pt x="2515282" y="554069"/>
                  </a:lnTo>
                  <a:lnTo>
                    <a:pt x="2516535" y="571096"/>
                  </a:lnTo>
                  <a:lnTo>
                    <a:pt x="2517788" y="588519"/>
                  </a:lnTo>
                  <a:lnTo>
                    <a:pt x="2519042" y="606304"/>
                  </a:lnTo>
                  <a:lnTo>
                    <a:pt x="2520295" y="624405"/>
                  </a:lnTo>
                  <a:lnTo>
                    <a:pt x="2521548" y="642832"/>
                  </a:lnTo>
                  <a:lnTo>
                    <a:pt x="2522801" y="661515"/>
                  </a:lnTo>
                  <a:lnTo>
                    <a:pt x="2524054" y="680401"/>
                  </a:lnTo>
                  <a:lnTo>
                    <a:pt x="2525308" y="699472"/>
                  </a:lnTo>
                  <a:lnTo>
                    <a:pt x="2526561" y="718732"/>
                  </a:lnTo>
                  <a:lnTo>
                    <a:pt x="2527814" y="738097"/>
                  </a:lnTo>
                  <a:lnTo>
                    <a:pt x="2529067" y="757462"/>
                  </a:lnTo>
                  <a:lnTo>
                    <a:pt x="2530321" y="776679"/>
                  </a:lnTo>
                  <a:lnTo>
                    <a:pt x="2531574" y="795643"/>
                  </a:lnTo>
                  <a:lnTo>
                    <a:pt x="2532827" y="814251"/>
                  </a:lnTo>
                  <a:lnTo>
                    <a:pt x="2534080" y="832452"/>
                  </a:lnTo>
                  <a:lnTo>
                    <a:pt x="2535333" y="850185"/>
                  </a:lnTo>
                  <a:lnTo>
                    <a:pt x="2536587" y="867377"/>
                  </a:lnTo>
                  <a:lnTo>
                    <a:pt x="2537840" y="883966"/>
                  </a:lnTo>
                  <a:lnTo>
                    <a:pt x="2539093" y="899932"/>
                  </a:lnTo>
                  <a:lnTo>
                    <a:pt x="2540346" y="915258"/>
                  </a:lnTo>
                  <a:lnTo>
                    <a:pt x="2541600" y="929996"/>
                  </a:lnTo>
                  <a:lnTo>
                    <a:pt x="2542853" y="944142"/>
                  </a:lnTo>
                  <a:lnTo>
                    <a:pt x="2544106" y="957676"/>
                  </a:lnTo>
                  <a:lnTo>
                    <a:pt x="2545359" y="970509"/>
                  </a:lnTo>
                  <a:lnTo>
                    <a:pt x="2546612" y="982499"/>
                  </a:lnTo>
                  <a:lnTo>
                    <a:pt x="2547866" y="993608"/>
                  </a:lnTo>
                  <a:lnTo>
                    <a:pt x="2549119" y="1003794"/>
                  </a:lnTo>
                  <a:lnTo>
                    <a:pt x="2550372" y="1013009"/>
                  </a:lnTo>
                  <a:lnTo>
                    <a:pt x="2551625" y="1021267"/>
                  </a:lnTo>
                  <a:lnTo>
                    <a:pt x="2552878" y="1028553"/>
                  </a:lnTo>
                  <a:lnTo>
                    <a:pt x="2554132" y="1034872"/>
                  </a:lnTo>
                  <a:lnTo>
                    <a:pt x="2555385" y="1040224"/>
                  </a:lnTo>
                  <a:lnTo>
                    <a:pt x="2556638" y="1044625"/>
                  </a:lnTo>
                  <a:lnTo>
                    <a:pt x="2557891" y="1048172"/>
                  </a:lnTo>
                  <a:lnTo>
                    <a:pt x="2559145" y="1050896"/>
                  </a:lnTo>
                  <a:lnTo>
                    <a:pt x="2560398" y="1052755"/>
                  </a:lnTo>
                  <a:lnTo>
                    <a:pt x="2561651" y="1053851"/>
                  </a:lnTo>
                  <a:lnTo>
                    <a:pt x="2562904" y="1054218"/>
                  </a:lnTo>
                  <a:lnTo>
                    <a:pt x="2564157" y="1053865"/>
                  </a:lnTo>
                  <a:lnTo>
                    <a:pt x="2565411" y="1052827"/>
                  </a:lnTo>
                  <a:lnTo>
                    <a:pt x="2566664" y="1051118"/>
                  </a:lnTo>
                  <a:lnTo>
                    <a:pt x="2567917" y="1048758"/>
                  </a:lnTo>
                  <a:lnTo>
                    <a:pt x="2569170" y="1045747"/>
                  </a:lnTo>
                  <a:lnTo>
                    <a:pt x="2570424" y="1042063"/>
                  </a:lnTo>
                  <a:lnTo>
                    <a:pt x="2571677" y="1037682"/>
                  </a:lnTo>
                  <a:lnTo>
                    <a:pt x="2572930" y="1032587"/>
                  </a:lnTo>
                  <a:lnTo>
                    <a:pt x="2574183" y="1026795"/>
                  </a:lnTo>
                  <a:lnTo>
                    <a:pt x="2575436" y="1020282"/>
                  </a:lnTo>
                  <a:lnTo>
                    <a:pt x="2576690" y="1013020"/>
                  </a:lnTo>
                  <a:lnTo>
                    <a:pt x="2577943" y="1005050"/>
                  </a:lnTo>
                  <a:lnTo>
                    <a:pt x="2579196" y="996447"/>
                  </a:lnTo>
                  <a:lnTo>
                    <a:pt x="2580449" y="987213"/>
                  </a:lnTo>
                  <a:lnTo>
                    <a:pt x="2581702" y="977331"/>
                  </a:lnTo>
                  <a:lnTo>
                    <a:pt x="2582956" y="966835"/>
                  </a:lnTo>
                  <a:lnTo>
                    <a:pt x="2584209" y="955750"/>
                  </a:lnTo>
                  <a:lnTo>
                    <a:pt x="2585462" y="944113"/>
                  </a:lnTo>
                  <a:lnTo>
                    <a:pt x="2586715" y="932010"/>
                  </a:lnTo>
                  <a:lnTo>
                    <a:pt x="2587969" y="919533"/>
                  </a:lnTo>
                  <a:lnTo>
                    <a:pt x="2589222" y="906717"/>
                  </a:lnTo>
                  <a:lnTo>
                    <a:pt x="2590475" y="893571"/>
                  </a:lnTo>
                  <a:lnTo>
                    <a:pt x="2591728" y="880179"/>
                  </a:lnTo>
                  <a:lnTo>
                    <a:pt x="2592981" y="866577"/>
                  </a:lnTo>
                  <a:lnTo>
                    <a:pt x="2594235" y="852876"/>
                  </a:lnTo>
                  <a:lnTo>
                    <a:pt x="2595488" y="839158"/>
                  </a:lnTo>
                  <a:lnTo>
                    <a:pt x="2596741" y="825465"/>
                  </a:lnTo>
                  <a:lnTo>
                    <a:pt x="2597994" y="811762"/>
                  </a:lnTo>
                  <a:lnTo>
                    <a:pt x="2599248" y="798049"/>
                  </a:lnTo>
                  <a:lnTo>
                    <a:pt x="2600501" y="784395"/>
                  </a:lnTo>
                  <a:lnTo>
                    <a:pt x="2601754" y="770817"/>
                  </a:lnTo>
                  <a:lnTo>
                    <a:pt x="2603007" y="757323"/>
                  </a:lnTo>
                  <a:lnTo>
                    <a:pt x="2604260" y="743882"/>
                  </a:lnTo>
                  <a:lnTo>
                    <a:pt x="2605514" y="730410"/>
                  </a:lnTo>
                  <a:lnTo>
                    <a:pt x="2606767" y="716869"/>
                  </a:lnTo>
                  <a:lnTo>
                    <a:pt x="2608020" y="703294"/>
                  </a:lnTo>
                  <a:lnTo>
                    <a:pt x="2609273" y="689834"/>
                  </a:lnTo>
                  <a:lnTo>
                    <a:pt x="2610526" y="676567"/>
                  </a:lnTo>
                  <a:lnTo>
                    <a:pt x="2611780" y="663578"/>
                  </a:lnTo>
                  <a:lnTo>
                    <a:pt x="2613033" y="650957"/>
                  </a:lnTo>
                  <a:lnTo>
                    <a:pt x="2614286" y="638769"/>
                  </a:lnTo>
                  <a:lnTo>
                    <a:pt x="2615539" y="627059"/>
                  </a:lnTo>
                  <a:lnTo>
                    <a:pt x="2616793" y="615873"/>
                  </a:lnTo>
                  <a:lnTo>
                    <a:pt x="2618046" y="605215"/>
                  </a:lnTo>
                  <a:lnTo>
                    <a:pt x="2619299" y="595094"/>
                  </a:lnTo>
                  <a:lnTo>
                    <a:pt x="2620552" y="585467"/>
                  </a:lnTo>
                  <a:lnTo>
                    <a:pt x="2621805" y="576266"/>
                  </a:lnTo>
                  <a:lnTo>
                    <a:pt x="2623059" y="567546"/>
                  </a:lnTo>
                  <a:lnTo>
                    <a:pt x="2624312" y="559312"/>
                  </a:lnTo>
                  <a:lnTo>
                    <a:pt x="2625565" y="551540"/>
                  </a:lnTo>
                  <a:lnTo>
                    <a:pt x="2626818" y="544265"/>
                  </a:lnTo>
                  <a:lnTo>
                    <a:pt x="2628072" y="537498"/>
                  </a:lnTo>
                  <a:lnTo>
                    <a:pt x="2629325" y="531272"/>
                  </a:lnTo>
                  <a:lnTo>
                    <a:pt x="2630578" y="525611"/>
                  </a:lnTo>
                  <a:lnTo>
                    <a:pt x="2631831" y="520557"/>
                  </a:lnTo>
                  <a:lnTo>
                    <a:pt x="2633084" y="516107"/>
                  </a:lnTo>
                  <a:lnTo>
                    <a:pt x="2634338" y="512251"/>
                  </a:lnTo>
                  <a:lnTo>
                    <a:pt x="2635591" y="508996"/>
                  </a:lnTo>
                  <a:lnTo>
                    <a:pt x="2636844" y="506295"/>
                  </a:lnTo>
                  <a:lnTo>
                    <a:pt x="2638097" y="504150"/>
                  </a:lnTo>
                  <a:lnTo>
                    <a:pt x="2639350" y="502529"/>
                  </a:lnTo>
                  <a:lnTo>
                    <a:pt x="2640604" y="501424"/>
                  </a:lnTo>
                  <a:lnTo>
                    <a:pt x="2641857" y="500768"/>
                  </a:lnTo>
                  <a:lnTo>
                    <a:pt x="2643110" y="500560"/>
                  </a:lnTo>
                  <a:lnTo>
                    <a:pt x="2644363" y="500815"/>
                  </a:lnTo>
                  <a:lnTo>
                    <a:pt x="2645617" y="501498"/>
                  </a:lnTo>
                  <a:lnTo>
                    <a:pt x="2646870" y="502548"/>
                  </a:lnTo>
                  <a:lnTo>
                    <a:pt x="2648123" y="503955"/>
                  </a:lnTo>
                  <a:lnTo>
                    <a:pt x="2649376" y="505661"/>
                  </a:lnTo>
                  <a:lnTo>
                    <a:pt x="2650629" y="507589"/>
                  </a:lnTo>
                  <a:lnTo>
                    <a:pt x="2651883" y="509689"/>
                  </a:lnTo>
                  <a:lnTo>
                    <a:pt x="2653136" y="511931"/>
                  </a:lnTo>
                  <a:lnTo>
                    <a:pt x="2654389" y="514317"/>
                  </a:lnTo>
                  <a:lnTo>
                    <a:pt x="2655642" y="516893"/>
                  </a:lnTo>
                  <a:lnTo>
                    <a:pt x="2656895" y="519696"/>
                  </a:lnTo>
                  <a:lnTo>
                    <a:pt x="2658149" y="522700"/>
                  </a:lnTo>
                  <a:lnTo>
                    <a:pt x="2659402" y="525867"/>
                  </a:lnTo>
                  <a:lnTo>
                    <a:pt x="2660655" y="529241"/>
                  </a:lnTo>
                  <a:lnTo>
                    <a:pt x="2661908" y="532880"/>
                  </a:lnTo>
                  <a:lnTo>
                    <a:pt x="2663162" y="536743"/>
                  </a:lnTo>
                  <a:lnTo>
                    <a:pt x="2664415" y="540809"/>
                  </a:lnTo>
                  <a:lnTo>
                    <a:pt x="2665668" y="545099"/>
                  </a:lnTo>
                  <a:lnTo>
                    <a:pt x="2666921" y="549604"/>
                  </a:lnTo>
                  <a:lnTo>
                    <a:pt x="2668174" y="554334"/>
                  </a:lnTo>
                  <a:lnTo>
                    <a:pt x="2669428" y="559353"/>
                  </a:lnTo>
                  <a:lnTo>
                    <a:pt x="2670681" y="564677"/>
                  </a:lnTo>
                  <a:lnTo>
                    <a:pt x="2671934" y="570313"/>
                  </a:lnTo>
                  <a:lnTo>
                    <a:pt x="2673187" y="576228"/>
                  </a:lnTo>
                  <a:lnTo>
                    <a:pt x="2674441" y="582417"/>
                  </a:lnTo>
                  <a:lnTo>
                    <a:pt x="2675694" y="588851"/>
                  </a:lnTo>
                  <a:lnTo>
                    <a:pt x="2676947" y="595491"/>
                  </a:lnTo>
                  <a:lnTo>
                    <a:pt x="2678200" y="602352"/>
                  </a:lnTo>
                  <a:lnTo>
                    <a:pt x="2679453" y="609402"/>
                  </a:lnTo>
                  <a:lnTo>
                    <a:pt x="2680707" y="616605"/>
                  </a:lnTo>
                  <a:lnTo>
                    <a:pt x="2681960" y="623966"/>
                  </a:lnTo>
                  <a:lnTo>
                    <a:pt x="2683213" y="631377"/>
                  </a:lnTo>
                  <a:lnTo>
                    <a:pt x="2684466" y="638823"/>
                  </a:lnTo>
                  <a:lnTo>
                    <a:pt x="2685719" y="646263"/>
                  </a:lnTo>
                  <a:lnTo>
                    <a:pt x="2686973" y="653647"/>
                  </a:lnTo>
                  <a:lnTo>
                    <a:pt x="2688226" y="660977"/>
                  </a:lnTo>
                  <a:lnTo>
                    <a:pt x="2689479" y="668192"/>
                  </a:lnTo>
                  <a:lnTo>
                    <a:pt x="2690732" y="675255"/>
                  </a:lnTo>
                  <a:lnTo>
                    <a:pt x="2691986" y="682107"/>
                  </a:lnTo>
                  <a:lnTo>
                    <a:pt x="2693239" y="688707"/>
                  </a:lnTo>
                  <a:lnTo>
                    <a:pt x="2694492" y="695011"/>
                  </a:lnTo>
                  <a:lnTo>
                    <a:pt x="2695745" y="701000"/>
                  </a:lnTo>
                  <a:lnTo>
                    <a:pt x="2696998" y="706719"/>
                  </a:lnTo>
                  <a:lnTo>
                    <a:pt x="2698252" y="712189"/>
                  </a:lnTo>
                  <a:lnTo>
                    <a:pt x="2699505" y="717455"/>
                  </a:lnTo>
                  <a:lnTo>
                    <a:pt x="2700758" y="722547"/>
                  </a:lnTo>
                  <a:lnTo>
                    <a:pt x="2702011" y="727542"/>
                  </a:lnTo>
                  <a:lnTo>
                    <a:pt x="2703265" y="732533"/>
                  </a:lnTo>
                  <a:lnTo>
                    <a:pt x="2704518" y="737576"/>
                  </a:lnTo>
                  <a:lnTo>
                    <a:pt x="2705771" y="742661"/>
                  </a:lnTo>
                  <a:lnTo>
                    <a:pt x="2707024" y="747767"/>
                  </a:lnTo>
                  <a:lnTo>
                    <a:pt x="2708277" y="752971"/>
                  </a:lnTo>
                  <a:lnTo>
                    <a:pt x="2709531" y="758348"/>
                  </a:lnTo>
                  <a:lnTo>
                    <a:pt x="2710784" y="763971"/>
                  </a:lnTo>
                  <a:lnTo>
                    <a:pt x="2712037" y="769861"/>
                  </a:lnTo>
                  <a:lnTo>
                    <a:pt x="2713290" y="776047"/>
                  </a:lnTo>
                  <a:lnTo>
                    <a:pt x="2714543" y="782576"/>
                  </a:lnTo>
                  <a:lnTo>
                    <a:pt x="2715797" y="789480"/>
                  </a:lnTo>
                  <a:lnTo>
                    <a:pt x="2717050" y="796762"/>
                  </a:lnTo>
                  <a:lnTo>
                    <a:pt x="2718303" y="804415"/>
                  </a:lnTo>
                  <a:lnTo>
                    <a:pt x="2719556" y="812387"/>
                  </a:lnTo>
                  <a:lnTo>
                    <a:pt x="2720810" y="820669"/>
                  </a:lnTo>
                  <a:lnTo>
                    <a:pt x="2722063" y="829279"/>
                  </a:lnTo>
                  <a:lnTo>
                    <a:pt x="2723316" y="838161"/>
                  </a:lnTo>
                  <a:lnTo>
                    <a:pt x="2724569" y="847294"/>
                  </a:lnTo>
                  <a:lnTo>
                    <a:pt x="2725822" y="856668"/>
                  </a:lnTo>
                  <a:lnTo>
                    <a:pt x="2727076" y="866260"/>
                  </a:lnTo>
                  <a:lnTo>
                    <a:pt x="2728329" y="876010"/>
                  </a:lnTo>
                  <a:lnTo>
                    <a:pt x="2729582" y="885872"/>
                  </a:lnTo>
                  <a:lnTo>
                    <a:pt x="2730835" y="895824"/>
                  </a:lnTo>
                  <a:lnTo>
                    <a:pt x="2732089" y="905823"/>
                  </a:lnTo>
                  <a:lnTo>
                    <a:pt x="2733342" y="915779"/>
                  </a:lnTo>
                  <a:lnTo>
                    <a:pt x="2734595" y="925607"/>
                  </a:lnTo>
                  <a:lnTo>
                    <a:pt x="2735848" y="935205"/>
                  </a:lnTo>
                  <a:lnTo>
                    <a:pt x="2737101" y="944483"/>
                  </a:lnTo>
                  <a:lnTo>
                    <a:pt x="2738355" y="953413"/>
                  </a:lnTo>
                  <a:lnTo>
                    <a:pt x="2739608" y="961964"/>
                  </a:lnTo>
                  <a:lnTo>
                    <a:pt x="2740861" y="970090"/>
                  </a:lnTo>
                  <a:lnTo>
                    <a:pt x="2742114" y="977790"/>
                  </a:lnTo>
                  <a:lnTo>
                    <a:pt x="2743367" y="985065"/>
                  </a:lnTo>
                  <a:lnTo>
                    <a:pt x="2744621" y="991923"/>
                  </a:lnTo>
                  <a:lnTo>
                    <a:pt x="2745874" y="998470"/>
                  </a:lnTo>
                  <a:lnTo>
                    <a:pt x="2747127" y="1004851"/>
                  </a:lnTo>
                  <a:lnTo>
                    <a:pt x="2748380" y="1011134"/>
                  </a:lnTo>
                  <a:lnTo>
                    <a:pt x="2749634" y="1017392"/>
                  </a:lnTo>
                  <a:lnTo>
                    <a:pt x="2750887" y="1023643"/>
                  </a:lnTo>
                  <a:lnTo>
                    <a:pt x="2752140" y="1029900"/>
                  </a:lnTo>
                  <a:lnTo>
                    <a:pt x="2753393" y="1036189"/>
                  </a:lnTo>
                  <a:lnTo>
                    <a:pt x="2754646" y="1042549"/>
                  </a:lnTo>
                  <a:lnTo>
                    <a:pt x="2755900" y="1049026"/>
                  </a:lnTo>
                  <a:lnTo>
                    <a:pt x="2757153" y="1055625"/>
                  </a:lnTo>
                  <a:lnTo>
                    <a:pt x="2758406" y="1062374"/>
                  </a:lnTo>
                  <a:lnTo>
                    <a:pt x="2759659" y="1069261"/>
                  </a:lnTo>
                  <a:lnTo>
                    <a:pt x="2760913" y="1076267"/>
                  </a:lnTo>
                  <a:lnTo>
                    <a:pt x="2762166" y="1083397"/>
                  </a:lnTo>
                  <a:lnTo>
                    <a:pt x="2763419" y="1090613"/>
                  </a:lnTo>
                  <a:lnTo>
                    <a:pt x="2764672" y="1097907"/>
                  </a:lnTo>
                  <a:lnTo>
                    <a:pt x="2765925" y="1105185"/>
                  </a:lnTo>
                  <a:lnTo>
                    <a:pt x="2767179" y="1112399"/>
                  </a:lnTo>
                  <a:lnTo>
                    <a:pt x="2768432" y="1119529"/>
                  </a:lnTo>
                  <a:lnTo>
                    <a:pt x="2769685" y="1126595"/>
                  </a:lnTo>
                  <a:lnTo>
                    <a:pt x="2770938" y="1133569"/>
                  </a:lnTo>
                  <a:lnTo>
                    <a:pt x="2772191" y="1140411"/>
                  </a:lnTo>
                  <a:lnTo>
                    <a:pt x="2773445" y="1147078"/>
                  </a:lnTo>
                  <a:lnTo>
                    <a:pt x="2774698" y="1153538"/>
                  </a:lnTo>
                  <a:lnTo>
                    <a:pt x="2775951" y="1159751"/>
                  </a:lnTo>
                  <a:lnTo>
                    <a:pt x="2777204" y="1165688"/>
                  </a:lnTo>
                  <a:lnTo>
                    <a:pt x="2778458" y="1171329"/>
                  </a:lnTo>
                  <a:lnTo>
                    <a:pt x="2779711" y="1176642"/>
                  </a:lnTo>
                  <a:lnTo>
                    <a:pt x="2780964" y="1181620"/>
                  </a:lnTo>
                  <a:lnTo>
                    <a:pt x="2782217" y="1186236"/>
                  </a:lnTo>
                  <a:lnTo>
                    <a:pt x="2783470" y="1190443"/>
                  </a:lnTo>
                  <a:lnTo>
                    <a:pt x="2784724" y="1194188"/>
                  </a:lnTo>
                  <a:lnTo>
                    <a:pt x="2785977" y="1197443"/>
                  </a:lnTo>
                  <a:lnTo>
                    <a:pt x="2787230" y="1200202"/>
                  </a:lnTo>
                  <a:lnTo>
                    <a:pt x="2788483" y="1202432"/>
                  </a:lnTo>
                  <a:lnTo>
                    <a:pt x="2789737" y="1204145"/>
                  </a:lnTo>
                  <a:lnTo>
                    <a:pt x="2790990" y="1205386"/>
                  </a:lnTo>
                  <a:lnTo>
                    <a:pt x="2792243" y="1206213"/>
                  </a:lnTo>
                  <a:lnTo>
                    <a:pt x="2793496" y="1206651"/>
                  </a:lnTo>
                  <a:lnTo>
                    <a:pt x="2794749" y="1206725"/>
                  </a:lnTo>
                  <a:lnTo>
                    <a:pt x="2796003" y="1206501"/>
                  </a:lnTo>
                  <a:lnTo>
                    <a:pt x="2797256" y="1206027"/>
                  </a:lnTo>
                  <a:lnTo>
                    <a:pt x="2798509" y="1205360"/>
                  </a:lnTo>
                  <a:lnTo>
                    <a:pt x="2799762" y="1204528"/>
                  </a:lnTo>
                  <a:lnTo>
                    <a:pt x="2801015" y="1203560"/>
                  </a:lnTo>
                  <a:lnTo>
                    <a:pt x="2802269" y="1202461"/>
                  </a:lnTo>
                  <a:lnTo>
                    <a:pt x="2803522" y="1201205"/>
                  </a:lnTo>
                  <a:lnTo>
                    <a:pt x="2804775" y="1199793"/>
                  </a:lnTo>
                  <a:lnTo>
                    <a:pt x="2806028" y="1198208"/>
                  </a:lnTo>
                  <a:lnTo>
                    <a:pt x="2807282" y="1196459"/>
                  </a:lnTo>
                  <a:lnTo>
                    <a:pt x="2808535" y="1194515"/>
                  </a:lnTo>
                  <a:lnTo>
                    <a:pt x="2809788" y="1192251"/>
                  </a:lnTo>
                  <a:lnTo>
                    <a:pt x="2811041" y="1189602"/>
                  </a:lnTo>
                  <a:lnTo>
                    <a:pt x="2812294" y="1186511"/>
                  </a:lnTo>
                  <a:lnTo>
                    <a:pt x="2813548" y="1182904"/>
                  </a:lnTo>
                  <a:lnTo>
                    <a:pt x="2814801" y="1178735"/>
                  </a:lnTo>
                  <a:lnTo>
                    <a:pt x="2816054" y="1173997"/>
                  </a:lnTo>
                  <a:lnTo>
                    <a:pt x="2817307" y="1168684"/>
                  </a:lnTo>
                  <a:lnTo>
                    <a:pt x="2818560" y="1162789"/>
                  </a:lnTo>
                  <a:lnTo>
                    <a:pt x="2819814" y="1156326"/>
                  </a:lnTo>
                  <a:lnTo>
                    <a:pt x="2821067" y="1149297"/>
                  </a:lnTo>
                  <a:lnTo>
                    <a:pt x="2822320" y="1141733"/>
                  </a:lnTo>
                  <a:lnTo>
                    <a:pt x="2823573" y="1133638"/>
                  </a:lnTo>
                  <a:lnTo>
                    <a:pt x="2824827" y="1125033"/>
                  </a:lnTo>
                  <a:lnTo>
                    <a:pt x="2826080" y="1115914"/>
                  </a:lnTo>
                  <a:lnTo>
                    <a:pt x="2827333" y="1106292"/>
                  </a:lnTo>
                  <a:lnTo>
                    <a:pt x="2828586" y="1096208"/>
                  </a:lnTo>
                  <a:lnTo>
                    <a:pt x="2829839" y="1085673"/>
                  </a:lnTo>
                  <a:lnTo>
                    <a:pt x="2831093" y="1074734"/>
                  </a:lnTo>
                  <a:lnTo>
                    <a:pt x="2832346" y="1063457"/>
                  </a:lnTo>
                  <a:lnTo>
                    <a:pt x="2833599" y="1051950"/>
                  </a:lnTo>
                  <a:lnTo>
                    <a:pt x="2834852" y="1040277"/>
                  </a:lnTo>
                  <a:lnTo>
                    <a:pt x="2836106" y="1028459"/>
                  </a:lnTo>
                  <a:lnTo>
                    <a:pt x="2837359" y="1016521"/>
                  </a:lnTo>
                  <a:lnTo>
                    <a:pt x="2838612" y="1004476"/>
                  </a:lnTo>
                  <a:lnTo>
                    <a:pt x="2839865" y="992373"/>
                  </a:lnTo>
                  <a:lnTo>
                    <a:pt x="2841118" y="980219"/>
                  </a:lnTo>
                  <a:lnTo>
                    <a:pt x="2842372" y="968014"/>
                  </a:lnTo>
                  <a:lnTo>
                    <a:pt x="2843625" y="955757"/>
                  </a:lnTo>
                  <a:lnTo>
                    <a:pt x="2844878" y="943502"/>
                  </a:lnTo>
                  <a:lnTo>
                    <a:pt x="2846131" y="931282"/>
                  </a:lnTo>
                  <a:lnTo>
                    <a:pt x="2847384" y="919186"/>
                  </a:lnTo>
                  <a:lnTo>
                    <a:pt x="2848638" y="907315"/>
                  </a:lnTo>
                  <a:lnTo>
                    <a:pt x="2849891" y="895714"/>
                  </a:lnTo>
                  <a:lnTo>
                    <a:pt x="2851144" y="884395"/>
                  </a:lnTo>
                  <a:lnTo>
                    <a:pt x="2852397" y="873370"/>
                  </a:lnTo>
                  <a:lnTo>
                    <a:pt x="2853651" y="862589"/>
                  </a:lnTo>
                  <a:lnTo>
                    <a:pt x="2854904" y="852029"/>
                  </a:lnTo>
                  <a:lnTo>
                    <a:pt x="2856157" y="841665"/>
                  </a:lnTo>
                  <a:lnTo>
                    <a:pt x="2857410" y="831483"/>
                  </a:lnTo>
                  <a:lnTo>
                    <a:pt x="2858663" y="821460"/>
                  </a:lnTo>
                  <a:lnTo>
                    <a:pt x="2859917" y="811603"/>
                  </a:lnTo>
                  <a:lnTo>
                    <a:pt x="2861170" y="801933"/>
                  </a:lnTo>
                  <a:lnTo>
                    <a:pt x="2862423" y="792479"/>
                  </a:lnTo>
                  <a:lnTo>
                    <a:pt x="2863676" y="783237"/>
                  </a:lnTo>
                  <a:lnTo>
                    <a:pt x="2864930" y="774218"/>
                  </a:lnTo>
                  <a:lnTo>
                    <a:pt x="2866183" y="765440"/>
                  </a:lnTo>
                  <a:lnTo>
                    <a:pt x="2867436" y="756918"/>
                  </a:lnTo>
                  <a:lnTo>
                    <a:pt x="2868689" y="748666"/>
                  </a:lnTo>
                  <a:lnTo>
                    <a:pt x="2869942" y="740692"/>
                  </a:lnTo>
                  <a:lnTo>
                    <a:pt x="2871196" y="732986"/>
                  </a:lnTo>
                  <a:lnTo>
                    <a:pt x="2872449" y="725613"/>
                  </a:lnTo>
                  <a:lnTo>
                    <a:pt x="2873702" y="718623"/>
                  </a:lnTo>
                  <a:lnTo>
                    <a:pt x="2874955" y="712055"/>
                  </a:lnTo>
                  <a:lnTo>
                    <a:pt x="2876208" y="705981"/>
                  </a:lnTo>
                  <a:lnTo>
                    <a:pt x="2877462" y="700488"/>
                  </a:lnTo>
                  <a:lnTo>
                    <a:pt x="2878715" y="695617"/>
                  </a:lnTo>
                  <a:lnTo>
                    <a:pt x="2879968" y="691385"/>
                  </a:lnTo>
                  <a:lnTo>
                    <a:pt x="2881221" y="687788"/>
                  </a:lnTo>
                  <a:lnTo>
                    <a:pt x="2882475" y="684829"/>
                  </a:lnTo>
                  <a:lnTo>
                    <a:pt x="2883728" y="682525"/>
                  </a:lnTo>
                  <a:lnTo>
                    <a:pt x="2884981" y="680865"/>
                  </a:lnTo>
                  <a:lnTo>
                    <a:pt x="2886234" y="679818"/>
                  </a:lnTo>
                  <a:lnTo>
                    <a:pt x="2887487" y="679378"/>
                  </a:lnTo>
                  <a:lnTo>
                    <a:pt x="2888741" y="679530"/>
                  </a:lnTo>
                  <a:lnTo>
                    <a:pt x="2889994" y="680282"/>
                  </a:lnTo>
                  <a:lnTo>
                    <a:pt x="2891247" y="681599"/>
                  </a:lnTo>
                  <a:lnTo>
                    <a:pt x="2892500" y="683454"/>
                  </a:lnTo>
                  <a:lnTo>
                    <a:pt x="2893754" y="685822"/>
                  </a:lnTo>
                  <a:lnTo>
                    <a:pt x="2895007" y="688620"/>
                  </a:lnTo>
                  <a:lnTo>
                    <a:pt x="2896260" y="691689"/>
                  </a:lnTo>
                  <a:lnTo>
                    <a:pt x="2897513" y="694893"/>
                  </a:lnTo>
                  <a:lnTo>
                    <a:pt x="2898766" y="698155"/>
                  </a:lnTo>
                  <a:lnTo>
                    <a:pt x="2900020" y="701457"/>
                  </a:lnTo>
                  <a:lnTo>
                    <a:pt x="2901273" y="704851"/>
                  </a:lnTo>
                  <a:lnTo>
                    <a:pt x="2902526" y="708336"/>
                  </a:lnTo>
                  <a:lnTo>
                    <a:pt x="2903779" y="711927"/>
                  </a:lnTo>
                  <a:lnTo>
                    <a:pt x="2905032" y="715643"/>
                  </a:lnTo>
                  <a:lnTo>
                    <a:pt x="2906286" y="719458"/>
                  </a:lnTo>
                  <a:lnTo>
                    <a:pt x="2907539" y="723353"/>
                  </a:lnTo>
                  <a:lnTo>
                    <a:pt x="2908792" y="727344"/>
                  </a:lnTo>
                  <a:lnTo>
                    <a:pt x="2910045" y="731448"/>
                  </a:lnTo>
                  <a:lnTo>
                    <a:pt x="2911299" y="735629"/>
                  </a:lnTo>
                  <a:lnTo>
                    <a:pt x="2912552" y="739843"/>
                  </a:lnTo>
                  <a:lnTo>
                    <a:pt x="2913805" y="744082"/>
                  </a:lnTo>
                  <a:lnTo>
                    <a:pt x="2915058" y="748388"/>
                  </a:lnTo>
                  <a:lnTo>
                    <a:pt x="2916311" y="752810"/>
                  </a:lnTo>
                  <a:lnTo>
                    <a:pt x="2917565" y="757396"/>
                  </a:lnTo>
                  <a:lnTo>
                    <a:pt x="2918818" y="762202"/>
                  </a:lnTo>
                  <a:lnTo>
                    <a:pt x="2920071" y="767262"/>
                  </a:lnTo>
                  <a:lnTo>
                    <a:pt x="2921324" y="772594"/>
                  </a:lnTo>
                  <a:lnTo>
                    <a:pt x="2922578" y="778198"/>
                  </a:lnTo>
                  <a:lnTo>
                    <a:pt x="2923831" y="784069"/>
                  </a:lnTo>
                  <a:lnTo>
                    <a:pt x="2925084" y="790251"/>
                  </a:lnTo>
                  <a:lnTo>
                    <a:pt x="2926337" y="796777"/>
                  </a:lnTo>
                  <a:lnTo>
                    <a:pt x="2927590" y="803656"/>
                  </a:lnTo>
                  <a:lnTo>
                    <a:pt x="2928844" y="810860"/>
                  </a:lnTo>
                  <a:lnTo>
                    <a:pt x="2930097" y="818404"/>
                  </a:lnTo>
                  <a:lnTo>
                    <a:pt x="2931350" y="826321"/>
                  </a:lnTo>
                  <a:lnTo>
                    <a:pt x="2932603" y="834628"/>
                  </a:lnTo>
                  <a:lnTo>
                    <a:pt x="2933856" y="843323"/>
                  </a:lnTo>
                  <a:lnTo>
                    <a:pt x="2935110" y="852384"/>
                  </a:lnTo>
                  <a:lnTo>
                    <a:pt x="2936363" y="861759"/>
                  </a:lnTo>
                  <a:lnTo>
                    <a:pt x="2937616" y="871355"/>
                  </a:lnTo>
                  <a:lnTo>
                    <a:pt x="2938869" y="881103"/>
                  </a:lnTo>
                  <a:lnTo>
                    <a:pt x="2940123" y="890919"/>
                  </a:lnTo>
                  <a:lnTo>
                    <a:pt x="2941376" y="900735"/>
                  </a:lnTo>
                  <a:lnTo>
                    <a:pt x="2942629" y="910483"/>
                  </a:lnTo>
                  <a:lnTo>
                    <a:pt x="2943882" y="920131"/>
                  </a:lnTo>
                  <a:lnTo>
                    <a:pt x="2945135" y="929616"/>
                  </a:lnTo>
                  <a:lnTo>
                    <a:pt x="2946389" y="938882"/>
                  </a:lnTo>
                  <a:lnTo>
                    <a:pt x="2947642" y="947896"/>
                  </a:lnTo>
                  <a:lnTo>
                    <a:pt x="2948895" y="956646"/>
                  </a:lnTo>
                  <a:lnTo>
                    <a:pt x="2950148" y="965093"/>
                  </a:lnTo>
                  <a:lnTo>
                    <a:pt x="2951402" y="973225"/>
                  </a:lnTo>
                  <a:lnTo>
                    <a:pt x="2952655" y="981011"/>
                  </a:lnTo>
                  <a:lnTo>
                    <a:pt x="2953908" y="988437"/>
                  </a:lnTo>
                  <a:lnTo>
                    <a:pt x="2955161" y="995528"/>
                  </a:lnTo>
                  <a:lnTo>
                    <a:pt x="2956414" y="1002308"/>
                  </a:lnTo>
                  <a:lnTo>
                    <a:pt x="2957668" y="1008817"/>
                  </a:lnTo>
                  <a:lnTo>
                    <a:pt x="2958921" y="1015133"/>
                  </a:lnTo>
                  <a:lnTo>
                    <a:pt x="2960174" y="1021337"/>
                  </a:lnTo>
                  <a:lnTo>
                    <a:pt x="2961427" y="1027505"/>
                  </a:lnTo>
                  <a:lnTo>
                    <a:pt x="2962680" y="1033628"/>
                  </a:lnTo>
                  <a:lnTo>
                    <a:pt x="2963934" y="1039681"/>
                  </a:lnTo>
                  <a:lnTo>
                    <a:pt x="2965187" y="1045575"/>
                  </a:lnTo>
                  <a:lnTo>
                    <a:pt x="2966440" y="1051263"/>
                  </a:lnTo>
                  <a:lnTo>
                    <a:pt x="2967693" y="1056685"/>
                  </a:lnTo>
                  <a:lnTo>
                    <a:pt x="2968947" y="1061893"/>
                  </a:lnTo>
                  <a:lnTo>
                    <a:pt x="2970200" y="1066925"/>
                  </a:lnTo>
                  <a:lnTo>
                    <a:pt x="2971453" y="1071761"/>
                  </a:lnTo>
                  <a:lnTo>
                    <a:pt x="2972706" y="1076335"/>
                  </a:lnTo>
                  <a:lnTo>
                    <a:pt x="2973959" y="1080595"/>
                  </a:lnTo>
                  <a:lnTo>
                    <a:pt x="2975213" y="1084555"/>
                  </a:lnTo>
                  <a:lnTo>
                    <a:pt x="2976466" y="1088242"/>
                  </a:lnTo>
                  <a:lnTo>
                    <a:pt x="2977719" y="1091612"/>
                  </a:lnTo>
                  <a:lnTo>
                    <a:pt x="2978972" y="1094658"/>
                  </a:lnTo>
                  <a:lnTo>
                    <a:pt x="2980225" y="1097353"/>
                  </a:lnTo>
                  <a:lnTo>
                    <a:pt x="2981479" y="1099693"/>
                  </a:lnTo>
                  <a:lnTo>
                    <a:pt x="2982732" y="1101592"/>
                  </a:lnTo>
                  <a:lnTo>
                    <a:pt x="2983985" y="1103003"/>
                  </a:lnTo>
                  <a:lnTo>
                    <a:pt x="2985238" y="1103885"/>
                  </a:lnTo>
                  <a:lnTo>
                    <a:pt x="2986492" y="1104201"/>
                  </a:lnTo>
                  <a:lnTo>
                    <a:pt x="2987745" y="1103881"/>
                  </a:lnTo>
                  <a:lnTo>
                    <a:pt x="2988998" y="1102850"/>
                  </a:lnTo>
                  <a:lnTo>
                    <a:pt x="2990251" y="1101034"/>
                  </a:lnTo>
                  <a:lnTo>
                    <a:pt x="2991504" y="1098454"/>
                  </a:lnTo>
                  <a:lnTo>
                    <a:pt x="2992758" y="1095138"/>
                  </a:lnTo>
                  <a:lnTo>
                    <a:pt x="2994011" y="1091036"/>
                  </a:lnTo>
                  <a:lnTo>
                    <a:pt x="2995264" y="1086061"/>
                  </a:lnTo>
                  <a:lnTo>
                    <a:pt x="2996517" y="1080198"/>
                  </a:lnTo>
                  <a:lnTo>
                    <a:pt x="2997771" y="1073440"/>
                  </a:lnTo>
                  <a:lnTo>
                    <a:pt x="2999024" y="1065817"/>
                  </a:lnTo>
                  <a:lnTo>
                    <a:pt x="3000277" y="1057374"/>
                  </a:lnTo>
                  <a:lnTo>
                    <a:pt x="3001530" y="1048192"/>
                  </a:lnTo>
                  <a:lnTo>
                    <a:pt x="3002783" y="1038329"/>
                  </a:lnTo>
                  <a:lnTo>
                    <a:pt x="3004037" y="1027865"/>
                  </a:lnTo>
                  <a:lnTo>
                    <a:pt x="3005290" y="1016856"/>
                  </a:lnTo>
                  <a:lnTo>
                    <a:pt x="3006543" y="1005367"/>
                  </a:lnTo>
                  <a:lnTo>
                    <a:pt x="3007796" y="993437"/>
                  </a:lnTo>
                  <a:lnTo>
                    <a:pt x="3009049" y="981135"/>
                  </a:lnTo>
                  <a:lnTo>
                    <a:pt x="3010303" y="968457"/>
                  </a:lnTo>
                  <a:lnTo>
                    <a:pt x="3011556" y="955385"/>
                  </a:lnTo>
                  <a:lnTo>
                    <a:pt x="3012809" y="941949"/>
                  </a:lnTo>
                  <a:lnTo>
                    <a:pt x="3014062" y="928166"/>
                  </a:lnTo>
                  <a:lnTo>
                    <a:pt x="3015316" y="914042"/>
                  </a:lnTo>
                  <a:lnTo>
                    <a:pt x="3016569" y="899604"/>
                  </a:lnTo>
                  <a:lnTo>
                    <a:pt x="3017822" y="884819"/>
                  </a:lnTo>
                  <a:lnTo>
                    <a:pt x="3019075" y="869646"/>
                  </a:lnTo>
                  <a:lnTo>
                    <a:pt x="3020328" y="854050"/>
                  </a:lnTo>
                  <a:lnTo>
                    <a:pt x="3021582" y="837984"/>
                  </a:lnTo>
                  <a:lnTo>
                    <a:pt x="3022835" y="821413"/>
                  </a:lnTo>
                  <a:lnTo>
                    <a:pt x="3024088" y="804314"/>
                  </a:lnTo>
                  <a:lnTo>
                    <a:pt x="3025341" y="786676"/>
                  </a:lnTo>
                  <a:lnTo>
                    <a:pt x="3026595" y="768518"/>
                  </a:lnTo>
                  <a:lnTo>
                    <a:pt x="3027848" y="749894"/>
                  </a:lnTo>
                  <a:lnTo>
                    <a:pt x="3029101" y="730872"/>
                  </a:lnTo>
                  <a:lnTo>
                    <a:pt x="3030354" y="711541"/>
                  </a:lnTo>
                  <a:lnTo>
                    <a:pt x="3031607" y="691941"/>
                  </a:lnTo>
                  <a:lnTo>
                    <a:pt x="3032861" y="672065"/>
                  </a:lnTo>
                  <a:lnTo>
                    <a:pt x="3034114" y="651966"/>
                  </a:lnTo>
                  <a:lnTo>
                    <a:pt x="3035367" y="631703"/>
                  </a:lnTo>
                  <a:lnTo>
                    <a:pt x="3036620" y="611371"/>
                  </a:lnTo>
                  <a:lnTo>
                    <a:pt x="3037873" y="591011"/>
                  </a:lnTo>
                  <a:lnTo>
                    <a:pt x="3039127" y="570639"/>
                  </a:lnTo>
                  <a:lnTo>
                    <a:pt x="3040380" y="550301"/>
                  </a:lnTo>
                  <a:lnTo>
                    <a:pt x="3041633" y="530061"/>
                  </a:lnTo>
                  <a:lnTo>
                    <a:pt x="3042886" y="509916"/>
                  </a:lnTo>
                  <a:lnTo>
                    <a:pt x="3044140" y="489906"/>
                  </a:lnTo>
                  <a:lnTo>
                    <a:pt x="3045393" y="470081"/>
                  </a:lnTo>
                  <a:lnTo>
                    <a:pt x="3046646" y="450536"/>
                  </a:lnTo>
                  <a:lnTo>
                    <a:pt x="3047899" y="431346"/>
                  </a:lnTo>
                  <a:lnTo>
                    <a:pt x="3049152" y="412591"/>
                  </a:lnTo>
                  <a:lnTo>
                    <a:pt x="3050406" y="394375"/>
                  </a:lnTo>
                  <a:lnTo>
                    <a:pt x="3051659" y="376743"/>
                  </a:lnTo>
                  <a:lnTo>
                    <a:pt x="3052912" y="359747"/>
                  </a:lnTo>
                  <a:lnTo>
                    <a:pt x="3054165" y="343485"/>
                  </a:lnTo>
                  <a:lnTo>
                    <a:pt x="3055419" y="327928"/>
                  </a:lnTo>
                  <a:lnTo>
                    <a:pt x="3056672" y="313085"/>
                  </a:lnTo>
                  <a:lnTo>
                    <a:pt x="3057925" y="299023"/>
                  </a:lnTo>
                  <a:lnTo>
                    <a:pt x="3059178" y="285802"/>
                  </a:lnTo>
                  <a:lnTo>
                    <a:pt x="3060431" y="273451"/>
                  </a:lnTo>
                  <a:lnTo>
                    <a:pt x="3061685" y="261960"/>
                  </a:lnTo>
                  <a:lnTo>
                    <a:pt x="3062938" y="251327"/>
                  </a:lnTo>
                  <a:lnTo>
                    <a:pt x="3064191" y="241551"/>
                  </a:lnTo>
                  <a:lnTo>
                    <a:pt x="3065444" y="232609"/>
                  </a:lnTo>
                  <a:lnTo>
                    <a:pt x="3066697" y="224446"/>
                  </a:lnTo>
                  <a:lnTo>
                    <a:pt x="3067951" y="217031"/>
                  </a:lnTo>
                  <a:lnTo>
                    <a:pt x="3069204" y="210335"/>
                  </a:lnTo>
                  <a:lnTo>
                    <a:pt x="3070457" y="204369"/>
                  </a:lnTo>
                  <a:lnTo>
                    <a:pt x="3071710" y="199100"/>
                  </a:lnTo>
                  <a:lnTo>
                    <a:pt x="3072964" y="194480"/>
                  </a:lnTo>
                  <a:lnTo>
                    <a:pt x="3074217" y="190537"/>
                  </a:lnTo>
                  <a:lnTo>
                    <a:pt x="3075470" y="187232"/>
                  </a:lnTo>
                  <a:lnTo>
                    <a:pt x="3076723" y="184552"/>
                  </a:lnTo>
                  <a:lnTo>
                    <a:pt x="3077976" y="182515"/>
                  </a:lnTo>
                  <a:lnTo>
                    <a:pt x="3079230" y="181108"/>
                  </a:lnTo>
                  <a:lnTo>
                    <a:pt x="3080483" y="180330"/>
                  </a:lnTo>
                  <a:lnTo>
                    <a:pt x="3081736" y="180191"/>
                  </a:lnTo>
                  <a:lnTo>
                    <a:pt x="3082989" y="180717"/>
                  </a:lnTo>
                  <a:lnTo>
                    <a:pt x="3084243" y="181909"/>
                  </a:lnTo>
                  <a:lnTo>
                    <a:pt x="3085496" y="183762"/>
                  </a:lnTo>
                  <a:lnTo>
                    <a:pt x="3086749" y="186268"/>
                  </a:lnTo>
                  <a:lnTo>
                    <a:pt x="3088002" y="189458"/>
                  </a:lnTo>
                  <a:lnTo>
                    <a:pt x="3089255" y="193322"/>
                  </a:lnTo>
                  <a:lnTo>
                    <a:pt x="3090509" y="197878"/>
                  </a:lnTo>
                  <a:lnTo>
                    <a:pt x="3091762" y="203080"/>
                  </a:lnTo>
                  <a:lnTo>
                    <a:pt x="3093015" y="208883"/>
                  </a:lnTo>
                  <a:lnTo>
                    <a:pt x="3094268" y="215238"/>
                  </a:lnTo>
                  <a:lnTo>
                    <a:pt x="3095521" y="222119"/>
                  </a:lnTo>
                  <a:lnTo>
                    <a:pt x="3096775" y="229470"/>
                  </a:lnTo>
                  <a:lnTo>
                    <a:pt x="3098028" y="237241"/>
                  </a:lnTo>
                  <a:lnTo>
                    <a:pt x="3099281" y="245410"/>
                  </a:lnTo>
                  <a:lnTo>
                    <a:pt x="3100534" y="253929"/>
                  </a:lnTo>
                  <a:lnTo>
                    <a:pt x="3101788" y="262783"/>
                  </a:lnTo>
                  <a:lnTo>
                    <a:pt x="3103041" y="271946"/>
                  </a:lnTo>
                  <a:lnTo>
                    <a:pt x="3104294" y="281411"/>
                  </a:lnTo>
                  <a:lnTo>
                    <a:pt x="3105547" y="291192"/>
                  </a:lnTo>
                  <a:lnTo>
                    <a:pt x="3106800" y="301247"/>
                  </a:lnTo>
                  <a:lnTo>
                    <a:pt x="3108054" y="311497"/>
                  </a:lnTo>
                  <a:lnTo>
                    <a:pt x="3109307" y="321814"/>
                  </a:lnTo>
                  <a:lnTo>
                    <a:pt x="3110560" y="332150"/>
                  </a:lnTo>
                  <a:lnTo>
                    <a:pt x="3111813" y="342474"/>
                  </a:lnTo>
                  <a:lnTo>
                    <a:pt x="3113067" y="352680"/>
                  </a:lnTo>
                  <a:lnTo>
                    <a:pt x="3114320" y="362732"/>
                  </a:lnTo>
                  <a:lnTo>
                    <a:pt x="3115573" y="372661"/>
                  </a:lnTo>
                  <a:lnTo>
                    <a:pt x="3116826" y="382395"/>
                  </a:lnTo>
                  <a:lnTo>
                    <a:pt x="3118079" y="391860"/>
                  </a:lnTo>
                  <a:lnTo>
                    <a:pt x="3119333" y="401057"/>
                  </a:lnTo>
                  <a:lnTo>
                    <a:pt x="3120586" y="409926"/>
                  </a:lnTo>
                  <a:lnTo>
                    <a:pt x="3121839" y="418420"/>
                  </a:lnTo>
                  <a:lnTo>
                    <a:pt x="3123092" y="426492"/>
                  </a:lnTo>
                  <a:lnTo>
                    <a:pt x="3124345" y="434121"/>
                  </a:lnTo>
                  <a:lnTo>
                    <a:pt x="3125599" y="441311"/>
                  </a:lnTo>
                  <a:lnTo>
                    <a:pt x="3126852" y="448039"/>
                  </a:lnTo>
                  <a:lnTo>
                    <a:pt x="3128105" y="454322"/>
                  </a:lnTo>
                  <a:lnTo>
                    <a:pt x="3129358" y="460188"/>
                  </a:lnTo>
                  <a:lnTo>
                    <a:pt x="3130612" y="465674"/>
                  </a:lnTo>
                  <a:lnTo>
                    <a:pt x="3131865" y="470795"/>
                  </a:lnTo>
                  <a:lnTo>
                    <a:pt x="3133118" y="475510"/>
                  </a:lnTo>
                  <a:lnTo>
                    <a:pt x="3134371" y="479807"/>
                  </a:lnTo>
                  <a:lnTo>
                    <a:pt x="3135624" y="483748"/>
                  </a:lnTo>
                  <a:lnTo>
                    <a:pt x="3136878" y="487384"/>
                  </a:lnTo>
                  <a:lnTo>
                    <a:pt x="3138131" y="490746"/>
                  </a:lnTo>
                  <a:lnTo>
                    <a:pt x="3139384" y="493902"/>
                  </a:lnTo>
                  <a:lnTo>
                    <a:pt x="3140637" y="496827"/>
                  </a:lnTo>
                  <a:lnTo>
                    <a:pt x="3141890" y="499515"/>
                  </a:lnTo>
                  <a:lnTo>
                    <a:pt x="3143144" y="501969"/>
                  </a:lnTo>
                  <a:lnTo>
                    <a:pt x="3144397" y="504216"/>
                  </a:lnTo>
                  <a:lnTo>
                    <a:pt x="3145650" y="506278"/>
                  </a:lnTo>
                  <a:lnTo>
                    <a:pt x="3146903" y="508179"/>
                  </a:lnTo>
                  <a:lnTo>
                    <a:pt x="3148157" y="509963"/>
                  </a:lnTo>
                  <a:lnTo>
                    <a:pt x="3149410" y="511676"/>
                  </a:lnTo>
                  <a:lnTo>
                    <a:pt x="3150663" y="513329"/>
                  </a:lnTo>
                  <a:lnTo>
                    <a:pt x="3151916" y="514904"/>
                  </a:lnTo>
                  <a:lnTo>
                    <a:pt x="3153169" y="516363"/>
                  </a:lnTo>
                  <a:lnTo>
                    <a:pt x="3154423" y="517686"/>
                  </a:lnTo>
                  <a:lnTo>
                    <a:pt x="3155676" y="518899"/>
                  </a:lnTo>
                  <a:lnTo>
                    <a:pt x="3156929" y="520030"/>
                  </a:lnTo>
                  <a:lnTo>
                    <a:pt x="3158182" y="521086"/>
                  </a:lnTo>
                  <a:lnTo>
                    <a:pt x="3159436" y="522117"/>
                  </a:lnTo>
                  <a:lnTo>
                    <a:pt x="3160689" y="523155"/>
                  </a:lnTo>
                  <a:lnTo>
                    <a:pt x="3161942" y="524211"/>
                  </a:lnTo>
                  <a:lnTo>
                    <a:pt x="3163195" y="525275"/>
                  </a:lnTo>
                  <a:lnTo>
                    <a:pt x="3164448" y="526338"/>
                  </a:lnTo>
                  <a:lnTo>
                    <a:pt x="3165702" y="527395"/>
                  </a:lnTo>
                  <a:lnTo>
                    <a:pt x="3166955" y="528400"/>
                  </a:lnTo>
                  <a:lnTo>
                    <a:pt x="3168208" y="529253"/>
                  </a:lnTo>
                  <a:lnTo>
                    <a:pt x="3169461" y="529938"/>
                  </a:lnTo>
                  <a:lnTo>
                    <a:pt x="3170714" y="530546"/>
                  </a:lnTo>
                  <a:lnTo>
                    <a:pt x="3171968" y="531228"/>
                  </a:lnTo>
                  <a:lnTo>
                    <a:pt x="3173221" y="532104"/>
                  </a:lnTo>
                  <a:lnTo>
                    <a:pt x="3174474" y="533161"/>
                  </a:lnTo>
                  <a:lnTo>
                    <a:pt x="3175727" y="534416"/>
                  </a:lnTo>
                  <a:lnTo>
                    <a:pt x="3176981" y="535924"/>
                  </a:lnTo>
                  <a:lnTo>
                    <a:pt x="3178234" y="537639"/>
                  </a:lnTo>
                  <a:lnTo>
                    <a:pt x="3179487" y="539546"/>
                  </a:lnTo>
                  <a:lnTo>
                    <a:pt x="3180740" y="541689"/>
                  </a:lnTo>
                  <a:lnTo>
                    <a:pt x="3181993" y="544102"/>
                  </a:lnTo>
                  <a:lnTo>
                    <a:pt x="3183247" y="546848"/>
                  </a:lnTo>
                  <a:lnTo>
                    <a:pt x="3184500" y="549987"/>
                  </a:lnTo>
                  <a:lnTo>
                    <a:pt x="3185753" y="553558"/>
                  </a:lnTo>
                  <a:lnTo>
                    <a:pt x="3187006" y="557607"/>
                  </a:lnTo>
                  <a:lnTo>
                    <a:pt x="3188260" y="562030"/>
                  </a:lnTo>
                  <a:lnTo>
                    <a:pt x="3189513" y="566762"/>
                  </a:lnTo>
                  <a:lnTo>
                    <a:pt x="3190766" y="571786"/>
                  </a:lnTo>
                  <a:lnTo>
                    <a:pt x="3192019" y="577058"/>
                  </a:lnTo>
                  <a:lnTo>
                    <a:pt x="3193272" y="582537"/>
                  </a:lnTo>
                  <a:lnTo>
                    <a:pt x="3194526" y="588123"/>
                  </a:lnTo>
                  <a:lnTo>
                    <a:pt x="3195779" y="593790"/>
                  </a:lnTo>
                  <a:lnTo>
                    <a:pt x="3197032" y="599526"/>
                  </a:lnTo>
                  <a:lnTo>
                    <a:pt x="3198285" y="605295"/>
                  </a:lnTo>
                  <a:lnTo>
                    <a:pt x="3199538" y="611061"/>
                  </a:lnTo>
                  <a:lnTo>
                    <a:pt x="3200792" y="616818"/>
                  </a:lnTo>
                  <a:lnTo>
                    <a:pt x="3202045" y="622522"/>
                  </a:lnTo>
                  <a:lnTo>
                    <a:pt x="3203298" y="628169"/>
                  </a:lnTo>
                  <a:lnTo>
                    <a:pt x="3204551" y="633799"/>
                  </a:lnTo>
                  <a:lnTo>
                    <a:pt x="3205805" y="639440"/>
                  </a:lnTo>
                  <a:lnTo>
                    <a:pt x="3207058" y="645117"/>
                  </a:lnTo>
                  <a:lnTo>
                    <a:pt x="3208311" y="650830"/>
                  </a:lnTo>
                  <a:lnTo>
                    <a:pt x="3209564" y="656581"/>
                  </a:lnTo>
                  <a:lnTo>
                    <a:pt x="3210817" y="662346"/>
                  </a:lnTo>
                  <a:lnTo>
                    <a:pt x="3212071" y="668088"/>
                  </a:lnTo>
                  <a:lnTo>
                    <a:pt x="3213324" y="673805"/>
                  </a:lnTo>
                  <a:lnTo>
                    <a:pt x="3214577" y="679506"/>
                  </a:lnTo>
                  <a:lnTo>
                    <a:pt x="3215830" y="685206"/>
                  </a:lnTo>
                  <a:lnTo>
                    <a:pt x="3217084" y="690952"/>
                  </a:lnTo>
                  <a:lnTo>
                    <a:pt x="3218337" y="696749"/>
                  </a:lnTo>
                  <a:lnTo>
                    <a:pt x="3219590" y="702576"/>
                  </a:lnTo>
                  <a:lnTo>
                    <a:pt x="3220843" y="708416"/>
                  </a:lnTo>
                  <a:lnTo>
                    <a:pt x="3222096" y="714237"/>
                  </a:lnTo>
                  <a:lnTo>
                    <a:pt x="3223350" y="719969"/>
                  </a:lnTo>
                  <a:lnTo>
                    <a:pt x="3224603" y="725561"/>
                  </a:lnTo>
                  <a:lnTo>
                    <a:pt x="3225856" y="730996"/>
                  </a:lnTo>
                  <a:lnTo>
                    <a:pt x="3227109" y="736266"/>
                  </a:lnTo>
                  <a:lnTo>
                    <a:pt x="3228362" y="741346"/>
                  </a:lnTo>
                  <a:lnTo>
                    <a:pt x="3229616" y="746215"/>
                  </a:lnTo>
                  <a:lnTo>
                    <a:pt x="3230869" y="750892"/>
                  </a:lnTo>
                  <a:lnTo>
                    <a:pt x="3232122" y="755409"/>
                  </a:lnTo>
                  <a:lnTo>
                    <a:pt x="3233375" y="759726"/>
                  </a:lnTo>
                  <a:lnTo>
                    <a:pt x="3234629" y="763787"/>
                  </a:lnTo>
                  <a:lnTo>
                    <a:pt x="3235882" y="767462"/>
                  </a:lnTo>
                  <a:lnTo>
                    <a:pt x="3237135" y="770698"/>
                  </a:lnTo>
                  <a:lnTo>
                    <a:pt x="3238388" y="773503"/>
                  </a:lnTo>
                  <a:lnTo>
                    <a:pt x="3239641" y="775833"/>
                  </a:lnTo>
                  <a:lnTo>
                    <a:pt x="3240895" y="777696"/>
                  </a:lnTo>
                  <a:lnTo>
                    <a:pt x="3242148" y="779062"/>
                  </a:lnTo>
                  <a:lnTo>
                    <a:pt x="3243401" y="779859"/>
                  </a:lnTo>
                  <a:lnTo>
                    <a:pt x="3244654" y="780042"/>
                  </a:lnTo>
                  <a:lnTo>
                    <a:pt x="3245908" y="779586"/>
                  </a:lnTo>
                  <a:lnTo>
                    <a:pt x="3247161" y="778429"/>
                  </a:lnTo>
                  <a:lnTo>
                    <a:pt x="3248414" y="776570"/>
                  </a:lnTo>
                  <a:lnTo>
                    <a:pt x="3249667" y="774006"/>
                  </a:lnTo>
                  <a:lnTo>
                    <a:pt x="3250920" y="770842"/>
                  </a:lnTo>
                  <a:lnTo>
                    <a:pt x="3252174" y="767236"/>
                  </a:lnTo>
                  <a:lnTo>
                    <a:pt x="3253427" y="763260"/>
                  </a:lnTo>
                  <a:lnTo>
                    <a:pt x="3254680" y="758912"/>
                  </a:lnTo>
                  <a:lnTo>
                    <a:pt x="3255933" y="754186"/>
                  </a:lnTo>
                  <a:lnTo>
                    <a:pt x="3257186" y="749158"/>
                  </a:lnTo>
                  <a:lnTo>
                    <a:pt x="3258440" y="743935"/>
                  </a:lnTo>
                  <a:lnTo>
                    <a:pt x="3259693" y="738568"/>
                  </a:lnTo>
                  <a:lnTo>
                    <a:pt x="3260946" y="733170"/>
                  </a:lnTo>
                  <a:lnTo>
                    <a:pt x="3262199" y="727830"/>
                  </a:lnTo>
                  <a:lnTo>
                    <a:pt x="3263453" y="722591"/>
                  </a:lnTo>
                  <a:lnTo>
                    <a:pt x="3264706" y="717514"/>
                  </a:lnTo>
                  <a:lnTo>
                    <a:pt x="3265959" y="712676"/>
                  </a:lnTo>
                  <a:lnTo>
                    <a:pt x="3267212" y="708083"/>
                  </a:lnTo>
                  <a:lnTo>
                    <a:pt x="3268465" y="703721"/>
                  </a:lnTo>
                  <a:lnTo>
                    <a:pt x="3269719" y="699543"/>
                  </a:lnTo>
                  <a:lnTo>
                    <a:pt x="3270972" y="695522"/>
                  </a:lnTo>
                  <a:lnTo>
                    <a:pt x="3272225" y="691656"/>
                  </a:lnTo>
                  <a:lnTo>
                    <a:pt x="3273478" y="688007"/>
                  </a:lnTo>
                  <a:lnTo>
                    <a:pt x="3274732" y="684647"/>
                  </a:lnTo>
                  <a:lnTo>
                    <a:pt x="3275985" y="681574"/>
                  </a:lnTo>
                  <a:lnTo>
                    <a:pt x="3277238" y="678784"/>
                  </a:lnTo>
                  <a:lnTo>
                    <a:pt x="3278491" y="676233"/>
                  </a:lnTo>
                  <a:lnTo>
                    <a:pt x="3279744" y="673813"/>
                  </a:lnTo>
                  <a:lnTo>
                    <a:pt x="3280998" y="671438"/>
                  </a:lnTo>
                  <a:lnTo>
                    <a:pt x="3282251" y="669056"/>
                  </a:lnTo>
                  <a:lnTo>
                    <a:pt x="3283504" y="666599"/>
                  </a:lnTo>
                  <a:lnTo>
                    <a:pt x="3284757" y="664026"/>
                  </a:lnTo>
                  <a:lnTo>
                    <a:pt x="3286010" y="661346"/>
                  </a:lnTo>
                  <a:lnTo>
                    <a:pt x="3287264" y="658568"/>
                  </a:lnTo>
                  <a:lnTo>
                    <a:pt x="3288517" y="655695"/>
                  </a:lnTo>
                  <a:lnTo>
                    <a:pt x="3289770" y="652678"/>
                  </a:lnTo>
                  <a:lnTo>
                    <a:pt x="3291023" y="649496"/>
                  </a:lnTo>
                  <a:lnTo>
                    <a:pt x="3292277" y="646118"/>
                  </a:lnTo>
                  <a:lnTo>
                    <a:pt x="3293530" y="642585"/>
                  </a:lnTo>
                  <a:lnTo>
                    <a:pt x="3294783" y="638882"/>
                  </a:lnTo>
                  <a:lnTo>
                    <a:pt x="3296036" y="635008"/>
                  </a:lnTo>
                  <a:lnTo>
                    <a:pt x="3297289" y="630924"/>
                  </a:lnTo>
                  <a:lnTo>
                    <a:pt x="3298543" y="626596"/>
                  </a:lnTo>
                  <a:lnTo>
                    <a:pt x="3299796" y="622046"/>
                  </a:lnTo>
                  <a:lnTo>
                    <a:pt x="3301049" y="617307"/>
                  </a:lnTo>
                  <a:lnTo>
                    <a:pt x="3302302" y="612413"/>
                  </a:lnTo>
                  <a:lnTo>
                    <a:pt x="3303555" y="607397"/>
                  </a:lnTo>
                  <a:lnTo>
                    <a:pt x="3304809" y="602313"/>
                  </a:lnTo>
                  <a:lnTo>
                    <a:pt x="3306062" y="597305"/>
                  </a:lnTo>
                  <a:lnTo>
                    <a:pt x="3307315" y="592498"/>
                  </a:lnTo>
                  <a:lnTo>
                    <a:pt x="3308568" y="587978"/>
                  </a:lnTo>
                  <a:lnTo>
                    <a:pt x="3309822" y="583798"/>
                  </a:lnTo>
                  <a:lnTo>
                    <a:pt x="3311075" y="580033"/>
                  </a:lnTo>
                  <a:lnTo>
                    <a:pt x="3312328" y="576636"/>
                  </a:lnTo>
                  <a:lnTo>
                    <a:pt x="3313581" y="573616"/>
                  </a:lnTo>
                  <a:lnTo>
                    <a:pt x="3314834" y="570843"/>
                  </a:lnTo>
                  <a:lnTo>
                    <a:pt x="3316088" y="568252"/>
                  </a:lnTo>
                  <a:lnTo>
                    <a:pt x="3317341" y="565886"/>
                  </a:lnTo>
                  <a:lnTo>
                    <a:pt x="3318594" y="563828"/>
                  </a:lnTo>
                  <a:lnTo>
                    <a:pt x="3319847" y="562062"/>
                  </a:lnTo>
                  <a:lnTo>
                    <a:pt x="3321101" y="560574"/>
                  </a:lnTo>
                  <a:lnTo>
                    <a:pt x="3322354" y="559318"/>
                  </a:lnTo>
                  <a:lnTo>
                    <a:pt x="3323607" y="558222"/>
                  </a:lnTo>
                  <a:lnTo>
                    <a:pt x="3324860" y="557128"/>
                  </a:lnTo>
                  <a:lnTo>
                    <a:pt x="3326113" y="555953"/>
                  </a:lnTo>
                  <a:lnTo>
                    <a:pt x="3327367" y="554606"/>
                  </a:lnTo>
                  <a:lnTo>
                    <a:pt x="3328620" y="552957"/>
                  </a:lnTo>
                  <a:lnTo>
                    <a:pt x="3329873" y="550926"/>
                  </a:lnTo>
                  <a:lnTo>
                    <a:pt x="3331126" y="548542"/>
                  </a:lnTo>
                  <a:lnTo>
                    <a:pt x="3332379" y="545787"/>
                  </a:lnTo>
                  <a:lnTo>
                    <a:pt x="3333633" y="542711"/>
                  </a:lnTo>
                  <a:lnTo>
                    <a:pt x="3334886" y="539300"/>
                  </a:lnTo>
                  <a:lnTo>
                    <a:pt x="3336139" y="535471"/>
                  </a:lnTo>
                  <a:lnTo>
                    <a:pt x="3337392" y="531117"/>
                  </a:lnTo>
                  <a:lnTo>
                    <a:pt x="3338646" y="526169"/>
                  </a:lnTo>
                  <a:lnTo>
                    <a:pt x="3339899" y="520644"/>
                  </a:lnTo>
                  <a:lnTo>
                    <a:pt x="3341152" y="514587"/>
                  </a:lnTo>
                  <a:lnTo>
                    <a:pt x="3342405" y="508125"/>
                  </a:lnTo>
                  <a:lnTo>
                    <a:pt x="3343658" y="501422"/>
                  </a:lnTo>
                  <a:lnTo>
                    <a:pt x="3344912" y="494582"/>
                  </a:lnTo>
                  <a:lnTo>
                    <a:pt x="3346165" y="487719"/>
                  </a:lnTo>
                  <a:lnTo>
                    <a:pt x="3347418" y="480944"/>
                  </a:lnTo>
                  <a:lnTo>
                    <a:pt x="3348671" y="474315"/>
                  </a:lnTo>
                  <a:lnTo>
                    <a:pt x="3349925" y="467867"/>
                  </a:lnTo>
                  <a:lnTo>
                    <a:pt x="3351178" y="461606"/>
                  </a:lnTo>
                  <a:lnTo>
                    <a:pt x="3352431" y="455600"/>
                  </a:lnTo>
                  <a:lnTo>
                    <a:pt x="3353684" y="449914"/>
                  </a:lnTo>
                  <a:lnTo>
                    <a:pt x="3354937" y="444610"/>
                  </a:lnTo>
                  <a:lnTo>
                    <a:pt x="3356191" y="439770"/>
                  </a:lnTo>
                  <a:lnTo>
                    <a:pt x="3357444" y="435384"/>
                  </a:lnTo>
                  <a:lnTo>
                    <a:pt x="3358697" y="431467"/>
                  </a:lnTo>
                  <a:lnTo>
                    <a:pt x="3359950" y="428010"/>
                  </a:lnTo>
                  <a:lnTo>
                    <a:pt x="3361203" y="425056"/>
                  </a:lnTo>
                  <a:lnTo>
                    <a:pt x="3362457" y="422587"/>
                  </a:lnTo>
                  <a:lnTo>
                    <a:pt x="3363710" y="420570"/>
                  </a:lnTo>
                  <a:lnTo>
                    <a:pt x="3364963" y="418968"/>
                  </a:lnTo>
                  <a:lnTo>
                    <a:pt x="3366216" y="417724"/>
                  </a:lnTo>
                  <a:lnTo>
                    <a:pt x="3367470" y="416820"/>
                  </a:lnTo>
                  <a:lnTo>
                    <a:pt x="3368723" y="416188"/>
                  </a:lnTo>
                  <a:lnTo>
                    <a:pt x="3369976" y="415741"/>
                  </a:lnTo>
                  <a:lnTo>
                    <a:pt x="3371229" y="415388"/>
                  </a:lnTo>
                  <a:lnTo>
                    <a:pt x="3372482" y="415067"/>
                  </a:lnTo>
                  <a:lnTo>
                    <a:pt x="3373736" y="414647"/>
                  </a:lnTo>
                  <a:lnTo>
                    <a:pt x="3374989" y="414085"/>
                  </a:lnTo>
                  <a:lnTo>
                    <a:pt x="3376242" y="413392"/>
                  </a:lnTo>
                  <a:lnTo>
                    <a:pt x="3377495" y="412582"/>
                  </a:lnTo>
                  <a:lnTo>
                    <a:pt x="3378749" y="411716"/>
                  </a:lnTo>
                  <a:lnTo>
                    <a:pt x="3380002" y="410770"/>
                  </a:lnTo>
                  <a:lnTo>
                    <a:pt x="3381255" y="409698"/>
                  </a:lnTo>
                  <a:lnTo>
                    <a:pt x="3382508" y="408486"/>
                  </a:lnTo>
                  <a:lnTo>
                    <a:pt x="3383761" y="407140"/>
                  </a:lnTo>
                  <a:lnTo>
                    <a:pt x="3385015" y="405651"/>
                  </a:lnTo>
                  <a:lnTo>
                    <a:pt x="3386268" y="404037"/>
                  </a:lnTo>
                  <a:lnTo>
                    <a:pt x="3387521" y="402349"/>
                  </a:lnTo>
                  <a:lnTo>
                    <a:pt x="3388774" y="400642"/>
                  </a:lnTo>
                  <a:lnTo>
                    <a:pt x="3390027" y="398944"/>
                  </a:lnTo>
                  <a:lnTo>
                    <a:pt x="3391281" y="397299"/>
                  </a:lnTo>
                  <a:lnTo>
                    <a:pt x="3392534" y="395811"/>
                  </a:lnTo>
                  <a:lnTo>
                    <a:pt x="3393787" y="394476"/>
                  </a:lnTo>
                  <a:lnTo>
                    <a:pt x="3395040" y="393295"/>
                  </a:lnTo>
                  <a:lnTo>
                    <a:pt x="3396294" y="392221"/>
                  </a:lnTo>
                  <a:lnTo>
                    <a:pt x="3397547" y="391263"/>
                  </a:lnTo>
                  <a:lnTo>
                    <a:pt x="3398800" y="390457"/>
                  </a:lnTo>
                  <a:lnTo>
                    <a:pt x="3400053" y="389842"/>
                  </a:lnTo>
                  <a:lnTo>
                    <a:pt x="3401306" y="389478"/>
                  </a:lnTo>
                  <a:lnTo>
                    <a:pt x="3402560" y="389356"/>
                  </a:lnTo>
                  <a:lnTo>
                    <a:pt x="3403813" y="389450"/>
                  </a:lnTo>
                  <a:lnTo>
                    <a:pt x="3405066" y="389689"/>
                  </a:lnTo>
                  <a:lnTo>
                    <a:pt x="3406319" y="389994"/>
                  </a:lnTo>
                  <a:lnTo>
                    <a:pt x="3407573" y="390318"/>
                  </a:lnTo>
                  <a:lnTo>
                    <a:pt x="3408826" y="390596"/>
                  </a:lnTo>
                  <a:lnTo>
                    <a:pt x="3410079" y="390763"/>
                  </a:lnTo>
                  <a:lnTo>
                    <a:pt x="3411332" y="390775"/>
                  </a:lnTo>
                  <a:lnTo>
                    <a:pt x="3412585" y="390627"/>
                  </a:lnTo>
                  <a:lnTo>
                    <a:pt x="3413839" y="390306"/>
                  </a:lnTo>
                  <a:lnTo>
                    <a:pt x="3415092" y="389827"/>
                  </a:lnTo>
                  <a:lnTo>
                    <a:pt x="3416345" y="389123"/>
                  </a:lnTo>
                  <a:lnTo>
                    <a:pt x="3417598" y="388189"/>
                  </a:lnTo>
                  <a:lnTo>
                    <a:pt x="3418851" y="386927"/>
                  </a:lnTo>
                  <a:lnTo>
                    <a:pt x="3420105" y="385305"/>
                  </a:lnTo>
                  <a:lnTo>
                    <a:pt x="3421358" y="383347"/>
                  </a:lnTo>
                  <a:lnTo>
                    <a:pt x="3422611" y="381074"/>
                  </a:lnTo>
                  <a:lnTo>
                    <a:pt x="3423864" y="378523"/>
                  </a:lnTo>
                  <a:lnTo>
                    <a:pt x="3425118" y="375743"/>
                  </a:lnTo>
                  <a:lnTo>
                    <a:pt x="3426371" y="372743"/>
                  </a:lnTo>
                  <a:lnTo>
                    <a:pt x="3427624" y="369550"/>
                  </a:lnTo>
                  <a:lnTo>
                    <a:pt x="3428877" y="366193"/>
                  </a:lnTo>
                  <a:lnTo>
                    <a:pt x="3430130" y="362680"/>
                  </a:lnTo>
                  <a:lnTo>
                    <a:pt x="3431384" y="359011"/>
                  </a:lnTo>
                  <a:lnTo>
                    <a:pt x="3432637" y="355168"/>
                  </a:lnTo>
                  <a:lnTo>
                    <a:pt x="3433890" y="351110"/>
                  </a:lnTo>
                  <a:lnTo>
                    <a:pt x="3435143" y="346878"/>
                  </a:lnTo>
                  <a:lnTo>
                    <a:pt x="3436397" y="342506"/>
                  </a:lnTo>
                  <a:lnTo>
                    <a:pt x="3437650" y="338080"/>
                  </a:lnTo>
                  <a:lnTo>
                    <a:pt x="3438903" y="333573"/>
                  </a:lnTo>
                  <a:lnTo>
                    <a:pt x="3440156" y="329007"/>
                  </a:lnTo>
                  <a:lnTo>
                    <a:pt x="3441409" y="324325"/>
                  </a:lnTo>
                  <a:lnTo>
                    <a:pt x="3442663" y="319512"/>
                  </a:lnTo>
                  <a:lnTo>
                    <a:pt x="3443916" y="314594"/>
                  </a:lnTo>
                  <a:lnTo>
                    <a:pt x="3445169" y="309587"/>
                  </a:lnTo>
                  <a:lnTo>
                    <a:pt x="3446422" y="304449"/>
                  </a:lnTo>
                  <a:lnTo>
                    <a:pt x="3447675" y="299231"/>
                  </a:lnTo>
                  <a:lnTo>
                    <a:pt x="3448929" y="293931"/>
                  </a:lnTo>
                  <a:lnTo>
                    <a:pt x="3450182" y="288562"/>
                  </a:lnTo>
                  <a:lnTo>
                    <a:pt x="3451435" y="283165"/>
                  </a:lnTo>
                  <a:lnTo>
                    <a:pt x="3452688" y="277805"/>
                  </a:lnTo>
                  <a:lnTo>
                    <a:pt x="3453942" y="272536"/>
                  </a:lnTo>
                  <a:lnTo>
                    <a:pt x="3455195" y="267339"/>
                  </a:lnTo>
                  <a:lnTo>
                    <a:pt x="3456448" y="262198"/>
                  </a:lnTo>
                  <a:lnTo>
                    <a:pt x="3457701" y="257217"/>
                  </a:lnTo>
                  <a:lnTo>
                    <a:pt x="3458954" y="252383"/>
                  </a:lnTo>
                  <a:lnTo>
                    <a:pt x="3460208" y="247726"/>
                  </a:lnTo>
                  <a:lnTo>
                    <a:pt x="3461461" y="243246"/>
                  </a:lnTo>
                  <a:lnTo>
                    <a:pt x="3462714" y="238960"/>
                  </a:lnTo>
                  <a:lnTo>
                    <a:pt x="3463967" y="234930"/>
                  </a:lnTo>
                  <a:lnTo>
                    <a:pt x="3465220" y="231171"/>
                  </a:lnTo>
                  <a:lnTo>
                    <a:pt x="3466474" y="227647"/>
                  </a:lnTo>
                  <a:lnTo>
                    <a:pt x="3467727" y="224342"/>
                  </a:lnTo>
                  <a:lnTo>
                    <a:pt x="3468980" y="221262"/>
                  </a:lnTo>
                  <a:lnTo>
                    <a:pt x="3470233" y="218370"/>
                  </a:lnTo>
                  <a:lnTo>
                    <a:pt x="3471487" y="215646"/>
                  </a:lnTo>
                  <a:lnTo>
                    <a:pt x="3472740" y="213110"/>
                  </a:lnTo>
                  <a:lnTo>
                    <a:pt x="3473993" y="210791"/>
                  </a:lnTo>
                  <a:lnTo>
                    <a:pt x="3475246" y="208645"/>
                  </a:lnTo>
                  <a:lnTo>
                    <a:pt x="3476499" y="206652"/>
                  </a:lnTo>
                  <a:lnTo>
                    <a:pt x="3477753" y="204768"/>
                  </a:lnTo>
                  <a:lnTo>
                    <a:pt x="3479006" y="203027"/>
                  </a:lnTo>
                  <a:lnTo>
                    <a:pt x="3480259" y="201443"/>
                  </a:lnTo>
                  <a:lnTo>
                    <a:pt x="3481512" y="200039"/>
                  </a:lnTo>
                  <a:lnTo>
                    <a:pt x="3482766" y="198872"/>
                  </a:lnTo>
                  <a:lnTo>
                    <a:pt x="3484019" y="197897"/>
                  </a:lnTo>
                  <a:lnTo>
                    <a:pt x="3485272" y="197100"/>
                  </a:lnTo>
                  <a:lnTo>
                    <a:pt x="3486525" y="196499"/>
                  </a:lnTo>
                  <a:lnTo>
                    <a:pt x="3487778" y="196069"/>
                  </a:lnTo>
                  <a:lnTo>
                    <a:pt x="3489032" y="195809"/>
                  </a:lnTo>
                  <a:lnTo>
                    <a:pt x="3490285" y="195769"/>
                  </a:lnTo>
                  <a:lnTo>
                    <a:pt x="3491538" y="195941"/>
                  </a:lnTo>
                  <a:lnTo>
                    <a:pt x="3492791" y="196303"/>
                  </a:lnTo>
                  <a:lnTo>
                    <a:pt x="3494044" y="196886"/>
                  </a:lnTo>
                  <a:lnTo>
                    <a:pt x="3495298" y="197735"/>
                  </a:lnTo>
                  <a:lnTo>
                    <a:pt x="3496551" y="198941"/>
                  </a:lnTo>
                  <a:lnTo>
                    <a:pt x="3497804" y="200511"/>
                  </a:lnTo>
                  <a:lnTo>
                    <a:pt x="3499057" y="202389"/>
                  </a:lnTo>
                  <a:lnTo>
                    <a:pt x="3500311" y="204526"/>
                  </a:lnTo>
                  <a:lnTo>
                    <a:pt x="3501564" y="206910"/>
                  </a:lnTo>
                  <a:lnTo>
                    <a:pt x="3502817" y="209564"/>
                  </a:lnTo>
                  <a:lnTo>
                    <a:pt x="3504070" y="212475"/>
                  </a:lnTo>
                  <a:lnTo>
                    <a:pt x="3505323" y="215609"/>
                  </a:lnTo>
                  <a:lnTo>
                    <a:pt x="3506577" y="218937"/>
                  </a:lnTo>
                  <a:lnTo>
                    <a:pt x="3507830" y="222455"/>
                  </a:lnTo>
                  <a:lnTo>
                    <a:pt x="3509083" y="226136"/>
                  </a:lnTo>
                  <a:lnTo>
                    <a:pt x="3510336" y="229942"/>
                  </a:lnTo>
                  <a:lnTo>
                    <a:pt x="3511590" y="233810"/>
                  </a:lnTo>
                  <a:lnTo>
                    <a:pt x="3512843" y="237720"/>
                  </a:lnTo>
                  <a:lnTo>
                    <a:pt x="3514096" y="241610"/>
                  </a:lnTo>
                  <a:lnTo>
                    <a:pt x="3515349" y="245375"/>
                  </a:lnTo>
                  <a:lnTo>
                    <a:pt x="3516602" y="248961"/>
                  </a:lnTo>
                  <a:lnTo>
                    <a:pt x="3517856" y="252299"/>
                  </a:lnTo>
                  <a:lnTo>
                    <a:pt x="3519109" y="255391"/>
                  </a:lnTo>
                  <a:lnTo>
                    <a:pt x="3520362" y="258116"/>
                  </a:lnTo>
                  <a:lnTo>
                    <a:pt x="3521615" y="260404"/>
                  </a:lnTo>
                  <a:lnTo>
                    <a:pt x="3522868" y="262237"/>
                  </a:lnTo>
                  <a:lnTo>
                    <a:pt x="3524122" y="263661"/>
                  </a:lnTo>
                  <a:lnTo>
                    <a:pt x="3525375" y="264605"/>
                  </a:lnTo>
                  <a:lnTo>
                    <a:pt x="3526628" y="264997"/>
                  </a:lnTo>
                  <a:lnTo>
                    <a:pt x="3527881" y="264764"/>
                  </a:lnTo>
                  <a:lnTo>
                    <a:pt x="3529135" y="263938"/>
                  </a:lnTo>
                  <a:lnTo>
                    <a:pt x="3530388" y="262653"/>
                  </a:lnTo>
                  <a:lnTo>
                    <a:pt x="3531641" y="260963"/>
                  </a:lnTo>
                  <a:lnTo>
                    <a:pt x="3532894" y="258922"/>
                  </a:lnTo>
                  <a:lnTo>
                    <a:pt x="3534147" y="256593"/>
                  </a:lnTo>
                  <a:lnTo>
                    <a:pt x="3535401" y="254000"/>
                  </a:lnTo>
                  <a:lnTo>
                    <a:pt x="3536654" y="251167"/>
                  </a:lnTo>
                  <a:lnTo>
                    <a:pt x="3537907" y="248111"/>
                  </a:lnTo>
                  <a:lnTo>
                    <a:pt x="3539160" y="244911"/>
                  </a:lnTo>
                  <a:lnTo>
                    <a:pt x="3540414" y="241620"/>
                  </a:lnTo>
                  <a:lnTo>
                    <a:pt x="3541667" y="238277"/>
                  </a:lnTo>
                  <a:lnTo>
                    <a:pt x="3542920" y="234858"/>
                  </a:lnTo>
                  <a:lnTo>
                    <a:pt x="3544173" y="231381"/>
                  </a:lnTo>
                  <a:lnTo>
                    <a:pt x="3545426" y="227831"/>
                  </a:lnTo>
                  <a:lnTo>
                    <a:pt x="3546680" y="224275"/>
                  </a:lnTo>
                  <a:lnTo>
                    <a:pt x="3547933" y="220774"/>
                  </a:lnTo>
                  <a:lnTo>
                    <a:pt x="3549186" y="217310"/>
                  </a:lnTo>
                  <a:lnTo>
                    <a:pt x="3550439" y="213907"/>
                  </a:lnTo>
                  <a:lnTo>
                    <a:pt x="3551692" y="210583"/>
                  </a:lnTo>
                  <a:lnTo>
                    <a:pt x="3552946" y="207314"/>
                  </a:lnTo>
                  <a:lnTo>
                    <a:pt x="3554199" y="204095"/>
                  </a:lnTo>
                  <a:lnTo>
                    <a:pt x="3555452" y="200935"/>
                  </a:lnTo>
                  <a:lnTo>
                    <a:pt x="3556705" y="197849"/>
                  </a:lnTo>
                  <a:lnTo>
                    <a:pt x="3557959" y="194861"/>
                  </a:lnTo>
                  <a:lnTo>
                    <a:pt x="3559212" y="191951"/>
                  </a:lnTo>
                  <a:lnTo>
                    <a:pt x="3560465" y="189123"/>
                  </a:lnTo>
                  <a:lnTo>
                    <a:pt x="3561718" y="186478"/>
                  </a:lnTo>
                  <a:lnTo>
                    <a:pt x="3562971" y="184119"/>
                  </a:lnTo>
                  <a:lnTo>
                    <a:pt x="3564225" y="182085"/>
                  </a:lnTo>
                  <a:lnTo>
                    <a:pt x="3565478" y="180366"/>
                  </a:lnTo>
                  <a:lnTo>
                    <a:pt x="3566731" y="178983"/>
                  </a:lnTo>
                  <a:lnTo>
                    <a:pt x="3567984" y="178005"/>
                  </a:lnTo>
                  <a:lnTo>
                    <a:pt x="3569238" y="177482"/>
                  </a:lnTo>
                  <a:lnTo>
                    <a:pt x="3570491" y="177411"/>
                  </a:lnTo>
                  <a:lnTo>
                    <a:pt x="3571744" y="177811"/>
                  </a:lnTo>
                  <a:lnTo>
                    <a:pt x="3572997" y="178712"/>
                  </a:lnTo>
                  <a:lnTo>
                    <a:pt x="3574250" y="180193"/>
                  </a:lnTo>
                  <a:lnTo>
                    <a:pt x="3575504" y="182306"/>
                  </a:lnTo>
                  <a:lnTo>
                    <a:pt x="3576757" y="185082"/>
                  </a:lnTo>
                  <a:lnTo>
                    <a:pt x="3578010" y="188573"/>
                  </a:lnTo>
                  <a:lnTo>
                    <a:pt x="3579263" y="192805"/>
                  </a:lnTo>
                  <a:lnTo>
                    <a:pt x="3580516" y="197788"/>
                  </a:lnTo>
                  <a:lnTo>
                    <a:pt x="3581770" y="203500"/>
                  </a:lnTo>
                  <a:lnTo>
                    <a:pt x="3583023" y="209969"/>
                  </a:lnTo>
                  <a:lnTo>
                    <a:pt x="3584276" y="217299"/>
                  </a:lnTo>
                  <a:lnTo>
                    <a:pt x="3585529" y="225485"/>
                  </a:lnTo>
                  <a:lnTo>
                    <a:pt x="3586783" y="234474"/>
                  </a:lnTo>
                  <a:lnTo>
                    <a:pt x="3588036" y="244227"/>
                  </a:lnTo>
                  <a:lnTo>
                    <a:pt x="3589289" y="254755"/>
                  </a:lnTo>
                  <a:lnTo>
                    <a:pt x="3590542" y="266079"/>
                  </a:lnTo>
                  <a:lnTo>
                    <a:pt x="3591795" y="278228"/>
                  </a:lnTo>
                  <a:lnTo>
                    <a:pt x="3593049" y="291126"/>
                  </a:lnTo>
                  <a:lnTo>
                    <a:pt x="3594302" y="304676"/>
                  </a:lnTo>
                  <a:lnTo>
                    <a:pt x="3595555" y="318838"/>
                  </a:lnTo>
                  <a:lnTo>
                    <a:pt x="3596808" y="333576"/>
                  </a:lnTo>
                  <a:lnTo>
                    <a:pt x="3598062" y="348791"/>
                  </a:lnTo>
                  <a:lnTo>
                    <a:pt x="3599315" y="364420"/>
                  </a:lnTo>
                  <a:lnTo>
                    <a:pt x="3600568" y="380439"/>
                  </a:lnTo>
                  <a:lnTo>
                    <a:pt x="3601821" y="396795"/>
                  </a:lnTo>
                  <a:lnTo>
                    <a:pt x="3603074" y="413447"/>
                  </a:lnTo>
                  <a:lnTo>
                    <a:pt x="3604328" y="430338"/>
                  </a:lnTo>
                  <a:lnTo>
                    <a:pt x="3605581" y="447443"/>
                  </a:lnTo>
                  <a:lnTo>
                    <a:pt x="3606834" y="464764"/>
                  </a:lnTo>
                  <a:lnTo>
                    <a:pt x="3608087" y="482305"/>
                  </a:lnTo>
                  <a:lnTo>
                    <a:pt x="3609340" y="500035"/>
                  </a:lnTo>
                  <a:lnTo>
                    <a:pt x="3610594" y="517875"/>
                  </a:lnTo>
                  <a:lnTo>
                    <a:pt x="3611847" y="535766"/>
                  </a:lnTo>
                  <a:lnTo>
                    <a:pt x="3613100" y="553681"/>
                  </a:lnTo>
                  <a:lnTo>
                    <a:pt x="3614353" y="571575"/>
                  </a:lnTo>
                  <a:lnTo>
                    <a:pt x="3615607" y="589416"/>
                  </a:lnTo>
                  <a:lnTo>
                    <a:pt x="3616860" y="607231"/>
                  </a:lnTo>
                  <a:lnTo>
                    <a:pt x="3618113" y="625055"/>
                  </a:lnTo>
                  <a:lnTo>
                    <a:pt x="3619366" y="642892"/>
                  </a:lnTo>
                  <a:lnTo>
                    <a:pt x="3620619" y="660677"/>
                  </a:lnTo>
                  <a:lnTo>
                    <a:pt x="3621873" y="678332"/>
                  </a:lnTo>
                  <a:lnTo>
                    <a:pt x="3623126" y="695808"/>
                  </a:lnTo>
                  <a:lnTo>
                    <a:pt x="3624379" y="713046"/>
                  </a:lnTo>
                  <a:lnTo>
                    <a:pt x="3625632" y="729947"/>
                  </a:lnTo>
                  <a:lnTo>
                    <a:pt x="3626885" y="746471"/>
                  </a:lnTo>
                  <a:lnTo>
                    <a:pt x="3628139" y="762592"/>
                  </a:lnTo>
                  <a:lnTo>
                    <a:pt x="3629392" y="778300"/>
                  </a:lnTo>
                  <a:lnTo>
                    <a:pt x="3630645" y="793573"/>
                  </a:lnTo>
                  <a:lnTo>
                    <a:pt x="3631898" y="808373"/>
                  </a:lnTo>
                  <a:lnTo>
                    <a:pt x="3633152" y="822699"/>
                  </a:lnTo>
                  <a:lnTo>
                    <a:pt x="3634405" y="836566"/>
                  </a:lnTo>
                  <a:lnTo>
                    <a:pt x="3635658" y="849896"/>
                  </a:lnTo>
                  <a:lnTo>
                    <a:pt x="3636911" y="862604"/>
                  </a:lnTo>
                  <a:lnTo>
                    <a:pt x="3638164" y="874617"/>
                  </a:lnTo>
                  <a:lnTo>
                    <a:pt x="3639418" y="885886"/>
                  </a:lnTo>
                  <a:lnTo>
                    <a:pt x="3640671" y="896340"/>
                  </a:lnTo>
                  <a:lnTo>
                    <a:pt x="3641924" y="905953"/>
                  </a:lnTo>
                  <a:lnTo>
                    <a:pt x="3643177" y="914741"/>
                  </a:lnTo>
                  <a:lnTo>
                    <a:pt x="3644431" y="922737"/>
                  </a:lnTo>
                  <a:lnTo>
                    <a:pt x="3645684" y="929952"/>
                  </a:lnTo>
                  <a:lnTo>
                    <a:pt x="3646937" y="936350"/>
                  </a:lnTo>
                  <a:lnTo>
                    <a:pt x="3648190" y="941910"/>
                  </a:lnTo>
                  <a:lnTo>
                    <a:pt x="3649443" y="946625"/>
                  </a:lnTo>
                  <a:lnTo>
                    <a:pt x="3650697" y="950567"/>
                  </a:lnTo>
                  <a:lnTo>
                    <a:pt x="3651950" y="953794"/>
                  </a:lnTo>
                  <a:lnTo>
                    <a:pt x="3653203" y="956360"/>
                  </a:lnTo>
                  <a:lnTo>
                    <a:pt x="3654456" y="958311"/>
                  </a:lnTo>
                  <a:lnTo>
                    <a:pt x="3655709" y="959675"/>
                  </a:lnTo>
                  <a:lnTo>
                    <a:pt x="3656963" y="960475"/>
                  </a:lnTo>
                  <a:lnTo>
                    <a:pt x="3658216" y="960735"/>
                  </a:lnTo>
                  <a:lnTo>
                    <a:pt x="3659469" y="960514"/>
                  </a:lnTo>
                  <a:lnTo>
                    <a:pt x="3660722" y="959885"/>
                  </a:lnTo>
                  <a:lnTo>
                    <a:pt x="3661976" y="958942"/>
                  </a:lnTo>
                  <a:lnTo>
                    <a:pt x="3663229" y="957757"/>
                  </a:lnTo>
                  <a:lnTo>
                    <a:pt x="3664482" y="956382"/>
                  </a:lnTo>
                  <a:lnTo>
                    <a:pt x="3665735" y="954872"/>
                  </a:lnTo>
                  <a:lnTo>
                    <a:pt x="3666988" y="953240"/>
                  </a:lnTo>
                  <a:lnTo>
                    <a:pt x="3668242" y="951523"/>
                  </a:lnTo>
                  <a:lnTo>
                    <a:pt x="3669495" y="949689"/>
                  </a:lnTo>
                  <a:lnTo>
                    <a:pt x="3670748" y="947675"/>
                  </a:lnTo>
                  <a:lnTo>
                    <a:pt x="3672001" y="945442"/>
                  </a:lnTo>
                  <a:lnTo>
                    <a:pt x="3673255" y="942999"/>
                  </a:lnTo>
                  <a:lnTo>
                    <a:pt x="3674508" y="940375"/>
                  </a:lnTo>
                  <a:lnTo>
                    <a:pt x="3675761" y="937625"/>
                  </a:lnTo>
                  <a:lnTo>
                    <a:pt x="3677014" y="934787"/>
                  </a:lnTo>
                  <a:lnTo>
                    <a:pt x="3678267" y="931859"/>
                  </a:lnTo>
                  <a:lnTo>
                    <a:pt x="3679521" y="928814"/>
                  </a:lnTo>
                  <a:lnTo>
                    <a:pt x="3680774" y="925580"/>
                  </a:lnTo>
                  <a:lnTo>
                    <a:pt x="3682027" y="922052"/>
                  </a:lnTo>
                  <a:lnTo>
                    <a:pt x="3683280" y="918190"/>
                  </a:lnTo>
                  <a:lnTo>
                    <a:pt x="3684533" y="914039"/>
                  </a:lnTo>
                  <a:lnTo>
                    <a:pt x="3685787" y="909651"/>
                  </a:lnTo>
                  <a:lnTo>
                    <a:pt x="3687040" y="905007"/>
                  </a:lnTo>
                  <a:lnTo>
                    <a:pt x="3688293" y="900109"/>
                  </a:lnTo>
                  <a:lnTo>
                    <a:pt x="3689546" y="895010"/>
                  </a:lnTo>
                  <a:lnTo>
                    <a:pt x="3690800" y="889736"/>
                  </a:lnTo>
                  <a:lnTo>
                    <a:pt x="3692053" y="884302"/>
                  </a:lnTo>
                  <a:lnTo>
                    <a:pt x="3693306" y="878698"/>
                  </a:lnTo>
                  <a:lnTo>
                    <a:pt x="3694559" y="872885"/>
                  </a:lnTo>
                  <a:lnTo>
                    <a:pt x="3695812" y="866799"/>
                  </a:lnTo>
                  <a:lnTo>
                    <a:pt x="3697066" y="860417"/>
                  </a:lnTo>
                  <a:lnTo>
                    <a:pt x="3698319" y="853773"/>
                  </a:lnTo>
                  <a:lnTo>
                    <a:pt x="3699572" y="846964"/>
                  </a:lnTo>
                  <a:lnTo>
                    <a:pt x="3700825" y="840096"/>
                  </a:lnTo>
                  <a:lnTo>
                    <a:pt x="3702079" y="833214"/>
                  </a:lnTo>
                  <a:lnTo>
                    <a:pt x="3703332" y="826401"/>
                  </a:lnTo>
                  <a:lnTo>
                    <a:pt x="3704585" y="819727"/>
                  </a:lnTo>
                  <a:lnTo>
                    <a:pt x="3705838" y="813268"/>
                  </a:lnTo>
                  <a:lnTo>
                    <a:pt x="3707091" y="807056"/>
                  </a:lnTo>
                  <a:lnTo>
                    <a:pt x="3708345" y="801094"/>
                  </a:lnTo>
                  <a:lnTo>
                    <a:pt x="3709598" y="795387"/>
                  </a:lnTo>
                  <a:lnTo>
                    <a:pt x="3710851" y="789938"/>
                  </a:lnTo>
                  <a:lnTo>
                    <a:pt x="3712104" y="784788"/>
                  </a:lnTo>
                  <a:lnTo>
                    <a:pt x="3713357" y="779961"/>
                  </a:lnTo>
                  <a:lnTo>
                    <a:pt x="3714611" y="775451"/>
                  </a:lnTo>
                  <a:lnTo>
                    <a:pt x="3715864" y="771238"/>
                  </a:lnTo>
                  <a:lnTo>
                    <a:pt x="3717117" y="767282"/>
                  </a:lnTo>
                  <a:lnTo>
                    <a:pt x="3718370" y="763510"/>
                  </a:lnTo>
                  <a:lnTo>
                    <a:pt x="3719624" y="759869"/>
                  </a:lnTo>
                  <a:lnTo>
                    <a:pt x="3720877" y="756312"/>
                  </a:lnTo>
                  <a:lnTo>
                    <a:pt x="3722130" y="752767"/>
                  </a:lnTo>
                  <a:lnTo>
                    <a:pt x="3723383" y="749172"/>
                  </a:lnTo>
                  <a:lnTo>
                    <a:pt x="3724636" y="745437"/>
                  </a:lnTo>
                  <a:lnTo>
                    <a:pt x="3725890" y="741520"/>
                  </a:lnTo>
                  <a:lnTo>
                    <a:pt x="3727143" y="737359"/>
                  </a:lnTo>
                  <a:lnTo>
                    <a:pt x="3728396" y="732893"/>
                  </a:lnTo>
                  <a:lnTo>
                    <a:pt x="3729649" y="728091"/>
                  </a:lnTo>
                  <a:lnTo>
                    <a:pt x="3730903" y="722939"/>
                  </a:lnTo>
                  <a:lnTo>
                    <a:pt x="3732156" y="717444"/>
                  </a:lnTo>
                  <a:lnTo>
                    <a:pt x="3733409" y="711688"/>
                  </a:lnTo>
                  <a:lnTo>
                    <a:pt x="3734662" y="705749"/>
                  </a:lnTo>
                  <a:lnTo>
                    <a:pt x="3735915" y="699684"/>
                  </a:lnTo>
                  <a:lnTo>
                    <a:pt x="3737169" y="693549"/>
                  </a:lnTo>
                  <a:lnTo>
                    <a:pt x="3738422" y="687367"/>
                  </a:lnTo>
                  <a:lnTo>
                    <a:pt x="3739675" y="681149"/>
                  </a:lnTo>
                  <a:lnTo>
                    <a:pt x="3740928" y="674880"/>
                  </a:lnTo>
                  <a:lnTo>
                    <a:pt x="3742181" y="668577"/>
                  </a:lnTo>
                  <a:lnTo>
                    <a:pt x="3743435" y="662295"/>
                  </a:lnTo>
                  <a:lnTo>
                    <a:pt x="3744688" y="656081"/>
                  </a:lnTo>
                  <a:lnTo>
                    <a:pt x="3745941" y="649962"/>
                  </a:lnTo>
                  <a:lnTo>
                    <a:pt x="3747194" y="643940"/>
                  </a:lnTo>
                  <a:lnTo>
                    <a:pt x="3748448" y="637996"/>
                  </a:lnTo>
                  <a:lnTo>
                    <a:pt x="3749701" y="632135"/>
                  </a:lnTo>
                  <a:lnTo>
                    <a:pt x="3750954" y="626391"/>
                  </a:lnTo>
                  <a:lnTo>
                    <a:pt x="3752207" y="620717"/>
                  </a:lnTo>
                  <a:lnTo>
                    <a:pt x="3753460" y="615072"/>
                  </a:lnTo>
                  <a:lnTo>
                    <a:pt x="3754714" y="609408"/>
                  </a:lnTo>
                  <a:lnTo>
                    <a:pt x="3755967" y="603699"/>
                  </a:lnTo>
                  <a:lnTo>
                    <a:pt x="3757220" y="597985"/>
                  </a:lnTo>
                  <a:lnTo>
                    <a:pt x="3758473" y="592354"/>
                  </a:lnTo>
                  <a:lnTo>
                    <a:pt x="3759727" y="586901"/>
                  </a:lnTo>
                  <a:lnTo>
                    <a:pt x="3760980" y="581680"/>
                  </a:lnTo>
                  <a:lnTo>
                    <a:pt x="3762233" y="576689"/>
                  </a:lnTo>
                  <a:lnTo>
                    <a:pt x="3763486" y="571899"/>
                  </a:lnTo>
                  <a:lnTo>
                    <a:pt x="3764739" y="567340"/>
                  </a:lnTo>
                  <a:lnTo>
                    <a:pt x="3765993" y="563062"/>
                  </a:lnTo>
                  <a:lnTo>
                    <a:pt x="3767246" y="559034"/>
                  </a:lnTo>
                  <a:lnTo>
                    <a:pt x="3768499" y="555240"/>
                  </a:lnTo>
                  <a:lnTo>
                    <a:pt x="3769752" y="551654"/>
                  </a:lnTo>
                  <a:lnTo>
                    <a:pt x="3771005" y="548269"/>
                  </a:lnTo>
                  <a:lnTo>
                    <a:pt x="3772259" y="545095"/>
                  </a:lnTo>
                  <a:lnTo>
                    <a:pt x="3773512" y="542201"/>
                  </a:lnTo>
                  <a:lnTo>
                    <a:pt x="3774765" y="539706"/>
                  </a:lnTo>
                  <a:lnTo>
                    <a:pt x="3776018" y="537590"/>
                  </a:lnTo>
                  <a:lnTo>
                    <a:pt x="3777272" y="535818"/>
                  </a:lnTo>
                  <a:lnTo>
                    <a:pt x="3778525" y="534358"/>
                  </a:lnTo>
                  <a:lnTo>
                    <a:pt x="3779778" y="533157"/>
                  </a:lnTo>
                  <a:lnTo>
                    <a:pt x="3781031" y="532229"/>
                  </a:lnTo>
                  <a:lnTo>
                    <a:pt x="3782284" y="531602"/>
                  </a:lnTo>
                  <a:lnTo>
                    <a:pt x="3783538" y="531338"/>
                  </a:lnTo>
                  <a:lnTo>
                    <a:pt x="3784791" y="531498"/>
                  </a:lnTo>
                  <a:lnTo>
                    <a:pt x="3786044" y="532144"/>
                  </a:lnTo>
                  <a:lnTo>
                    <a:pt x="3787297" y="533284"/>
                  </a:lnTo>
                  <a:lnTo>
                    <a:pt x="3788550" y="534883"/>
                  </a:lnTo>
                  <a:lnTo>
                    <a:pt x="3789804" y="536955"/>
                  </a:lnTo>
                  <a:lnTo>
                    <a:pt x="3791057" y="539522"/>
                  </a:lnTo>
                  <a:lnTo>
                    <a:pt x="3792310" y="542616"/>
                  </a:lnTo>
                  <a:lnTo>
                    <a:pt x="3793563" y="546250"/>
                  </a:lnTo>
                  <a:lnTo>
                    <a:pt x="3794817" y="550436"/>
                  </a:lnTo>
                  <a:lnTo>
                    <a:pt x="3796070" y="555103"/>
                  </a:lnTo>
                  <a:lnTo>
                    <a:pt x="3797323" y="560144"/>
                  </a:lnTo>
                  <a:lnTo>
                    <a:pt x="3798576" y="565498"/>
                  </a:lnTo>
                  <a:lnTo>
                    <a:pt x="3799829" y="571041"/>
                  </a:lnTo>
                  <a:lnTo>
                    <a:pt x="3801083" y="576654"/>
                  </a:lnTo>
                  <a:lnTo>
                    <a:pt x="3802336" y="582235"/>
                  </a:lnTo>
                  <a:lnTo>
                    <a:pt x="3803589" y="587753"/>
                  </a:lnTo>
                  <a:lnTo>
                    <a:pt x="3804842" y="593201"/>
                  </a:lnTo>
                  <a:lnTo>
                    <a:pt x="3806096" y="598540"/>
                  </a:lnTo>
                  <a:lnTo>
                    <a:pt x="3807349" y="603749"/>
                  </a:lnTo>
                  <a:lnTo>
                    <a:pt x="3808602" y="608838"/>
                  </a:lnTo>
                  <a:lnTo>
                    <a:pt x="3809855" y="613845"/>
                  </a:lnTo>
                  <a:lnTo>
                    <a:pt x="3811108" y="618737"/>
                  </a:lnTo>
                  <a:lnTo>
                    <a:pt x="3812362" y="623524"/>
                  </a:lnTo>
                  <a:lnTo>
                    <a:pt x="3813615" y="628186"/>
                  </a:lnTo>
                  <a:lnTo>
                    <a:pt x="3814868" y="632716"/>
                  </a:lnTo>
                  <a:lnTo>
                    <a:pt x="3816121" y="637145"/>
                  </a:lnTo>
                  <a:lnTo>
                    <a:pt x="3817374" y="641476"/>
                  </a:lnTo>
                  <a:lnTo>
                    <a:pt x="3818628" y="645770"/>
                  </a:lnTo>
                  <a:lnTo>
                    <a:pt x="3819881" y="650033"/>
                  </a:lnTo>
                  <a:lnTo>
                    <a:pt x="3821134" y="654249"/>
                  </a:lnTo>
                  <a:lnTo>
                    <a:pt x="3822387" y="658324"/>
                  </a:lnTo>
                  <a:lnTo>
                    <a:pt x="3823641" y="662201"/>
                  </a:lnTo>
                  <a:lnTo>
                    <a:pt x="3824894" y="665839"/>
                  </a:lnTo>
                  <a:lnTo>
                    <a:pt x="3826147" y="669194"/>
                  </a:lnTo>
                  <a:lnTo>
                    <a:pt x="3827400" y="672205"/>
                  </a:lnTo>
                  <a:lnTo>
                    <a:pt x="3828653" y="674755"/>
                  </a:lnTo>
                  <a:lnTo>
                    <a:pt x="3829907" y="676781"/>
                  </a:lnTo>
                  <a:lnTo>
                    <a:pt x="3831160" y="678199"/>
                  </a:lnTo>
                  <a:lnTo>
                    <a:pt x="3832413" y="678954"/>
                  </a:lnTo>
                  <a:lnTo>
                    <a:pt x="3833666" y="679040"/>
                  </a:lnTo>
                  <a:lnTo>
                    <a:pt x="3834920" y="678448"/>
                  </a:lnTo>
                  <a:lnTo>
                    <a:pt x="3836173" y="677143"/>
                  </a:lnTo>
                  <a:lnTo>
                    <a:pt x="3837426" y="674978"/>
                  </a:lnTo>
                  <a:lnTo>
                    <a:pt x="3838679" y="671868"/>
                  </a:lnTo>
                  <a:lnTo>
                    <a:pt x="3839932" y="667841"/>
                  </a:lnTo>
                  <a:lnTo>
                    <a:pt x="3841186" y="662943"/>
                  </a:lnTo>
                  <a:lnTo>
                    <a:pt x="3842439" y="657254"/>
                  </a:lnTo>
                  <a:lnTo>
                    <a:pt x="3843692" y="650883"/>
                  </a:lnTo>
                  <a:lnTo>
                    <a:pt x="3844945" y="643910"/>
                  </a:lnTo>
                  <a:lnTo>
                    <a:pt x="3846198" y="636427"/>
                  </a:lnTo>
                  <a:lnTo>
                    <a:pt x="3847452" y="628403"/>
                  </a:lnTo>
                  <a:lnTo>
                    <a:pt x="3848705" y="619852"/>
                  </a:lnTo>
                  <a:lnTo>
                    <a:pt x="3849958" y="610838"/>
                  </a:lnTo>
                  <a:lnTo>
                    <a:pt x="3851211" y="601384"/>
                  </a:lnTo>
                  <a:lnTo>
                    <a:pt x="3852465" y="591510"/>
                  </a:lnTo>
                  <a:lnTo>
                    <a:pt x="3853718" y="581219"/>
                  </a:lnTo>
                  <a:lnTo>
                    <a:pt x="3854971" y="570498"/>
                  </a:lnTo>
                  <a:lnTo>
                    <a:pt x="3856224" y="559320"/>
                  </a:lnTo>
                  <a:lnTo>
                    <a:pt x="3857477" y="547641"/>
                  </a:lnTo>
                  <a:lnTo>
                    <a:pt x="3858731" y="535507"/>
                  </a:lnTo>
                  <a:lnTo>
                    <a:pt x="3859984" y="523039"/>
                  </a:lnTo>
                  <a:lnTo>
                    <a:pt x="3861237" y="510330"/>
                  </a:lnTo>
                  <a:lnTo>
                    <a:pt x="3862490" y="497443"/>
                  </a:lnTo>
                  <a:lnTo>
                    <a:pt x="3863744" y="484470"/>
                  </a:lnTo>
                  <a:lnTo>
                    <a:pt x="3864997" y="471509"/>
                  </a:lnTo>
                  <a:lnTo>
                    <a:pt x="3866250" y="458653"/>
                  </a:lnTo>
                  <a:lnTo>
                    <a:pt x="3867503" y="445919"/>
                  </a:lnTo>
                  <a:lnTo>
                    <a:pt x="3868756" y="433351"/>
                  </a:lnTo>
                  <a:lnTo>
                    <a:pt x="3870010" y="421032"/>
                  </a:lnTo>
                  <a:lnTo>
                    <a:pt x="3871263" y="409030"/>
                  </a:lnTo>
                  <a:lnTo>
                    <a:pt x="3872516" y="397318"/>
                  </a:lnTo>
                  <a:lnTo>
                    <a:pt x="3873769" y="385955"/>
                  </a:lnTo>
                  <a:lnTo>
                    <a:pt x="3875022" y="375015"/>
                  </a:lnTo>
                  <a:lnTo>
                    <a:pt x="3876276" y="364538"/>
                  </a:lnTo>
                  <a:lnTo>
                    <a:pt x="3877529" y="354573"/>
                  </a:lnTo>
                  <a:lnTo>
                    <a:pt x="3878782" y="345119"/>
                  </a:lnTo>
                  <a:lnTo>
                    <a:pt x="3880035" y="336207"/>
                  </a:lnTo>
                  <a:lnTo>
                    <a:pt x="3881289" y="327883"/>
                  </a:lnTo>
                  <a:lnTo>
                    <a:pt x="3882542" y="320128"/>
                  </a:lnTo>
                  <a:lnTo>
                    <a:pt x="3883795" y="312955"/>
                  </a:lnTo>
                  <a:lnTo>
                    <a:pt x="3885048" y="306382"/>
                  </a:lnTo>
                  <a:lnTo>
                    <a:pt x="3886301" y="300452"/>
                  </a:lnTo>
                  <a:lnTo>
                    <a:pt x="3887555" y="295197"/>
                  </a:lnTo>
                  <a:lnTo>
                    <a:pt x="3888808" y="290610"/>
                  </a:lnTo>
                  <a:lnTo>
                    <a:pt x="3890061" y="286693"/>
                  </a:lnTo>
                  <a:lnTo>
                    <a:pt x="3891314" y="283503"/>
                  </a:lnTo>
                  <a:lnTo>
                    <a:pt x="3892568" y="281090"/>
                  </a:lnTo>
                  <a:lnTo>
                    <a:pt x="3893821" y="279463"/>
                  </a:lnTo>
                  <a:lnTo>
                    <a:pt x="3895074" y="278684"/>
                  </a:lnTo>
                  <a:lnTo>
                    <a:pt x="3896327" y="278742"/>
                  </a:lnTo>
                  <a:lnTo>
                    <a:pt x="3897580" y="279621"/>
                  </a:lnTo>
                  <a:lnTo>
                    <a:pt x="3898834" y="281291"/>
                  </a:lnTo>
                  <a:lnTo>
                    <a:pt x="3900087" y="283712"/>
                  </a:lnTo>
                  <a:lnTo>
                    <a:pt x="3901340" y="286985"/>
                  </a:lnTo>
                  <a:lnTo>
                    <a:pt x="3902593" y="291029"/>
                  </a:lnTo>
                  <a:lnTo>
                    <a:pt x="3903846" y="295795"/>
                  </a:lnTo>
                  <a:lnTo>
                    <a:pt x="3905100" y="301229"/>
                  </a:lnTo>
                  <a:lnTo>
                    <a:pt x="3906353" y="307180"/>
                  </a:lnTo>
                  <a:lnTo>
                    <a:pt x="3907606" y="313544"/>
                  </a:lnTo>
                  <a:lnTo>
                    <a:pt x="3908859" y="320200"/>
                  </a:lnTo>
                  <a:lnTo>
                    <a:pt x="3910113" y="327079"/>
                  </a:lnTo>
                  <a:lnTo>
                    <a:pt x="3911366" y="334127"/>
                  </a:lnTo>
                  <a:lnTo>
                    <a:pt x="3912619" y="341262"/>
                  </a:lnTo>
                  <a:lnTo>
                    <a:pt x="3913872" y="348443"/>
                  </a:lnTo>
                  <a:lnTo>
                    <a:pt x="3915125" y="355708"/>
                  </a:lnTo>
                  <a:lnTo>
                    <a:pt x="3916379" y="363047"/>
                  </a:lnTo>
                  <a:lnTo>
                    <a:pt x="3917632" y="370477"/>
                  </a:lnTo>
                  <a:lnTo>
                    <a:pt x="3918885" y="378025"/>
                  </a:lnTo>
                  <a:lnTo>
                    <a:pt x="3920138" y="385741"/>
                  </a:lnTo>
                  <a:lnTo>
                    <a:pt x="3921392" y="393655"/>
                  </a:lnTo>
                  <a:lnTo>
                    <a:pt x="3922645" y="401707"/>
                  </a:lnTo>
                  <a:lnTo>
                    <a:pt x="3923898" y="409813"/>
                  </a:lnTo>
                  <a:lnTo>
                    <a:pt x="3925151" y="417965"/>
                  </a:lnTo>
                  <a:lnTo>
                    <a:pt x="3926404" y="426163"/>
                  </a:lnTo>
                  <a:lnTo>
                    <a:pt x="3927658" y="434433"/>
                  </a:lnTo>
                  <a:lnTo>
                    <a:pt x="3928911" y="442742"/>
                  </a:lnTo>
                  <a:lnTo>
                    <a:pt x="3930164" y="451074"/>
                  </a:lnTo>
                  <a:lnTo>
                    <a:pt x="3931417" y="459436"/>
                  </a:lnTo>
                  <a:lnTo>
                    <a:pt x="3932670" y="467800"/>
                  </a:lnTo>
                  <a:lnTo>
                    <a:pt x="3933924" y="476088"/>
                  </a:lnTo>
                  <a:lnTo>
                    <a:pt x="3935177" y="484289"/>
                  </a:lnTo>
                  <a:lnTo>
                    <a:pt x="3936430" y="492387"/>
                  </a:lnTo>
                  <a:lnTo>
                    <a:pt x="3937683" y="500285"/>
                  </a:lnTo>
                  <a:lnTo>
                    <a:pt x="3938937" y="507968"/>
                  </a:lnTo>
                  <a:lnTo>
                    <a:pt x="3940190" y="515398"/>
                  </a:lnTo>
                  <a:lnTo>
                    <a:pt x="3941443" y="522536"/>
                  </a:lnTo>
                  <a:lnTo>
                    <a:pt x="3942696" y="529394"/>
                  </a:lnTo>
                  <a:lnTo>
                    <a:pt x="3943949" y="535929"/>
                  </a:lnTo>
                  <a:lnTo>
                    <a:pt x="3945203" y="542116"/>
                  </a:lnTo>
                  <a:lnTo>
                    <a:pt x="3946456" y="547944"/>
                  </a:lnTo>
                  <a:lnTo>
                    <a:pt x="3947709" y="553448"/>
                  </a:lnTo>
                  <a:lnTo>
                    <a:pt x="3948962" y="558641"/>
                  </a:lnTo>
                  <a:lnTo>
                    <a:pt x="3950215" y="563519"/>
                  </a:lnTo>
                  <a:lnTo>
                    <a:pt x="3951469" y="568079"/>
                  </a:lnTo>
                  <a:lnTo>
                    <a:pt x="3952722" y="572329"/>
                  </a:lnTo>
                  <a:lnTo>
                    <a:pt x="3953975" y="576286"/>
                  </a:lnTo>
                  <a:lnTo>
                    <a:pt x="3955228" y="579929"/>
                  </a:lnTo>
                  <a:lnTo>
                    <a:pt x="3956482" y="583242"/>
                  </a:lnTo>
                  <a:lnTo>
                    <a:pt x="3957735" y="586180"/>
                  </a:lnTo>
                  <a:lnTo>
                    <a:pt x="3958988" y="588735"/>
                  </a:lnTo>
                  <a:lnTo>
                    <a:pt x="3960241" y="590934"/>
                  </a:lnTo>
                  <a:lnTo>
                    <a:pt x="3961494" y="592794"/>
                  </a:lnTo>
                  <a:lnTo>
                    <a:pt x="3962748" y="594373"/>
                  </a:lnTo>
                  <a:lnTo>
                    <a:pt x="3964001" y="595706"/>
                  </a:lnTo>
                  <a:lnTo>
                    <a:pt x="3965254" y="596805"/>
                  </a:lnTo>
                  <a:lnTo>
                    <a:pt x="3966507" y="597705"/>
                  </a:lnTo>
                  <a:lnTo>
                    <a:pt x="3967761" y="598409"/>
                  </a:lnTo>
                  <a:lnTo>
                    <a:pt x="3969014" y="598961"/>
                  </a:lnTo>
                  <a:lnTo>
                    <a:pt x="3970267" y="599416"/>
                  </a:lnTo>
                  <a:lnTo>
                    <a:pt x="3971520" y="599789"/>
                  </a:lnTo>
                  <a:lnTo>
                    <a:pt x="3972773" y="600109"/>
                  </a:lnTo>
                  <a:lnTo>
                    <a:pt x="3974027" y="600389"/>
                  </a:lnTo>
                  <a:lnTo>
                    <a:pt x="3975280" y="600701"/>
                  </a:lnTo>
                  <a:lnTo>
                    <a:pt x="3976533" y="601134"/>
                  </a:lnTo>
                  <a:lnTo>
                    <a:pt x="3977786" y="601711"/>
                  </a:lnTo>
                  <a:lnTo>
                    <a:pt x="3979039" y="602452"/>
                  </a:lnTo>
                  <a:lnTo>
                    <a:pt x="3980293" y="603361"/>
                  </a:lnTo>
                  <a:lnTo>
                    <a:pt x="3981546" y="604404"/>
                  </a:lnTo>
                  <a:lnTo>
                    <a:pt x="3982799" y="605545"/>
                  </a:lnTo>
                  <a:lnTo>
                    <a:pt x="3984052" y="606752"/>
                  </a:lnTo>
                  <a:lnTo>
                    <a:pt x="3985306" y="608039"/>
                  </a:lnTo>
                  <a:lnTo>
                    <a:pt x="3986559" y="609409"/>
                  </a:lnTo>
                  <a:lnTo>
                    <a:pt x="3987812" y="610891"/>
                  </a:lnTo>
                  <a:lnTo>
                    <a:pt x="3989065" y="612509"/>
                  </a:lnTo>
                  <a:lnTo>
                    <a:pt x="3990318" y="614215"/>
                  </a:lnTo>
                  <a:lnTo>
                    <a:pt x="3991572" y="615972"/>
                  </a:lnTo>
                  <a:lnTo>
                    <a:pt x="3992825" y="617750"/>
                  </a:lnTo>
                  <a:lnTo>
                    <a:pt x="3994078" y="619528"/>
                  </a:lnTo>
                  <a:lnTo>
                    <a:pt x="3995331" y="621253"/>
                  </a:lnTo>
                  <a:lnTo>
                    <a:pt x="3996585" y="622922"/>
                  </a:lnTo>
                  <a:lnTo>
                    <a:pt x="3997838" y="624556"/>
                  </a:lnTo>
                  <a:lnTo>
                    <a:pt x="3999091" y="626155"/>
                  </a:lnTo>
                  <a:lnTo>
                    <a:pt x="4000344" y="627789"/>
                  </a:lnTo>
                  <a:lnTo>
                    <a:pt x="4001597" y="629490"/>
                  </a:lnTo>
                  <a:lnTo>
                    <a:pt x="4002851" y="631253"/>
                  </a:lnTo>
                  <a:lnTo>
                    <a:pt x="4004104" y="633099"/>
                  </a:lnTo>
                  <a:lnTo>
                    <a:pt x="4005357" y="635053"/>
                  </a:lnTo>
                  <a:lnTo>
                    <a:pt x="4006610" y="637123"/>
                  </a:lnTo>
                  <a:lnTo>
                    <a:pt x="4007863" y="639308"/>
                  </a:lnTo>
                  <a:lnTo>
                    <a:pt x="4009117" y="641606"/>
                  </a:lnTo>
                  <a:lnTo>
                    <a:pt x="4010370" y="644016"/>
                  </a:lnTo>
                  <a:lnTo>
                    <a:pt x="4011623" y="646529"/>
                  </a:lnTo>
                  <a:lnTo>
                    <a:pt x="4012876" y="649096"/>
                  </a:lnTo>
                  <a:lnTo>
                    <a:pt x="4014130" y="651712"/>
                  </a:lnTo>
                  <a:lnTo>
                    <a:pt x="4015383" y="654373"/>
                  </a:lnTo>
                  <a:lnTo>
                    <a:pt x="4016636" y="657070"/>
                  </a:lnTo>
                  <a:lnTo>
                    <a:pt x="4017889" y="659796"/>
                  </a:lnTo>
                  <a:lnTo>
                    <a:pt x="4019142" y="662561"/>
                  </a:lnTo>
                  <a:lnTo>
                    <a:pt x="4020396" y="665393"/>
                  </a:lnTo>
                  <a:lnTo>
                    <a:pt x="4021649" y="668339"/>
                  </a:lnTo>
                  <a:lnTo>
                    <a:pt x="4022902" y="671430"/>
                  </a:lnTo>
                  <a:lnTo>
                    <a:pt x="4024155" y="674671"/>
                  </a:lnTo>
                  <a:lnTo>
                    <a:pt x="4025409" y="678031"/>
                  </a:lnTo>
                  <a:lnTo>
                    <a:pt x="4026662" y="681430"/>
                  </a:lnTo>
                  <a:lnTo>
                    <a:pt x="4027915" y="684869"/>
                  </a:lnTo>
                  <a:lnTo>
                    <a:pt x="4029168" y="688305"/>
                  </a:lnTo>
                  <a:lnTo>
                    <a:pt x="4030421" y="691762"/>
                  </a:lnTo>
                  <a:lnTo>
                    <a:pt x="4031675" y="695265"/>
                  </a:lnTo>
                  <a:lnTo>
                    <a:pt x="4032928" y="698838"/>
                  </a:lnTo>
                  <a:lnTo>
                    <a:pt x="4034181" y="702506"/>
                  </a:lnTo>
                  <a:lnTo>
                    <a:pt x="4035434" y="706295"/>
                  </a:lnTo>
                  <a:lnTo>
                    <a:pt x="4036687" y="710203"/>
                  </a:lnTo>
                  <a:lnTo>
                    <a:pt x="4037941" y="714258"/>
                  </a:lnTo>
                  <a:lnTo>
                    <a:pt x="4039194" y="718455"/>
                  </a:lnTo>
                  <a:lnTo>
                    <a:pt x="4040447" y="722717"/>
                  </a:lnTo>
                  <a:lnTo>
                    <a:pt x="4041700" y="726947"/>
                  </a:lnTo>
                  <a:lnTo>
                    <a:pt x="4042954" y="731110"/>
                  </a:lnTo>
                  <a:lnTo>
                    <a:pt x="4044207" y="735250"/>
                  </a:lnTo>
                  <a:lnTo>
                    <a:pt x="4045460" y="739347"/>
                  </a:lnTo>
                  <a:lnTo>
                    <a:pt x="4046713" y="743360"/>
                  </a:lnTo>
                  <a:lnTo>
                    <a:pt x="4047966" y="747279"/>
                  </a:lnTo>
                  <a:lnTo>
                    <a:pt x="4049220" y="751110"/>
                  </a:lnTo>
                  <a:lnTo>
                    <a:pt x="4050473" y="754839"/>
                  </a:lnTo>
                  <a:lnTo>
                    <a:pt x="4051726" y="758418"/>
                  </a:lnTo>
                  <a:lnTo>
                    <a:pt x="4052979" y="761756"/>
                  </a:lnTo>
                  <a:lnTo>
                    <a:pt x="4054233" y="764842"/>
                  </a:lnTo>
                  <a:lnTo>
                    <a:pt x="4055486" y="767714"/>
                  </a:lnTo>
                  <a:lnTo>
                    <a:pt x="4056739" y="770355"/>
                  </a:lnTo>
                  <a:lnTo>
                    <a:pt x="4057992" y="772777"/>
                  </a:lnTo>
                  <a:lnTo>
                    <a:pt x="4059245" y="774995"/>
                  </a:lnTo>
                  <a:lnTo>
                    <a:pt x="4060499" y="777004"/>
                  </a:lnTo>
                  <a:lnTo>
                    <a:pt x="4061752" y="778767"/>
                  </a:lnTo>
                  <a:lnTo>
                    <a:pt x="4063005" y="780243"/>
                  </a:lnTo>
                  <a:lnTo>
                    <a:pt x="4064258" y="781368"/>
                  </a:lnTo>
                  <a:lnTo>
                    <a:pt x="4065511" y="782160"/>
                  </a:lnTo>
                  <a:lnTo>
                    <a:pt x="4066765" y="782621"/>
                  </a:lnTo>
                  <a:lnTo>
                    <a:pt x="4068018" y="782704"/>
                  </a:lnTo>
                  <a:lnTo>
                    <a:pt x="4069271" y="782356"/>
                  </a:lnTo>
                  <a:lnTo>
                    <a:pt x="4070524" y="781583"/>
                  </a:lnTo>
                  <a:lnTo>
                    <a:pt x="4071778" y="780416"/>
                  </a:lnTo>
                  <a:lnTo>
                    <a:pt x="4073031" y="778840"/>
                  </a:lnTo>
                  <a:lnTo>
                    <a:pt x="4074284" y="776823"/>
                  </a:lnTo>
                  <a:lnTo>
                    <a:pt x="4075537" y="774366"/>
                  </a:lnTo>
                  <a:lnTo>
                    <a:pt x="4076790" y="771525"/>
                  </a:lnTo>
                  <a:lnTo>
                    <a:pt x="4078044" y="768340"/>
                  </a:lnTo>
                  <a:lnTo>
                    <a:pt x="4079297" y="764812"/>
                  </a:lnTo>
                  <a:lnTo>
                    <a:pt x="4080550" y="760974"/>
                  </a:lnTo>
                  <a:lnTo>
                    <a:pt x="4081803" y="756822"/>
                  </a:lnTo>
                  <a:lnTo>
                    <a:pt x="4083057" y="752423"/>
                  </a:lnTo>
                  <a:lnTo>
                    <a:pt x="4084310" y="747802"/>
                  </a:lnTo>
                  <a:lnTo>
                    <a:pt x="4085563" y="742967"/>
                  </a:lnTo>
                  <a:lnTo>
                    <a:pt x="4086816" y="737904"/>
                  </a:lnTo>
                  <a:lnTo>
                    <a:pt x="4088069" y="732674"/>
                  </a:lnTo>
                  <a:lnTo>
                    <a:pt x="4089323" y="727290"/>
                  </a:lnTo>
                  <a:lnTo>
                    <a:pt x="4090576" y="721791"/>
                  </a:lnTo>
                  <a:lnTo>
                    <a:pt x="4091829" y="716207"/>
                  </a:lnTo>
                  <a:lnTo>
                    <a:pt x="4093082" y="710516"/>
                  </a:lnTo>
                  <a:lnTo>
                    <a:pt x="4094335" y="704715"/>
                  </a:lnTo>
                  <a:lnTo>
                    <a:pt x="4095589" y="698728"/>
                  </a:lnTo>
                  <a:lnTo>
                    <a:pt x="4096842" y="692487"/>
                  </a:lnTo>
                  <a:lnTo>
                    <a:pt x="4098095" y="685947"/>
                  </a:lnTo>
                  <a:lnTo>
                    <a:pt x="4099348" y="679078"/>
                  </a:lnTo>
                  <a:lnTo>
                    <a:pt x="4100602" y="671838"/>
                  </a:lnTo>
                  <a:lnTo>
                    <a:pt x="4101855" y="664126"/>
                  </a:lnTo>
                  <a:lnTo>
                    <a:pt x="4103108" y="655912"/>
                  </a:lnTo>
                  <a:lnTo>
                    <a:pt x="4104361" y="647264"/>
                  </a:lnTo>
                  <a:lnTo>
                    <a:pt x="4105614" y="638198"/>
                  </a:lnTo>
                  <a:lnTo>
                    <a:pt x="4106868" y="628666"/>
                  </a:lnTo>
                  <a:lnTo>
                    <a:pt x="4108121" y="618723"/>
                  </a:lnTo>
                  <a:lnTo>
                    <a:pt x="4109374" y="608456"/>
                  </a:lnTo>
                  <a:lnTo>
                    <a:pt x="4110627" y="597916"/>
                  </a:lnTo>
                  <a:lnTo>
                    <a:pt x="4111880" y="587108"/>
                  </a:lnTo>
                  <a:lnTo>
                    <a:pt x="4113134" y="576022"/>
                  </a:lnTo>
                  <a:lnTo>
                    <a:pt x="4114387" y="564675"/>
                  </a:lnTo>
                  <a:lnTo>
                    <a:pt x="4115640" y="553153"/>
                  </a:lnTo>
                  <a:lnTo>
                    <a:pt x="4116893" y="541538"/>
                  </a:lnTo>
                  <a:lnTo>
                    <a:pt x="4118147" y="529875"/>
                  </a:lnTo>
                  <a:lnTo>
                    <a:pt x="4119400" y="518170"/>
                  </a:lnTo>
                  <a:lnTo>
                    <a:pt x="4120653" y="506492"/>
                  </a:lnTo>
                  <a:lnTo>
                    <a:pt x="4121906" y="494880"/>
                  </a:lnTo>
                  <a:lnTo>
                    <a:pt x="4123159" y="483356"/>
                  </a:lnTo>
                  <a:lnTo>
                    <a:pt x="4124413" y="471954"/>
                  </a:lnTo>
                  <a:lnTo>
                    <a:pt x="4125666" y="460722"/>
                  </a:lnTo>
                  <a:lnTo>
                    <a:pt x="4126919" y="449684"/>
                  </a:lnTo>
                  <a:lnTo>
                    <a:pt x="4128172" y="438867"/>
                  </a:lnTo>
                  <a:lnTo>
                    <a:pt x="4129426" y="428300"/>
                  </a:lnTo>
                  <a:lnTo>
                    <a:pt x="4130679" y="417981"/>
                  </a:lnTo>
                  <a:lnTo>
                    <a:pt x="4131932" y="407950"/>
                  </a:lnTo>
                  <a:lnTo>
                    <a:pt x="4133185" y="398230"/>
                  </a:lnTo>
                  <a:lnTo>
                    <a:pt x="4134438" y="388822"/>
                  </a:lnTo>
                  <a:lnTo>
                    <a:pt x="4135692" y="379691"/>
                  </a:lnTo>
                  <a:lnTo>
                    <a:pt x="4136945" y="370826"/>
                  </a:lnTo>
                  <a:lnTo>
                    <a:pt x="4138198" y="362230"/>
                  </a:lnTo>
                  <a:lnTo>
                    <a:pt x="4139451" y="353806"/>
                  </a:lnTo>
                  <a:lnTo>
                    <a:pt x="4140704" y="345503"/>
                  </a:lnTo>
                  <a:lnTo>
                    <a:pt x="4141958" y="337277"/>
                  </a:lnTo>
                  <a:lnTo>
                    <a:pt x="4143211" y="329115"/>
                  </a:lnTo>
                  <a:lnTo>
                    <a:pt x="4144464" y="321021"/>
                  </a:lnTo>
                  <a:lnTo>
                    <a:pt x="4145717" y="312942"/>
                  </a:lnTo>
                  <a:lnTo>
                    <a:pt x="4146971" y="304776"/>
                  </a:lnTo>
                  <a:lnTo>
                    <a:pt x="4148224" y="296442"/>
                  </a:lnTo>
                  <a:lnTo>
                    <a:pt x="4149477" y="287938"/>
                  </a:lnTo>
                  <a:lnTo>
                    <a:pt x="4150730" y="279192"/>
                  </a:lnTo>
                  <a:lnTo>
                    <a:pt x="4151983" y="270161"/>
                  </a:lnTo>
                  <a:lnTo>
                    <a:pt x="4153237" y="260881"/>
                  </a:lnTo>
                  <a:lnTo>
                    <a:pt x="4154490" y="251389"/>
                  </a:lnTo>
                  <a:lnTo>
                    <a:pt x="4155743" y="241730"/>
                  </a:lnTo>
                  <a:lnTo>
                    <a:pt x="4156996" y="231971"/>
                  </a:lnTo>
                  <a:lnTo>
                    <a:pt x="4158250" y="222182"/>
                  </a:lnTo>
                  <a:lnTo>
                    <a:pt x="4159503" y="212467"/>
                  </a:lnTo>
                  <a:lnTo>
                    <a:pt x="4160756" y="202909"/>
                  </a:lnTo>
                  <a:lnTo>
                    <a:pt x="4162009" y="193636"/>
                  </a:lnTo>
                  <a:lnTo>
                    <a:pt x="4163262" y="184694"/>
                  </a:lnTo>
                  <a:lnTo>
                    <a:pt x="4164516" y="176191"/>
                  </a:lnTo>
                  <a:lnTo>
                    <a:pt x="4165769" y="168253"/>
                  </a:lnTo>
                  <a:lnTo>
                    <a:pt x="4167022" y="161004"/>
                  </a:lnTo>
                  <a:lnTo>
                    <a:pt x="4168275" y="154499"/>
                  </a:lnTo>
                  <a:lnTo>
                    <a:pt x="4169528" y="148866"/>
                  </a:lnTo>
                  <a:lnTo>
                    <a:pt x="4170782" y="144138"/>
                  </a:lnTo>
                  <a:lnTo>
                    <a:pt x="4172035" y="140273"/>
                  </a:lnTo>
                  <a:lnTo>
                    <a:pt x="4173288" y="137275"/>
                  </a:lnTo>
                  <a:lnTo>
                    <a:pt x="4174541" y="135169"/>
                  </a:lnTo>
                  <a:lnTo>
                    <a:pt x="4175795" y="133972"/>
                  </a:lnTo>
                  <a:lnTo>
                    <a:pt x="4177048" y="133683"/>
                  </a:lnTo>
                  <a:lnTo>
                    <a:pt x="4178301" y="134289"/>
                  </a:lnTo>
                  <a:lnTo>
                    <a:pt x="4179554" y="135737"/>
                  </a:lnTo>
                  <a:lnTo>
                    <a:pt x="4180807" y="137956"/>
                  </a:lnTo>
                  <a:lnTo>
                    <a:pt x="4182061" y="140953"/>
                  </a:lnTo>
                  <a:lnTo>
                    <a:pt x="4183314" y="144603"/>
                  </a:lnTo>
                  <a:lnTo>
                    <a:pt x="4184567" y="148846"/>
                  </a:lnTo>
                  <a:lnTo>
                    <a:pt x="4185820" y="153638"/>
                  </a:lnTo>
                  <a:lnTo>
                    <a:pt x="4187074" y="158954"/>
                  </a:lnTo>
                  <a:lnTo>
                    <a:pt x="4188327" y="164706"/>
                  </a:lnTo>
                  <a:lnTo>
                    <a:pt x="4189580" y="170867"/>
                  </a:lnTo>
                  <a:lnTo>
                    <a:pt x="4190833" y="177398"/>
                  </a:lnTo>
                  <a:lnTo>
                    <a:pt x="4192086" y="184223"/>
                  </a:lnTo>
                  <a:lnTo>
                    <a:pt x="4193340" y="191296"/>
                  </a:lnTo>
                  <a:lnTo>
                    <a:pt x="4194593" y="198572"/>
                  </a:lnTo>
                  <a:lnTo>
                    <a:pt x="4195846" y="205981"/>
                  </a:lnTo>
                  <a:lnTo>
                    <a:pt x="4197099" y="213465"/>
                  </a:lnTo>
                  <a:lnTo>
                    <a:pt x="4198352" y="220976"/>
                  </a:lnTo>
                  <a:lnTo>
                    <a:pt x="4199606" y="228533"/>
                  </a:lnTo>
                  <a:lnTo>
                    <a:pt x="4200859" y="236132"/>
                  </a:lnTo>
                  <a:lnTo>
                    <a:pt x="4202112" y="243833"/>
                  </a:lnTo>
                  <a:lnTo>
                    <a:pt x="4203365" y="251678"/>
                  </a:lnTo>
                  <a:lnTo>
                    <a:pt x="4204619" y="259675"/>
                  </a:lnTo>
                  <a:lnTo>
                    <a:pt x="4205872" y="267803"/>
                  </a:lnTo>
                  <a:lnTo>
                    <a:pt x="4207125" y="276075"/>
                  </a:lnTo>
                  <a:lnTo>
                    <a:pt x="4208378" y="284484"/>
                  </a:lnTo>
                  <a:lnTo>
                    <a:pt x="4209631" y="293101"/>
                  </a:lnTo>
                  <a:lnTo>
                    <a:pt x="4210885" y="302004"/>
                  </a:lnTo>
                  <a:lnTo>
                    <a:pt x="4212138" y="311223"/>
                  </a:lnTo>
                  <a:lnTo>
                    <a:pt x="4213391" y="320769"/>
                  </a:lnTo>
                  <a:lnTo>
                    <a:pt x="4214644" y="330723"/>
                  </a:lnTo>
                  <a:lnTo>
                    <a:pt x="4215898" y="341073"/>
                  </a:lnTo>
                  <a:lnTo>
                    <a:pt x="4217151" y="351793"/>
                  </a:lnTo>
                  <a:lnTo>
                    <a:pt x="4218404" y="362837"/>
                  </a:lnTo>
                  <a:lnTo>
                    <a:pt x="4219657" y="374139"/>
                  </a:lnTo>
                  <a:lnTo>
                    <a:pt x="4220910" y="385661"/>
                  </a:lnTo>
                  <a:lnTo>
                    <a:pt x="4222164" y="397365"/>
                  </a:lnTo>
                  <a:lnTo>
                    <a:pt x="4223417" y="409203"/>
                  </a:lnTo>
                  <a:lnTo>
                    <a:pt x="4224670" y="421084"/>
                  </a:lnTo>
                  <a:lnTo>
                    <a:pt x="4225923" y="432935"/>
                  </a:lnTo>
                  <a:lnTo>
                    <a:pt x="4227176" y="444697"/>
                  </a:lnTo>
                  <a:lnTo>
                    <a:pt x="4228430" y="456235"/>
                  </a:lnTo>
                  <a:lnTo>
                    <a:pt x="4229683" y="467354"/>
                  </a:lnTo>
                  <a:lnTo>
                    <a:pt x="4230936" y="477884"/>
                  </a:lnTo>
                  <a:lnTo>
                    <a:pt x="4232189" y="487651"/>
                  </a:lnTo>
                  <a:lnTo>
                    <a:pt x="4233443" y="496547"/>
                  </a:lnTo>
                  <a:lnTo>
                    <a:pt x="4234696" y="504574"/>
                  </a:lnTo>
                  <a:lnTo>
                    <a:pt x="4235949" y="511674"/>
                  </a:lnTo>
                  <a:lnTo>
                    <a:pt x="4237202" y="517795"/>
                  </a:lnTo>
                  <a:lnTo>
                    <a:pt x="4238455" y="522924"/>
                  </a:lnTo>
                  <a:lnTo>
                    <a:pt x="4239709" y="527037"/>
                  </a:lnTo>
                  <a:lnTo>
                    <a:pt x="4240962" y="530128"/>
                  </a:lnTo>
                  <a:lnTo>
                    <a:pt x="4242215" y="532227"/>
                  </a:lnTo>
                  <a:lnTo>
                    <a:pt x="4243468" y="533382"/>
                  </a:lnTo>
                  <a:lnTo>
                    <a:pt x="4244722" y="533635"/>
                  </a:lnTo>
                  <a:lnTo>
                    <a:pt x="4245975" y="533057"/>
                  </a:lnTo>
                  <a:lnTo>
                    <a:pt x="4247228" y="531764"/>
                  </a:lnTo>
                  <a:lnTo>
                    <a:pt x="4248481" y="529798"/>
                  </a:lnTo>
                  <a:lnTo>
                    <a:pt x="4249734" y="527183"/>
                  </a:lnTo>
                  <a:lnTo>
                    <a:pt x="4250988" y="524016"/>
                  </a:lnTo>
                  <a:lnTo>
                    <a:pt x="4252241" y="520387"/>
                  </a:lnTo>
                  <a:lnTo>
                    <a:pt x="4253494" y="516283"/>
                  </a:lnTo>
                  <a:lnTo>
                    <a:pt x="4254747" y="511740"/>
                  </a:lnTo>
                  <a:lnTo>
                    <a:pt x="4256000" y="506816"/>
                  </a:lnTo>
                  <a:lnTo>
                    <a:pt x="4257254" y="501570"/>
                  </a:lnTo>
                  <a:lnTo>
                    <a:pt x="4258507" y="496131"/>
                  </a:lnTo>
                  <a:lnTo>
                    <a:pt x="4259760" y="490605"/>
                  </a:lnTo>
                  <a:lnTo>
                    <a:pt x="4261013" y="485100"/>
                  </a:lnTo>
                  <a:lnTo>
                    <a:pt x="4262267" y="479666"/>
                  </a:lnTo>
                  <a:lnTo>
                    <a:pt x="4263520" y="474339"/>
                  </a:lnTo>
                  <a:lnTo>
                    <a:pt x="4264773" y="469168"/>
                  </a:lnTo>
                  <a:lnTo>
                    <a:pt x="4266026" y="464165"/>
                  </a:lnTo>
                  <a:lnTo>
                    <a:pt x="4267279" y="459364"/>
                  </a:lnTo>
                  <a:lnTo>
                    <a:pt x="4268533" y="454813"/>
                  </a:lnTo>
                  <a:lnTo>
                    <a:pt x="4269786" y="450544"/>
                  </a:lnTo>
                  <a:lnTo>
                    <a:pt x="4271039" y="446551"/>
                  </a:lnTo>
                  <a:lnTo>
                    <a:pt x="4272292" y="442888"/>
                  </a:lnTo>
                  <a:lnTo>
                    <a:pt x="4273545" y="439593"/>
                  </a:lnTo>
                  <a:lnTo>
                    <a:pt x="4274799" y="436680"/>
                  </a:lnTo>
                  <a:lnTo>
                    <a:pt x="4276052" y="434164"/>
                  </a:lnTo>
                  <a:lnTo>
                    <a:pt x="4277305" y="431983"/>
                  </a:lnTo>
                  <a:lnTo>
                    <a:pt x="4278558" y="430056"/>
                  </a:lnTo>
                  <a:lnTo>
                    <a:pt x="4279812" y="428358"/>
                  </a:lnTo>
                  <a:lnTo>
                    <a:pt x="4281065" y="426873"/>
                  </a:lnTo>
                  <a:lnTo>
                    <a:pt x="4282318" y="425610"/>
                  </a:lnTo>
                  <a:lnTo>
                    <a:pt x="4283571" y="424576"/>
                  </a:lnTo>
                  <a:lnTo>
                    <a:pt x="4284824" y="423737"/>
                  </a:lnTo>
                  <a:lnTo>
                    <a:pt x="4286078" y="423065"/>
                  </a:lnTo>
                  <a:lnTo>
                    <a:pt x="4287331" y="422561"/>
                  </a:lnTo>
                  <a:lnTo>
                    <a:pt x="4288584" y="422231"/>
                  </a:lnTo>
                  <a:lnTo>
                    <a:pt x="4289837" y="422055"/>
                  </a:lnTo>
                  <a:lnTo>
                    <a:pt x="4291091" y="422091"/>
                  </a:lnTo>
                  <a:lnTo>
                    <a:pt x="4292344" y="422446"/>
                  </a:lnTo>
                  <a:lnTo>
                    <a:pt x="4293597" y="423254"/>
                  </a:lnTo>
                  <a:lnTo>
                    <a:pt x="4294850" y="424631"/>
                  </a:lnTo>
                  <a:lnTo>
                    <a:pt x="4296103" y="426709"/>
                  </a:lnTo>
                  <a:lnTo>
                    <a:pt x="4297357" y="429528"/>
                  </a:lnTo>
                  <a:lnTo>
                    <a:pt x="4298610" y="433021"/>
                  </a:lnTo>
                  <a:lnTo>
                    <a:pt x="4299863" y="437197"/>
                  </a:lnTo>
                  <a:lnTo>
                    <a:pt x="4301116" y="442053"/>
                  </a:lnTo>
                  <a:lnTo>
                    <a:pt x="4302369" y="447585"/>
                  </a:lnTo>
                  <a:lnTo>
                    <a:pt x="4303623" y="453787"/>
                  </a:lnTo>
                  <a:lnTo>
                    <a:pt x="4304876" y="460654"/>
                  </a:lnTo>
                  <a:lnTo>
                    <a:pt x="4306129" y="468149"/>
                  </a:lnTo>
                  <a:lnTo>
                    <a:pt x="4307382" y="476200"/>
                  </a:lnTo>
                  <a:lnTo>
                    <a:pt x="4308636" y="484709"/>
                  </a:lnTo>
                  <a:lnTo>
                    <a:pt x="4309889" y="493553"/>
                  </a:lnTo>
                  <a:lnTo>
                    <a:pt x="4311142" y="502670"/>
                  </a:lnTo>
                  <a:lnTo>
                    <a:pt x="4312395" y="512056"/>
                  </a:lnTo>
                  <a:lnTo>
                    <a:pt x="4313648" y="521666"/>
                  </a:lnTo>
                  <a:lnTo>
                    <a:pt x="4314902" y="531399"/>
                  </a:lnTo>
                  <a:lnTo>
                    <a:pt x="4316155" y="541269"/>
                  </a:lnTo>
                  <a:lnTo>
                    <a:pt x="4317408" y="551323"/>
                  </a:lnTo>
                  <a:lnTo>
                    <a:pt x="4318661" y="561561"/>
                  </a:lnTo>
                  <a:lnTo>
                    <a:pt x="4319915" y="571951"/>
                  </a:lnTo>
                  <a:lnTo>
                    <a:pt x="4321168" y="582437"/>
                  </a:lnTo>
                  <a:lnTo>
                    <a:pt x="4322421" y="592928"/>
                  </a:lnTo>
                  <a:lnTo>
                    <a:pt x="4323674" y="603358"/>
                  </a:lnTo>
                  <a:lnTo>
                    <a:pt x="4324927" y="613679"/>
                  </a:lnTo>
                  <a:lnTo>
                    <a:pt x="4326181" y="623847"/>
                  </a:lnTo>
                  <a:lnTo>
                    <a:pt x="4327434" y="633858"/>
                  </a:lnTo>
                  <a:lnTo>
                    <a:pt x="4328687" y="643681"/>
                  </a:lnTo>
                  <a:lnTo>
                    <a:pt x="4329940" y="653292"/>
                  </a:lnTo>
                  <a:lnTo>
                    <a:pt x="4331193" y="662631"/>
                  </a:lnTo>
                  <a:lnTo>
                    <a:pt x="4332447" y="671653"/>
                  </a:lnTo>
                  <a:lnTo>
                    <a:pt x="4333700" y="680329"/>
                  </a:lnTo>
                  <a:lnTo>
                    <a:pt x="4334953" y="688574"/>
                  </a:lnTo>
                  <a:lnTo>
                    <a:pt x="4336206" y="696232"/>
                  </a:lnTo>
                  <a:lnTo>
                    <a:pt x="4337460" y="703200"/>
                  </a:lnTo>
                  <a:lnTo>
                    <a:pt x="4338713" y="709458"/>
                  </a:lnTo>
                  <a:lnTo>
                    <a:pt x="4339966" y="715015"/>
                  </a:lnTo>
                  <a:lnTo>
                    <a:pt x="4341219" y="719981"/>
                  </a:lnTo>
                  <a:lnTo>
                    <a:pt x="4342472" y="724488"/>
                  </a:lnTo>
                  <a:lnTo>
                    <a:pt x="4343726" y="728598"/>
                  </a:lnTo>
                  <a:lnTo>
                    <a:pt x="4344979" y="732307"/>
                  </a:lnTo>
                  <a:lnTo>
                    <a:pt x="4346232" y="735560"/>
                  </a:lnTo>
                  <a:lnTo>
                    <a:pt x="4347485" y="738342"/>
                  </a:lnTo>
                  <a:lnTo>
                    <a:pt x="4348739" y="740673"/>
                  </a:lnTo>
                  <a:lnTo>
                    <a:pt x="4349992" y="742559"/>
                  </a:lnTo>
                  <a:lnTo>
                    <a:pt x="4351245" y="743988"/>
                  </a:lnTo>
                  <a:lnTo>
                    <a:pt x="4352498" y="745012"/>
                  </a:lnTo>
                  <a:lnTo>
                    <a:pt x="4353751" y="745615"/>
                  </a:lnTo>
                  <a:lnTo>
                    <a:pt x="4355005" y="745741"/>
                  </a:lnTo>
                  <a:lnTo>
                    <a:pt x="4356258" y="745354"/>
                  </a:lnTo>
                  <a:lnTo>
                    <a:pt x="4357511" y="744401"/>
                  </a:lnTo>
                  <a:lnTo>
                    <a:pt x="4358764" y="742793"/>
                  </a:lnTo>
                  <a:lnTo>
                    <a:pt x="4360017" y="740441"/>
                  </a:lnTo>
                  <a:lnTo>
                    <a:pt x="4361271" y="737362"/>
                  </a:lnTo>
                  <a:lnTo>
                    <a:pt x="4362524" y="733606"/>
                  </a:lnTo>
                  <a:lnTo>
                    <a:pt x="4363777" y="729220"/>
                  </a:lnTo>
                  <a:lnTo>
                    <a:pt x="4365030" y="724242"/>
                  </a:lnTo>
                  <a:lnTo>
                    <a:pt x="4366284" y="718736"/>
                  </a:lnTo>
                  <a:lnTo>
                    <a:pt x="4367537" y="712702"/>
                  </a:lnTo>
                  <a:lnTo>
                    <a:pt x="4368790" y="706166"/>
                  </a:lnTo>
                  <a:lnTo>
                    <a:pt x="4370043" y="699173"/>
                  </a:lnTo>
                  <a:lnTo>
                    <a:pt x="4371296" y="691866"/>
                  </a:lnTo>
                  <a:lnTo>
                    <a:pt x="4372550" y="684406"/>
                  </a:lnTo>
                  <a:lnTo>
                    <a:pt x="4373803" y="676882"/>
                  </a:lnTo>
                  <a:lnTo>
                    <a:pt x="4375056" y="669364"/>
                  </a:lnTo>
                  <a:lnTo>
                    <a:pt x="4376309" y="661845"/>
                  </a:lnTo>
                  <a:lnTo>
                    <a:pt x="4377563" y="654345"/>
                  </a:lnTo>
                  <a:lnTo>
                    <a:pt x="4378816" y="646879"/>
                  </a:lnTo>
                  <a:lnTo>
                    <a:pt x="4380069" y="639424"/>
                  </a:lnTo>
                  <a:lnTo>
                    <a:pt x="4381322" y="632006"/>
                  </a:lnTo>
                  <a:lnTo>
                    <a:pt x="4382575" y="624660"/>
                  </a:lnTo>
                  <a:lnTo>
                    <a:pt x="4383829" y="617433"/>
                  </a:lnTo>
                  <a:lnTo>
                    <a:pt x="4385082" y="610315"/>
                  </a:lnTo>
                  <a:lnTo>
                    <a:pt x="4386335" y="603377"/>
                  </a:lnTo>
                  <a:lnTo>
                    <a:pt x="4387588" y="596662"/>
                  </a:lnTo>
                  <a:lnTo>
                    <a:pt x="4388841" y="590226"/>
                  </a:lnTo>
                  <a:lnTo>
                    <a:pt x="4390095" y="584083"/>
                  </a:lnTo>
                  <a:lnTo>
                    <a:pt x="4391348" y="578231"/>
                  </a:lnTo>
                  <a:lnTo>
                    <a:pt x="4392601" y="572681"/>
                  </a:lnTo>
                  <a:lnTo>
                    <a:pt x="4393854" y="567460"/>
                  </a:lnTo>
                  <a:lnTo>
                    <a:pt x="4395108" y="562691"/>
                  </a:lnTo>
                  <a:lnTo>
                    <a:pt x="4396361" y="558457"/>
                  </a:lnTo>
                  <a:lnTo>
                    <a:pt x="4397614" y="554803"/>
                  </a:lnTo>
                  <a:lnTo>
                    <a:pt x="4398867" y="551826"/>
                  </a:lnTo>
                  <a:lnTo>
                    <a:pt x="4400120" y="549620"/>
                  </a:lnTo>
                  <a:lnTo>
                    <a:pt x="4401374" y="548204"/>
                  </a:lnTo>
                  <a:lnTo>
                    <a:pt x="4402627" y="547588"/>
                  </a:lnTo>
                  <a:lnTo>
                    <a:pt x="4403880" y="547798"/>
                  </a:lnTo>
                  <a:lnTo>
                    <a:pt x="4405133" y="548703"/>
                  </a:lnTo>
                  <a:lnTo>
                    <a:pt x="4406387" y="550186"/>
                  </a:lnTo>
                  <a:lnTo>
                    <a:pt x="4407640" y="552216"/>
                  </a:lnTo>
                  <a:lnTo>
                    <a:pt x="4408893" y="554730"/>
                  </a:lnTo>
                  <a:lnTo>
                    <a:pt x="4410146" y="557746"/>
                  </a:lnTo>
                  <a:lnTo>
                    <a:pt x="4411399" y="561259"/>
                  </a:lnTo>
                  <a:lnTo>
                    <a:pt x="4412653" y="565258"/>
                  </a:lnTo>
                  <a:lnTo>
                    <a:pt x="4413906" y="569736"/>
                  </a:lnTo>
                  <a:lnTo>
                    <a:pt x="4415159" y="574674"/>
                  </a:lnTo>
                  <a:lnTo>
                    <a:pt x="4416412" y="580068"/>
                  </a:lnTo>
                  <a:lnTo>
                    <a:pt x="4417665" y="585961"/>
                  </a:lnTo>
                  <a:lnTo>
                    <a:pt x="4418919" y="592396"/>
                  </a:lnTo>
                  <a:lnTo>
                    <a:pt x="4420172" y="599384"/>
                  </a:lnTo>
                  <a:lnTo>
                    <a:pt x="4421425" y="606958"/>
                  </a:lnTo>
                  <a:lnTo>
                    <a:pt x="4422678" y="615145"/>
                  </a:lnTo>
                  <a:lnTo>
                    <a:pt x="4423932" y="623967"/>
                  </a:lnTo>
                  <a:lnTo>
                    <a:pt x="4425185" y="633380"/>
                  </a:lnTo>
                  <a:lnTo>
                    <a:pt x="4426438" y="643374"/>
                  </a:lnTo>
                  <a:lnTo>
                    <a:pt x="4427691" y="653971"/>
                  </a:lnTo>
                  <a:lnTo>
                    <a:pt x="4428944" y="665140"/>
                  </a:lnTo>
                  <a:lnTo>
                    <a:pt x="4430198" y="676868"/>
                  </a:lnTo>
                  <a:lnTo>
                    <a:pt x="4431451" y="689187"/>
                  </a:lnTo>
                  <a:lnTo>
                    <a:pt x="4432704" y="702080"/>
                  </a:lnTo>
                  <a:lnTo>
                    <a:pt x="4433957" y="715491"/>
                  </a:lnTo>
                  <a:lnTo>
                    <a:pt x="4435210" y="729269"/>
                  </a:lnTo>
                  <a:lnTo>
                    <a:pt x="4436464" y="743353"/>
                  </a:lnTo>
                  <a:lnTo>
                    <a:pt x="4437717" y="757656"/>
                  </a:lnTo>
                  <a:lnTo>
                    <a:pt x="4438970" y="772161"/>
                  </a:lnTo>
                  <a:lnTo>
                    <a:pt x="4440223" y="786894"/>
                  </a:lnTo>
                  <a:lnTo>
                    <a:pt x="4441477" y="801865"/>
                  </a:lnTo>
                  <a:lnTo>
                    <a:pt x="4442730" y="817040"/>
                  </a:lnTo>
                  <a:lnTo>
                    <a:pt x="4443983" y="832376"/>
                  </a:lnTo>
                  <a:lnTo>
                    <a:pt x="4445236" y="847819"/>
                  </a:lnTo>
                  <a:lnTo>
                    <a:pt x="4446489" y="863282"/>
                  </a:lnTo>
                  <a:lnTo>
                    <a:pt x="4447743" y="878753"/>
                  </a:lnTo>
                  <a:lnTo>
                    <a:pt x="4448996" y="894201"/>
                  </a:lnTo>
                  <a:lnTo>
                    <a:pt x="4450249" y="909524"/>
                  </a:lnTo>
                  <a:lnTo>
                    <a:pt x="4451502" y="924667"/>
                  </a:lnTo>
                  <a:lnTo>
                    <a:pt x="4452756" y="939576"/>
                  </a:lnTo>
                  <a:lnTo>
                    <a:pt x="4454009" y="954213"/>
                  </a:lnTo>
                  <a:lnTo>
                    <a:pt x="4455262" y="968513"/>
                  </a:lnTo>
                  <a:lnTo>
                    <a:pt x="4456515" y="982445"/>
                  </a:lnTo>
                  <a:lnTo>
                    <a:pt x="4457768" y="995883"/>
                  </a:lnTo>
                  <a:lnTo>
                    <a:pt x="4459022" y="1008709"/>
                  </a:lnTo>
                  <a:lnTo>
                    <a:pt x="4460275" y="1020829"/>
                  </a:lnTo>
                  <a:lnTo>
                    <a:pt x="4461528" y="1032281"/>
                  </a:lnTo>
                  <a:lnTo>
                    <a:pt x="4462781" y="1042985"/>
                  </a:lnTo>
                  <a:lnTo>
                    <a:pt x="4464034" y="1052918"/>
                  </a:lnTo>
                  <a:lnTo>
                    <a:pt x="4465288" y="1062098"/>
                  </a:lnTo>
                  <a:lnTo>
                    <a:pt x="4466541" y="1070452"/>
                  </a:lnTo>
                  <a:lnTo>
                    <a:pt x="4467794" y="1077942"/>
                  </a:lnTo>
                  <a:lnTo>
                    <a:pt x="4469047" y="1084651"/>
                  </a:lnTo>
                  <a:lnTo>
                    <a:pt x="4470301" y="1090618"/>
                  </a:lnTo>
                  <a:lnTo>
                    <a:pt x="4471554" y="1095967"/>
                  </a:lnTo>
                  <a:lnTo>
                    <a:pt x="4472807" y="1100822"/>
                  </a:lnTo>
                  <a:lnTo>
                    <a:pt x="4474060" y="1105239"/>
                  </a:lnTo>
                  <a:lnTo>
                    <a:pt x="4475313" y="1109256"/>
                  </a:lnTo>
                  <a:lnTo>
                    <a:pt x="4476567" y="1112941"/>
                  </a:lnTo>
                  <a:lnTo>
                    <a:pt x="4477820" y="1116316"/>
                  </a:lnTo>
                  <a:lnTo>
                    <a:pt x="4479073" y="1119436"/>
                  </a:lnTo>
                  <a:lnTo>
                    <a:pt x="4480326" y="1122268"/>
                  </a:lnTo>
                  <a:lnTo>
                    <a:pt x="4481580" y="1124823"/>
                  </a:lnTo>
                  <a:lnTo>
                    <a:pt x="4482833" y="1127081"/>
                  </a:lnTo>
                  <a:lnTo>
                    <a:pt x="4484086" y="1129052"/>
                  </a:lnTo>
                  <a:lnTo>
                    <a:pt x="4485339" y="1130731"/>
                  </a:lnTo>
                  <a:lnTo>
                    <a:pt x="4486592" y="1132155"/>
                  </a:lnTo>
                  <a:lnTo>
                    <a:pt x="4487846" y="1133371"/>
                  </a:lnTo>
                  <a:lnTo>
                    <a:pt x="4489099" y="1134367"/>
                  </a:lnTo>
                  <a:lnTo>
                    <a:pt x="4490352" y="1135071"/>
                  </a:lnTo>
                  <a:lnTo>
                    <a:pt x="4491605" y="1135412"/>
                  </a:lnTo>
                  <a:lnTo>
                    <a:pt x="4492858" y="1135380"/>
                  </a:lnTo>
                  <a:lnTo>
                    <a:pt x="4494112" y="1134933"/>
                  </a:lnTo>
                  <a:lnTo>
                    <a:pt x="4495365" y="1134051"/>
                  </a:lnTo>
                  <a:lnTo>
                    <a:pt x="4496618" y="1132728"/>
                  </a:lnTo>
                  <a:lnTo>
                    <a:pt x="4497871" y="1131011"/>
                  </a:lnTo>
                  <a:lnTo>
                    <a:pt x="4499125" y="1128938"/>
                  </a:lnTo>
                  <a:lnTo>
                    <a:pt x="4500378" y="1126547"/>
                  </a:lnTo>
                  <a:lnTo>
                    <a:pt x="4501631" y="1123916"/>
                  </a:lnTo>
                  <a:lnTo>
                    <a:pt x="4502884" y="1121025"/>
                  </a:lnTo>
                  <a:lnTo>
                    <a:pt x="4504137" y="1117859"/>
                  </a:lnTo>
                  <a:lnTo>
                    <a:pt x="4505391" y="1114450"/>
                  </a:lnTo>
                  <a:lnTo>
                    <a:pt x="4506644" y="1110831"/>
                  </a:lnTo>
                  <a:lnTo>
                    <a:pt x="4507897" y="1107026"/>
                  </a:lnTo>
                  <a:lnTo>
                    <a:pt x="4509150" y="1103112"/>
                  </a:lnTo>
                  <a:lnTo>
                    <a:pt x="4510404" y="1099166"/>
                  </a:lnTo>
                  <a:lnTo>
                    <a:pt x="4511657" y="1095184"/>
                  </a:lnTo>
                  <a:lnTo>
                    <a:pt x="4512910" y="1091233"/>
                  </a:lnTo>
                  <a:lnTo>
                    <a:pt x="4514163" y="1087350"/>
                  </a:lnTo>
                  <a:lnTo>
                    <a:pt x="4515416" y="1083581"/>
                  </a:lnTo>
                  <a:lnTo>
                    <a:pt x="4516670" y="1079942"/>
                  </a:lnTo>
                  <a:lnTo>
                    <a:pt x="4517923" y="1076510"/>
                  </a:lnTo>
                  <a:lnTo>
                    <a:pt x="4519176" y="1073332"/>
                  </a:lnTo>
                  <a:lnTo>
                    <a:pt x="4520429" y="1070456"/>
                  </a:lnTo>
                  <a:lnTo>
                    <a:pt x="4521682" y="1067989"/>
                  </a:lnTo>
                  <a:lnTo>
                    <a:pt x="4522936" y="1065969"/>
                  </a:lnTo>
                  <a:lnTo>
                    <a:pt x="4524189" y="1064346"/>
                  </a:lnTo>
                  <a:lnTo>
                    <a:pt x="4525442" y="1063104"/>
                  </a:lnTo>
                  <a:lnTo>
                    <a:pt x="4526695" y="1062322"/>
                  </a:lnTo>
                  <a:lnTo>
                    <a:pt x="4527949" y="1062014"/>
                  </a:lnTo>
                  <a:lnTo>
                    <a:pt x="4529202" y="1062176"/>
                  </a:lnTo>
                  <a:lnTo>
                    <a:pt x="4530455" y="1062840"/>
                  </a:lnTo>
                  <a:lnTo>
                    <a:pt x="4531708" y="1063979"/>
                  </a:lnTo>
                  <a:lnTo>
                    <a:pt x="4532961" y="1065494"/>
                  </a:lnTo>
                  <a:lnTo>
                    <a:pt x="4534215" y="1067361"/>
                  </a:lnTo>
                  <a:lnTo>
                    <a:pt x="4535468" y="1069442"/>
                  </a:lnTo>
                  <a:lnTo>
                    <a:pt x="4536721" y="1071664"/>
                  </a:lnTo>
                  <a:lnTo>
                    <a:pt x="4537974" y="1074088"/>
                  </a:lnTo>
                  <a:lnTo>
                    <a:pt x="4539228" y="1076665"/>
                  </a:lnTo>
                  <a:lnTo>
                    <a:pt x="4540481" y="1079353"/>
                  </a:lnTo>
                  <a:lnTo>
                    <a:pt x="4541734" y="1082107"/>
                  </a:lnTo>
                  <a:lnTo>
                    <a:pt x="4542987" y="1084918"/>
                  </a:lnTo>
                  <a:lnTo>
                    <a:pt x="4544240" y="1087780"/>
                  </a:lnTo>
                  <a:lnTo>
                    <a:pt x="4545494" y="1090671"/>
                  </a:lnTo>
                  <a:lnTo>
                    <a:pt x="4546747" y="1093590"/>
                  </a:lnTo>
                  <a:lnTo>
                    <a:pt x="4548000" y="1096540"/>
                  </a:lnTo>
                  <a:lnTo>
                    <a:pt x="4549253" y="1099524"/>
                  </a:lnTo>
                  <a:lnTo>
                    <a:pt x="4550506" y="1102519"/>
                  </a:lnTo>
                  <a:lnTo>
                    <a:pt x="4551760" y="1105551"/>
                  </a:lnTo>
                  <a:lnTo>
                    <a:pt x="4553013" y="1108643"/>
                  </a:lnTo>
                  <a:lnTo>
                    <a:pt x="4554266" y="1111879"/>
                  </a:lnTo>
                  <a:lnTo>
                    <a:pt x="4555519" y="1115325"/>
                  </a:lnTo>
                  <a:lnTo>
                    <a:pt x="4556773" y="1118926"/>
                  </a:lnTo>
                  <a:lnTo>
                    <a:pt x="4558026" y="1122680"/>
                  </a:lnTo>
                  <a:lnTo>
                    <a:pt x="4559279" y="1126606"/>
                  </a:lnTo>
                  <a:lnTo>
                    <a:pt x="4560532" y="1130740"/>
                  </a:lnTo>
                  <a:lnTo>
                    <a:pt x="4561785" y="1135069"/>
                  </a:lnTo>
                  <a:lnTo>
                    <a:pt x="4563039" y="1139565"/>
                  </a:lnTo>
                  <a:lnTo>
                    <a:pt x="4564292" y="1144185"/>
                  </a:lnTo>
                  <a:lnTo>
                    <a:pt x="4565545" y="1148912"/>
                  </a:lnTo>
                  <a:lnTo>
                    <a:pt x="4566798" y="1153762"/>
                  </a:lnTo>
                  <a:lnTo>
                    <a:pt x="4568052" y="1158751"/>
                  </a:lnTo>
                  <a:lnTo>
                    <a:pt x="4569305" y="1163817"/>
                  </a:lnTo>
                  <a:lnTo>
                    <a:pt x="4570558" y="1168923"/>
                  </a:lnTo>
                  <a:lnTo>
                    <a:pt x="4571811" y="1173976"/>
                  </a:lnTo>
                  <a:lnTo>
                    <a:pt x="4573064" y="1178854"/>
                  </a:lnTo>
                  <a:lnTo>
                    <a:pt x="4574318" y="1183504"/>
                  </a:lnTo>
                  <a:lnTo>
                    <a:pt x="4575571" y="1187932"/>
                  </a:lnTo>
                  <a:lnTo>
                    <a:pt x="4576824" y="1192094"/>
                  </a:lnTo>
                  <a:lnTo>
                    <a:pt x="4578077" y="1195924"/>
                  </a:lnTo>
                  <a:lnTo>
                    <a:pt x="4579330" y="1199392"/>
                  </a:lnTo>
                  <a:lnTo>
                    <a:pt x="4580584" y="1202476"/>
                  </a:lnTo>
                  <a:lnTo>
                    <a:pt x="4581837" y="1205152"/>
                  </a:lnTo>
                  <a:lnTo>
                    <a:pt x="4583090" y="1207402"/>
                  </a:lnTo>
                  <a:lnTo>
                    <a:pt x="4584343" y="1209191"/>
                  </a:lnTo>
                  <a:lnTo>
                    <a:pt x="4585597" y="1210525"/>
                  </a:lnTo>
                  <a:lnTo>
                    <a:pt x="4586850" y="1211403"/>
                  </a:lnTo>
                  <a:lnTo>
                    <a:pt x="4588103" y="1211910"/>
                  </a:lnTo>
                  <a:lnTo>
                    <a:pt x="4589356" y="1212017"/>
                  </a:lnTo>
                  <a:lnTo>
                    <a:pt x="4590609" y="1211735"/>
                  </a:lnTo>
                  <a:lnTo>
                    <a:pt x="4591863" y="1211095"/>
                  </a:lnTo>
                  <a:lnTo>
                    <a:pt x="4593116" y="1210123"/>
                  </a:lnTo>
                  <a:lnTo>
                    <a:pt x="4594369" y="1208851"/>
                  </a:lnTo>
                  <a:lnTo>
                    <a:pt x="4595622" y="1207433"/>
                  </a:lnTo>
                  <a:lnTo>
                    <a:pt x="4596875" y="1206025"/>
                  </a:lnTo>
                  <a:lnTo>
                    <a:pt x="4598129" y="1204668"/>
                  </a:lnTo>
                  <a:lnTo>
                    <a:pt x="4599382" y="1203430"/>
                  </a:lnTo>
                  <a:lnTo>
                    <a:pt x="4600635" y="1202272"/>
                  </a:lnTo>
                  <a:lnTo>
                    <a:pt x="4601888" y="1201123"/>
                  </a:lnTo>
                  <a:lnTo>
                    <a:pt x="4603142" y="1199993"/>
                  </a:lnTo>
                  <a:lnTo>
                    <a:pt x="4604395" y="1198864"/>
                  </a:lnTo>
                  <a:lnTo>
                    <a:pt x="4605648" y="1197791"/>
                  </a:lnTo>
                  <a:lnTo>
                    <a:pt x="4606901" y="1196773"/>
                  </a:lnTo>
                  <a:lnTo>
                    <a:pt x="4608154" y="1195851"/>
                  </a:lnTo>
                  <a:lnTo>
                    <a:pt x="4609408" y="1195024"/>
                  </a:lnTo>
                  <a:lnTo>
                    <a:pt x="4610661" y="1194314"/>
                  </a:lnTo>
                  <a:lnTo>
                    <a:pt x="4611914" y="1193715"/>
                  </a:lnTo>
                  <a:lnTo>
                    <a:pt x="4613167" y="1193223"/>
                  </a:lnTo>
                  <a:lnTo>
                    <a:pt x="4614421" y="1192790"/>
                  </a:lnTo>
                  <a:lnTo>
                    <a:pt x="4615674" y="1192358"/>
                  </a:lnTo>
                  <a:lnTo>
                    <a:pt x="4616927" y="1191911"/>
                  </a:lnTo>
                  <a:lnTo>
                    <a:pt x="4618180" y="1191384"/>
                  </a:lnTo>
                  <a:lnTo>
                    <a:pt x="4619433" y="1190755"/>
                  </a:lnTo>
                  <a:lnTo>
                    <a:pt x="4620687" y="1190064"/>
                  </a:lnTo>
                  <a:lnTo>
                    <a:pt x="4621940" y="1189334"/>
                  </a:lnTo>
                  <a:lnTo>
                    <a:pt x="4623193" y="1188493"/>
                  </a:lnTo>
                  <a:lnTo>
                    <a:pt x="4624446" y="1187474"/>
                  </a:lnTo>
                  <a:lnTo>
                    <a:pt x="4625699" y="1186260"/>
                  </a:lnTo>
                  <a:lnTo>
                    <a:pt x="4626953" y="1184823"/>
                  </a:lnTo>
                  <a:lnTo>
                    <a:pt x="4628206" y="1183142"/>
                  </a:lnTo>
                  <a:lnTo>
                    <a:pt x="4629459" y="1181164"/>
                  </a:lnTo>
                  <a:lnTo>
                    <a:pt x="4630712" y="1178855"/>
                  </a:lnTo>
                  <a:lnTo>
                    <a:pt x="4631966" y="1176225"/>
                  </a:lnTo>
                  <a:lnTo>
                    <a:pt x="4633219" y="1173340"/>
                  </a:lnTo>
                  <a:lnTo>
                    <a:pt x="4634472" y="1170292"/>
                  </a:lnTo>
                  <a:lnTo>
                    <a:pt x="4635725" y="1167195"/>
                  </a:lnTo>
                  <a:lnTo>
                    <a:pt x="4636978" y="1164130"/>
                  </a:lnTo>
                  <a:lnTo>
                    <a:pt x="4638232" y="1161116"/>
                  </a:lnTo>
                  <a:lnTo>
                    <a:pt x="4639485" y="1158189"/>
                  </a:lnTo>
                  <a:lnTo>
                    <a:pt x="4640738" y="1155411"/>
                  </a:lnTo>
                  <a:lnTo>
                    <a:pt x="4641991" y="1152899"/>
                  </a:lnTo>
                  <a:lnTo>
                    <a:pt x="4643245" y="1150697"/>
                  </a:lnTo>
                  <a:lnTo>
                    <a:pt x="4644498" y="1148823"/>
                  </a:lnTo>
                  <a:lnTo>
                    <a:pt x="4645751" y="1147283"/>
                  </a:lnTo>
                  <a:lnTo>
                    <a:pt x="4647004" y="1146078"/>
                  </a:lnTo>
                  <a:lnTo>
                    <a:pt x="4648257" y="1145236"/>
                  </a:lnTo>
                  <a:lnTo>
                    <a:pt x="4649511" y="1144762"/>
                  </a:lnTo>
                  <a:lnTo>
                    <a:pt x="4650764" y="1144680"/>
                  </a:lnTo>
                  <a:lnTo>
                    <a:pt x="4652017" y="1144973"/>
                  </a:lnTo>
                  <a:lnTo>
                    <a:pt x="4653270" y="1145635"/>
                  </a:lnTo>
                  <a:lnTo>
                    <a:pt x="4654523" y="1146608"/>
                  </a:lnTo>
                  <a:lnTo>
                    <a:pt x="4655777" y="1147860"/>
                  </a:lnTo>
                  <a:lnTo>
                    <a:pt x="4657030" y="1149385"/>
                  </a:lnTo>
                  <a:lnTo>
                    <a:pt x="4658283" y="1151115"/>
                  </a:lnTo>
                  <a:lnTo>
                    <a:pt x="4659536" y="1152883"/>
                  </a:lnTo>
                  <a:lnTo>
                    <a:pt x="4660790" y="1154617"/>
                  </a:lnTo>
                  <a:lnTo>
                    <a:pt x="4662043" y="1156251"/>
                  </a:lnTo>
                  <a:lnTo>
                    <a:pt x="4663296" y="1157728"/>
                  </a:lnTo>
                  <a:lnTo>
                    <a:pt x="4664549" y="1159120"/>
                  </a:lnTo>
                  <a:lnTo>
                    <a:pt x="4665802" y="1160425"/>
                  </a:lnTo>
                  <a:lnTo>
                    <a:pt x="4667056" y="1161656"/>
                  </a:lnTo>
                  <a:lnTo>
                    <a:pt x="4668309" y="1162794"/>
                  </a:lnTo>
                  <a:lnTo>
                    <a:pt x="4669562" y="1163803"/>
                  </a:lnTo>
                  <a:lnTo>
                    <a:pt x="4670815" y="1164664"/>
                  </a:lnTo>
                  <a:lnTo>
                    <a:pt x="4672069" y="1165366"/>
                  </a:lnTo>
                  <a:lnTo>
                    <a:pt x="4673322" y="1165897"/>
                  </a:lnTo>
                  <a:lnTo>
                    <a:pt x="4674575" y="1166255"/>
                  </a:lnTo>
                  <a:lnTo>
                    <a:pt x="4675828" y="1166434"/>
                  </a:lnTo>
                  <a:lnTo>
                    <a:pt x="4677081" y="1166448"/>
                  </a:lnTo>
                  <a:lnTo>
                    <a:pt x="4678335" y="1166362"/>
                  </a:lnTo>
                  <a:lnTo>
                    <a:pt x="4679588" y="1166177"/>
                  </a:lnTo>
                  <a:lnTo>
                    <a:pt x="4680841" y="1165890"/>
                  </a:lnTo>
                  <a:lnTo>
                    <a:pt x="4682094" y="1165587"/>
                  </a:lnTo>
                  <a:lnTo>
                    <a:pt x="4683347" y="1165285"/>
                  </a:lnTo>
                  <a:lnTo>
                    <a:pt x="4684601" y="1164995"/>
                  </a:lnTo>
                  <a:lnTo>
                    <a:pt x="4685854" y="1164754"/>
                  </a:lnTo>
                  <a:lnTo>
                    <a:pt x="4687107" y="1164658"/>
                  </a:lnTo>
                  <a:lnTo>
                    <a:pt x="4688360" y="1164745"/>
                  </a:lnTo>
                  <a:lnTo>
                    <a:pt x="4689614" y="1165036"/>
                  </a:lnTo>
                  <a:lnTo>
                    <a:pt x="4690867" y="1165541"/>
                  </a:lnTo>
                  <a:lnTo>
                    <a:pt x="4692120" y="1166299"/>
                  </a:lnTo>
                  <a:lnTo>
                    <a:pt x="4693373" y="1167346"/>
                  </a:lnTo>
                  <a:lnTo>
                    <a:pt x="4694626" y="1168714"/>
                  </a:lnTo>
                  <a:lnTo>
                    <a:pt x="4695880" y="1170390"/>
                  </a:lnTo>
                  <a:lnTo>
                    <a:pt x="4697133" y="1172338"/>
                  </a:lnTo>
                  <a:lnTo>
                    <a:pt x="4698386" y="1174512"/>
                  </a:lnTo>
                  <a:lnTo>
                    <a:pt x="4699639" y="1176930"/>
                  </a:lnTo>
                  <a:lnTo>
                    <a:pt x="4700893" y="1179569"/>
                  </a:lnTo>
                  <a:lnTo>
                    <a:pt x="4702146" y="1182364"/>
                  </a:lnTo>
                  <a:lnTo>
                    <a:pt x="4703399" y="1185260"/>
                  </a:lnTo>
                  <a:lnTo>
                    <a:pt x="4704652" y="1188181"/>
                  </a:lnTo>
                  <a:lnTo>
                    <a:pt x="4705905" y="1191051"/>
                  </a:lnTo>
                  <a:lnTo>
                    <a:pt x="4707159" y="1193808"/>
                  </a:lnTo>
                  <a:lnTo>
                    <a:pt x="4708412" y="1196409"/>
                  </a:lnTo>
                  <a:lnTo>
                    <a:pt x="4709665" y="1198855"/>
                  </a:lnTo>
                  <a:lnTo>
                    <a:pt x="4710918" y="1201112"/>
                  </a:lnTo>
                  <a:lnTo>
                    <a:pt x="4712171" y="1203150"/>
                  </a:lnTo>
                  <a:lnTo>
                    <a:pt x="4713425" y="1204906"/>
                  </a:lnTo>
                  <a:lnTo>
                    <a:pt x="4714678" y="1206354"/>
                  </a:lnTo>
                  <a:lnTo>
                    <a:pt x="4715931" y="1207466"/>
                  </a:lnTo>
                  <a:lnTo>
                    <a:pt x="4717184" y="1208245"/>
                  </a:lnTo>
                  <a:lnTo>
                    <a:pt x="4718438" y="1208725"/>
                  </a:lnTo>
                  <a:lnTo>
                    <a:pt x="4719691" y="1208905"/>
                  </a:lnTo>
                  <a:lnTo>
                    <a:pt x="4720944" y="1208805"/>
                  </a:lnTo>
                  <a:lnTo>
                    <a:pt x="4722197" y="1208475"/>
                  </a:lnTo>
                  <a:lnTo>
                    <a:pt x="4723450" y="1207952"/>
                  </a:lnTo>
                  <a:lnTo>
                    <a:pt x="4724704" y="1207281"/>
                  </a:lnTo>
                  <a:lnTo>
                    <a:pt x="4725957" y="1206545"/>
                  </a:lnTo>
                  <a:lnTo>
                    <a:pt x="4727210" y="1205798"/>
                  </a:lnTo>
                  <a:lnTo>
                    <a:pt x="4728463" y="1205068"/>
                  </a:lnTo>
                  <a:lnTo>
                    <a:pt x="4729717" y="1204410"/>
                  </a:lnTo>
                  <a:lnTo>
                    <a:pt x="4730970" y="1203859"/>
                  </a:lnTo>
                  <a:lnTo>
                    <a:pt x="4732223" y="1203467"/>
                  </a:lnTo>
                  <a:lnTo>
                    <a:pt x="4733476" y="1203249"/>
                  </a:lnTo>
                  <a:lnTo>
                    <a:pt x="4734729" y="1203210"/>
                  </a:lnTo>
                  <a:lnTo>
                    <a:pt x="4735983" y="1203349"/>
                  </a:lnTo>
                  <a:lnTo>
                    <a:pt x="4737236" y="1203667"/>
                  </a:lnTo>
                  <a:lnTo>
                    <a:pt x="4738489" y="1204160"/>
                  </a:lnTo>
                  <a:lnTo>
                    <a:pt x="4739742" y="1204827"/>
                  </a:lnTo>
                  <a:lnTo>
                    <a:pt x="4740995" y="1205663"/>
                  </a:lnTo>
                  <a:lnTo>
                    <a:pt x="4742249" y="1206661"/>
                  </a:lnTo>
                  <a:lnTo>
                    <a:pt x="4743502" y="1207846"/>
                  </a:lnTo>
                  <a:lnTo>
                    <a:pt x="4744755" y="1209222"/>
                  </a:lnTo>
                  <a:lnTo>
                    <a:pt x="4746008" y="1210759"/>
                  </a:lnTo>
                  <a:lnTo>
                    <a:pt x="4747262" y="1212421"/>
                  </a:lnTo>
                  <a:lnTo>
                    <a:pt x="4748515" y="1214185"/>
                  </a:lnTo>
                  <a:lnTo>
                    <a:pt x="4749768" y="1215968"/>
                  </a:lnTo>
                  <a:lnTo>
                    <a:pt x="4751021" y="1217710"/>
                  </a:lnTo>
                  <a:lnTo>
                    <a:pt x="4752274" y="1219411"/>
                  </a:lnTo>
                  <a:lnTo>
                    <a:pt x="4753528" y="1221105"/>
                  </a:lnTo>
                  <a:lnTo>
                    <a:pt x="4754781" y="1222825"/>
                  </a:lnTo>
                  <a:lnTo>
                    <a:pt x="4756034" y="1224555"/>
                  </a:lnTo>
                  <a:lnTo>
                    <a:pt x="4757287" y="1226288"/>
                  </a:lnTo>
                  <a:lnTo>
                    <a:pt x="4758540" y="1228010"/>
                  </a:lnTo>
                  <a:lnTo>
                    <a:pt x="4759794" y="1229719"/>
                  </a:lnTo>
                  <a:lnTo>
                    <a:pt x="4761047" y="1231418"/>
                  </a:lnTo>
                  <a:lnTo>
                    <a:pt x="4762300" y="1233064"/>
                  </a:lnTo>
                  <a:lnTo>
                    <a:pt x="4763553" y="1234603"/>
                  </a:lnTo>
                  <a:lnTo>
                    <a:pt x="4764807" y="1236085"/>
                  </a:lnTo>
                  <a:lnTo>
                    <a:pt x="4766060" y="1237569"/>
                  </a:lnTo>
                  <a:lnTo>
                    <a:pt x="4767313" y="1239064"/>
                  </a:lnTo>
                  <a:lnTo>
                    <a:pt x="4768566" y="1240617"/>
                  </a:lnTo>
                  <a:lnTo>
                    <a:pt x="4769819" y="1242280"/>
                  </a:lnTo>
                  <a:lnTo>
                    <a:pt x="4771073" y="1244127"/>
                  </a:lnTo>
                  <a:lnTo>
                    <a:pt x="4772326" y="1246176"/>
                  </a:lnTo>
                  <a:lnTo>
                    <a:pt x="4773579" y="1248441"/>
                  </a:lnTo>
                  <a:lnTo>
                    <a:pt x="4774832" y="1250962"/>
                  </a:lnTo>
                  <a:lnTo>
                    <a:pt x="4776086" y="1253745"/>
                  </a:lnTo>
                  <a:lnTo>
                    <a:pt x="4777339" y="1256818"/>
                  </a:lnTo>
                  <a:lnTo>
                    <a:pt x="4778592" y="1260185"/>
                  </a:lnTo>
                  <a:lnTo>
                    <a:pt x="4779845" y="1263869"/>
                  </a:lnTo>
                  <a:lnTo>
                    <a:pt x="4781098" y="1267852"/>
                  </a:lnTo>
                  <a:lnTo>
                    <a:pt x="4782352" y="1272133"/>
                  </a:lnTo>
                  <a:lnTo>
                    <a:pt x="4783605" y="1276689"/>
                  </a:lnTo>
                  <a:lnTo>
                    <a:pt x="4784858" y="1281492"/>
                  </a:lnTo>
                  <a:lnTo>
                    <a:pt x="4786111" y="1286540"/>
                  </a:lnTo>
                  <a:lnTo>
                    <a:pt x="4787364" y="1291837"/>
                  </a:lnTo>
                  <a:lnTo>
                    <a:pt x="4788618" y="1297308"/>
                  </a:lnTo>
                  <a:lnTo>
                    <a:pt x="4789871" y="1302873"/>
                  </a:lnTo>
                  <a:lnTo>
                    <a:pt x="4791124" y="1308473"/>
                  </a:lnTo>
                  <a:lnTo>
                    <a:pt x="4792377" y="1314041"/>
                  </a:lnTo>
                  <a:lnTo>
                    <a:pt x="4793631" y="1319507"/>
                  </a:lnTo>
                  <a:lnTo>
                    <a:pt x="4794884" y="1324843"/>
                  </a:lnTo>
                  <a:lnTo>
                    <a:pt x="4796137" y="1330042"/>
                  </a:lnTo>
                  <a:lnTo>
                    <a:pt x="4797390" y="1335100"/>
                  </a:lnTo>
                  <a:lnTo>
                    <a:pt x="4798643" y="1340018"/>
                  </a:lnTo>
                  <a:lnTo>
                    <a:pt x="4799897" y="1344795"/>
                  </a:lnTo>
                  <a:lnTo>
                    <a:pt x="4801150" y="1349435"/>
                  </a:lnTo>
                  <a:lnTo>
                    <a:pt x="4802403" y="1353942"/>
                  </a:lnTo>
                  <a:lnTo>
                    <a:pt x="4803656" y="1358315"/>
                  </a:lnTo>
                  <a:lnTo>
                    <a:pt x="4804910" y="1362554"/>
                  </a:lnTo>
                  <a:lnTo>
                    <a:pt x="4806163" y="1366647"/>
                  </a:lnTo>
                  <a:lnTo>
                    <a:pt x="4807416" y="1370579"/>
                  </a:lnTo>
                  <a:lnTo>
                    <a:pt x="4808669" y="1374349"/>
                  </a:lnTo>
                  <a:lnTo>
                    <a:pt x="4809922" y="1377960"/>
                  </a:lnTo>
                  <a:lnTo>
                    <a:pt x="4811176" y="1381422"/>
                  </a:lnTo>
                  <a:lnTo>
                    <a:pt x="4812429" y="1384766"/>
                  </a:lnTo>
                  <a:lnTo>
                    <a:pt x="4813682" y="1388035"/>
                  </a:lnTo>
                  <a:lnTo>
                    <a:pt x="4814935" y="1391241"/>
                  </a:lnTo>
                  <a:lnTo>
                    <a:pt x="4816188" y="1394381"/>
                  </a:lnTo>
                  <a:lnTo>
                    <a:pt x="4817442" y="1397421"/>
                  </a:lnTo>
                  <a:lnTo>
                    <a:pt x="4818695" y="1400363"/>
                  </a:lnTo>
                  <a:lnTo>
                    <a:pt x="4819948" y="1403206"/>
                  </a:lnTo>
                  <a:lnTo>
                    <a:pt x="4821201" y="1405949"/>
                  </a:lnTo>
                  <a:lnTo>
                    <a:pt x="4822455" y="1408594"/>
                  </a:lnTo>
                  <a:lnTo>
                    <a:pt x="4823708" y="1411139"/>
                  </a:lnTo>
                  <a:lnTo>
                    <a:pt x="4824961" y="1413577"/>
                  </a:lnTo>
                  <a:lnTo>
                    <a:pt x="4826214" y="1415958"/>
                  </a:lnTo>
                  <a:lnTo>
                    <a:pt x="4827467" y="1418289"/>
                  </a:lnTo>
                  <a:lnTo>
                    <a:pt x="4828721" y="1420531"/>
                  </a:lnTo>
                  <a:lnTo>
                    <a:pt x="4829974" y="1422680"/>
                  </a:lnTo>
                  <a:lnTo>
                    <a:pt x="4831227" y="1424736"/>
                  </a:lnTo>
                  <a:lnTo>
                    <a:pt x="4832480" y="1426699"/>
                  </a:lnTo>
                  <a:lnTo>
                    <a:pt x="4833734" y="1428538"/>
                  </a:lnTo>
                  <a:lnTo>
                    <a:pt x="4834987" y="1430218"/>
                  </a:lnTo>
                  <a:lnTo>
                    <a:pt x="4836240" y="1431756"/>
                  </a:lnTo>
                  <a:lnTo>
                    <a:pt x="4837493" y="1433134"/>
                  </a:lnTo>
                  <a:lnTo>
                    <a:pt x="4838746" y="1434358"/>
                  </a:lnTo>
                  <a:lnTo>
                    <a:pt x="4840000" y="1435430"/>
                  </a:lnTo>
                  <a:lnTo>
                    <a:pt x="4841253" y="1436348"/>
                  </a:lnTo>
                  <a:lnTo>
                    <a:pt x="4842506" y="1437112"/>
                  </a:lnTo>
                  <a:lnTo>
                    <a:pt x="4843759" y="1437742"/>
                  </a:lnTo>
                  <a:lnTo>
                    <a:pt x="4845012" y="1438237"/>
                  </a:lnTo>
                  <a:lnTo>
                    <a:pt x="4846266" y="1438597"/>
                  </a:lnTo>
                  <a:lnTo>
                    <a:pt x="4847519" y="1438847"/>
                  </a:lnTo>
                  <a:lnTo>
                    <a:pt x="4848772" y="1438989"/>
                  </a:lnTo>
                  <a:lnTo>
                    <a:pt x="4850025" y="1439022"/>
                  </a:lnTo>
                  <a:lnTo>
                    <a:pt x="4851279" y="1438944"/>
                  </a:lnTo>
                  <a:lnTo>
                    <a:pt x="4852532" y="1438783"/>
                  </a:lnTo>
                  <a:lnTo>
                    <a:pt x="4853785" y="1438588"/>
                  </a:lnTo>
                  <a:lnTo>
                    <a:pt x="4855038" y="1438376"/>
                  </a:lnTo>
                  <a:lnTo>
                    <a:pt x="4856291" y="1438179"/>
                  </a:lnTo>
                  <a:lnTo>
                    <a:pt x="4857545" y="1437993"/>
                  </a:lnTo>
                  <a:lnTo>
                    <a:pt x="4858798" y="1437823"/>
                  </a:lnTo>
                  <a:lnTo>
                    <a:pt x="4860051" y="1437668"/>
                  </a:lnTo>
                  <a:lnTo>
                    <a:pt x="4861304" y="1437528"/>
                  </a:lnTo>
                  <a:lnTo>
                    <a:pt x="4862558" y="1437403"/>
                  </a:lnTo>
                  <a:lnTo>
                    <a:pt x="4863811" y="1437292"/>
                  </a:lnTo>
                  <a:lnTo>
                    <a:pt x="4865064" y="1437194"/>
                  </a:lnTo>
                  <a:lnTo>
                    <a:pt x="4866317" y="1437107"/>
                  </a:lnTo>
                  <a:lnTo>
                    <a:pt x="4867570" y="1437032"/>
                  </a:lnTo>
                  <a:lnTo>
                    <a:pt x="4868824" y="1436969"/>
                  </a:lnTo>
                  <a:lnTo>
                    <a:pt x="4870077" y="1436917"/>
                  </a:lnTo>
                  <a:lnTo>
                    <a:pt x="4871330" y="1436877"/>
                  </a:lnTo>
                  <a:lnTo>
                    <a:pt x="4872583" y="1436849"/>
                  </a:lnTo>
                  <a:lnTo>
                    <a:pt x="4873836" y="1436832"/>
                  </a:lnTo>
                  <a:lnTo>
                    <a:pt x="4875090" y="1436824"/>
                  </a:lnTo>
                  <a:lnTo>
                    <a:pt x="4876343" y="1436824"/>
                  </a:lnTo>
                  <a:lnTo>
                    <a:pt x="4877596" y="1436824"/>
                  </a:lnTo>
                  <a:lnTo>
                    <a:pt x="4878849" y="1436824"/>
                  </a:lnTo>
                  <a:lnTo>
                    <a:pt x="4880103" y="1436824"/>
                  </a:lnTo>
                  <a:lnTo>
                    <a:pt x="4881356" y="1436824"/>
                  </a:lnTo>
                  <a:lnTo>
                    <a:pt x="4882609" y="1436824"/>
                  </a:lnTo>
                  <a:lnTo>
                    <a:pt x="4883862" y="1436824"/>
                  </a:lnTo>
                  <a:lnTo>
                    <a:pt x="4885115" y="1436824"/>
                  </a:lnTo>
                  <a:lnTo>
                    <a:pt x="4886369" y="1436824"/>
                  </a:lnTo>
                  <a:lnTo>
                    <a:pt x="4887622" y="1436824"/>
                  </a:lnTo>
                  <a:lnTo>
                    <a:pt x="4888875" y="1436824"/>
                  </a:lnTo>
                  <a:lnTo>
                    <a:pt x="4890128" y="1436824"/>
                  </a:lnTo>
                  <a:lnTo>
                    <a:pt x="4891382" y="1436824"/>
                  </a:lnTo>
                  <a:lnTo>
                    <a:pt x="4892635" y="1436824"/>
                  </a:lnTo>
                  <a:lnTo>
                    <a:pt x="4893888" y="1436824"/>
                  </a:lnTo>
                  <a:lnTo>
                    <a:pt x="4895141" y="1436824"/>
                  </a:lnTo>
                  <a:lnTo>
                    <a:pt x="4896394" y="1436824"/>
                  </a:lnTo>
                  <a:lnTo>
                    <a:pt x="4897648" y="1436824"/>
                  </a:lnTo>
                  <a:lnTo>
                    <a:pt x="4898901" y="1436824"/>
                  </a:lnTo>
                  <a:lnTo>
                    <a:pt x="4900154" y="1436824"/>
                  </a:lnTo>
                  <a:lnTo>
                    <a:pt x="4901407" y="1436824"/>
                  </a:lnTo>
                  <a:lnTo>
                    <a:pt x="4902660" y="1436824"/>
                  </a:lnTo>
                  <a:lnTo>
                    <a:pt x="4903914" y="1436824"/>
                  </a:lnTo>
                  <a:lnTo>
                    <a:pt x="4905167" y="1436824"/>
                  </a:lnTo>
                  <a:lnTo>
                    <a:pt x="4906420" y="1436824"/>
                  </a:lnTo>
                  <a:lnTo>
                    <a:pt x="4907673" y="1436824"/>
                  </a:lnTo>
                  <a:lnTo>
                    <a:pt x="4908927" y="1436824"/>
                  </a:lnTo>
                  <a:lnTo>
                    <a:pt x="4910180" y="1436824"/>
                  </a:lnTo>
                  <a:lnTo>
                    <a:pt x="4911433" y="1436824"/>
                  </a:lnTo>
                  <a:lnTo>
                    <a:pt x="4912686" y="1436824"/>
                  </a:lnTo>
                  <a:lnTo>
                    <a:pt x="4913939" y="1436824"/>
                  </a:lnTo>
                  <a:lnTo>
                    <a:pt x="4915193" y="1436824"/>
                  </a:lnTo>
                  <a:lnTo>
                    <a:pt x="4916446" y="1436824"/>
                  </a:lnTo>
                  <a:lnTo>
                    <a:pt x="4917699" y="1436824"/>
                  </a:lnTo>
                  <a:lnTo>
                    <a:pt x="4918952" y="1436824"/>
                  </a:lnTo>
                  <a:lnTo>
                    <a:pt x="4920205" y="1436824"/>
                  </a:lnTo>
                  <a:lnTo>
                    <a:pt x="4921459" y="1436824"/>
                  </a:lnTo>
                  <a:lnTo>
                    <a:pt x="4922712" y="1436824"/>
                  </a:lnTo>
                  <a:lnTo>
                    <a:pt x="4923965" y="1436824"/>
                  </a:lnTo>
                  <a:lnTo>
                    <a:pt x="4925218" y="1436824"/>
                  </a:lnTo>
                  <a:lnTo>
                    <a:pt x="4926472" y="1436824"/>
                  </a:lnTo>
                  <a:lnTo>
                    <a:pt x="4927725" y="1436824"/>
                  </a:lnTo>
                  <a:lnTo>
                    <a:pt x="4928978" y="1436824"/>
                  </a:lnTo>
                  <a:lnTo>
                    <a:pt x="4930231" y="1436824"/>
                  </a:lnTo>
                  <a:lnTo>
                    <a:pt x="4931484" y="1436824"/>
                  </a:lnTo>
                  <a:lnTo>
                    <a:pt x="4932738" y="1436824"/>
                  </a:lnTo>
                  <a:lnTo>
                    <a:pt x="4933991" y="1436824"/>
                  </a:lnTo>
                  <a:lnTo>
                    <a:pt x="4935244" y="1436824"/>
                  </a:lnTo>
                  <a:lnTo>
                    <a:pt x="4936497" y="1436824"/>
                  </a:lnTo>
                  <a:lnTo>
                    <a:pt x="4937751" y="1436824"/>
                  </a:lnTo>
                  <a:lnTo>
                    <a:pt x="4939004" y="1436824"/>
                  </a:lnTo>
                  <a:lnTo>
                    <a:pt x="4940257" y="1436824"/>
                  </a:lnTo>
                  <a:lnTo>
                    <a:pt x="4941510" y="1436824"/>
                  </a:lnTo>
                  <a:lnTo>
                    <a:pt x="4942763" y="1436824"/>
                  </a:lnTo>
                  <a:lnTo>
                    <a:pt x="4944017" y="1436824"/>
                  </a:lnTo>
                  <a:lnTo>
                    <a:pt x="4945270" y="1436824"/>
                  </a:lnTo>
                  <a:lnTo>
                    <a:pt x="4946523" y="1436824"/>
                  </a:lnTo>
                  <a:lnTo>
                    <a:pt x="4947776" y="1436824"/>
                  </a:lnTo>
                  <a:lnTo>
                    <a:pt x="4949029" y="1436824"/>
                  </a:lnTo>
                  <a:lnTo>
                    <a:pt x="4950283" y="1436824"/>
                  </a:lnTo>
                  <a:lnTo>
                    <a:pt x="4951536" y="1436824"/>
                  </a:lnTo>
                  <a:lnTo>
                    <a:pt x="4952789" y="1436824"/>
                  </a:lnTo>
                  <a:lnTo>
                    <a:pt x="4954042" y="1436824"/>
                  </a:lnTo>
                  <a:lnTo>
                    <a:pt x="4955296" y="1436824"/>
                  </a:lnTo>
                  <a:lnTo>
                    <a:pt x="4956549" y="1436824"/>
                  </a:lnTo>
                  <a:lnTo>
                    <a:pt x="4957802" y="1436824"/>
                  </a:lnTo>
                  <a:lnTo>
                    <a:pt x="4959055" y="1436824"/>
                  </a:lnTo>
                  <a:lnTo>
                    <a:pt x="4960308" y="1436824"/>
                  </a:lnTo>
                  <a:lnTo>
                    <a:pt x="4961562" y="1436824"/>
                  </a:lnTo>
                  <a:lnTo>
                    <a:pt x="4962815" y="1436824"/>
                  </a:lnTo>
                  <a:lnTo>
                    <a:pt x="4964068" y="1436824"/>
                  </a:lnTo>
                  <a:lnTo>
                    <a:pt x="4965321" y="1436824"/>
                  </a:lnTo>
                  <a:lnTo>
                    <a:pt x="4966575" y="1436824"/>
                  </a:lnTo>
                  <a:lnTo>
                    <a:pt x="4967828" y="1436824"/>
                  </a:lnTo>
                  <a:lnTo>
                    <a:pt x="4969081" y="1436824"/>
                  </a:lnTo>
                  <a:lnTo>
                    <a:pt x="4970334" y="1436824"/>
                  </a:lnTo>
                  <a:lnTo>
                    <a:pt x="4971587" y="1436824"/>
                  </a:lnTo>
                  <a:lnTo>
                    <a:pt x="4972841" y="1436824"/>
                  </a:lnTo>
                  <a:lnTo>
                    <a:pt x="4974094" y="1436824"/>
                  </a:lnTo>
                  <a:lnTo>
                    <a:pt x="4975347" y="1436824"/>
                  </a:lnTo>
                  <a:lnTo>
                    <a:pt x="4976600" y="1436824"/>
                  </a:lnTo>
                  <a:lnTo>
                    <a:pt x="4977853" y="1436824"/>
                  </a:lnTo>
                  <a:lnTo>
                    <a:pt x="4979107" y="1436824"/>
                  </a:lnTo>
                  <a:lnTo>
                    <a:pt x="4980360" y="1436824"/>
                  </a:lnTo>
                  <a:lnTo>
                    <a:pt x="4981613" y="1436824"/>
                  </a:lnTo>
                  <a:lnTo>
                    <a:pt x="4982866" y="1436824"/>
                  </a:lnTo>
                  <a:lnTo>
                    <a:pt x="4984120" y="1436824"/>
                  </a:lnTo>
                  <a:lnTo>
                    <a:pt x="4985373" y="1436824"/>
                  </a:lnTo>
                  <a:lnTo>
                    <a:pt x="4986626" y="1436824"/>
                  </a:lnTo>
                  <a:lnTo>
                    <a:pt x="4987879" y="1436824"/>
                  </a:lnTo>
                  <a:lnTo>
                    <a:pt x="4989132" y="1436824"/>
                  </a:lnTo>
                  <a:lnTo>
                    <a:pt x="4990386" y="1436824"/>
                  </a:lnTo>
                  <a:lnTo>
                    <a:pt x="4991639" y="1436824"/>
                  </a:lnTo>
                  <a:lnTo>
                    <a:pt x="4992892" y="1436824"/>
                  </a:lnTo>
                  <a:lnTo>
                    <a:pt x="4994145" y="1436824"/>
                  </a:lnTo>
                  <a:lnTo>
                    <a:pt x="4995399" y="1436824"/>
                  </a:lnTo>
                  <a:lnTo>
                    <a:pt x="4996652" y="1436824"/>
                  </a:lnTo>
                  <a:lnTo>
                    <a:pt x="4997905" y="1436824"/>
                  </a:lnTo>
                  <a:lnTo>
                    <a:pt x="4999158" y="1436824"/>
                  </a:lnTo>
                  <a:lnTo>
                    <a:pt x="5000411" y="1436824"/>
                  </a:lnTo>
                  <a:lnTo>
                    <a:pt x="5001665" y="1436824"/>
                  </a:lnTo>
                  <a:lnTo>
                    <a:pt x="5002918" y="1436824"/>
                  </a:lnTo>
                  <a:lnTo>
                    <a:pt x="5004171" y="1436824"/>
                  </a:lnTo>
                  <a:lnTo>
                    <a:pt x="5005424" y="1436824"/>
                  </a:lnTo>
                  <a:lnTo>
                    <a:pt x="5006677" y="1436824"/>
                  </a:lnTo>
                  <a:lnTo>
                    <a:pt x="5007931" y="1436824"/>
                  </a:lnTo>
                  <a:lnTo>
                    <a:pt x="5009184" y="1436824"/>
                  </a:lnTo>
                  <a:lnTo>
                    <a:pt x="5010437" y="1436824"/>
                  </a:lnTo>
                  <a:lnTo>
                    <a:pt x="5011690" y="1436824"/>
                  </a:lnTo>
                  <a:lnTo>
                    <a:pt x="5012944" y="1436824"/>
                  </a:lnTo>
                  <a:lnTo>
                    <a:pt x="5014197" y="1436824"/>
                  </a:lnTo>
                  <a:lnTo>
                    <a:pt x="5015450" y="1436824"/>
                  </a:lnTo>
                  <a:lnTo>
                    <a:pt x="5016703" y="1436824"/>
                  </a:lnTo>
                  <a:lnTo>
                    <a:pt x="5017956" y="1436824"/>
                  </a:lnTo>
                  <a:lnTo>
                    <a:pt x="5019210" y="1436824"/>
                  </a:lnTo>
                  <a:lnTo>
                    <a:pt x="5020463" y="1436824"/>
                  </a:lnTo>
                  <a:lnTo>
                    <a:pt x="5021716" y="1436824"/>
                  </a:lnTo>
                  <a:lnTo>
                    <a:pt x="5022969" y="1436824"/>
                  </a:lnTo>
                  <a:lnTo>
                    <a:pt x="5024223" y="1436824"/>
                  </a:lnTo>
                  <a:lnTo>
                    <a:pt x="5025476" y="1436824"/>
                  </a:lnTo>
                  <a:lnTo>
                    <a:pt x="5026729" y="1436824"/>
                  </a:lnTo>
                  <a:lnTo>
                    <a:pt x="5027982" y="1436824"/>
                  </a:lnTo>
                  <a:lnTo>
                    <a:pt x="5029235" y="1436824"/>
                  </a:lnTo>
                  <a:lnTo>
                    <a:pt x="5030489" y="1436824"/>
                  </a:lnTo>
                  <a:lnTo>
                    <a:pt x="5031742" y="1436824"/>
                  </a:lnTo>
                  <a:lnTo>
                    <a:pt x="5032995" y="1436824"/>
                  </a:lnTo>
                  <a:lnTo>
                    <a:pt x="5034248" y="1436824"/>
                  </a:lnTo>
                  <a:lnTo>
                    <a:pt x="5035501" y="1436824"/>
                  </a:lnTo>
                  <a:lnTo>
                    <a:pt x="5036755" y="1436824"/>
                  </a:lnTo>
                  <a:lnTo>
                    <a:pt x="5038008" y="1436824"/>
                  </a:lnTo>
                  <a:lnTo>
                    <a:pt x="5039261" y="1436824"/>
                  </a:lnTo>
                  <a:lnTo>
                    <a:pt x="5040514" y="1436824"/>
                  </a:lnTo>
                  <a:lnTo>
                    <a:pt x="5041768" y="1436824"/>
                  </a:lnTo>
                  <a:lnTo>
                    <a:pt x="5043021" y="1436824"/>
                  </a:lnTo>
                  <a:lnTo>
                    <a:pt x="5044274" y="1436824"/>
                  </a:lnTo>
                  <a:lnTo>
                    <a:pt x="5045527" y="1436824"/>
                  </a:lnTo>
                  <a:lnTo>
                    <a:pt x="5046780" y="1436824"/>
                  </a:lnTo>
                  <a:lnTo>
                    <a:pt x="5048034" y="1436824"/>
                  </a:lnTo>
                  <a:lnTo>
                    <a:pt x="5049287" y="1436824"/>
                  </a:lnTo>
                  <a:lnTo>
                    <a:pt x="5050540" y="1436824"/>
                  </a:lnTo>
                  <a:lnTo>
                    <a:pt x="5051793" y="1436824"/>
                  </a:lnTo>
                  <a:lnTo>
                    <a:pt x="5053047" y="1436824"/>
                  </a:lnTo>
                  <a:lnTo>
                    <a:pt x="5054300" y="1436824"/>
                  </a:lnTo>
                  <a:lnTo>
                    <a:pt x="5055553" y="1436824"/>
                  </a:lnTo>
                  <a:lnTo>
                    <a:pt x="5056806" y="1436824"/>
                  </a:lnTo>
                  <a:lnTo>
                    <a:pt x="5058059" y="1436824"/>
                  </a:lnTo>
                  <a:lnTo>
                    <a:pt x="5059313" y="1436824"/>
                  </a:lnTo>
                  <a:lnTo>
                    <a:pt x="5060566" y="1436824"/>
                  </a:lnTo>
                  <a:lnTo>
                    <a:pt x="5061819" y="1436824"/>
                  </a:lnTo>
                  <a:lnTo>
                    <a:pt x="5063072" y="1436824"/>
                  </a:lnTo>
                  <a:lnTo>
                    <a:pt x="5064325" y="1436824"/>
                  </a:lnTo>
                  <a:lnTo>
                    <a:pt x="5065579" y="1436824"/>
                  </a:lnTo>
                  <a:lnTo>
                    <a:pt x="5066832" y="1436824"/>
                  </a:lnTo>
                  <a:lnTo>
                    <a:pt x="5068085" y="1436824"/>
                  </a:lnTo>
                  <a:lnTo>
                    <a:pt x="5069338" y="1436824"/>
                  </a:lnTo>
                  <a:lnTo>
                    <a:pt x="5070592" y="1436824"/>
                  </a:lnTo>
                  <a:lnTo>
                    <a:pt x="5071845" y="1436824"/>
                  </a:lnTo>
                  <a:lnTo>
                    <a:pt x="5073098" y="1436824"/>
                  </a:lnTo>
                  <a:lnTo>
                    <a:pt x="5074351" y="1436824"/>
                  </a:lnTo>
                  <a:lnTo>
                    <a:pt x="5075604" y="1436824"/>
                  </a:lnTo>
                  <a:lnTo>
                    <a:pt x="5076858" y="1436824"/>
                  </a:lnTo>
                  <a:lnTo>
                    <a:pt x="5078111" y="1436824"/>
                  </a:lnTo>
                  <a:lnTo>
                    <a:pt x="5079364" y="1436824"/>
                  </a:lnTo>
                  <a:lnTo>
                    <a:pt x="5080617" y="1436824"/>
                  </a:lnTo>
                  <a:lnTo>
                    <a:pt x="5081870" y="1436824"/>
                  </a:lnTo>
                  <a:lnTo>
                    <a:pt x="5083124" y="1436824"/>
                  </a:lnTo>
                  <a:lnTo>
                    <a:pt x="5084377" y="1436824"/>
                  </a:lnTo>
                  <a:lnTo>
                    <a:pt x="5085630" y="1436824"/>
                  </a:lnTo>
                  <a:lnTo>
                    <a:pt x="5086883" y="1436824"/>
                  </a:lnTo>
                  <a:lnTo>
                    <a:pt x="5088137" y="1436824"/>
                  </a:lnTo>
                  <a:lnTo>
                    <a:pt x="5089390" y="1436824"/>
                  </a:lnTo>
                  <a:lnTo>
                    <a:pt x="5090643" y="1436824"/>
                  </a:lnTo>
                  <a:lnTo>
                    <a:pt x="5091896" y="1436824"/>
                  </a:lnTo>
                  <a:lnTo>
                    <a:pt x="5093149" y="1436824"/>
                  </a:lnTo>
                  <a:lnTo>
                    <a:pt x="5094403" y="1436824"/>
                  </a:lnTo>
                  <a:lnTo>
                    <a:pt x="5095656" y="1436824"/>
                  </a:lnTo>
                  <a:lnTo>
                    <a:pt x="5096909" y="1436824"/>
                  </a:lnTo>
                  <a:lnTo>
                    <a:pt x="5098162" y="1436824"/>
                  </a:lnTo>
                  <a:lnTo>
                    <a:pt x="5099416" y="1436824"/>
                  </a:lnTo>
                  <a:lnTo>
                    <a:pt x="5100669" y="1436824"/>
                  </a:lnTo>
                  <a:lnTo>
                    <a:pt x="5101922" y="1436824"/>
                  </a:lnTo>
                  <a:lnTo>
                    <a:pt x="5103175" y="1436824"/>
                  </a:lnTo>
                  <a:lnTo>
                    <a:pt x="5104428" y="1436824"/>
                  </a:lnTo>
                  <a:lnTo>
                    <a:pt x="5105682" y="1436824"/>
                  </a:lnTo>
                  <a:lnTo>
                    <a:pt x="5106935" y="1436824"/>
                  </a:lnTo>
                  <a:lnTo>
                    <a:pt x="5108188" y="1436824"/>
                  </a:lnTo>
                  <a:lnTo>
                    <a:pt x="5109441" y="1436824"/>
                  </a:lnTo>
                  <a:lnTo>
                    <a:pt x="5110694" y="1436824"/>
                  </a:lnTo>
                  <a:lnTo>
                    <a:pt x="5111948" y="1436824"/>
                  </a:lnTo>
                  <a:lnTo>
                    <a:pt x="5113201" y="1436824"/>
                  </a:lnTo>
                  <a:lnTo>
                    <a:pt x="5114454" y="1436824"/>
                  </a:lnTo>
                  <a:lnTo>
                    <a:pt x="5115707" y="1436824"/>
                  </a:lnTo>
                  <a:lnTo>
                    <a:pt x="5116961" y="1436824"/>
                  </a:lnTo>
                  <a:lnTo>
                    <a:pt x="5118214" y="1436824"/>
                  </a:lnTo>
                  <a:lnTo>
                    <a:pt x="5119467" y="1436824"/>
                  </a:lnTo>
                  <a:lnTo>
                    <a:pt x="5120720" y="1436824"/>
                  </a:lnTo>
                  <a:lnTo>
                    <a:pt x="5121973" y="1436824"/>
                  </a:lnTo>
                  <a:lnTo>
                    <a:pt x="5123227" y="1436824"/>
                  </a:lnTo>
                  <a:lnTo>
                    <a:pt x="5124480" y="1436824"/>
                  </a:lnTo>
                  <a:lnTo>
                    <a:pt x="5125733" y="1436824"/>
                  </a:lnTo>
                  <a:lnTo>
                    <a:pt x="5126986" y="1436824"/>
                  </a:lnTo>
                  <a:lnTo>
                    <a:pt x="5128240" y="1436824"/>
                  </a:lnTo>
                  <a:lnTo>
                    <a:pt x="5129493" y="1436824"/>
                  </a:lnTo>
                  <a:lnTo>
                    <a:pt x="5130746" y="1436824"/>
                  </a:lnTo>
                  <a:lnTo>
                    <a:pt x="5131999" y="1436824"/>
                  </a:lnTo>
                  <a:lnTo>
                    <a:pt x="5133252" y="1436824"/>
                  </a:lnTo>
                  <a:lnTo>
                    <a:pt x="5134506" y="1436824"/>
                  </a:lnTo>
                  <a:lnTo>
                    <a:pt x="5135759" y="1436824"/>
                  </a:lnTo>
                  <a:lnTo>
                    <a:pt x="5137012" y="1436824"/>
                  </a:lnTo>
                  <a:lnTo>
                    <a:pt x="5138265" y="1436824"/>
                  </a:lnTo>
                  <a:lnTo>
                    <a:pt x="5139518" y="1436824"/>
                  </a:lnTo>
                  <a:lnTo>
                    <a:pt x="5140772" y="1436824"/>
                  </a:lnTo>
                  <a:lnTo>
                    <a:pt x="5142025" y="1436824"/>
                  </a:lnTo>
                  <a:lnTo>
                    <a:pt x="5143278" y="1436824"/>
                  </a:lnTo>
                  <a:lnTo>
                    <a:pt x="5144531" y="1436824"/>
                  </a:lnTo>
                  <a:lnTo>
                    <a:pt x="5145785" y="1436824"/>
                  </a:lnTo>
                  <a:lnTo>
                    <a:pt x="5147038" y="1436824"/>
                  </a:lnTo>
                  <a:lnTo>
                    <a:pt x="5148291" y="1436824"/>
                  </a:lnTo>
                  <a:lnTo>
                    <a:pt x="5149544" y="1436824"/>
                  </a:lnTo>
                  <a:lnTo>
                    <a:pt x="5150797" y="1436824"/>
                  </a:lnTo>
                  <a:lnTo>
                    <a:pt x="5152051" y="1436824"/>
                  </a:lnTo>
                  <a:lnTo>
                    <a:pt x="5153304" y="1436824"/>
                  </a:lnTo>
                  <a:lnTo>
                    <a:pt x="5154557" y="1436824"/>
                  </a:lnTo>
                  <a:lnTo>
                    <a:pt x="5155810" y="1436824"/>
                  </a:lnTo>
                  <a:lnTo>
                    <a:pt x="5157064" y="1436824"/>
                  </a:lnTo>
                  <a:lnTo>
                    <a:pt x="5158317" y="1436824"/>
                  </a:lnTo>
                  <a:lnTo>
                    <a:pt x="5159570" y="1436824"/>
                  </a:lnTo>
                  <a:lnTo>
                    <a:pt x="5160823" y="1436824"/>
                  </a:lnTo>
                  <a:lnTo>
                    <a:pt x="5162076" y="1436824"/>
                  </a:lnTo>
                  <a:lnTo>
                    <a:pt x="5163330" y="1436824"/>
                  </a:lnTo>
                  <a:lnTo>
                    <a:pt x="5164583" y="1436824"/>
                  </a:lnTo>
                  <a:lnTo>
                    <a:pt x="5165836" y="1436824"/>
                  </a:lnTo>
                  <a:lnTo>
                    <a:pt x="5167089" y="1436824"/>
                  </a:lnTo>
                  <a:lnTo>
                    <a:pt x="5168342" y="1436824"/>
                  </a:lnTo>
                  <a:lnTo>
                    <a:pt x="5169596" y="1436824"/>
                  </a:lnTo>
                  <a:lnTo>
                    <a:pt x="5170849" y="1436824"/>
                  </a:lnTo>
                  <a:lnTo>
                    <a:pt x="5172102" y="1436824"/>
                  </a:lnTo>
                  <a:lnTo>
                    <a:pt x="5173355" y="1436824"/>
                  </a:lnTo>
                  <a:lnTo>
                    <a:pt x="5174609" y="1436824"/>
                  </a:lnTo>
                  <a:lnTo>
                    <a:pt x="5175862" y="1436824"/>
                  </a:lnTo>
                  <a:lnTo>
                    <a:pt x="5177115" y="1436824"/>
                  </a:lnTo>
                  <a:lnTo>
                    <a:pt x="5178368" y="1436824"/>
                  </a:lnTo>
                  <a:lnTo>
                    <a:pt x="5179621" y="1436824"/>
                  </a:lnTo>
                  <a:lnTo>
                    <a:pt x="5180875" y="1436824"/>
                  </a:lnTo>
                  <a:lnTo>
                    <a:pt x="5182128" y="1436824"/>
                  </a:lnTo>
                  <a:lnTo>
                    <a:pt x="5183381" y="1436824"/>
                  </a:lnTo>
                  <a:lnTo>
                    <a:pt x="5184634" y="1436824"/>
                  </a:lnTo>
                  <a:lnTo>
                    <a:pt x="5185888" y="1436824"/>
                  </a:lnTo>
                  <a:lnTo>
                    <a:pt x="5187141" y="1436824"/>
                  </a:lnTo>
                  <a:lnTo>
                    <a:pt x="5188394" y="1436824"/>
                  </a:lnTo>
                  <a:lnTo>
                    <a:pt x="5189647" y="1436824"/>
                  </a:lnTo>
                  <a:lnTo>
                    <a:pt x="5190900" y="1436824"/>
                  </a:lnTo>
                  <a:lnTo>
                    <a:pt x="5192154" y="1436824"/>
                  </a:lnTo>
                  <a:lnTo>
                    <a:pt x="5193407" y="1436824"/>
                  </a:lnTo>
                  <a:lnTo>
                    <a:pt x="5194660" y="1436824"/>
                  </a:lnTo>
                  <a:lnTo>
                    <a:pt x="5195913" y="1436824"/>
                  </a:lnTo>
                  <a:lnTo>
                    <a:pt x="5197166" y="1436824"/>
                  </a:lnTo>
                  <a:lnTo>
                    <a:pt x="5198420" y="1436824"/>
                  </a:lnTo>
                  <a:lnTo>
                    <a:pt x="5199673" y="1436824"/>
                  </a:lnTo>
                  <a:lnTo>
                    <a:pt x="5200926" y="1436824"/>
                  </a:lnTo>
                  <a:lnTo>
                    <a:pt x="5202179" y="1436824"/>
                  </a:lnTo>
                  <a:lnTo>
                    <a:pt x="5203433" y="1436824"/>
                  </a:lnTo>
                  <a:lnTo>
                    <a:pt x="5204686" y="1436824"/>
                  </a:lnTo>
                  <a:lnTo>
                    <a:pt x="5205939" y="1436824"/>
                  </a:lnTo>
                  <a:lnTo>
                    <a:pt x="5207192" y="1436824"/>
                  </a:lnTo>
                  <a:lnTo>
                    <a:pt x="5208445" y="1436824"/>
                  </a:lnTo>
                  <a:lnTo>
                    <a:pt x="5209699" y="1436824"/>
                  </a:lnTo>
                  <a:lnTo>
                    <a:pt x="5210952" y="1436824"/>
                  </a:lnTo>
                  <a:lnTo>
                    <a:pt x="5212205" y="1436824"/>
                  </a:lnTo>
                  <a:lnTo>
                    <a:pt x="5213458" y="1436824"/>
                  </a:lnTo>
                  <a:lnTo>
                    <a:pt x="5214712" y="1436824"/>
                  </a:lnTo>
                  <a:lnTo>
                    <a:pt x="5215965" y="1436824"/>
                  </a:lnTo>
                  <a:lnTo>
                    <a:pt x="5217218" y="1436824"/>
                  </a:lnTo>
                  <a:lnTo>
                    <a:pt x="5218471" y="1436824"/>
                  </a:lnTo>
                  <a:lnTo>
                    <a:pt x="5219724" y="1436824"/>
                  </a:lnTo>
                  <a:lnTo>
                    <a:pt x="5220978" y="1436824"/>
                  </a:lnTo>
                  <a:lnTo>
                    <a:pt x="5222231" y="1436824"/>
                  </a:lnTo>
                  <a:lnTo>
                    <a:pt x="5223484" y="1436824"/>
                  </a:lnTo>
                  <a:lnTo>
                    <a:pt x="5224737" y="1436824"/>
                  </a:lnTo>
                  <a:lnTo>
                    <a:pt x="5225990" y="1436824"/>
                  </a:lnTo>
                  <a:lnTo>
                    <a:pt x="5227244" y="1436824"/>
                  </a:lnTo>
                  <a:lnTo>
                    <a:pt x="5228497" y="1436824"/>
                  </a:lnTo>
                  <a:lnTo>
                    <a:pt x="5229750" y="1436824"/>
                  </a:lnTo>
                  <a:lnTo>
                    <a:pt x="5231003" y="1436824"/>
                  </a:lnTo>
                  <a:lnTo>
                    <a:pt x="5232257" y="1436824"/>
                  </a:lnTo>
                  <a:lnTo>
                    <a:pt x="5233510" y="1436824"/>
                  </a:lnTo>
                  <a:lnTo>
                    <a:pt x="5234763" y="1436824"/>
                  </a:lnTo>
                  <a:lnTo>
                    <a:pt x="5236016" y="1436824"/>
                  </a:lnTo>
                  <a:lnTo>
                    <a:pt x="5237269" y="1436824"/>
                  </a:lnTo>
                  <a:lnTo>
                    <a:pt x="5238523" y="1436824"/>
                  </a:lnTo>
                  <a:lnTo>
                    <a:pt x="5239776" y="1436824"/>
                  </a:lnTo>
                  <a:lnTo>
                    <a:pt x="5241029" y="1436824"/>
                  </a:lnTo>
                  <a:lnTo>
                    <a:pt x="5242282" y="1436824"/>
                  </a:lnTo>
                  <a:lnTo>
                    <a:pt x="5243535" y="1436824"/>
                  </a:lnTo>
                  <a:lnTo>
                    <a:pt x="5244789" y="1436824"/>
                  </a:lnTo>
                  <a:lnTo>
                    <a:pt x="5246042" y="1436824"/>
                  </a:lnTo>
                  <a:lnTo>
                    <a:pt x="5247295" y="1436824"/>
                  </a:lnTo>
                  <a:lnTo>
                    <a:pt x="5248548" y="1436824"/>
                  </a:lnTo>
                  <a:lnTo>
                    <a:pt x="5249802" y="1436824"/>
                  </a:lnTo>
                  <a:lnTo>
                    <a:pt x="5251055" y="1436824"/>
                  </a:lnTo>
                  <a:lnTo>
                    <a:pt x="5252308" y="1436824"/>
                  </a:lnTo>
                  <a:lnTo>
                    <a:pt x="5253561" y="1436824"/>
                  </a:lnTo>
                  <a:lnTo>
                    <a:pt x="5254814" y="1436824"/>
                  </a:lnTo>
                  <a:lnTo>
                    <a:pt x="5256068" y="1436824"/>
                  </a:lnTo>
                  <a:lnTo>
                    <a:pt x="5257321" y="1436824"/>
                  </a:lnTo>
                  <a:lnTo>
                    <a:pt x="5258574" y="1436824"/>
                  </a:lnTo>
                  <a:lnTo>
                    <a:pt x="5259827" y="1436824"/>
                  </a:lnTo>
                  <a:lnTo>
                    <a:pt x="5261081" y="1436824"/>
                  </a:lnTo>
                  <a:lnTo>
                    <a:pt x="5262334" y="1436824"/>
                  </a:lnTo>
                  <a:lnTo>
                    <a:pt x="5263587" y="1436824"/>
                  </a:lnTo>
                  <a:lnTo>
                    <a:pt x="5264840" y="1436824"/>
                  </a:lnTo>
                  <a:lnTo>
                    <a:pt x="5266093" y="1436824"/>
                  </a:lnTo>
                  <a:lnTo>
                    <a:pt x="5267347" y="1436824"/>
                  </a:lnTo>
                  <a:lnTo>
                    <a:pt x="5268600" y="1436824"/>
                  </a:lnTo>
                  <a:lnTo>
                    <a:pt x="5269853" y="1436824"/>
                  </a:lnTo>
                  <a:lnTo>
                    <a:pt x="5271106" y="1436824"/>
                  </a:lnTo>
                  <a:lnTo>
                    <a:pt x="5272359" y="1436824"/>
                  </a:lnTo>
                  <a:lnTo>
                    <a:pt x="5273613" y="1436824"/>
                  </a:lnTo>
                  <a:lnTo>
                    <a:pt x="5274866" y="1436824"/>
                  </a:lnTo>
                  <a:lnTo>
                    <a:pt x="5276119" y="1436824"/>
                  </a:lnTo>
                  <a:lnTo>
                    <a:pt x="5277372" y="1436824"/>
                  </a:lnTo>
                  <a:lnTo>
                    <a:pt x="5278626" y="1436824"/>
                  </a:lnTo>
                  <a:lnTo>
                    <a:pt x="5279879" y="1436824"/>
                  </a:lnTo>
                  <a:lnTo>
                    <a:pt x="5281132" y="1436824"/>
                  </a:lnTo>
                  <a:lnTo>
                    <a:pt x="5282385" y="1436824"/>
                  </a:lnTo>
                  <a:lnTo>
                    <a:pt x="5283638" y="1436824"/>
                  </a:lnTo>
                  <a:lnTo>
                    <a:pt x="5284892" y="1436824"/>
                  </a:lnTo>
                  <a:lnTo>
                    <a:pt x="5286145" y="1436824"/>
                  </a:lnTo>
                  <a:lnTo>
                    <a:pt x="5287398" y="1436824"/>
                  </a:lnTo>
                  <a:lnTo>
                    <a:pt x="5288651" y="1436824"/>
                  </a:lnTo>
                  <a:lnTo>
                    <a:pt x="5289905" y="1436824"/>
                  </a:lnTo>
                  <a:lnTo>
                    <a:pt x="5291158" y="1436824"/>
                  </a:lnTo>
                  <a:lnTo>
                    <a:pt x="5292411" y="1436824"/>
                  </a:lnTo>
                  <a:lnTo>
                    <a:pt x="5293664" y="1436824"/>
                  </a:lnTo>
                  <a:lnTo>
                    <a:pt x="5294917" y="1436824"/>
                  </a:lnTo>
                  <a:lnTo>
                    <a:pt x="5296171" y="1436824"/>
                  </a:lnTo>
                  <a:lnTo>
                    <a:pt x="5297424" y="1436824"/>
                  </a:lnTo>
                  <a:lnTo>
                    <a:pt x="5298677" y="1436824"/>
                  </a:lnTo>
                  <a:lnTo>
                    <a:pt x="5299930" y="1436824"/>
                  </a:lnTo>
                  <a:lnTo>
                    <a:pt x="5301183" y="1436824"/>
                  </a:lnTo>
                  <a:lnTo>
                    <a:pt x="5302437" y="1436824"/>
                  </a:lnTo>
                  <a:lnTo>
                    <a:pt x="5303690" y="1436824"/>
                  </a:lnTo>
                  <a:lnTo>
                    <a:pt x="5304943" y="1436824"/>
                  </a:lnTo>
                  <a:lnTo>
                    <a:pt x="5306196" y="1436824"/>
                  </a:lnTo>
                  <a:lnTo>
                    <a:pt x="5307450" y="1436824"/>
                  </a:lnTo>
                  <a:lnTo>
                    <a:pt x="5308703" y="1436824"/>
                  </a:lnTo>
                  <a:lnTo>
                    <a:pt x="5309956" y="1436824"/>
                  </a:lnTo>
                  <a:lnTo>
                    <a:pt x="5311209" y="1436824"/>
                  </a:lnTo>
                  <a:lnTo>
                    <a:pt x="5312462" y="1436824"/>
                  </a:lnTo>
                  <a:lnTo>
                    <a:pt x="5313716" y="1436824"/>
                  </a:lnTo>
                  <a:lnTo>
                    <a:pt x="5314969" y="1436824"/>
                  </a:lnTo>
                  <a:lnTo>
                    <a:pt x="5316222" y="1436824"/>
                  </a:lnTo>
                  <a:lnTo>
                    <a:pt x="5317475" y="1436824"/>
                  </a:lnTo>
                  <a:lnTo>
                    <a:pt x="5318729" y="1436824"/>
                  </a:lnTo>
                  <a:lnTo>
                    <a:pt x="5319982" y="1436824"/>
                  </a:lnTo>
                  <a:lnTo>
                    <a:pt x="5321235" y="1436824"/>
                  </a:lnTo>
                  <a:lnTo>
                    <a:pt x="5322488" y="1436824"/>
                  </a:lnTo>
                  <a:lnTo>
                    <a:pt x="5323741" y="1436824"/>
                  </a:lnTo>
                  <a:lnTo>
                    <a:pt x="5324995" y="1436824"/>
                  </a:lnTo>
                  <a:lnTo>
                    <a:pt x="5326248" y="1436824"/>
                  </a:lnTo>
                  <a:lnTo>
                    <a:pt x="5327501" y="1436824"/>
                  </a:lnTo>
                  <a:lnTo>
                    <a:pt x="5328754" y="1436824"/>
                  </a:lnTo>
                  <a:lnTo>
                    <a:pt x="5330007" y="1436824"/>
                  </a:lnTo>
                  <a:lnTo>
                    <a:pt x="5331261" y="1436824"/>
                  </a:lnTo>
                  <a:lnTo>
                    <a:pt x="5332514" y="1436824"/>
                  </a:lnTo>
                  <a:lnTo>
                    <a:pt x="5333767" y="1436824"/>
                  </a:lnTo>
                  <a:lnTo>
                    <a:pt x="5335020" y="1436824"/>
                  </a:lnTo>
                  <a:lnTo>
                    <a:pt x="5336274" y="1436824"/>
                  </a:lnTo>
                  <a:lnTo>
                    <a:pt x="5337527" y="1436824"/>
                  </a:lnTo>
                  <a:lnTo>
                    <a:pt x="5338780" y="1436824"/>
                  </a:lnTo>
                  <a:lnTo>
                    <a:pt x="5340033" y="1436824"/>
                  </a:lnTo>
                  <a:lnTo>
                    <a:pt x="5341286" y="1436824"/>
                  </a:lnTo>
                  <a:lnTo>
                    <a:pt x="5342540" y="1436824"/>
                  </a:lnTo>
                  <a:lnTo>
                    <a:pt x="5343793" y="1436824"/>
                  </a:lnTo>
                  <a:lnTo>
                    <a:pt x="5345046" y="1436824"/>
                  </a:lnTo>
                  <a:lnTo>
                    <a:pt x="5346299" y="1436824"/>
                  </a:lnTo>
                  <a:lnTo>
                    <a:pt x="5347553" y="1436824"/>
                  </a:lnTo>
                  <a:lnTo>
                    <a:pt x="5348806" y="1436824"/>
                  </a:lnTo>
                  <a:lnTo>
                    <a:pt x="5350059" y="1436824"/>
                  </a:lnTo>
                  <a:lnTo>
                    <a:pt x="5351312" y="1436824"/>
                  </a:lnTo>
                  <a:lnTo>
                    <a:pt x="5352565" y="1436824"/>
                  </a:lnTo>
                  <a:lnTo>
                    <a:pt x="5353819" y="1436824"/>
                  </a:lnTo>
                  <a:lnTo>
                    <a:pt x="5355072" y="1436824"/>
                  </a:lnTo>
                  <a:lnTo>
                    <a:pt x="5356325" y="1436824"/>
                  </a:lnTo>
                  <a:lnTo>
                    <a:pt x="5357578" y="1436824"/>
                  </a:lnTo>
                  <a:lnTo>
                    <a:pt x="5358831" y="1436824"/>
                  </a:lnTo>
                  <a:lnTo>
                    <a:pt x="5360085" y="1436824"/>
                  </a:lnTo>
                  <a:lnTo>
                    <a:pt x="5361338" y="1436824"/>
                  </a:lnTo>
                  <a:lnTo>
                    <a:pt x="5362591" y="1436824"/>
                  </a:lnTo>
                  <a:lnTo>
                    <a:pt x="5363844" y="1436824"/>
                  </a:lnTo>
                  <a:lnTo>
                    <a:pt x="5365098" y="1436824"/>
                  </a:lnTo>
                  <a:lnTo>
                    <a:pt x="5366351" y="1436824"/>
                  </a:lnTo>
                  <a:lnTo>
                    <a:pt x="5367604" y="1436824"/>
                  </a:lnTo>
                  <a:lnTo>
                    <a:pt x="5368857" y="1436824"/>
                  </a:lnTo>
                  <a:lnTo>
                    <a:pt x="5370110" y="1436824"/>
                  </a:lnTo>
                  <a:lnTo>
                    <a:pt x="5371364" y="1436824"/>
                  </a:lnTo>
                  <a:lnTo>
                    <a:pt x="5372617" y="1436824"/>
                  </a:lnTo>
                  <a:lnTo>
                    <a:pt x="5373870" y="1436824"/>
                  </a:lnTo>
                  <a:lnTo>
                    <a:pt x="5375123" y="1436824"/>
                  </a:lnTo>
                  <a:lnTo>
                    <a:pt x="5376377" y="1436824"/>
                  </a:lnTo>
                  <a:lnTo>
                    <a:pt x="5377630" y="1436824"/>
                  </a:lnTo>
                  <a:lnTo>
                    <a:pt x="5378883" y="1436824"/>
                  </a:lnTo>
                  <a:lnTo>
                    <a:pt x="5380136" y="1436824"/>
                  </a:lnTo>
                  <a:lnTo>
                    <a:pt x="5381389" y="1436824"/>
                  </a:lnTo>
                  <a:lnTo>
                    <a:pt x="5382643" y="1436824"/>
                  </a:lnTo>
                  <a:lnTo>
                    <a:pt x="5383896" y="1436824"/>
                  </a:lnTo>
                  <a:lnTo>
                    <a:pt x="5385149" y="1436824"/>
                  </a:lnTo>
                  <a:lnTo>
                    <a:pt x="5386402" y="1436824"/>
                  </a:lnTo>
                  <a:lnTo>
                    <a:pt x="5387655" y="1436824"/>
                  </a:lnTo>
                  <a:lnTo>
                    <a:pt x="5388909" y="1436824"/>
                  </a:lnTo>
                  <a:lnTo>
                    <a:pt x="5390162" y="1436824"/>
                  </a:lnTo>
                  <a:lnTo>
                    <a:pt x="5391415" y="1436824"/>
                  </a:lnTo>
                  <a:lnTo>
                    <a:pt x="5392668" y="1436824"/>
                  </a:lnTo>
                  <a:lnTo>
                    <a:pt x="5393922" y="1436824"/>
                  </a:lnTo>
                  <a:lnTo>
                    <a:pt x="5395175" y="1436824"/>
                  </a:lnTo>
                  <a:lnTo>
                    <a:pt x="5396428" y="1436824"/>
                  </a:lnTo>
                  <a:lnTo>
                    <a:pt x="5397681" y="1436824"/>
                  </a:lnTo>
                  <a:lnTo>
                    <a:pt x="5398934" y="1436824"/>
                  </a:lnTo>
                  <a:lnTo>
                    <a:pt x="5400188" y="1436824"/>
                  </a:lnTo>
                  <a:lnTo>
                    <a:pt x="5401441" y="1436824"/>
                  </a:lnTo>
                  <a:lnTo>
                    <a:pt x="5402694" y="1436824"/>
                  </a:lnTo>
                  <a:lnTo>
                    <a:pt x="5403947" y="1436824"/>
                  </a:lnTo>
                  <a:lnTo>
                    <a:pt x="5405200" y="1436824"/>
                  </a:lnTo>
                  <a:lnTo>
                    <a:pt x="5406454" y="1436824"/>
                  </a:lnTo>
                  <a:lnTo>
                    <a:pt x="5407707" y="1436824"/>
                  </a:lnTo>
                  <a:lnTo>
                    <a:pt x="5408960" y="1436824"/>
                  </a:lnTo>
                  <a:lnTo>
                    <a:pt x="5410213" y="1436824"/>
                  </a:lnTo>
                  <a:lnTo>
                    <a:pt x="5411467" y="1436824"/>
                  </a:lnTo>
                  <a:lnTo>
                    <a:pt x="5412720" y="1436824"/>
                  </a:lnTo>
                  <a:lnTo>
                    <a:pt x="5413973" y="1436824"/>
                  </a:lnTo>
                  <a:lnTo>
                    <a:pt x="5415226" y="1436824"/>
                  </a:lnTo>
                  <a:lnTo>
                    <a:pt x="5416479" y="1436824"/>
                  </a:lnTo>
                  <a:lnTo>
                    <a:pt x="5417733" y="1436824"/>
                  </a:lnTo>
                  <a:lnTo>
                    <a:pt x="5418986" y="1436824"/>
                  </a:lnTo>
                  <a:lnTo>
                    <a:pt x="5420239" y="1436824"/>
                  </a:lnTo>
                  <a:lnTo>
                    <a:pt x="5421492" y="1436824"/>
                  </a:lnTo>
                  <a:lnTo>
                    <a:pt x="5422746" y="1436824"/>
                  </a:lnTo>
                  <a:lnTo>
                    <a:pt x="5423999" y="1436824"/>
                  </a:lnTo>
                  <a:lnTo>
                    <a:pt x="5425252" y="1436824"/>
                  </a:lnTo>
                  <a:lnTo>
                    <a:pt x="5426505" y="1436824"/>
                  </a:lnTo>
                  <a:lnTo>
                    <a:pt x="5427758" y="1436824"/>
                  </a:lnTo>
                  <a:lnTo>
                    <a:pt x="5429012" y="1436824"/>
                  </a:lnTo>
                  <a:lnTo>
                    <a:pt x="5430265" y="1436824"/>
                  </a:lnTo>
                  <a:lnTo>
                    <a:pt x="5431518" y="1436824"/>
                  </a:lnTo>
                  <a:lnTo>
                    <a:pt x="5432771" y="1436824"/>
                  </a:lnTo>
                  <a:lnTo>
                    <a:pt x="5434024" y="1436824"/>
                  </a:lnTo>
                  <a:lnTo>
                    <a:pt x="5435278" y="1436824"/>
                  </a:lnTo>
                  <a:lnTo>
                    <a:pt x="5436531" y="1436824"/>
                  </a:lnTo>
                  <a:lnTo>
                    <a:pt x="5437784" y="1436824"/>
                  </a:lnTo>
                  <a:lnTo>
                    <a:pt x="5439037" y="1436824"/>
                  </a:lnTo>
                  <a:lnTo>
                    <a:pt x="5440291" y="1436824"/>
                  </a:lnTo>
                  <a:lnTo>
                    <a:pt x="5441544" y="1436824"/>
                  </a:lnTo>
                  <a:lnTo>
                    <a:pt x="5442797" y="1436824"/>
                  </a:lnTo>
                  <a:lnTo>
                    <a:pt x="5444050" y="1436824"/>
                  </a:lnTo>
                  <a:lnTo>
                    <a:pt x="5445303" y="1436824"/>
                  </a:lnTo>
                  <a:lnTo>
                    <a:pt x="5446557" y="1436824"/>
                  </a:lnTo>
                  <a:lnTo>
                    <a:pt x="5447810" y="1436824"/>
                  </a:lnTo>
                  <a:lnTo>
                    <a:pt x="5449063" y="1436824"/>
                  </a:lnTo>
                  <a:lnTo>
                    <a:pt x="5450316" y="1436824"/>
                  </a:lnTo>
                  <a:lnTo>
                    <a:pt x="5451570" y="1436824"/>
                  </a:lnTo>
                  <a:lnTo>
                    <a:pt x="5452823" y="1436824"/>
                  </a:lnTo>
                  <a:lnTo>
                    <a:pt x="5454076" y="1436824"/>
                  </a:lnTo>
                  <a:lnTo>
                    <a:pt x="5455329" y="1436824"/>
                  </a:lnTo>
                  <a:lnTo>
                    <a:pt x="5456582" y="1436824"/>
                  </a:lnTo>
                  <a:lnTo>
                    <a:pt x="5457836" y="1436824"/>
                  </a:lnTo>
                  <a:lnTo>
                    <a:pt x="5459089" y="1436824"/>
                  </a:lnTo>
                  <a:lnTo>
                    <a:pt x="5460342" y="1436824"/>
                  </a:lnTo>
                  <a:lnTo>
                    <a:pt x="5461595" y="1436824"/>
                  </a:lnTo>
                  <a:lnTo>
                    <a:pt x="5462848" y="1436824"/>
                  </a:lnTo>
                  <a:lnTo>
                    <a:pt x="5464102" y="1436824"/>
                  </a:lnTo>
                  <a:lnTo>
                    <a:pt x="5465355" y="1436824"/>
                  </a:lnTo>
                  <a:lnTo>
                    <a:pt x="5466608" y="1436824"/>
                  </a:lnTo>
                  <a:lnTo>
                    <a:pt x="5467861" y="1436824"/>
                  </a:lnTo>
                  <a:lnTo>
                    <a:pt x="5469115" y="1436824"/>
                  </a:lnTo>
                  <a:lnTo>
                    <a:pt x="5470368" y="1436824"/>
                  </a:lnTo>
                  <a:lnTo>
                    <a:pt x="5471621" y="1436824"/>
                  </a:lnTo>
                  <a:lnTo>
                    <a:pt x="5472874" y="1436824"/>
                  </a:lnTo>
                  <a:lnTo>
                    <a:pt x="5474127" y="1436824"/>
                  </a:lnTo>
                  <a:lnTo>
                    <a:pt x="5475381" y="1436824"/>
                  </a:lnTo>
                  <a:lnTo>
                    <a:pt x="5476634" y="1436824"/>
                  </a:lnTo>
                  <a:lnTo>
                    <a:pt x="5477887" y="1436824"/>
                  </a:lnTo>
                  <a:lnTo>
                    <a:pt x="5479140" y="1436824"/>
                  </a:lnTo>
                  <a:lnTo>
                    <a:pt x="5480394" y="1436824"/>
                  </a:lnTo>
                  <a:lnTo>
                    <a:pt x="5481647" y="1436824"/>
                  </a:lnTo>
                  <a:lnTo>
                    <a:pt x="5482900" y="1436824"/>
                  </a:lnTo>
                  <a:lnTo>
                    <a:pt x="5484153" y="1436824"/>
                  </a:lnTo>
                  <a:lnTo>
                    <a:pt x="5485406" y="1436824"/>
                  </a:lnTo>
                  <a:lnTo>
                    <a:pt x="5486660" y="1436824"/>
                  </a:lnTo>
                  <a:lnTo>
                    <a:pt x="5487913" y="1436824"/>
                  </a:lnTo>
                  <a:lnTo>
                    <a:pt x="5489166" y="1436824"/>
                  </a:lnTo>
                  <a:lnTo>
                    <a:pt x="5490419" y="1436824"/>
                  </a:lnTo>
                  <a:lnTo>
                    <a:pt x="5491672" y="1436824"/>
                  </a:lnTo>
                  <a:lnTo>
                    <a:pt x="5492926" y="1436824"/>
                  </a:lnTo>
                  <a:lnTo>
                    <a:pt x="5494179" y="1436824"/>
                  </a:lnTo>
                  <a:lnTo>
                    <a:pt x="5495432" y="1436824"/>
                  </a:lnTo>
                  <a:lnTo>
                    <a:pt x="5496685" y="1436824"/>
                  </a:lnTo>
                  <a:lnTo>
                    <a:pt x="5497939" y="1436824"/>
                  </a:lnTo>
                  <a:lnTo>
                    <a:pt x="5499192" y="1436824"/>
                  </a:lnTo>
                  <a:lnTo>
                    <a:pt x="5500445" y="1436824"/>
                  </a:lnTo>
                  <a:lnTo>
                    <a:pt x="5501698" y="1436824"/>
                  </a:lnTo>
                  <a:lnTo>
                    <a:pt x="5502951" y="1436824"/>
                  </a:lnTo>
                  <a:lnTo>
                    <a:pt x="5504205" y="1436824"/>
                  </a:lnTo>
                  <a:lnTo>
                    <a:pt x="5505458" y="1436824"/>
                  </a:lnTo>
                  <a:lnTo>
                    <a:pt x="5506711" y="1436824"/>
                  </a:lnTo>
                  <a:lnTo>
                    <a:pt x="5507964" y="1436824"/>
                  </a:lnTo>
                  <a:lnTo>
                    <a:pt x="5509218" y="1436824"/>
                  </a:lnTo>
                  <a:lnTo>
                    <a:pt x="5510471" y="1436824"/>
                  </a:lnTo>
                  <a:lnTo>
                    <a:pt x="5511724" y="1436824"/>
                  </a:lnTo>
                  <a:lnTo>
                    <a:pt x="5512977" y="1436824"/>
                  </a:lnTo>
                  <a:lnTo>
                    <a:pt x="5514230" y="1436824"/>
                  </a:lnTo>
                  <a:lnTo>
                    <a:pt x="5515484" y="1436824"/>
                  </a:lnTo>
                  <a:lnTo>
                    <a:pt x="5516737" y="1436824"/>
                  </a:lnTo>
                  <a:lnTo>
                    <a:pt x="5517990" y="1436824"/>
                  </a:lnTo>
                  <a:lnTo>
                    <a:pt x="5519243" y="1436824"/>
                  </a:lnTo>
                  <a:lnTo>
                    <a:pt x="5520496" y="1436824"/>
                  </a:lnTo>
                  <a:lnTo>
                    <a:pt x="5521750" y="1436824"/>
                  </a:lnTo>
                  <a:lnTo>
                    <a:pt x="5523003" y="1436824"/>
                  </a:lnTo>
                  <a:lnTo>
                    <a:pt x="5524256" y="1436824"/>
                  </a:lnTo>
                  <a:lnTo>
                    <a:pt x="5525509" y="1436824"/>
                  </a:lnTo>
                  <a:lnTo>
                    <a:pt x="5526763" y="1436824"/>
                  </a:lnTo>
                  <a:lnTo>
                    <a:pt x="5528016" y="1436824"/>
                  </a:lnTo>
                  <a:lnTo>
                    <a:pt x="5529269" y="1436824"/>
                  </a:lnTo>
                  <a:lnTo>
                    <a:pt x="5530522" y="1436824"/>
                  </a:lnTo>
                  <a:lnTo>
                    <a:pt x="5531775" y="1436824"/>
                  </a:lnTo>
                  <a:lnTo>
                    <a:pt x="5533029" y="1436824"/>
                  </a:lnTo>
                  <a:lnTo>
                    <a:pt x="5534282" y="1436824"/>
                  </a:lnTo>
                  <a:lnTo>
                    <a:pt x="5535535" y="1436824"/>
                  </a:lnTo>
                  <a:lnTo>
                    <a:pt x="5536788" y="1436824"/>
                  </a:lnTo>
                  <a:lnTo>
                    <a:pt x="5538042" y="1436824"/>
                  </a:lnTo>
                  <a:lnTo>
                    <a:pt x="5539295" y="1436824"/>
                  </a:lnTo>
                  <a:lnTo>
                    <a:pt x="5540548" y="1436824"/>
                  </a:lnTo>
                  <a:lnTo>
                    <a:pt x="5541801" y="1436824"/>
                  </a:lnTo>
                  <a:lnTo>
                    <a:pt x="5543054" y="1436824"/>
                  </a:lnTo>
                  <a:lnTo>
                    <a:pt x="5544308" y="1436824"/>
                  </a:lnTo>
                  <a:lnTo>
                    <a:pt x="5545561" y="1436824"/>
                  </a:lnTo>
                  <a:lnTo>
                    <a:pt x="5546814" y="1436824"/>
                  </a:lnTo>
                  <a:lnTo>
                    <a:pt x="5548067" y="1436824"/>
                  </a:lnTo>
                  <a:lnTo>
                    <a:pt x="5549320" y="1436824"/>
                  </a:lnTo>
                  <a:lnTo>
                    <a:pt x="5550574" y="1436824"/>
                  </a:lnTo>
                  <a:lnTo>
                    <a:pt x="5551827" y="1436824"/>
                  </a:lnTo>
                  <a:lnTo>
                    <a:pt x="5553080" y="1436824"/>
                  </a:lnTo>
                  <a:lnTo>
                    <a:pt x="5554333" y="1436824"/>
                  </a:lnTo>
                  <a:lnTo>
                    <a:pt x="5555587" y="1436824"/>
                  </a:lnTo>
                  <a:lnTo>
                    <a:pt x="5556840" y="1436824"/>
                  </a:lnTo>
                  <a:lnTo>
                    <a:pt x="5558093" y="1436824"/>
                  </a:lnTo>
                  <a:lnTo>
                    <a:pt x="5559346" y="1436824"/>
                  </a:lnTo>
                  <a:lnTo>
                    <a:pt x="5560599" y="1436824"/>
                  </a:lnTo>
                  <a:lnTo>
                    <a:pt x="5561853" y="1436824"/>
                  </a:lnTo>
                  <a:lnTo>
                    <a:pt x="5563106" y="1436824"/>
                  </a:lnTo>
                  <a:lnTo>
                    <a:pt x="5564359" y="1436824"/>
                  </a:lnTo>
                  <a:lnTo>
                    <a:pt x="5565612" y="1436824"/>
                  </a:lnTo>
                  <a:lnTo>
                    <a:pt x="5566865" y="1436824"/>
                  </a:lnTo>
                  <a:lnTo>
                    <a:pt x="5568119" y="1436824"/>
                  </a:lnTo>
                  <a:lnTo>
                    <a:pt x="5569372" y="1436824"/>
                  </a:lnTo>
                  <a:lnTo>
                    <a:pt x="5570625" y="1436824"/>
                  </a:lnTo>
                  <a:lnTo>
                    <a:pt x="5571878" y="1436824"/>
                  </a:lnTo>
                  <a:lnTo>
                    <a:pt x="5573132" y="1436824"/>
                  </a:lnTo>
                  <a:lnTo>
                    <a:pt x="5574385" y="1436824"/>
                  </a:lnTo>
                  <a:lnTo>
                    <a:pt x="5575638" y="1436824"/>
                  </a:lnTo>
                  <a:lnTo>
                    <a:pt x="5576891" y="1436824"/>
                  </a:lnTo>
                  <a:lnTo>
                    <a:pt x="5578144" y="1436824"/>
                  </a:lnTo>
                  <a:lnTo>
                    <a:pt x="5579398" y="1436824"/>
                  </a:lnTo>
                  <a:lnTo>
                    <a:pt x="5580651" y="1436824"/>
                  </a:lnTo>
                  <a:lnTo>
                    <a:pt x="5581904" y="1436824"/>
                  </a:lnTo>
                  <a:lnTo>
                    <a:pt x="5583157" y="1436824"/>
                  </a:lnTo>
                  <a:lnTo>
                    <a:pt x="5584411" y="1436824"/>
                  </a:lnTo>
                  <a:lnTo>
                    <a:pt x="5585664" y="1436824"/>
                  </a:lnTo>
                  <a:lnTo>
                    <a:pt x="5586917" y="1436824"/>
                  </a:lnTo>
                  <a:lnTo>
                    <a:pt x="5588170" y="1436824"/>
                  </a:lnTo>
                  <a:lnTo>
                    <a:pt x="5589423" y="1436824"/>
                  </a:lnTo>
                  <a:lnTo>
                    <a:pt x="5590677" y="1436824"/>
                  </a:lnTo>
                  <a:lnTo>
                    <a:pt x="5591930" y="1436824"/>
                  </a:lnTo>
                  <a:lnTo>
                    <a:pt x="5593183" y="1436824"/>
                  </a:lnTo>
                  <a:lnTo>
                    <a:pt x="5594436" y="1436824"/>
                  </a:lnTo>
                  <a:lnTo>
                    <a:pt x="5595689" y="1436824"/>
                  </a:lnTo>
                  <a:lnTo>
                    <a:pt x="5596943" y="1436824"/>
                  </a:lnTo>
                  <a:lnTo>
                    <a:pt x="5598196" y="1436824"/>
                  </a:lnTo>
                  <a:lnTo>
                    <a:pt x="5599449" y="1436824"/>
                  </a:lnTo>
                  <a:lnTo>
                    <a:pt x="5600702" y="1436824"/>
                  </a:lnTo>
                  <a:lnTo>
                    <a:pt x="5601956" y="1436824"/>
                  </a:lnTo>
                  <a:lnTo>
                    <a:pt x="5603209" y="1436824"/>
                  </a:lnTo>
                  <a:lnTo>
                    <a:pt x="5604462" y="1436824"/>
                  </a:lnTo>
                  <a:lnTo>
                    <a:pt x="5605715" y="1436824"/>
                  </a:lnTo>
                  <a:lnTo>
                    <a:pt x="5606968" y="1436824"/>
                  </a:lnTo>
                  <a:lnTo>
                    <a:pt x="5608222" y="1436824"/>
                  </a:lnTo>
                  <a:lnTo>
                    <a:pt x="5609475" y="1436824"/>
                  </a:lnTo>
                  <a:lnTo>
                    <a:pt x="5610728" y="1436824"/>
                  </a:lnTo>
                  <a:lnTo>
                    <a:pt x="5611981" y="1436824"/>
                  </a:lnTo>
                  <a:lnTo>
                    <a:pt x="5613235" y="1436824"/>
                  </a:lnTo>
                  <a:lnTo>
                    <a:pt x="5614488" y="1436824"/>
                  </a:lnTo>
                  <a:lnTo>
                    <a:pt x="5615741" y="1436824"/>
                  </a:lnTo>
                  <a:lnTo>
                    <a:pt x="5616994" y="1436824"/>
                  </a:lnTo>
                  <a:lnTo>
                    <a:pt x="5618247" y="1436824"/>
                  </a:lnTo>
                  <a:lnTo>
                    <a:pt x="5619501" y="1436824"/>
                  </a:lnTo>
                  <a:lnTo>
                    <a:pt x="5620754" y="1436824"/>
                  </a:lnTo>
                  <a:lnTo>
                    <a:pt x="5622007" y="1436824"/>
                  </a:lnTo>
                  <a:lnTo>
                    <a:pt x="5623260" y="1436824"/>
                  </a:lnTo>
                  <a:lnTo>
                    <a:pt x="5624513" y="1436824"/>
                  </a:lnTo>
                  <a:lnTo>
                    <a:pt x="5625767" y="1436824"/>
                  </a:lnTo>
                  <a:lnTo>
                    <a:pt x="5627020" y="1436824"/>
                  </a:lnTo>
                  <a:lnTo>
                    <a:pt x="5628273" y="1436824"/>
                  </a:lnTo>
                  <a:lnTo>
                    <a:pt x="5629526" y="1436824"/>
                  </a:lnTo>
                  <a:lnTo>
                    <a:pt x="5630780" y="1436824"/>
                  </a:lnTo>
                  <a:lnTo>
                    <a:pt x="5632033" y="1436824"/>
                  </a:lnTo>
                  <a:lnTo>
                    <a:pt x="5633286" y="1436824"/>
                  </a:lnTo>
                  <a:lnTo>
                    <a:pt x="5634539" y="1436824"/>
                  </a:lnTo>
                  <a:lnTo>
                    <a:pt x="5635792" y="1436824"/>
                  </a:lnTo>
                  <a:lnTo>
                    <a:pt x="5637046" y="1436824"/>
                  </a:lnTo>
                  <a:lnTo>
                    <a:pt x="5638299" y="1436824"/>
                  </a:lnTo>
                  <a:lnTo>
                    <a:pt x="5639552" y="1436824"/>
                  </a:lnTo>
                  <a:lnTo>
                    <a:pt x="5640805" y="1436824"/>
                  </a:lnTo>
                  <a:lnTo>
                    <a:pt x="5642059" y="1436824"/>
                  </a:lnTo>
                  <a:lnTo>
                    <a:pt x="5643312" y="1436824"/>
                  </a:lnTo>
                  <a:lnTo>
                    <a:pt x="5644565" y="1436824"/>
                  </a:lnTo>
                  <a:lnTo>
                    <a:pt x="5645818" y="1436824"/>
                  </a:lnTo>
                  <a:lnTo>
                    <a:pt x="5647071" y="1436824"/>
                  </a:lnTo>
                  <a:lnTo>
                    <a:pt x="5648325" y="1436824"/>
                  </a:lnTo>
                  <a:lnTo>
                    <a:pt x="5649578" y="1436824"/>
                  </a:lnTo>
                  <a:lnTo>
                    <a:pt x="5650831" y="1436824"/>
                  </a:lnTo>
                  <a:lnTo>
                    <a:pt x="5652084" y="1436824"/>
                  </a:lnTo>
                  <a:lnTo>
                    <a:pt x="5653337" y="1436824"/>
                  </a:lnTo>
                  <a:lnTo>
                    <a:pt x="5654591" y="1436824"/>
                  </a:lnTo>
                  <a:lnTo>
                    <a:pt x="5655844" y="1436824"/>
                  </a:lnTo>
                  <a:lnTo>
                    <a:pt x="5657097" y="1436824"/>
                  </a:lnTo>
                  <a:lnTo>
                    <a:pt x="5658350" y="1436824"/>
                  </a:lnTo>
                  <a:lnTo>
                    <a:pt x="5659604" y="1436824"/>
                  </a:lnTo>
                  <a:lnTo>
                    <a:pt x="5660857" y="1436824"/>
                  </a:lnTo>
                  <a:lnTo>
                    <a:pt x="5662110" y="1436824"/>
                  </a:lnTo>
                  <a:lnTo>
                    <a:pt x="5663363" y="1436824"/>
                  </a:lnTo>
                  <a:lnTo>
                    <a:pt x="5664616" y="1436824"/>
                  </a:lnTo>
                  <a:lnTo>
                    <a:pt x="5665870" y="1436824"/>
                  </a:lnTo>
                  <a:lnTo>
                    <a:pt x="5667123" y="1436824"/>
                  </a:lnTo>
                  <a:lnTo>
                    <a:pt x="5668376" y="1436824"/>
                  </a:lnTo>
                  <a:lnTo>
                    <a:pt x="5669629" y="1436824"/>
                  </a:lnTo>
                  <a:lnTo>
                    <a:pt x="5670883" y="1436824"/>
                  </a:lnTo>
                  <a:lnTo>
                    <a:pt x="5672136" y="1436824"/>
                  </a:lnTo>
                  <a:lnTo>
                    <a:pt x="5673389" y="1436824"/>
                  </a:lnTo>
                  <a:lnTo>
                    <a:pt x="5674642" y="1436824"/>
                  </a:lnTo>
                  <a:lnTo>
                    <a:pt x="5675895" y="1436824"/>
                  </a:lnTo>
                  <a:lnTo>
                    <a:pt x="5677149" y="1436824"/>
                  </a:lnTo>
                  <a:lnTo>
                    <a:pt x="5678402" y="1436824"/>
                  </a:lnTo>
                  <a:lnTo>
                    <a:pt x="5679655" y="1436824"/>
                  </a:lnTo>
                  <a:lnTo>
                    <a:pt x="5680908" y="1436824"/>
                  </a:lnTo>
                  <a:lnTo>
                    <a:pt x="5682161" y="1436824"/>
                  </a:lnTo>
                  <a:lnTo>
                    <a:pt x="5683415" y="1436824"/>
                  </a:lnTo>
                  <a:lnTo>
                    <a:pt x="5684668" y="1436824"/>
                  </a:lnTo>
                  <a:lnTo>
                    <a:pt x="5685921" y="1436824"/>
                  </a:lnTo>
                  <a:lnTo>
                    <a:pt x="5687174" y="1436824"/>
                  </a:lnTo>
                  <a:lnTo>
                    <a:pt x="5688428" y="1436824"/>
                  </a:lnTo>
                  <a:lnTo>
                    <a:pt x="5689681" y="1436824"/>
                  </a:lnTo>
                  <a:lnTo>
                    <a:pt x="5690934" y="1436824"/>
                  </a:lnTo>
                  <a:lnTo>
                    <a:pt x="5692187" y="1436824"/>
                  </a:lnTo>
                  <a:lnTo>
                    <a:pt x="5693440" y="1436824"/>
                  </a:lnTo>
                  <a:lnTo>
                    <a:pt x="5694694" y="1436824"/>
                  </a:lnTo>
                  <a:lnTo>
                    <a:pt x="5695947" y="1436824"/>
                  </a:lnTo>
                  <a:lnTo>
                    <a:pt x="5697200" y="1436824"/>
                  </a:lnTo>
                  <a:lnTo>
                    <a:pt x="5698453" y="1436824"/>
                  </a:lnTo>
                  <a:lnTo>
                    <a:pt x="5699706" y="1436824"/>
                  </a:lnTo>
                  <a:lnTo>
                    <a:pt x="5700960" y="1436824"/>
                  </a:lnTo>
                  <a:lnTo>
                    <a:pt x="5702213" y="1436824"/>
                  </a:lnTo>
                  <a:lnTo>
                    <a:pt x="5703466" y="1436824"/>
                  </a:lnTo>
                  <a:lnTo>
                    <a:pt x="5704719" y="1436824"/>
                  </a:lnTo>
                  <a:lnTo>
                    <a:pt x="5705973" y="1436824"/>
                  </a:lnTo>
                  <a:lnTo>
                    <a:pt x="5707226" y="1436824"/>
                  </a:lnTo>
                  <a:lnTo>
                    <a:pt x="5708479" y="1436824"/>
                  </a:lnTo>
                  <a:lnTo>
                    <a:pt x="5709732" y="1436824"/>
                  </a:lnTo>
                  <a:lnTo>
                    <a:pt x="5710985" y="1436824"/>
                  </a:lnTo>
                  <a:lnTo>
                    <a:pt x="5712239" y="1436824"/>
                  </a:lnTo>
                  <a:lnTo>
                    <a:pt x="5713492" y="1436824"/>
                  </a:lnTo>
                  <a:lnTo>
                    <a:pt x="5714745" y="1436824"/>
                  </a:lnTo>
                  <a:lnTo>
                    <a:pt x="5715998" y="1436824"/>
                  </a:lnTo>
                  <a:lnTo>
                    <a:pt x="5717252" y="1436824"/>
                  </a:lnTo>
                  <a:lnTo>
                    <a:pt x="5718505" y="1436824"/>
                  </a:lnTo>
                  <a:lnTo>
                    <a:pt x="5719758" y="1436824"/>
                  </a:lnTo>
                  <a:lnTo>
                    <a:pt x="5721011" y="1436824"/>
                  </a:lnTo>
                  <a:lnTo>
                    <a:pt x="5722264" y="1436824"/>
                  </a:lnTo>
                  <a:lnTo>
                    <a:pt x="5723518" y="1436824"/>
                  </a:lnTo>
                  <a:lnTo>
                    <a:pt x="5724771" y="1436824"/>
                  </a:lnTo>
                  <a:lnTo>
                    <a:pt x="5726024" y="1436824"/>
                  </a:lnTo>
                  <a:lnTo>
                    <a:pt x="5727277" y="1436824"/>
                  </a:lnTo>
                  <a:lnTo>
                    <a:pt x="5728530" y="1436824"/>
                  </a:lnTo>
                  <a:lnTo>
                    <a:pt x="5729784" y="1436824"/>
                  </a:lnTo>
                  <a:lnTo>
                    <a:pt x="5731037" y="1436824"/>
                  </a:lnTo>
                  <a:lnTo>
                    <a:pt x="5732290" y="1436824"/>
                  </a:lnTo>
                  <a:lnTo>
                    <a:pt x="5733543" y="1436824"/>
                  </a:lnTo>
                  <a:lnTo>
                    <a:pt x="5734797" y="1436824"/>
                  </a:lnTo>
                  <a:lnTo>
                    <a:pt x="5736050" y="1436824"/>
                  </a:lnTo>
                  <a:lnTo>
                    <a:pt x="5737303" y="1436824"/>
                  </a:lnTo>
                  <a:lnTo>
                    <a:pt x="5738556" y="1436824"/>
                  </a:lnTo>
                  <a:lnTo>
                    <a:pt x="5739809" y="1436824"/>
                  </a:lnTo>
                  <a:lnTo>
                    <a:pt x="5741063" y="1436824"/>
                  </a:lnTo>
                  <a:lnTo>
                    <a:pt x="5742316" y="1436824"/>
                  </a:lnTo>
                  <a:lnTo>
                    <a:pt x="5743569" y="1436824"/>
                  </a:lnTo>
                  <a:lnTo>
                    <a:pt x="5744822" y="1436824"/>
                  </a:lnTo>
                  <a:lnTo>
                    <a:pt x="5746076" y="1436824"/>
                  </a:lnTo>
                  <a:lnTo>
                    <a:pt x="5747329" y="1436824"/>
                  </a:lnTo>
                  <a:lnTo>
                    <a:pt x="5748582" y="1436824"/>
                  </a:lnTo>
                  <a:lnTo>
                    <a:pt x="5749835" y="1436824"/>
                  </a:lnTo>
                  <a:lnTo>
                    <a:pt x="5751088" y="1436824"/>
                  </a:lnTo>
                  <a:lnTo>
                    <a:pt x="5752342" y="1436824"/>
                  </a:lnTo>
                  <a:lnTo>
                    <a:pt x="5753595" y="1436824"/>
                  </a:lnTo>
                  <a:lnTo>
                    <a:pt x="5754848" y="1436824"/>
                  </a:lnTo>
                  <a:lnTo>
                    <a:pt x="5756101" y="1436824"/>
                  </a:lnTo>
                  <a:lnTo>
                    <a:pt x="5757354" y="1436824"/>
                  </a:lnTo>
                  <a:lnTo>
                    <a:pt x="5758608" y="1436824"/>
                  </a:lnTo>
                  <a:lnTo>
                    <a:pt x="5759861" y="1436824"/>
                  </a:lnTo>
                  <a:lnTo>
                    <a:pt x="5761114" y="1436824"/>
                  </a:lnTo>
                  <a:lnTo>
                    <a:pt x="5762367" y="1436824"/>
                  </a:lnTo>
                  <a:lnTo>
                    <a:pt x="5763621" y="1436824"/>
                  </a:lnTo>
                  <a:lnTo>
                    <a:pt x="5764874" y="1436824"/>
                  </a:lnTo>
                  <a:lnTo>
                    <a:pt x="5766127" y="1436824"/>
                  </a:lnTo>
                  <a:lnTo>
                    <a:pt x="5767380" y="1436824"/>
                  </a:lnTo>
                  <a:lnTo>
                    <a:pt x="5768633" y="1436824"/>
                  </a:lnTo>
                  <a:lnTo>
                    <a:pt x="5769887" y="1436824"/>
                  </a:lnTo>
                  <a:lnTo>
                    <a:pt x="5771140" y="1436824"/>
                  </a:lnTo>
                  <a:lnTo>
                    <a:pt x="5772393" y="1436824"/>
                  </a:lnTo>
                  <a:lnTo>
                    <a:pt x="5773646" y="1436824"/>
                  </a:lnTo>
                  <a:lnTo>
                    <a:pt x="5774900" y="1436824"/>
                  </a:lnTo>
                  <a:lnTo>
                    <a:pt x="5776153" y="1436824"/>
                  </a:lnTo>
                  <a:lnTo>
                    <a:pt x="5777406" y="1436824"/>
                  </a:lnTo>
                  <a:lnTo>
                    <a:pt x="5778659" y="1436824"/>
                  </a:lnTo>
                  <a:lnTo>
                    <a:pt x="5779912" y="1436824"/>
                  </a:lnTo>
                  <a:lnTo>
                    <a:pt x="5781166" y="1436824"/>
                  </a:lnTo>
                  <a:lnTo>
                    <a:pt x="5782419" y="1436824"/>
                  </a:lnTo>
                  <a:lnTo>
                    <a:pt x="5783672" y="1436824"/>
                  </a:lnTo>
                  <a:lnTo>
                    <a:pt x="5784925" y="1436824"/>
                  </a:lnTo>
                  <a:lnTo>
                    <a:pt x="5786178" y="1436824"/>
                  </a:lnTo>
                  <a:lnTo>
                    <a:pt x="5787432" y="1436824"/>
                  </a:lnTo>
                  <a:lnTo>
                    <a:pt x="5788685" y="1436824"/>
                  </a:lnTo>
                  <a:lnTo>
                    <a:pt x="5789938" y="1436824"/>
                  </a:lnTo>
                  <a:lnTo>
                    <a:pt x="5791191" y="1436824"/>
                  </a:lnTo>
                  <a:lnTo>
                    <a:pt x="5792445" y="1436824"/>
                  </a:lnTo>
                  <a:lnTo>
                    <a:pt x="5793698" y="1436824"/>
                  </a:lnTo>
                  <a:lnTo>
                    <a:pt x="5794951" y="1436824"/>
                  </a:lnTo>
                  <a:lnTo>
                    <a:pt x="5796204" y="1436824"/>
                  </a:lnTo>
                  <a:lnTo>
                    <a:pt x="5797457" y="1436824"/>
                  </a:lnTo>
                  <a:lnTo>
                    <a:pt x="5798711" y="1436824"/>
                  </a:lnTo>
                  <a:lnTo>
                    <a:pt x="5799964" y="1436824"/>
                  </a:lnTo>
                  <a:lnTo>
                    <a:pt x="5801217" y="1436824"/>
                  </a:lnTo>
                  <a:lnTo>
                    <a:pt x="5802470" y="1436824"/>
                  </a:lnTo>
                  <a:lnTo>
                    <a:pt x="5803724" y="1436824"/>
                  </a:lnTo>
                  <a:lnTo>
                    <a:pt x="5804977" y="1436824"/>
                  </a:lnTo>
                  <a:lnTo>
                    <a:pt x="5806230" y="1436824"/>
                  </a:lnTo>
                  <a:lnTo>
                    <a:pt x="5807483" y="1436824"/>
                  </a:lnTo>
                  <a:lnTo>
                    <a:pt x="5808736" y="1436824"/>
                  </a:lnTo>
                  <a:lnTo>
                    <a:pt x="5809990" y="1436824"/>
                  </a:lnTo>
                  <a:lnTo>
                    <a:pt x="5811243" y="1436824"/>
                  </a:lnTo>
                  <a:lnTo>
                    <a:pt x="5812496" y="1436824"/>
                  </a:lnTo>
                  <a:lnTo>
                    <a:pt x="5813749" y="1436824"/>
                  </a:lnTo>
                  <a:lnTo>
                    <a:pt x="5815002" y="1436824"/>
                  </a:lnTo>
                  <a:lnTo>
                    <a:pt x="5816256" y="1436824"/>
                  </a:lnTo>
                  <a:lnTo>
                    <a:pt x="5817509" y="1436824"/>
                  </a:lnTo>
                  <a:lnTo>
                    <a:pt x="5818762" y="1436824"/>
                  </a:lnTo>
                  <a:lnTo>
                    <a:pt x="5820015" y="1436824"/>
                  </a:lnTo>
                  <a:lnTo>
                    <a:pt x="5821269" y="1436824"/>
                  </a:lnTo>
                  <a:lnTo>
                    <a:pt x="5822522" y="1436824"/>
                  </a:lnTo>
                  <a:lnTo>
                    <a:pt x="5823775" y="1436824"/>
                  </a:lnTo>
                  <a:lnTo>
                    <a:pt x="5825028" y="1436824"/>
                  </a:lnTo>
                  <a:lnTo>
                    <a:pt x="5826281" y="1436824"/>
                  </a:lnTo>
                  <a:lnTo>
                    <a:pt x="5827535" y="1436824"/>
                  </a:lnTo>
                  <a:lnTo>
                    <a:pt x="5828788" y="1436824"/>
                  </a:lnTo>
                  <a:lnTo>
                    <a:pt x="5830041" y="1436824"/>
                  </a:lnTo>
                  <a:lnTo>
                    <a:pt x="5831294" y="1436824"/>
                  </a:lnTo>
                  <a:lnTo>
                    <a:pt x="5832548" y="1436824"/>
                  </a:lnTo>
                  <a:lnTo>
                    <a:pt x="5833801" y="1436824"/>
                  </a:lnTo>
                  <a:lnTo>
                    <a:pt x="5835054" y="1436824"/>
                  </a:lnTo>
                  <a:lnTo>
                    <a:pt x="5836307" y="1436824"/>
                  </a:lnTo>
                  <a:lnTo>
                    <a:pt x="5837560" y="1436824"/>
                  </a:lnTo>
                  <a:lnTo>
                    <a:pt x="5838814" y="1436824"/>
                  </a:lnTo>
                  <a:lnTo>
                    <a:pt x="5840067" y="1436824"/>
                  </a:lnTo>
                  <a:lnTo>
                    <a:pt x="5841320" y="1436824"/>
                  </a:lnTo>
                  <a:lnTo>
                    <a:pt x="5842573" y="1436824"/>
                  </a:lnTo>
                  <a:lnTo>
                    <a:pt x="5843826" y="1436824"/>
                  </a:lnTo>
                  <a:lnTo>
                    <a:pt x="5845080" y="1436824"/>
                  </a:lnTo>
                  <a:lnTo>
                    <a:pt x="5846333" y="1436824"/>
                  </a:lnTo>
                  <a:lnTo>
                    <a:pt x="5847586" y="1436824"/>
                  </a:lnTo>
                  <a:lnTo>
                    <a:pt x="5848839" y="1436824"/>
                  </a:lnTo>
                  <a:lnTo>
                    <a:pt x="5850093" y="1436824"/>
                  </a:lnTo>
                  <a:lnTo>
                    <a:pt x="5851346" y="1436824"/>
                  </a:lnTo>
                  <a:lnTo>
                    <a:pt x="5852599" y="1436824"/>
                  </a:lnTo>
                  <a:lnTo>
                    <a:pt x="5853852" y="1436824"/>
                  </a:lnTo>
                  <a:lnTo>
                    <a:pt x="5855105" y="1436824"/>
                  </a:lnTo>
                  <a:lnTo>
                    <a:pt x="5856359" y="1436824"/>
                  </a:lnTo>
                  <a:lnTo>
                    <a:pt x="5857612" y="1436824"/>
                  </a:lnTo>
                  <a:lnTo>
                    <a:pt x="5858865" y="1436824"/>
                  </a:lnTo>
                  <a:lnTo>
                    <a:pt x="5860118" y="1436824"/>
                  </a:lnTo>
                  <a:lnTo>
                    <a:pt x="5861371" y="1436824"/>
                  </a:lnTo>
                  <a:lnTo>
                    <a:pt x="5862625" y="1436824"/>
                  </a:lnTo>
                  <a:lnTo>
                    <a:pt x="5863878" y="1436824"/>
                  </a:lnTo>
                  <a:lnTo>
                    <a:pt x="5865131" y="1436824"/>
                  </a:lnTo>
                  <a:lnTo>
                    <a:pt x="5866384" y="1436824"/>
                  </a:lnTo>
                  <a:lnTo>
                    <a:pt x="5867638" y="1436824"/>
                  </a:lnTo>
                  <a:lnTo>
                    <a:pt x="5868891" y="1436824"/>
                  </a:lnTo>
                  <a:lnTo>
                    <a:pt x="5870144" y="1436824"/>
                  </a:lnTo>
                  <a:lnTo>
                    <a:pt x="5871397" y="1436824"/>
                  </a:lnTo>
                  <a:lnTo>
                    <a:pt x="5872650" y="1436824"/>
                  </a:lnTo>
                  <a:lnTo>
                    <a:pt x="5873904" y="1436824"/>
                  </a:lnTo>
                  <a:lnTo>
                    <a:pt x="5875157" y="1436824"/>
                  </a:lnTo>
                  <a:lnTo>
                    <a:pt x="5876410" y="1436824"/>
                  </a:lnTo>
                  <a:lnTo>
                    <a:pt x="5877663" y="1436824"/>
                  </a:lnTo>
                  <a:lnTo>
                    <a:pt x="5878917" y="1436824"/>
                  </a:lnTo>
                  <a:lnTo>
                    <a:pt x="5880170" y="1436824"/>
                  </a:lnTo>
                  <a:lnTo>
                    <a:pt x="5881423" y="1436824"/>
                  </a:lnTo>
                  <a:lnTo>
                    <a:pt x="5882676" y="1436824"/>
                  </a:lnTo>
                  <a:lnTo>
                    <a:pt x="5883929" y="1436824"/>
                  </a:lnTo>
                  <a:lnTo>
                    <a:pt x="5885183" y="1436824"/>
                  </a:lnTo>
                  <a:lnTo>
                    <a:pt x="5886436" y="1436824"/>
                  </a:lnTo>
                  <a:lnTo>
                    <a:pt x="5887689" y="1436824"/>
                  </a:lnTo>
                  <a:lnTo>
                    <a:pt x="5888942" y="1436824"/>
                  </a:lnTo>
                  <a:lnTo>
                    <a:pt x="5890195" y="1436824"/>
                  </a:lnTo>
                  <a:lnTo>
                    <a:pt x="5891449" y="1436824"/>
                  </a:lnTo>
                  <a:lnTo>
                    <a:pt x="5892702" y="1436824"/>
                  </a:lnTo>
                  <a:lnTo>
                    <a:pt x="5893955" y="1436824"/>
                  </a:lnTo>
                  <a:lnTo>
                    <a:pt x="5895208" y="1436824"/>
                  </a:lnTo>
                  <a:lnTo>
                    <a:pt x="5896462" y="1436824"/>
                  </a:lnTo>
                  <a:lnTo>
                    <a:pt x="5897715" y="1436824"/>
                  </a:lnTo>
                  <a:lnTo>
                    <a:pt x="5898968" y="1436824"/>
                  </a:lnTo>
                  <a:lnTo>
                    <a:pt x="5900221" y="1436824"/>
                  </a:lnTo>
                  <a:lnTo>
                    <a:pt x="5901474" y="1436824"/>
                  </a:lnTo>
                  <a:lnTo>
                    <a:pt x="5902728" y="1436824"/>
                  </a:lnTo>
                  <a:lnTo>
                    <a:pt x="5903981" y="1436824"/>
                  </a:lnTo>
                  <a:lnTo>
                    <a:pt x="5905234" y="1436824"/>
                  </a:lnTo>
                  <a:lnTo>
                    <a:pt x="5906487" y="1436824"/>
                  </a:lnTo>
                  <a:lnTo>
                    <a:pt x="5907741" y="1436824"/>
                  </a:lnTo>
                  <a:lnTo>
                    <a:pt x="5908994" y="1436824"/>
                  </a:lnTo>
                  <a:lnTo>
                    <a:pt x="5910247" y="1436824"/>
                  </a:lnTo>
                  <a:lnTo>
                    <a:pt x="5911500" y="1436824"/>
                  </a:lnTo>
                  <a:lnTo>
                    <a:pt x="5912753" y="1436824"/>
                  </a:lnTo>
                  <a:lnTo>
                    <a:pt x="5914007" y="1436824"/>
                  </a:lnTo>
                  <a:lnTo>
                    <a:pt x="5915260" y="1436824"/>
                  </a:lnTo>
                  <a:lnTo>
                    <a:pt x="5916513" y="1436824"/>
                  </a:lnTo>
                  <a:lnTo>
                    <a:pt x="5917766" y="1436824"/>
                  </a:lnTo>
                  <a:lnTo>
                    <a:pt x="5919019" y="1436824"/>
                  </a:lnTo>
                  <a:lnTo>
                    <a:pt x="5920273" y="1436824"/>
                  </a:lnTo>
                  <a:lnTo>
                    <a:pt x="5921526" y="1436824"/>
                  </a:lnTo>
                  <a:lnTo>
                    <a:pt x="5922779" y="1436824"/>
                  </a:lnTo>
                  <a:lnTo>
                    <a:pt x="5924032" y="1436824"/>
                  </a:lnTo>
                  <a:lnTo>
                    <a:pt x="5925286" y="1436824"/>
                  </a:lnTo>
                  <a:lnTo>
                    <a:pt x="5926539" y="1436824"/>
                  </a:lnTo>
                  <a:lnTo>
                    <a:pt x="5927792" y="1436824"/>
                  </a:lnTo>
                  <a:lnTo>
                    <a:pt x="5929045" y="1436824"/>
                  </a:lnTo>
                  <a:lnTo>
                    <a:pt x="5930298" y="1436824"/>
                  </a:lnTo>
                  <a:lnTo>
                    <a:pt x="5931552" y="1436824"/>
                  </a:lnTo>
                  <a:lnTo>
                    <a:pt x="5932805" y="1436824"/>
                  </a:lnTo>
                  <a:lnTo>
                    <a:pt x="5934058" y="1436824"/>
                  </a:lnTo>
                  <a:lnTo>
                    <a:pt x="5935311" y="1436824"/>
                  </a:lnTo>
                  <a:lnTo>
                    <a:pt x="5936565" y="1436824"/>
                  </a:lnTo>
                  <a:lnTo>
                    <a:pt x="5937818" y="1436824"/>
                  </a:lnTo>
                  <a:lnTo>
                    <a:pt x="5939071" y="1436824"/>
                  </a:lnTo>
                  <a:lnTo>
                    <a:pt x="5940324" y="1436824"/>
                  </a:lnTo>
                  <a:lnTo>
                    <a:pt x="5941577" y="1436824"/>
                  </a:lnTo>
                  <a:lnTo>
                    <a:pt x="5942831" y="1436824"/>
                  </a:lnTo>
                  <a:lnTo>
                    <a:pt x="5944084" y="1436824"/>
                  </a:lnTo>
                  <a:lnTo>
                    <a:pt x="5945337" y="1436824"/>
                  </a:lnTo>
                  <a:lnTo>
                    <a:pt x="5946590" y="1436824"/>
                  </a:lnTo>
                  <a:lnTo>
                    <a:pt x="5947843" y="1436824"/>
                  </a:lnTo>
                  <a:lnTo>
                    <a:pt x="5949097" y="1436824"/>
                  </a:lnTo>
                  <a:lnTo>
                    <a:pt x="5950350" y="1436824"/>
                  </a:lnTo>
                  <a:lnTo>
                    <a:pt x="5951603" y="1436824"/>
                  </a:lnTo>
                  <a:lnTo>
                    <a:pt x="5952856" y="1436824"/>
                  </a:lnTo>
                  <a:lnTo>
                    <a:pt x="5954110" y="1436824"/>
                  </a:lnTo>
                  <a:lnTo>
                    <a:pt x="5955363" y="1436824"/>
                  </a:lnTo>
                  <a:lnTo>
                    <a:pt x="5956616" y="1436824"/>
                  </a:lnTo>
                  <a:lnTo>
                    <a:pt x="5957869" y="1436824"/>
                  </a:lnTo>
                  <a:lnTo>
                    <a:pt x="5959122" y="1436824"/>
                  </a:lnTo>
                  <a:lnTo>
                    <a:pt x="5960376" y="1436824"/>
                  </a:lnTo>
                  <a:lnTo>
                    <a:pt x="5961629" y="1436824"/>
                  </a:lnTo>
                  <a:lnTo>
                    <a:pt x="5962882" y="1436824"/>
                  </a:lnTo>
                  <a:lnTo>
                    <a:pt x="5964135" y="1436824"/>
                  </a:lnTo>
                  <a:lnTo>
                    <a:pt x="5965389" y="1436824"/>
                  </a:lnTo>
                  <a:lnTo>
                    <a:pt x="5966642" y="1436824"/>
                  </a:lnTo>
                  <a:lnTo>
                    <a:pt x="5967895" y="1436824"/>
                  </a:lnTo>
                  <a:lnTo>
                    <a:pt x="5969148" y="1436824"/>
                  </a:lnTo>
                  <a:lnTo>
                    <a:pt x="5970401" y="1436824"/>
                  </a:lnTo>
                  <a:lnTo>
                    <a:pt x="5971655" y="1436824"/>
                  </a:lnTo>
                  <a:lnTo>
                    <a:pt x="5972908" y="1436824"/>
                  </a:lnTo>
                  <a:lnTo>
                    <a:pt x="5974161" y="1436824"/>
                  </a:lnTo>
                  <a:lnTo>
                    <a:pt x="5975414" y="1436824"/>
                  </a:lnTo>
                  <a:lnTo>
                    <a:pt x="5976667" y="1436824"/>
                  </a:lnTo>
                  <a:lnTo>
                    <a:pt x="5977921" y="1436824"/>
                  </a:lnTo>
                  <a:lnTo>
                    <a:pt x="5979174" y="1436824"/>
                  </a:lnTo>
                  <a:lnTo>
                    <a:pt x="5980427" y="1436824"/>
                  </a:lnTo>
                  <a:lnTo>
                    <a:pt x="5981680" y="1436824"/>
                  </a:lnTo>
                  <a:lnTo>
                    <a:pt x="5982934" y="1436824"/>
                  </a:lnTo>
                  <a:lnTo>
                    <a:pt x="5984187" y="1436824"/>
                  </a:lnTo>
                  <a:lnTo>
                    <a:pt x="5985440" y="1436824"/>
                  </a:lnTo>
                  <a:lnTo>
                    <a:pt x="5986693" y="1436824"/>
                  </a:lnTo>
                  <a:lnTo>
                    <a:pt x="5987946" y="1436824"/>
                  </a:lnTo>
                  <a:lnTo>
                    <a:pt x="5989200" y="1436824"/>
                  </a:lnTo>
                  <a:lnTo>
                    <a:pt x="5990453" y="1436824"/>
                  </a:lnTo>
                  <a:lnTo>
                    <a:pt x="5991706" y="1436824"/>
                  </a:lnTo>
                  <a:lnTo>
                    <a:pt x="5992959" y="1436824"/>
                  </a:lnTo>
                  <a:lnTo>
                    <a:pt x="5994213" y="1436824"/>
                  </a:lnTo>
                  <a:lnTo>
                    <a:pt x="5995466" y="1436824"/>
                  </a:lnTo>
                  <a:lnTo>
                    <a:pt x="5996719" y="1436824"/>
                  </a:lnTo>
                  <a:lnTo>
                    <a:pt x="5997972" y="1436824"/>
                  </a:lnTo>
                  <a:lnTo>
                    <a:pt x="5999225" y="1436824"/>
                  </a:lnTo>
                  <a:lnTo>
                    <a:pt x="6000479" y="1436824"/>
                  </a:lnTo>
                  <a:lnTo>
                    <a:pt x="6001732" y="1436824"/>
                  </a:lnTo>
                  <a:lnTo>
                    <a:pt x="6002985" y="1436824"/>
                  </a:lnTo>
                  <a:lnTo>
                    <a:pt x="6004238" y="1436824"/>
                  </a:lnTo>
                  <a:lnTo>
                    <a:pt x="6005491" y="1436824"/>
                  </a:lnTo>
                  <a:lnTo>
                    <a:pt x="6006745" y="1436824"/>
                  </a:lnTo>
                  <a:lnTo>
                    <a:pt x="6007998" y="1436824"/>
                  </a:lnTo>
                  <a:lnTo>
                    <a:pt x="6009251" y="1436824"/>
                  </a:lnTo>
                  <a:lnTo>
                    <a:pt x="6010504" y="1436824"/>
                  </a:lnTo>
                  <a:lnTo>
                    <a:pt x="6011758" y="1436824"/>
                  </a:lnTo>
                  <a:lnTo>
                    <a:pt x="6013011" y="1436824"/>
                  </a:lnTo>
                  <a:lnTo>
                    <a:pt x="6014264" y="1436824"/>
                  </a:lnTo>
                  <a:lnTo>
                    <a:pt x="6015517" y="1436824"/>
                  </a:lnTo>
                  <a:lnTo>
                    <a:pt x="6016770" y="1436824"/>
                  </a:lnTo>
                  <a:lnTo>
                    <a:pt x="6018024" y="1436824"/>
                  </a:lnTo>
                  <a:lnTo>
                    <a:pt x="6019277" y="1436824"/>
                  </a:lnTo>
                  <a:lnTo>
                    <a:pt x="6020530" y="1436824"/>
                  </a:lnTo>
                  <a:lnTo>
                    <a:pt x="6021783" y="1436824"/>
                  </a:lnTo>
                  <a:lnTo>
                    <a:pt x="6023036" y="1436824"/>
                  </a:lnTo>
                  <a:lnTo>
                    <a:pt x="6024290" y="1436824"/>
                  </a:lnTo>
                  <a:lnTo>
                    <a:pt x="6025543" y="1436824"/>
                  </a:lnTo>
                  <a:lnTo>
                    <a:pt x="6026796" y="1436824"/>
                  </a:lnTo>
                  <a:lnTo>
                    <a:pt x="6028049" y="1436824"/>
                  </a:lnTo>
                  <a:lnTo>
                    <a:pt x="6029303" y="1436824"/>
                  </a:lnTo>
                  <a:lnTo>
                    <a:pt x="6030556" y="1436824"/>
                  </a:lnTo>
                  <a:lnTo>
                    <a:pt x="6031809" y="1436824"/>
                  </a:lnTo>
                  <a:lnTo>
                    <a:pt x="6033062" y="1436824"/>
                  </a:lnTo>
                  <a:lnTo>
                    <a:pt x="6034315" y="1436824"/>
                  </a:lnTo>
                  <a:lnTo>
                    <a:pt x="6035569" y="1436824"/>
                  </a:lnTo>
                  <a:lnTo>
                    <a:pt x="6036822" y="1436824"/>
                  </a:lnTo>
                  <a:lnTo>
                    <a:pt x="6038075" y="1436824"/>
                  </a:lnTo>
                  <a:lnTo>
                    <a:pt x="6039328" y="1436824"/>
                  </a:lnTo>
                  <a:lnTo>
                    <a:pt x="6040582" y="1436824"/>
                  </a:lnTo>
                  <a:lnTo>
                    <a:pt x="6041835" y="1436824"/>
                  </a:lnTo>
                  <a:lnTo>
                    <a:pt x="6043088" y="1436824"/>
                  </a:lnTo>
                  <a:lnTo>
                    <a:pt x="6044341" y="1436824"/>
                  </a:lnTo>
                  <a:lnTo>
                    <a:pt x="6045594" y="1436824"/>
                  </a:lnTo>
                  <a:lnTo>
                    <a:pt x="6046848" y="1436824"/>
                  </a:lnTo>
                  <a:lnTo>
                    <a:pt x="6048101" y="1436824"/>
                  </a:lnTo>
                  <a:lnTo>
                    <a:pt x="6049354" y="1436824"/>
                  </a:lnTo>
                  <a:lnTo>
                    <a:pt x="6050607" y="1436824"/>
                  </a:lnTo>
                  <a:lnTo>
                    <a:pt x="6051860" y="1436824"/>
                  </a:lnTo>
                  <a:lnTo>
                    <a:pt x="6053114" y="1436824"/>
                  </a:lnTo>
                  <a:lnTo>
                    <a:pt x="6054367" y="1436824"/>
                  </a:lnTo>
                  <a:lnTo>
                    <a:pt x="6055620" y="1436824"/>
                  </a:lnTo>
                  <a:lnTo>
                    <a:pt x="6056873" y="1436824"/>
                  </a:lnTo>
                  <a:lnTo>
                    <a:pt x="6058127" y="1436824"/>
                  </a:lnTo>
                  <a:lnTo>
                    <a:pt x="6059380" y="1436824"/>
                  </a:lnTo>
                  <a:lnTo>
                    <a:pt x="6060633" y="1436824"/>
                  </a:lnTo>
                  <a:lnTo>
                    <a:pt x="6061886" y="1436824"/>
                  </a:lnTo>
                  <a:lnTo>
                    <a:pt x="6063139" y="1436824"/>
                  </a:lnTo>
                  <a:lnTo>
                    <a:pt x="6064393" y="1436824"/>
                  </a:lnTo>
                  <a:lnTo>
                    <a:pt x="6065646" y="1436824"/>
                  </a:lnTo>
                  <a:lnTo>
                    <a:pt x="6066899" y="1436824"/>
                  </a:lnTo>
                  <a:lnTo>
                    <a:pt x="6068152" y="1436824"/>
                  </a:lnTo>
                  <a:lnTo>
                    <a:pt x="6069406" y="1436824"/>
                  </a:lnTo>
                  <a:lnTo>
                    <a:pt x="6070659" y="1436824"/>
                  </a:lnTo>
                  <a:lnTo>
                    <a:pt x="6071912" y="1436824"/>
                  </a:lnTo>
                  <a:lnTo>
                    <a:pt x="6073165" y="1436824"/>
                  </a:lnTo>
                  <a:lnTo>
                    <a:pt x="6074418" y="1436824"/>
                  </a:lnTo>
                  <a:lnTo>
                    <a:pt x="6075672" y="1436824"/>
                  </a:lnTo>
                  <a:lnTo>
                    <a:pt x="6076925" y="1436824"/>
                  </a:lnTo>
                  <a:lnTo>
                    <a:pt x="6078178" y="1436824"/>
                  </a:lnTo>
                  <a:lnTo>
                    <a:pt x="6079431" y="1436824"/>
                  </a:lnTo>
                  <a:lnTo>
                    <a:pt x="6080684" y="1436824"/>
                  </a:lnTo>
                  <a:lnTo>
                    <a:pt x="6081938" y="1436824"/>
                  </a:lnTo>
                  <a:lnTo>
                    <a:pt x="6083191" y="1436824"/>
                  </a:lnTo>
                  <a:lnTo>
                    <a:pt x="6084444" y="1436824"/>
                  </a:lnTo>
                  <a:lnTo>
                    <a:pt x="6085697" y="1436824"/>
                  </a:lnTo>
                  <a:lnTo>
                    <a:pt x="6086951" y="1436824"/>
                  </a:lnTo>
                  <a:lnTo>
                    <a:pt x="6088204" y="1436824"/>
                  </a:lnTo>
                  <a:lnTo>
                    <a:pt x="6089457" y="1436824"/>
                  </a:lnTo>
                  <a:lnTo>
                    <a:pt x="6090710" y="1436824"/>
                  </a:lnTo>
                  <a:lnTo>
                    <a:pt x="6091963" y="1436824"/>
                  </a:lnTo>
                  <a:lnTo>
                    <a:pt x="6093217" y="1436824"/>
                  </a:lnTo>
                  <a:lnTo>
                    <a:pt x="6094470" y="1436824"/>
                  </a:lnTo>
                  <a:lnTo>
                    <a:pt x="6095723" y="1436824"/>
                  </a:lnTo>
                  <a:lnTo>
                    <a:pt x="6096976" y="1436824"/>
                  </a:lnTo>
                  <a:lnTo>
                    <a:pt x="6098230" y="1436824"/>
                  </a:lnTo>
                  <a:lnTo>
                    <a:pt x="6099483" y="1436824"/>
                  </a:lnTo>
                  <a:lnTo>
                    <a:pt x="6100736" y="1436824"/>
                  </a:lnTo>
                  <a:lnTo>
                    <a:pt x="6101989" y="1436824"/>
                  </a:lnTo>
                  <a:lnTo>
                    <a:pt x="6103242" y="1436824"/>
                  </a:lnTo>
                  <a:lnTo>
                    <a:pt x="6104496" y="1436824"/>
                  </a:lnTo>
                  <a:lnTo>
                    <a:pt x="6105749" y="1436824"/>
                  </a:lnTo>
                  <a:lnTo>
                    <a:pt x="6107002" y="1436824"/>
                  </a:lnTo>
                  <a:lnTo>
                    <a:pt x="6108255" y="1436824"/>
                  </a:lnTo>
                  <a:lnTo>
                    <a:pt x="6109508" y="1436824"/>
                  </a:lnTo>
                  <a:lnTo>
                    <a:pt x="6110762" y="1436824"/>
                  </a:lnTo>
                  <a:lnTo>
                    <a:pt x="6112015" y="1436824"/>
                  </a:lnTo>
                  <a:lnTo>
                    <a:pt x="6113268" y="1436824"/>
                  </a:lnTo>
                  <a:lnTo>
                    <a:pt x="6114521" y="1436824"/>
                  </a:lnTo>
                  <a:lnTo>
                    <a:pt x="6115775" y="1436824"/>
                  </a:lnTo>
                  <a:lnTo>
                    <a:pt x="6117028" y="1436824"/>
                  </a:lnTo>
                  <a:lnTo>
                    <a:pt x="6118281" y="1436824"/>
                  </a:lnTo>
                  <a:lnTo>
                    <a:pt x="6119534" y="1436824"/>
                  </a:lnTo>
                  <a:lnTo>
                    <a:pt x="6120787" y="1436824"/>
                  </a:lnTo>
                  <a:lnTo>
                    <a:pt x="6122041" y="1436824"/>
                  </a:lnTo>
                  <a:lnTo>
                    <a:pt x="6123294" y="1436824"/>
                  </a:lnTo>
                  <a:lnTo>
                    <a:pt x="6124547" y="1436824"/>
                  </a:lnTo>
                  <a:lnTo>
                    <a:pt x="6125800" y="1436824"/>
                  </a:lnTo>
                  <a:lnTo>
                    <a:pt x="6127054" y="1436824"/>
                  </a:lnTo>
                  <a:lnTo>
                    <a:pt x="6128307" y="1436824"/>
                  </a:lnTo>
                  <a:lnTo>
                    <a:pt x="6129560" y="1436824"/>
                  </a:lnTo>
                  <a:lnTo>
                    <a:pt x="6130813" y="1436824"/>
                  </a:lnTo>
                  <a:lnTo>
                    <a:pt x="6132066" y="1436824"/>
                  </a:lnTo>
                  <a:lnTo>
                    <a:pt x="6133320" y="1436824"/>
                  </a:lnTo>
                  <a:lnTo>
                    <a:pt x="6134573" y="1436824"/>
                  </a:lnTo>
                  <a:lnTo>
                    <a:pt x="6135826" y="1436824"/>
                  </a:lnTo>
                  <a:lnTo>
                    <a:pt x="6137079" y="1436824"/>
                  </a:lnTo>
                  <a:lnTo>
                    <a:pt x="6138332" y="1436824"/>
                  </a:lnTo>
                  <a:lnTo>
                    <a:pt x="6139586" y="1436824"/>
                  </a:lnTo>
                  <a:lnTo>
                    <a:pt x="6140839" y="1436824"/>
                  </a:lnTo>
                  <a:lnTo>
                    <a:pt x="6142092" y="1436824"/>
                  </a:lnTo>
                  <a:lnTo>
                    <a:pt x="6143345" y="1436824"/>
                  </a:lnTo>
                  <a:lnTo>
                    <a:pt x="6144599" y="1436824"/>
                  </a:lnTo>
                  <a:lnTo>
                    <a:pt x="6145852" y="1436824"/>
                  </a:lnTo>
                  <a:lnTo>
                    <a:pt x="6147105" y="1436824"/>
                  </a:lnTo>
                  <a:lnTo>
                    <a:pt x="6148358" y="1436824"/>
                  </a:lnTo>
                  <a:lnTo>
                    <a:pt x="6149611" y="1436824"/>
                  </a:lnTo>
                  <a:lnTo>
                    <a:pt x="6150865" y="1436824"/>
                  </a:lnTo>
                  <a:lnTo>
                    <a:pt x="6152118" y="1436824"/>
                  </a:lnTo>
                  <a:lnTo>
                    <a:pt x="6153371" y="1436824"/>
                  </a:lnTo>
                  <a:lnTo>
                    <a:pt x="6154624" y="1436824"/>
                  </a:lnTo>
                  <a:lnTo>
                    <a:pt x="6155878" y="1436824"/>
                  </a:lnTo>
                  <a:lnTo>
                    <a:pt x="6157131" y="1436824"/>
                  </a:lnTo>
                  <a:lnTo>
                    <a:pt x="6158384" y="1436824"/>
                  </a:lnTo>
                  <a:lnTo>
                    <a:pt x="6159637" y="1436824"/>
                  </a:lnTo>
                  <a:lnTo>
                    <a:pt x="6160890" y="1436824"/>
                  </a:lnTo>
                  <a:lnTo>
                    <a:pt x="6162144" y="1436824"/>
                  </a:lnTo>
                  <a:lnTo>
                    <a:pt x="6163397" y="1436824"/>
                  </a:lnTo>
                  <a:lnTo>
                    <a:pt x="6164650" y="1436824"/>
                  </a:lnTo>
                  <a:lnTo>
                    <a:pt x="6165903" y="1436824"/>
                  </a:lnTo>
                  <a:lnTo>
                    <a:pt x="6167156" y="1436824"/>
                  </a:lnTo>
                  <a:lnTo>
                    <a:pt x="6168410" y="1436824"/>
                  </a:lnTo>
                  <a:lnTo>
                    <a:pt x="6169663" y="1436824"/>
                  </a:lnTo>
                  <a:lnTo>
                    <a:pt x="6170916" y="1436824"/>
                  </a:lnTo>
                  <a:lnTo>
                    <a:pt x="6172169" y="1436824"/>
                  </a:lnTo>
                  <a:lnTo>
                    <a:pt x="6173423" y="1436824"/>
                  </a:lnTo>
                  <a:lnTo>
                    <a:pt x="6174676" y="1436824"/>
                  </a:lnTo>
                  <a:lnTo>
                    <a:pt x="6175929" y="1436824"/>
                  </a:lnTo>
                  <a:lnTo>
                    <a:pt x="6177182" y="1436824"/>
                  </a:lnTo>
                  <a:lnTo>
                    <a:pt x="6178435" y="1436824"/>
                  </a:lnTo>
                  <a:lnTo>
                    <a:pt x="6179689" y="1436824"/>
                  </a:lnTo>
                  <a:lnTo>
                    <a:pt x="6180942" y="1436824"/>
                  </a:lnTo>
                  <a:lnTo>
                    <a:pt x="6182195" y="1436824"/>
                  </a:lnTo>
                  <a:lnTo>
                    <a:pt x="6183448" y="1436824"/>
                  </a:lnTo>
                  <a:lnTo>
                    <a:pt x="6184701" y="1436824"/>
                  </a:lnTo>
                  <a:lnTo>
                    <a:pt x="6185955" y="1436824"/>
                  </a:lnTo>
                  <a:lnTo>
                    <a:pt x="6187208" y="1436824"/>
                  </a:lnTo>
                  <a:lnTo>
                    <a:pt x="6188461" y="1436824"/>
                  </a:lnTo>
                  <a:lnTo>
                    <a:pt x="6189714" y="1436824"/>
                  </a:lnTo>
                  <a:lnTo>
                    <a:pt x="6190968" y="1436824"/>
                  </a:lnTo>
                  <a:lnTo>
                    <a:pt x="6192221" y="1436824"/>
                  </a:lnTo>
                  <a:lnTo>
                    <a:pt x="6193474" y="1436824"/>
                  </a:lnTo>
                  <a:lnTo>
                    <a:pt x="6194727" y="1436824"/>
                  </a:lnTo>
                  <a:lnTo>
                    <a:pt x="6195980" y="1436824"/>
                  </a:lnTo>
                  <a:lnTo>
                    <a:pt x="6197234" y="1436824"/>
                  </a:lnTo>
                  <a:lnTo>
                    <a:pt x="6198487" y="1436824"/>
                  </a:lnTo>
                  <a:lnTo>
                    <a:pt x="6199740" y="1436824"/>
                  </a:lnTo>
                  <a:lnTo>
                    <a:pt x="6200993" y="1436824"/>
                  </a:lnTo>
                  <a:lnTo>
                    <a:pt x="6202247" y="1436824"/>
                  </a:lnTo>
                  <a:lnTo>
                    <a:pt x="6203500" y="1436824"/>
                  </a:lnTo>
                  <a:lnTo>
                    <a:pt x="6204753" y="1436824"/>
                  </a:lnTo>
                  <a:lnTo>
                    <a:pt x="6204807" y="1551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188720" y="2143436"/>
              <a:ext cx="0" cy="1596268"/>
            </a:xfrm>
            <a:custGeom>
              <a:avLst/>
              <a:pathLst>
                <a:path w="0" h="1596268">
                  <a:moveTo>
                    <a:pt x="0" y="159626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97280" y="37397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97280" y="347366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97280" y="320761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97280" y="294157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97280" y="267552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97280" y="24094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97280" y="214343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 rot="-5400000">
              <a:off x="790447" y="368207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5" name="tx14"/>
            <p:cNvSpPr/>
            <p:nvPr/>
          </p:nvSpPr>
          <p:spPr>
            <a:xfrm rot="-5400000">
              <a:off x="790447" y="314998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16" name="tx15"/>
            <p:cNvSpPr/>
            <p:nvPr/>
          </p:nvSpPr>
          <p:spPr>
            <a:xfrm rot="-5400000">
              <a:off x="790447" y="261789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17" name="tx16"/>
            <p:cNvSpPr/>
            <p:nvPr/>
          </p:nvSpPr>
          <p:spPr>
            <a:xfrm rot="-5400000">
              <a:off x="790447" y="208580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8.0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21" name="pg20"/>
            <p:cNvSpPr/>
            <p:nvPr/>
          </p:nvSpPr>
          <p:spPr>
            <a:xfrm>
              <a:off x="1468582" y="2311227"/>
              <a:ext cx="6204807" cy="1551954"/>
            </a:xfrm>
            <a:custGeom>
              <a:avLst/>
              <a:pathLst>
                <a:path w="6204807" h="1551954">
                  <a:moveTo>
                    <a:pt x="0" y="1551954"/>
                  </a:moveTo>
                  <a:lnTo>
                    <a:pt x="75" y="1388527"/>
                  </a:lnTo>
                  <a:lnTo>
                    <a:pt x="1329" y="1392811"/>
                  </a:lnTo>
                  <a:lnTo>
                    <a:pt x="2582" y="1396952"/>
                  </a:lnTo>
                  <a:lnTo>
                    <a:pt x="3835" y="1400956"/>
                  </a:lnTo>
                  <a:lnTo>
                    <a:pt x="5088" y="1404836"/>
                  </a:lnTo>
                  <a:lnTo>
                    <a:pt x="6341" y="1408598"/>
                  </a:lnTo>
                  <a:lnTo>
                    <a:pt x="7595" y="1412244"/>
                  </a:lnTo>
                  <a:lnTo>
                    <a:pt x="8848" y="1415767"/>
                  </a:lnTo>
                  <a:lnTo>
                    <a:pt x="10101" y="1419159"/>
                  </a:lnTo>
                  <a:lnTo>
                    <a:pt x="11354" y="1422419"/>
                  </a:lnTo>
                  <a:lnTo>
                    <a:pt x="12608" y="1425573"/>
                  </a:lnTo>
                  <a:lnTo>
                    <a:pt x="13861" y="1428644"/>
                  </a:lnTo>
                  <a:lnTo>
                    <a:pt x="15114" y="1431590"/>
                  </a:lnTo>
                  <a:lnTo>
                    <a:pt x="16367" y="1434405"/>
                  </a:lnTo>
                  <a:lnTo>
                    <a:pt x="17620" y="1437083"/>
                  </a:lnTo>
                  <a:lnTo>
                    <a:pt x="18874" y="1439610"/>
                  </a:lnTo>
                  <a:lnTo>
                    <a:pt x="20127" y="1441987"/>
                  </a:lnTo>
                  <a:lnTo>
                    <a:pt x="21380" y="1444246"/>
                  </a:lnTo>
                  <a:lnTo>
                    <a:pt x="22633" y="1446386"/>
                  </a:lnTo>
                  <a:lnTo>
                    <a:pt x="23886" y="1448358"/>
                  </a:lnTo>
                  <a:lnTo>
                    <a:pt x="25140" y="1450152"/>
                  </a:lnTo>
                  <a:lnTo>
                    <a:pt x="26393" y="1451770"/>
                  </a:lnTo>
                  <a:lnTo>
                    <a:pt x="27646" y="1453231"/>
                  </a:lnTo>
                  <a:lnTo>
                    <a:pt x="28899" y="1454539"/>
                  </a:lnTo>
                  <a:lnTo>
                    <a:pt x="30153" y="1455720"/>
                  </a:lnTo>
                  <a:lnTo>
                    <a:pt x="31406" y="1456773"/>
                  </a:lnTo>
                  <a:lnTo>
                    <a:pt x="32659" y="1457677"/>
                  </a:lnTo>
                  <a:lnTo>
                    <a:pt x="33912" y="1458462"/>
                  </a:lnTo>
                  <a:lnTo>
                    <a:pt x="35165" y="1459139"/>
                  </a:lnTo>
                  <a:lnTo>
                    <a:pt x="36419" y="1459708"/>
                  </a:lnTo>
                  <a:lnTo>
                    <a:pt x="37672" y="1460172"/>
                  </a:lnTo>
                  <a:lnTo>
                    <a:pt x="38925" y="1460531"/>
                  </a:lnTo>
                  <a:lnTo>
                    <a:pt x="40178" y="1460783"/>
                  </a:lnTo>
                  <a:lnTo>
                    <a:pt x="41432" y="1460923"/>
                  </a:lnTo>
                  <a:lnTo>
                    <a:pt x="42685" y="1461008"/>
                  </a:lnTo>
                  <a:lnTo>
                    <a:pt x="43938" y="1461054"/>
                  </a:lnTo>
                  <a:lnTo>
                    <a:pt x="45191" y="1461061"/>
                  </a:lnTo>
                  <a:lnTo>
                    <a:pt x="46444" y="1461025"/>
                  </a:lnTo>
                  <a:lnTo>
                    <a:pt x="47698" y="1460945"/>
                  </a:lnTo>
                  <a:lnTo>
                    <a:pt x="48951" y="1460823"/>
                  </a:lnTo>
                  <a:lnTo>
                    <a:pt x="50204" y="1460654"/>
                  </a:lnTo>
                  <a:lnTo>
                    <a:pt x="51457" y="1460485"/>
                  </a:lnTo>
                  <a:lnTo>
                    <a:pt x="52710" y="1460315"/>
                  </a:lnTo>
                  <a:lnTo>
                    <a:pt x="53964" y="1460143"/>
                  </a:lnTo>
                  <a:lnTo>
                    <a:pt x="55217" y="1459963"/>
                  </a:lnTo>
                  <a:lnTo>
                    <a:pt x="56470" y="1459775"/>
                  </a:lnTo>
                  <a:lnTo>
                    <a:pt x="57723" y="1459586"/>
                  </a:lnTo>
                  <a:lnTo>
                    <a:pt x="58977" y="1459400"/>
                  </a:lnTo>
                  <a:lnTo>
                    <a:pt x="60230" y="1459217"/>
                  </a:lnTo>
                  <a:lnTo>
                    <a:pt x="61483" y="1459036"/>
                  </a:lnTo>
                  <a:lnTo>
                    <a:pt x="62736" y="1458862"/>
                  </a:lnTo>
                  <a:lnTo>
                    <a:pt x="63989" y="1458690"/>
                  </a:lnTo>
                  <a:lnTo>
                    <a:pt x="65243" y="1458522"/>
                  </a:lnTo>
                  <a:lnTo>
                    <a:pt x="66496" y="1458358"/>
                  </a:lnTo>
                  <a:lnTo>
                    <a:pt x="67749" y="1458209"/>
                  </a:lnTo>
                  <a:lnTo>
                    <a:pt x="69002" y="1458075"/>
                  </a:lnTo>
                  <a:lnTo>
                    <a:pt x="70255" y="1457946"/>
                  </a:lnTo>
                  <a:lnTo>
                    <a:pt x="71509" y="1457824"/>
                  </a:lnTo>
                  <a:lnTo>
                    <a:pt x="72762" y="1457708"/>
                  </a:lnTo>
                  <a:lnTo>
                    <a:pt x="74015" y="1457600"/>
                  </a:lnTo>
                  <a:lnTo>
                    <a:pt x="75268" y="1457502"/>
                  </a:lnTo>
                  <a:lnTo>
                    <a:pt x="76522" y="1457408"/>
                  </a:lnTo>
                  <a:lnTo>
                    <a:pt x="77775" y="1457325"/>
                  </a:lnTo>
                  <a:lnTo>
                    <a:pt x="79028" y="1457248"/>
                  </a:lnTo>
                  <a:lnTo>
                    <a:pt x="80281" y="1457178"/>
                  </a:lnTo>
                  <a:lnTo>
                    <a:pt x="81534" y="1457111"/>
                  </a:lnTo>
                  <a:lnTo>
                    <a:pt x="82788" y="1457053"/>
                  </a:lnTo>
                  <a:lnTo>
                    <a:pt x="84041" y="1457003"/>
                  </a:lnTo>
                  <a:lnTo>
                    <a:pt x="85294" y="1456910"/>
                  </a:lnTo>
                  <a:lnTo>
                    <a:pt x="86547" y="1456775"/>
                  </a:lnTo>
                  <a:lnTo>
                    <a:pt x="87801" y="1456600"/>
                  </a:lnTo>
                  <a:lnTo>
                    <a:pt x="89054" y="1456385"/>
                  </a:lnTo>
                  <a:lnTo>
                    <a:pt x="90307" y="1456104"/>
                  </a:lnTo>
                  <a:lnTo>
                    <a:pt x="91560" y="1455734"/>
                  </a:lnTo>
                  <a:lnTo>
                    <a:pt x="92813" y="1455273"/>
                  </a:lnTo>
                  <a:lnTo>
                    <a:pt x="94067" y="1454720"/>
                  </a:lnTo>
                  <a:lnTo>
                    <a:pt x="95320" y="1454083"/>
                  </a:lnTo>
                  <a:lnTo>
                    <a:pt x="96573" y="1453356"/>
                  </a:lnTo>
                  <a:lnTo>
                    <a:pt x="97826" y="1452543"/>
                  </a:lnTo>
                  <a:lnTo>
                    <a:pt x="99079" y="1451644"/>
                  </a:lnTo>
                  <a:lnTo>
                    <a:pt x="100333" y="1450659"/>
                  </a:lnTo>
                  <a:lnTo>
                    <a:pt x="101586" y="1449585"/>
                  </a:lnTo>
                  <a:lnTo>
                    <a:pt x="102839" y="1448424"/>
                  </a:lnTo>
                  <a:lnTo>
                    <a:pt x="104092" y="1447218"/>
                  </a:lnTo>
                  <a:lnTo>
                    <a:pt x="105346" y="1445963"/>
                  </a:lnTo>
                  <a:lnTo>
                    <a:pt x="106599" y="1444658"/>
                  </a:lnTo>
                  <a:lnTo>
                    <a:pt x="107852" y="1443305"/>
                  </a:lnTo>
                  <a:lnTo>
                    <a:pt x="109105" y="1441927"/>
                  </a:lnTo>
                  <a:lnTo>
                    <a:pt x="110358" y="1440552"/>
                  </a:lnTo>
                  <a:lnTo>
                    <a:pt x="111612" y="1439177"/>
                  </a:lnTo>
                  <a:lnTo>
                    <a:pt x="112865" y="1437805"/>
                  </a:lnTo>
                  <a:lnTo>
                    <a:pt x="114118" y="1436433"/>
                  </a:lnTo>
                  <a:lnTo>
                    <a:pt x="115371" y="1435058"/>
                  </a:lnTo>
                  <a:lnTo>
                    <a:pt x="116625" y="1433683"/>
                  </a:lnTo>
                  <a:lnTo>
                    <a:pt x="117878" y="1432308"/>
                  </a:lnTo>
                  <a:lnTo>
                    <a:pt x="119131" y="1430933"/>
                  </a:lnTo>
                  <a:lnTo>
                    <a:pt x="120384" y="1429559"/>
                  </a:lnTo>
                  <a:lnTo>
                    <a:pt x="121637" y="1428162"/>
                  </a:lnTo>
                  <a:lnTo>
                    <a:pt x="122891" y="1426721"/>
                  </a:lnTo>
                  <a:lnTo>
                    <a:pt x="124144" y="1425233"/>
                  </a:lnTo>
                  <a:lnTo>
                    <a:pt x="125397" y="1423699"/>
                  </a:lnTo>
                  <a:lnTo>
                    <a:pt x="126650" y="1422124"/>
                  </a:lnTo>
                  <a:lnTo>
                    <a:pt x="127903" y="1420488"/>
                  </a:lnTo>
                  <a:lnTo>
                    <a:pt x="129157" y="1418782"/>
                  </a:lnTo>
                  <a:lnTo>
                    <a:pt x="130410" y="1417009"/>
                  </a:lnTo>
                  <a:lnTo>
                    <a:pt x="131663" y="1415161"/>
                  </a:lnTo>
                  <a:lnTo>
                    <a:pt x="132916" y="1413247"/>
                  </a:lnTo>
                  <a:lnTo>
                    <a:pt x="134170" y="1411279"/>
                  </a:lnTo>
                  <a:lnTo>
                    <a:pt x="135423" y="1409256"/>
                  </a:lnTo>
                  <a:lnTo>
                    <a:pt x="136676" y="1407176"/>
                  </a:lnTo>
                  <a:lnTo>
                    <a:pt x="137929" y="1405044"/>
                  </a:lnTo>
                  <a:lnTo>
                    <a:pt x="139182" y="1402868"/>
                  </a:lnTo>
                  <a:lnTo>
                    <a:pt x="140436" y="1400664"/>
                  </a:lnTo>
                  <a:lnTo>
                    <a:pt x="141689" y="1398468"/>
                  </a:lnTo>
                  <a:lnTo>
                    <a:pt x="142942" y="1396281"/>
                  </a:lnTo>
                  <a:lnTo>
                    <a:pt x="144195" y="1394104"/>
                  </a:lnTo>
                  <a:lnTo>
                    <a:pt x="145449" y="1391941"/>
                  </a:lnTo>
                  <a:lnTo>
                    <a:pt x="146702" y="1389821"/>
                  </a:lnTo>
                  <a:lnTo>
                    <a:pt x="147955" y="1387798"/>
                  </a:lnTo>
                  <a:lnTo>
                    <a:pt x="149208" y="1385928"/>
                  </a:lnTo>
                  <a:lnTo>
                    <a:pt x="150461" y="1384210"/>
                  </a:lnTo>
                  <a:lnTo>
                    <a:pt x="151715" y="1382643"/>
                  </a:lnTo>
                  <a:lnTo>
                    <a:pt x="152968" y="1381249"/>
                  </a:lnTo>
                  <a:lnTo>
                    <a:pt x="154221" y="1380083"/>
                  </a:lnTo>
                  <a:lnTo>
                    <a:pt x="155474" y="1379171"/>
                  </a:lnTo>
                  <a:lnTo>
                    <a:pt x="156727" y="1378505"/>
                  </a:lnTo>
                  <a:lnTo>
                    <a:pt x="157981" y="1378093"/>
                  </a:lnTo>
                  <a:lnTo>
                    <a:pt x="159234" y="1377928"/>
                  </a:lnTo>
                  <a:lnTo>
                    <a:pt x="160487" y="1378007"/>
                  </a:lnTo>
                  <a:lnTo>
                    <a:pt x="161740" y="1378338"/>
                  </a:lnTo>
                  <a:lnTo>
                    <a:pt x="162994" y="1378913"/>
                  </a:lnTo>
                  <a:lnTo>
                    <a:pt x="164247" y="1379733"/>
                  </a:lnTo>
                  <a:lnTo>
                    <a:pt x="165500" y="1380796"/>
                  </a:lnTo>
                  <a:lnTo>
                    <a:pt x="166753" y="1382063"/>
                  </a:lnTo>
                  <a:lnTo>
                    <a:pt x="168006" y="1383493"/>
                  </a:lnTo>
                  <a:lnTo>
                    <a:pt x="169260" y="1385076"/>
                  </a:lnTo>
                  <a:lnTo>
                    <a:pt x="170513" y="1386812"/>
                  </a:lnTo>
                  <a:lnTo>
                    <a:pt x="171766" y="1388679"/>
                  </a:lnTo>
                  <a:lnTo>
                    <a:pt x="173019" y="1390610"/>
                  </a:lnTo>
                  <a:lnTo>
                    <a:pt x="174273" y="1392588"/>
                  </a:lnTo>
                  <a:lnTo>
                    <a:pt x="175526" y="1394606"/>
                  </a:lnTo>
                  <a:lnTo>
                    <a:pt x="176779" y="1396657"/>
                  </a:lnTo>
                  <a:lnTo>
                    <a:pt x="178032" y="1398727"/>
                  </a:lnTo>
                  <a:lnTo>
                    <a:pt x="179285" y="1400811"/>
                  </a:lnTo>
                  <a:lnTo>
                    <a:pt x="180539" y="1402898"/>
                  </a:lnTo>
                  <a:lnTo>
                    <a:pt x="181792" y="1404989"/>
                  </a:lnTo>
                  <a:lnTo>
                    <a:pt x="183045" y="1407083"/>
                  </a:lnTo>
                  <a:lnTo>
                    <a:pt x="184298" y="1409198"/>
                  </a:lnTo>
                  <a:lnTo>
                    <a:pt x="185551" y="1411382"/>
                  </a:lnTo>
                  <a:lnTo>
                    <a:pt x="186805" y="1413659"/>
                  </a:lnTo>
                  <a:lnTo>
                    <a:pt x="188058" y="1416025"/>
                  </a:lnTo>
                  <a:lnTo>
                    <a:pt x="189311" y="1418473"/>
                  </a:lnTo>
                  <a:lnTo>
                    <a:pt x="190564" y="1421019"/>
                  </a:lnTo>
                  <a:lnTo>
                    <a:pt x="191818" y="1423693"/>
                  </a:lnTo>
                  <a:lnTo>
                    <a:pt x="193071" y="1426505"/>
                  </a:lnTo>
                  <a:lnTo>
                    <a:pt x="194324" y="1429455"/>
                  </a:lnTo>
                  <a:lnTo>
                    <a:pt x="195577" y="1432508"/>
                  </a:lnTo>
                  <a:lnTo>
                    <a:pt x="196830" y="1435649"/>
                  </a:lnTo>
                  <a:lnTo>
                    <a:pt x="198084" y="1438877"/>
                  </a:lnTo>
                  <a:lnTo>
                    <a:pt x="199337" y="1442191"/>
                  </a:lnTo>
                  <a:lnTo>
                    <a:pt x="200590" y="1445585"/>
                  </a:lnTo>
                  <a:lnTo>
                    <a:pt x="201843" y="1449046"/>
                  </a:lnTo>
                  <a:lnTo>
                    <a:pt x="203097" y="1452546"/>
                  </a:lnTo>
                  <a:lnTo>
                    <a:pt x="204350" y="1456038"/>
                  </a:lnTo>
                  <a:lnTo>
                    <a:pt x="205603" y="1459495"/>
                  </a:lnTo>
                  <a:lnTo>
                    <a:pt x="206856" y="1462899"/>
                  </a:lnTo>
                  <a:lnTo>
                    <a:pt x="208109" y="1466227"/>
                  </a:lnTo>
                  <a:lnTo>
                    <a:pt x="209363" y="1469456"/>
                  </a:lnTo>
                  <a:lnTo>
                    <a:pt x="210616" y="1472552"/>
                  </a:lnTo>
                  <a:lnTo>
                    <a:pt x="211869" y="1475441"/>
                  </a:lnTo>
                  <a:lnTo>
                    <a:pt x="213122" y="1478123"/>
                  </a:lnTo>
                  <a:lnTo>
                    <a:pt x="214375" y="1480623"/>
                  </a:lnTo>
                  <a:lnTo>
                    <a:pt x="215629" y="1482948"/>
                  </a:lnTo>
                  <a:lnTo>
                    <a:pt x="216882" y="1485057"/>
                  </a:lnTo>
                  <a:lnTo>
                    <a:pt x="218135" y="1486929"/>
                  </a:lnTo>
                  <a:lnTo>
                    <a:pt x="219388" y="1488578"/>
                  </a:lnTo>
                  <a:lnTo>
                    <a:pt x="220642" y="1489994"/>
                  </a:lnTo>
                  <a:lnTo>
                    <a:pt x="221895" y="1491174"/>
                  </a:lnTo>
                  <a:lnTo>
                    <a:pt x="223148" y="1492108"/>
                  </a:lnTo>
                  <a:lnTo>
                    <a:pt x="224401" y="1492788"/>
                  </a:lnTo>
                  <a:lnTo>
                    <a:pt x="225654" y="1493237"/>
                  </a:lnTo>
                  <a:lnTo>
                    <a:pt x="226908" y="1493486"/>
                  </a:lnTo>
                  <a:lnTo>
                    <a:pt x="228161" y="1493531"/>
                  </a:lnTo>
                  <a:lnTo>
                    <a:pt x="229414" y="1493370"/>
                  </a:lnTo>
                  <a:lnTo>
                    <a:pt x="230667" y="1493050"/>
                  </a:lnTo>
                  <a:lnTo>
                    <a:pt x="231920" y="1492576"/>
                  </a:lnTo>
                  <a:lnTo>
                    <a:pt x="233174" y="1491959"/>
                  </a:lnTo>
                  <a:lnTo>
                    <a:pt x="234427" y="1491197"/>
                  </a:lnTo>
                  <a:lnTo>
                    <a:pt x="235680" y="1490332"/>
                  </a:lnTo>
                  <a:lnTo>
                    <a:pt x="236933" y="1489392"/>
                  </a:lnTo>
                  <a:lnTo>
                    <a:pt x="238187" y="1488372"/>
                  </a:lnTo>
                  <a:lnTo>
                    <a:pt x="239440" y="1487288"/>
                  </a:lnTo>
                  <a:lnTo>
                    <a:pt x="240693" y="1486165"/>
                  </a:lnTo>
                  <a:lnTo>
                    <a:pt x="241946" y="1485020"/>
                  </a:lnTo>
                  <a:lnTo>
                    <a:pt x="243199" y="1483868"/>
                  </a:lnTo>
                  <a:lnTo>
                    <a:pt x="244453" y="1482713"/>
                  </a:lnTo>
                  <a:lnTo>
                    <a:pt x="245706" y="1481554"/>
                  </a:lnTo>
                  <a:lnTo>
                    <a:pt x="246959" y="1480392"/>
                  </a:lnTo>
                  <a:lnTo>
                    <a:pt x="248212" y="1479202"/>
                  </a:lnTo>
                  <a:lnTo>
                    <a:pt x="249466" y="1477955"/>
                  </a:lnTo>
                  <a:lnTo>
                    <a:pt x="250719" y="1476651"/>
                  </a:lnTo>
                  <a:lnTo>
                    <a:pt x="251972" y="1475298"/>
                  </a:lnTo>
                  <a:lnTo>
                    <a:pt x="253225" y="1473905"/>
                  </a:lnTo>
                  <a:lnTo>
                    <a:pt x="254478" y="1472455"/>
                  </a:lnTo>
                  <a:lnTo>
                    <a:pt x="255732" y="1470938"/>
                  </a:lnTo>
                  <a:lnTo>
                    <a:pt x="256985" y="1469354"/>
                  </a:lnTo>
                  <a:lnTo>
                    <a:pt x="258238" y="1467732"/>
                  </a:lnTo>
                  <a:lnTo>
                    <a:pt x="259491" y="1466113"/>
                  </a:lnTo>
                  <a:lnTo>
                    <a:pt x="260744" y="1464504"/>
                  </a:lnTo>
                  <a:lnTo>
                    <a:pt x="261998" y="1462900"/>
                  </a:lnTo>
                  <a:lnTo>
                    <a:pt x="263251" y="1461305"/>
                  </a:lnTo>
                  <a:lnTo>
                    <a:pt x="264504" y="1459726"/>
                  </a:lnTo>
                  <a:lnTo>
                    <a:pt x="265757" y="1458172"/>
                  </a:lnTo>
                  <a:lnTo>
                    <a:pt x="267011" y="1456665"/>
                  </a:lnTo>
                  <a:lnTo>
                    <a:pt x="268264" y="1455223"/>
                  </a:lnTo>
                  <a:lnTo>
                    <a:pt x="269517" y="1453866"/>
                  </a:lnTo>
                  <a:lnTo>
                    <a:pt x="270770" y="1452632"/>
                  </a:lnTo>
                  <a:lnTo>
                    <a:pt x="272023" y="1451534"/>
                  </a:lnTo>
                  <a:lnTo>
                    <a:pt x="273277" y="1450593"/>
                  </a:lnTo>
                  <a:lnTo>
                    <a:pt x="274530" y="1449824"/>
                  </a:lnTo>
                  <a:lnTo>
                    <a:pt x="275783" y="1449237"/>
                  </a:lnTo>
                  <a:lnTo>
                    <a:pt x="277036" y="1448799"/>
                  </a:lnTo>
                  <a:lnTo>
                    <a:pt x="278290" y="1448476"/>
                  </a:lnTo>
                  <a:lnTo>
                    <a:pt x="279543" y="1448280"/>
                  </a:lnTo>
                  <a:lnTo>
                    <a:pt x="280796" y="1448221"/>
                  </a:lnTo>
                  <a:lnTo>
                    <a:pt x="282049" y="1448274"/>
                  </a:lnTo>
                  <a:lnTo>
                    <a:pt x="283302" y="1448429"/>
                  </a:lnTo>
                  <a:lnTo>
                    <a:pt x="284556" y="1448704"/>
                  </a:lnTo>
                  <a:lnTo>
                    <a:pt x="285809" y="1449108"/>
                  </a:lnTo>
                  <a:lnTo>
                    <a:pt x="287062" y="1449650"/>
                  </a:lnTo>
                  <a:lnTo>
                    <a:pt x="288315" y="1450308"/>
                  </a:lnTo>
                  <a:lnTo>
                    <a:pt x="289568" y="1451035"/>
                  </a:lnTo>
                  <a:lnTo>
                    <a:pt x="290822" y="1451812"/>
                  </a:lnTo>
                  <a:lnTo>
                    <a:pt x="292075" y="1452640"/>
                  </a:lnTo>
                  <a:lnTo>
                    <a:pt x="293328" y="1453519"/>
                  </a:lnTo>
                  <a:lnTo>
                    <a:pt x="294581" y="1454449"/>
                  </a:lnTo>
                  <a:lnTo>
                    <a:pt x="295835" y="1455424"/>
                  </a:lnTo>
                  <a:lnTo>
                    <a:pt x="297088" y="1456454"/>
                  </a:lnTo>
                  <a:lnTo>
                    <a:pt x="298341" y="1457530"/>
                  </a:lnTo>
                  <a:lnTo>
                    <a:pt x="299594" y="1458639"/>
                  </a:lnTo>
                  <a:lnTo>
                    <a:pt x="300847" y="1459800"/>
                  </a:lnTo>
                  <a:lnTo>
                    <a:pt x="302101" y="1461008"/>
                  </a:lnTo>
                  <a:lnTo>
                    <a:pt x="303354" y="1462253"/>
                  </a:lnTo>
                  <a:lnTo>
                    <a:pt x="304607" y="1463520"/>
                  </a:lnTo>
                  <a:lnTo>
                    <a:pt x="305860" y="1464813"/>
                  </a:lnTo>
                  <a:lnTo>
                    <a:pt x="307114" y="1466129"/>
                  </a:lnTo>
                  <a:lnTo>
                    <a:pt x="308367" y="1467462"/>
                  </a:lnTo>
                  <a:lnTo>
                    <a:pt x="309620" y="1468813"/>
                  </a:lnTo>
                  <a:lnTo>
                    <a:pt x="310873" y="1470185"/>
                  </a:lnTo>
                  <a:lnTo>
                    <a:pt x="312126" y="1471530"/>
                  </a:lnTo>
                  <a:lnTo>
                    <a:pt x="313380" y="1472845"/>
                  </a:lnTo>
                  <a:lnTo>
                    <a:pt x="314633" y="1474128"/>
                  </a:lnTo>
                  <a:lnTo>
                    <a:pt x="315886" y="1475371"/>
                  </a:lnTo>
                  <a:lnTo>
                    <a:pt x="317139" y="1476576"/>
                  </a:lnTo>
                  <a:lnTo>
                    <a:pt x="318392" y="1477735"/>
                  </a:lnTo>
                  <a:lnTo>
                    <a:pt x="319646" y="1478845"/>
                  </a:lnTo>
                  <a:lnTo>
                    <a:pt x="320899" y="1479887"/>
                  </a:lnTo>
                  <a:lnTo>
                    <a:pt x="322152" y="1480821"/>
                  </a:lnTo>
                  <a:lnTo>
                    <a:pt x="323405" y="1481639"/>
                  </a:lnTo>
                  <a:lnTo>
                    <a:pt x="324659" y="1482345"/>
                  </a:lnTo>
                  <a:lnTo>
                    <a:pt x="325912" y="1482934"/>
                  </a:lnTo>
                  <a:lnTo>
                    <a:pt x="327165" y="1483402"/>
                  </a:lnTo>
                  <a:lnTo>
                    <a:pt x="328418" y="1483750"/>
                  </a:lnTo>
                  <a:lnTo>
                    <a:pt x="329671" y="1483970"/>
                  </a:lnTo>
                  <a:lnTo>
                    <a:pt x="330925" y="1484111"/>
                  </a:lnTo>
                  <a:lnTo>
                    <a:pt x="332178" y="1484182"/>
                  </a:lnTo>
                  <a:lnTo>
                    <a:pt x="333431" y="1484156"/>
                  </a:lnTo>
                  <a:lnTo>
                    <a:pt x="334684" y="1484015"/>
                  </a:lnTo>
                  <a:lnTo>
                    <a:pt x="335938" y="1483757"/>
                  </a:lnTo>
                  <a:lnTo>
                    <a:pt x="337191" y="1483382"/>
                  </a:lnTo>
                  <a:lnTo>
                    <a:pt x="338444" y="1482882"/>
                  </a:lnTo>
                  <a:lnTo>
                    <a:pt x="339697" y="1482301"/>
                  </a:lnTo>
                  <a:lnTo>
                    <a:pt x="340950" y="1481670"/>
                  </a:lnTo>
                  <a:lnTo>
                    <a:pt x="342204" y="1480987"/>
                  </a:lnTo>
                  <a:lnTo>
                    <a:pt x="343457" y="1480230"/>
                  </a:lnTo>
                  <a:lnTo>
                    <a:pt x="344710" y="1479416"/>
                  </a:lnTo>
                  <a:lnTo>
                    <a:pt x="345963" y="1478559"/>
                  </a:lnTo>
                  <a:lnTo>
                    <a:pt x="347216" y="1477653"/>
                  </a:lnTo>
                  <a:lnTo>
                    <a:pt x="348470" y="1476700"/>
                  </a:lnTo>
                  <a:lnTo>
                    <a:pt x="349723" y="1475683"/>
                  </a:lnTo>
                  <a:lnTo>
                    <a:pt x="350976" y="1474615"/>
                  </a:lnTo>
                  <a:lnTo>
                    <a:pt x="352229" y="1473490"/>
                  </a:lnTo>
                  <a:lnTo>
                    <a:pt x="353483" y="1472289"/>
                  </a:lnTo>
                  <a:lnTo>
                    <a:pt x="354736" y="1470977"/>
                  </a:lnTo>
                  <a:lnTo>
                    <a:pt x="355989" y="1469542"/>
                  </a:lnTo>
                  <a:lnTo>
                    <a:pt x="357242" y="1467994"/>
                  </a:lnTo>
                  <a:lnTo>
                    <a:pt x="358495" y="1466318"/>
                  </a:lnTo>
                  <a:lnTo>
                    <a:pt x="359749" y="1464514"/>
                  </a:lnTo>
                  <a:lnTo>
                    <a:pt x="361002" y="1462582"/>
                  </a:lnTo>
                  <a:lnTo>
                    <a:pt x="362255" y="1460538"/>
                  </a:lnTo>
                  <a:lnTo>
                    <a:pt x="363508" y="1458378"/>
                  </a:lnTo>
                  <a:lnTo>
                    <a:pt x="364762" y="1456102"/>
                  </a:lnTo>
                  <a:lnTo>
                    <a:pt x="366015" y="1453708"/>
                  </a:lnTo>
                  <a:lnTo>
                    <a:pt x="367268" y="1451196"/>
                  </a:lnTo>
                  <a:lnTo>
                    <a:pt x="368521" y="1448531"/>
                  </a:lnTo>
                  <a:lnTo>
                    <a:pt x="369774" y="1445699"/>
                  </a:lnTo>
                  <a:lnTo>
                    <a:pt x="371028" y="1442721"/>
                  </a:lnTo>
                  <a:lnTo>
                    <a:pt x="372281" y="1439637"/>
                  </a:lnTo>
                  <a:lnTo>
                    <a:pt x="373534" y="1436486"/>
                  </a:lnTo>
                  <a:lnTo>
                    <a:pt x="374787" y="1433330"/>
                  </a:lnTo>
                  <a:lnTo>
                    <a:pt x="376040" y="1430218"/>
                  </a:lnTo>
                  <a:lnTo>
                    <a:pt x="377294" y="1427164"/>
                  </a:lnTo>
                  <a:lnTo>
                    <a:pt x="378547" y="1424172"/>
                  </a:lnTo>
                  <a:lnTo>
                    <a:pt x="379800" y="1421246"/>
                  </a:lnTo>
                  <a:lnTo>
                    <a:pt x="381053" y="1418374"/>
                  </a:lnTo>
                  <a:lnTo>
                    <a:pt x="382307" y="1415552"/>
                  </a:lnTo>
                  <a:lnTo>
                    <a:pt x="383560" y="1412815"/>
                  </a:lnTo>
                  <a:lnTo>
                    <a:pt x="384813" y="1410191"/>
                  </a:lnTo>
                  <a:lnTo>
                    <a:pt x="386066" y="1407695"/>
                  </a:lnTo>
                  <a:lnTo>
                    <a:pt x="387319" y="1405370"/>
                  </a:lnTo>
                  <a:lnTo>
                    <a:pt x="388573" y="1403217"/>
                  </a:lnTo>
                  <a:lnTo>
                    <a:pt x="389826" y="1401240"/>
                  </a:lnTo>
                  <a:lnTo>
                    <a:pt x="391079" y="1399439"/>
                  </a:lnTo>
                  <a:lnTo>
                    <a:pt x="392332" y="1397813"/>
                  </a:lnTo>
                  <a:lnTo>
                    <a:pt x="393585" y="1396322"/>
                  </a:lnTo>
                  <a:lnTo>
                    <a:pt x="394839" y="1394912"/>
                  </a:lnTo>
                  <a:lnTo>
                    <a:pt x="396092" y="1393577"/>
                  </a:lnTo>
                  <a:lnTo>
                    <a:pt x="397345" y="1392312"/>
                  </a:lnTo>
                  <a:lnTo>
                    <a:pt x="398598" y="1391125"/>
                  </a:lnTo>
                  <a:lnTo>
                    <a:pt x="399852" y="1390030"/>
                  </a:lnTo>
                  <a:lnTo>
                    <a:pt x="401105" y="1389030"/>
                  </a:lnTo>
                  <a:lnTo>
                    <a:pt x="402358" y="1388078"/>
                  </a:lnTo>
                  <a:lnTo>
                    <a:pt x="403611" y="1387132"/>
                  </a:lnTo>
                  <a:lnTo>
                    <a:pt x="404864" y="1386184"/>
                  </a:lnTo>
                  <a:lnTo>
                    <a:pt x="406118" y="1385243"/>
                  </a:lnTo>
                  <a:lnTo>
                    <a:pt x="407371" y="1384314"/>
                  </a:lnTo>
                  <a:lnTo>
                    <a:pt x="408624" y="1383391"/>
                  </a:lnTo>
                  <a:lnTo>
                    <a:pt x="409877" y="1382475"/>
                  </a:lnTo>
                  <a:lnTo>
                    <a:pt x="411131" y="1381562"/>
                  </a:lnTo>
                  <a:lnTo>
                    <a:pt x="412384" y="1380659"/>
                  </a:lnTo>
                  <a:lnTo>
                    <a:pt x="413637" y="1379769"/>
                  </a:lnTo>
                  <a:lnTo>
                    <a:pt x="414890" y="1378910"/>
                  </a:lnTo>
                  <a:lnTo>
                    <a:pt x="416143" y="1378147"/>
                  </a:lnTo>
                  <a:lnTo>
                    <a:pt x="417397" y="1377551"/>
                  </a:lnTo>
                  <a:lnTo>
                    <a:pt x="418650" y="1377160"/>
                  </a:lnTo>
                  <a:lnTo>
                    <a:pt x="419903" y="1376983"/>
                  </a:lnTo>
                  <a:lnTo>
                    <a:pt x="421156" y="1377024"/>
                  </a:lnTo>
                  <a:lnTo>
                    <a:pt x="422409" y="1377291"/>
                  </a:lnTo>
                  <a:lnTo>
                    <a:pt x="423663" y="1377793"/>
                  </a:lnTo>
                  <a:lnTo>
                    <a:pt x="424916" y="1378514"/>
                  </a:lnTo>
                  <a:lnTo>
                    <a:pt x="426169" y="1379455"/>
                  </a:lnTo>
                  <a:lnTo>
                    <a:pt x="427422" y="1380609"/>
                  </a:lnTo>
                  <a:lnTo>
                    <a:pt x="428676" y="1381974"/>
                  </a:lnTo>
                  <a:lnTo>
                    <a:pt x="429929" y="1383557"/>
                  </a:lnTo>
                  <a:lnTo>
                    <a:pt x="431182" y="1385381"/>
                  </a:lnTo>
                  <a:lnTo>
                    <a:pt x="432435" y="1387474"/>
                  </a:lnTo>
                  <a:lnTo>
                    <a:pt x="433688" y="1389794"/>
                  </a:lnTo>
                  <a:lnTo>
                    <a:pt x="434942" y="1392284"/>
                  </a:lnTo>
                  <a:lnTo>
                    <a:pt x="436195" y="1394876"/>
                  </a:lnTo>
                  <a:lnTo>
                    <a:pt x="437448" y="1397518"/>
                  </a:lnTo>
                  <a:lnTo>
                    <a:pt x="438701" y="1400152"/>
                  </a:lnTo>
                  <a:lnTo>
                    <a:pt x="439955" y="1402776"/>
                  </a:lnTo>
                  <a:lnTo>
                    <a:pt x="441208" y="1405368"/>
                  </a:lnTo>
                  <a:lnTo>
                    <a:pt x="442461" y="1407916"/>
                  </a:lnTo>
                  <a:lnTo>
                    <a:pt x="443714" y="1410412"/>
                  </a:lnTo>
                  <a:lnTo>
                    <a:pt x="444967" y="1412852"/>
                  </a:lnTo>
                  <a:lnTo>
                    <a:pt x="446221" y="1415244"/>
                  </a:lnTo>
                  <a:lnTo>
                    <a:pt x="447474" y="1417556"/>
                  </a:lnTo>
                  <a:lnTo>
                    <a:pt x="448727" y="1419772"/>
                  </a:lnTo>
                  <a:lnTo>
                    <a:pt x="449980" y="1421854"/>
                  </a:lnTo>
                  <a:lnTo>
                    <a:pt x="451233" y="1423774"/>
                  </a:lnTo>
                  <a:lnTo>
                    <a:pt x="452487" y="1425568"/>
                  </a:lnTo>
                  <a:lnTo>
                    <a:pt x="453740" y="1427235"/>
                  </a:lnTo>
                  <a:lnTo>
                    <a:pt x="454993" y="1428776"/>
                  </a:lnTo>
                  <a:lnTo>
                    <a:pt x="456246" y="1430201"/>
                  </a:lnTo>
                  <a:lnTo>
                    <a:pt x="457500" y="1431556"/>
                  </a:lnTo>
                  <a:lnTo>
                    <a:pt x="458753" y="1432852"/>
                  </a:lnTo>
                  <a:lnTo>
                    <a:pt x="460006" y="1434104"/>
                  </a:lnTo>
                  <a:lnTo>
                    <a:pt x="461259" y="1435318"/>
                  </a:lnTo>
                  <a:lnTo>
                    <a:pt x="462512" y="1436511"/>
                  </a:lnTo>
                  <a:lnTo>
                    <a:pt x="463766" y="1437703"/>
                  </a:lnTo>
                  <a:lnTo>
                    <a:pt x="465019" y="1438902"/>
                  </a:lnTo>
                  <a:lnTo>
                    <a:pt x="466272" y="1440155"/>
                  </a:lnTo>
                  <a:lnTo>
                    <a:pt x="467525" y="1441471"/>
                  </a:lnTo>
                  <a:lnTo>
                    <a:pt x="468779" y="1442857"/>
                  </a:lnTo>
                  <a:lnTo>
                    <a:pt x="470032" y="1444301"/>
                  </a:lnTo>
                  <a:lnTo>
                    <a:pt x="471285" y="1445804"/>
                  </a:lnTo>
                  <a:lnTo>
                    <a:pt x="472538" y="1447362"/>
                  </a:lnTo>
                  <a:lnTo>
                    <a:pt x="473791" y="1448978"/>
                  </a:lnTo>
                  <a:lnTo>
                    <a:pt x="475045" y="1450642"/>
                  </a:lnTo>
                  <a:lnTo>
                    <a:pt x="476298" y="1452345"/>
                  </a:lnTo>
                  <a:lnTo>
                    <a:pt x="477551" y="1454090"/>
                  </a:lnTo>
                  <a:lnTo>
                    <a:pt x="478804" y="1455843"/>
                  </a:lnTo>
                  <a:lnTo>
                    <a:pt x="480057" y="1457568"/>
                  </a:lnTo>
                  <a:lnTo>
                    <a:pt x="481311" y="1459218"/>
                  </a:lnTo>
                  <a:lnTo>
                    <a:pt x="482564" y="1460771"/>
                  </a:lnTo>
                  <a:lnTo>
                    <a:pt x="483817" y="1462224"/>
                  </a:lnTo>
                  <a:lnTo>
                    <a:pt x="485070" y="1463554"/>
                  </a:lnTo>
                  <a:lnTo>
                    <a:pt x="486324" y="1464751"/>
                  </a:lnTo>
                  <a:lnTo>
                    <a:pt x="487577" y="1465806"/>
                  </a:lnTo>
                  <a:lnTo>
                    <a:pt x="488830" y="1466718"/>
                  </a:lnTo>
                  <a:lnTo>
                    <a:pt x="490083" y="1467478"/>
                  </a:lnTo>
                  <a:lnTo>
                    <a:pt x="491336" y="1468093"/>
                  </a:lnTo>
                  <a:lnTo>
                    <a:pt x="492590" y="1468556"/>
                  </a:lnTo>
                  <a:lnTo>
                    <a:pt x="493843" y="1468871"/>
                  </a:lnTo>
                  <a:lnTo>
                    <a:pt x="495096" y="1469032"/>
                  </a:lnTo>
                  <a:lnTo>
                    <a:pt x="496349" y="1469079"/>
                  </a:lnTo>
                  <a:lnTo>
                    <a:pt x="497603" y="1469062"/>
                  </a:lnTo>
                  <a:lnTo>
                    <a:pt x="498856" y="1469012"/>
                  </a:lnTo>
                  <a:lnTo>
                    <a:pt x="500109" y="1468965"/>
                  </a:lnTo>
                  <a:lnTo>
                    <a:pt x="501362" y="1468936"/>
                  </a:lnTo>
                  <a:lnTo>
                    <a:pt x="502615" y="1468918"/>
                  </a:lnTo>
                  <a:lnTo>
                    <a:pt x="503869" y="1468930"/>
                  </a:lnTo>
                  <a:lnTo>
                    <a:pt x="505122" y="1468992"/>
                  </a:lnTo>
                  <a:lnTo>
                    <a:pt x="506375" y="1469145"/>
                  </a:lnTo>
                  <a:lnTo>
                    <a:pt x="507628" y="1469421"/>
                  </a:lnTo>
                  <a:lnTo>
                    <a:pt x="508881" y="1469825"/>
                  </a:lnTo>
                  <a:lnTo>
                    <a:pt x="510135" y="1470355"/>
                  </a:lnTo>
                  <a:lnTo>
                    <a:pt x="511388" y="1471013"/>
                  </a:lnTo>
                  <a:lnTo>
                    <a:pt x="512641" y="1471795"/>
                  </a:lnTo>
                  <a:lnTo>
                    <a:pt x="513894" y="1472715"/>
                  </a:lnTo>
                  <a:lnTo>
                    <a:pt x="515148" y="1473725"/>
                  </a:lnTo>
                  <a:lnTo>
                    <a:pt x="516401" y="1474788"/>
                  </a:lnTo>
                  <a:lnTo>
                    <a:pt x="517654" y="1475921"/>
                  </a:lnTo>
                  <a:lnTo>
                    <a:pt x="518907" y="1477113"/>
                  </a:lnTo>
                  <a:lnTo>
                    <a:pt x="520160" y="1478356"/>
                  </a:lnTo>
                  <a:lnTo>
                    <a:pt x="521414" y="1479641"/>
                  </a:lnTo>
                  <a:lnTo>
                    <a:pt x="522667" y="1480961"/>
                  </a:lnTo>
                  <a:lnTo>
                    <a:pt x="523920" y="1482299"/>
                  </a:lnTo>
                  <a:lnTo>
                    <a:pt x="525173" y="1483613"/>
                  </a:lnTo>
                  <a:lnTo>
                    <a:pt x="526427" y="1484852"/>
                  </a:lnTo>
                  <a:lnTo>
                    <a:pt x="527680" y="1485992"/>
                  </a:lnTo>
                  <a:lnTo>
                    <a:pt x="528933" y="1487023"/>
                  </a:lnTo>
                  <a:lnTo>
                    <a:pt x="530186" y="1487944"/>
                  </a:lnTo>
                  <a:lnTo>
                    <a:pt x="531439" y="1488752"/>
                  </a:lnTo>
                  <a:lnTo>
                    <a:pt x="532693" y="1489455"/>
                  </a:lnTo>
                  <a:lnTo>
                    <a:pt x="533946" y="1490058"/>
                  </a:lnTo>
                  <a:lnTo>
                    <a:pt x="535199" y="1490563"/>
                  </a:lnTo>
                  <a:lnTo>
                    <a:pt x="536452" y="1490958"/>
                  </a:lnTo>
                  <a:lnTo>
                    <a:pt x="537705" y="1491256"/>
                  </a:lnTo>
                  <a:lnTo>
                    <a:pt x="538959" y="1491464"/>
                  </a:lnTo>
                  <a:lnTo>
                    <a:pt x="540212" y="1491586"/>
                  </a:lnTo>
                  <a:lnTo>
                    <a:pt x="541465" y="1491630"/>
                  </a:lnTo>
                  <a:lnTo>
                    <a:pt x="542718" y="1491609"/>
                  </a:lnTo>
                  <a:lnTo>
                    <a:pt x="543972" y="1491540"/>
                  </a:lnTo>
                  <a:lnTo>
                    <a:pt x="545225" y="1491446"/>
                  </a:lnTo>
                  <a:lnTo>
                    <a:pt x="546478" y="1491347"/>
                  </a:lnTo>
                  <a:lnTo>
                    <a:pt x="547731" y="1491253"/>
                  </a:lnTo>
                  <a:lnTo>
                    <a:pt x="548984" y="1491178"/>
                  </a:lnTo>
                  <a:lnTo>
                    <a:pt x="550238" y="1491133"/>
                  </a:lnTo>
                  <a:lnTo>
                    <a:pt x="551491" y="1491116"/>
                  </a:lnTo>
                  <a:lnTo>
                    <a:pt x="552744" y="1491138"/>
                  </a:lnTo>
                  <a:lnTo>
                    <a:pt x="553997" y="1491197"/>
                  </a:lnTo>
                  <a:lnTo>
                    <a:pt x="555250" y="1491293"/>
                  </a:lnTo>
                  <a:lnTo>
                    <a:pt x="556504" y="1491428"/>
                  </a:lnTo>
                  <a:lnTo>
                    <a:pt x="557757" y="1491591"/>
                  </a:lnTo>
                  <a:lnTo>
                    <a:pt x="559010" y="1491761"/>
                  </a:lnTo>
                  <a:lnTo>
                    <a:pt x="560263" y="1491906"/>
                  </a:lnTo>
                  <a:lnTo>
                    <a:pt x="561517" y="1492031"/>
                  </a:lnTo>
                  <a:lnTo>
                    <a:pt x="562770" y="1492136"/>
                  </a:lnTo>
                  <a:lnTo>
                    <a:pt x="564023" y="1492224"/>
                  </a:lnTo>
                  <a:lnTo>
                    <a:pt x="565276" y="1492295"/>
                  </a:lnTo>
                  <a:lnTo>
                    <a:pt x="566529" y="1492346"/>
                  </a:lnTo>
                  <a:lnTo>
                    <a:pt x="567783" y="1492363"/>
                  </a:lnTo>
                  <a:lnTo>
                    <a:pt x="569036" y="1492328"/>
                  </a:lnTo>
                  <a:lnTo>
                    <a:pt x="570289" y="1492212"/>
                  </a:lnTo>
                  <a:lnTo>
                    <a:pt x="571542" y="1491985"/>
                  </a:lnTo>
                  <a:lnTo>
                    <a:pt x="572796" y="1491663"/>
                  </a:lnTo>
                  <a:lnTo>
                    <a:pt x="574049" y="1491246"/>
                  </a:lnTo>
                  <a:lnTo>
                    <a:pt x="575302" y="1490750"/>
                  </a:lnTo>
                  <a:lnTo>
                    <a:pt x="576555" y="1490192"/>
                  </a:lnTo>
                  <a:lnTo>
                    <a:pt x="577808" y="1489592"/>
                  </a:lnTo>
                  <a:lnTo>
                    <a:pt x="579062" y="1488986"/>
                  </a:lnTo>
                  <a:lnTo>
                    <a:pt x="580315" y="1488357"/>
                  </a:lnTo>
                  <a:lnTo>
                    <a:pt x="581568" y="1487690"/>
                  </a:lnTo>
                  <a:lnTo>
                    <a:pt x="582821" y="1486985"/>
                  </a:lnTo>
                  <a:lnTo>
                    <a:pt x="584074" y="1486252"/>
                  </a:lnTo>
                  <a:lnTo>
                    <a:pt x="585328" y="1485498"/>
                  </a:lnTo>
                  <a:lnTo>
                    <a:pt x="586581" y="1484731"/>
                  </a:lnTo>
                  <a:lnTo>
                    <a:pt x="587834" y="1483970"/>
                  </a:lnTo>
                  <a:lnTo>
                    <a:pt x="589087" y="1483266"/>
                  </a:lnTo>
                  <a:lnTo>
                    <a:pt x="590341" y="1482643"/>
                  </a:lnTo>
                  <a:lnTo>
                    <a:pt x="591594" y="1482101"/>
                  </a:lnTo>
                  <a:lnTo>
                    <a:pt x="592847" y="1481641"/>
                  </a:lnTo>
                  <a:lnTo>
                    <a:pt x="594100" y="1481245"/>
                  </a:lnTo>
                  <a:lnTo>
                    <a:pt x="595353" y="1480914"/>
                  </a:lnTo>
                  <a:lnTo>
                    <a:pt x="596607" y="1480641"/>
                  </a:lnTo>
                  <a:lnTo>
                    <a:pt x="597860" y="1480429"/>
                  </a:lnTo>
                  <a:lnTo>
                    <a:pt x="599113" y="1480289"/>
                  </a:lnTo>
                  <a:lnTo>
                    <a:pt x="600366" y="1480230"/>
                  </a:lnTo>
                  <a:lnTo>
                    <a:pt x="601620" y="1480242"/>
                  </a:lnTo>
                  <a:lnTo>
                    <a:pt x="602873" y="1480325"/>
                  </a:lnTo>
                  <a:lnTo>
                    <a:pt x="604126" y="1480479"/>
                  </a:lnTo>
                  <a:lnTo>
                    <a:pt x="605379" y="1480696"/>
                  </a:lnTo>
                  <a:lnTo>
                    <a:pt x="606632" y="1480963"/>
                  </a:lnTo>
                  <a:lnTo>
                    <a:pt x="607886" y="1481267"/>
                  </a:lnTo>
                  <a:lnTo>
                    <a:pt x="609139" y="1481597"/>
                  </a:lnTo>
                  <a:lnTo>
                    <a:pt x="610392" y="1481952"/>
                  </a:lnTo>
                  <a:lnTo>
                    <a:pt x="611645" y="1482331"/>
                  </a:lnTo>
                  <a:lnTo>
                    <a:pt x="612898" y="1482732"/>
                  </a:lnTo>
                  <a:lnTo>
                    <a:pt x="614152" y="1483162"/>
                  </a:lnTo>
                  <a:lnTo>
                    <a:pt x="615405" y="1483622"/>
                  </a:lnTo>
                  <a:lnTo>
                    <a:pt x="616658" y="1484110"/>
                  </a:lnTo>
                  <a:lnTo>
                    <a:pt x="617911" y="1484636"/>
                  </a:lnTo>
                  <a:lnTo>
                    <a:pt x="619165" y="1485208"/>
                  </a:lnTo>
                  <a:lnTo>
                    <a:pt x="620418" y="1485833"/>
                  </a:lnTo>
                  <a:lnTo>
                    <a:pt x="621671" y="1486519"/>
                  </a:lnTo>
                  <a:lnTo>
                    <a:pt x="622924" y="1487267"/>
                  </a:lnTo>
                  <a:lnTo>
                    <a:pt x="624177" y="1488071"/>
                  </a:lnTo>
                  <a:lnTo>
                    <a:pt x="625431" y="1488925"/>
                  </a:lnTo>
                  <a:lnTo>
                    <a:pt x="626684" y="1489818"/>
                  </a:lnTo>
                  <a:lnTo>
                    <a:pt x="627937" y="1490746"/>
                  </a:lnTo>
                  <a:lnTo>
                    <a:pt x="629190" y="1491700"/>
                  </a:lnTo>
                  <a:lnTo>
                    <a:pt x="630444" y="1492684"/>
                  </a:lnTo>
                  <a:lnTo>
                    <a:pt x="631697" y="1493707"/>
                  </a:lnTo>
                  <a:lnTo>
                    <a:pt x="632950" y="1494769"/>
                  </a:lnTo>
                  <a:lnTo>
                    <a:pt x="634203" y="1495869"/>
                  </a:lnTo>
                  <a:lnTo>
                    <a:pt x="635456" y="1497000"/>
                  </a:lnTo>
                  <a:lnTo>
                    <a:pt x="636710" y="1498149"/>
                  </a:lnTo>
                  <a:lnTo>
                    <a:pt x="637963" y="1499251"/>
                  </a:lnTo>
                  <a:lnTo>
                    <a:pt x="639216" y="1500277"/>
                  </a:lnTo>
                  <a:lnTo>
                    <a:pt x="640469" y="1501191"/>
                  </a:lnTo>
                  <a:lnTo>
                    <a:pt x="641722" y="1501985"/>
                  </a:lnTo>
                  <a:lnTo>
                    <a:pt x="642976" y="1502669"/>
                  </a:lnTo>
                  <a:lnTo>
                    <a:pt x="644229" y="1503258"/>
                  </a:lnTo>
                  <a:lnTo>
                    <a:pt x="645482" y="1503760"/>
                  </a:lnTo>
                  <a:lnTo>
                    <a:pt x="646735" y="1504183"/>
                  </a:lnTo>
                  <a:lnTo>
                    <a:pt x="647989" y="1504520"/>
                  </a:lnTo>
                  <a:lnTo>
                    <a:pt x="649242" y="1504762"/>
                  </a:lnTo>
                  <a:lnTo>
                    <a:pt x="650495" y="1504890"/>
                  </a:lnTo>
                  <a:lnTo>
                    <a:pt x="651748" y="1504886"/>
                  </a:lnTo>
                  <a:lnTo>
                    <a:pt x="653001" y="1504743"/>
                  </a:lnTo>
                  <a:lnTo>
                    <a:pt x="654255" y="1504459"/>
                  </a:lnTo>
                  <a:lnTo>
                    <a:pt x="655508" y="1504037"/>
                  </a:lnTo>
                  <a:lnTo>
                    <a:pt x="656761" y="1503522"/>
                  </a:lnTo>
                  <a:lnTo>
                    <a:pt x="658014" y="1502941"/>
                  </a:lnTo>
                  <a:lnTo>
                    <a:pt x="659268" y="1502323"/>
                  </a:lnTo>
                  <a:lnTo>
                    <a:pt x="660521" y="1501670"/>
                  </a:lnTo>
                  <a:lnTo>
                    <a:pt x="661774" y="1500979"/>
                  </a:lnTo>
                  <a:lnTo>
                    <a:pt x="663027" y="1500236"/>
                  </a:lnTo>
                  <a:lnTo>
                    <a:pt x="664280" y="1499440"/>
                  </a:lnTo>
                  <a:lnTo>
                    <a:pt x="665534" y="1498592"/>
                  </a:lnTo>
                  <a:lnTo>
                    <a:pt x="666787" y="1497691"/>
                  </a:lnTo>
                  <a:lnTo>
                    <a:pt x="668040" y="1496737"/>
                  </a:lnTo>
                  <a:lnTo>
                    <a:pt x="669293" y="1495737"/>
                  </a:lnTo>
                  <a:lnTo>
                    <a:pt x="670546" y="1494701"/>
                  </a:lnTo>
                  <a:lnTo>
                    <a:pt x="671800" y="1493627"/>
                  </a:lnTo>
                  <a:lnTo>
                    <a:pt x="673053" y="1492514"/>
                  </a:lnTo>
                  <a:lnTo>
                    <a:pt x="674306" y="1491360"/>
                  </a:lnTo>
                  <a:lnTo>
                    <a:pt x="675559" y="1490160"/>
                  </a:lnTo>
                  <a:lnTo>
                    <a:pt x="676813" y="1488907"/>
                  </a:lnTo>
                  <a:lnTo>
                    <a:pt x="678066" y="1487597"/>
                  </a:lnTo>
                  <a:lnTo>
                    <a:pt x="679319" y="1486228"/>
                  </a:lnTo>
                  <a:lnTo>
                    <a:pt x="680572" y="1484798"/>
                  </a:lnTo>
                  <a:lnTo>
                    <a:pt x="681825" y="1483293"/>
                  </a:lnTo>
                  <a:lnTo>
                    <a:pt x="683079" y="1481698"/>
                  </a:lnTo>
                  <a:lnTo>
                    <a:pt x="684332" y="1480005"/>
                  </a:lnTo>
                  <a:lnTo>
                    <a:pt x="685585" y="1478214"/>
                  </a:lnTo>
                  <a:lnTo>
                    <a:pt x="686838" y="1476324"/>
                  </a:lnTo>
                  <a:lnTo>
                    <a:pt x="688092" y="1474343"/>
                  </a:lnTo>
                  <a:lnTo>
                    <a:pt x="689345" y="1472277"/>
                  </a:lnTo>
                  <a:lnTo>
                    <a:pt x="690598" y="1470136"/>
                  </a:lnTo>
                  <a:lnTo>
                    <a:pt x="691851" y="1467932"/>
                  </a:lnTo>
                  <a:lnTo>
                    <a:pt x="693104" y="1465665"/>
                  </a:lnTo>
                  <a:lnTo>
                    <a:pt x="694358" y="1463323"/>
                  </a:lnTo>
                  <a:lnTo>
                    <a:pt x="695611" y="1460901"/>
                  </a:lnTo>
                  <a:lnTo>
                    <a:pt x="696864" y="1458413"/>
                  </a:lnTo>
                  <a:lnTo>
                    <a:pt x="698117" y="1455864"/>
                  </a:lnTo>
                  <a:lnTo>
                    <a:pt x="699370" y="1453267"/>
                  </a:lnTo>
                  <a:lnTo>
                    <a:pt x="700624" y="1450670"/>
                  </a:lnTo>
                  <a:lnTo>
                    <a:pt x="701877" y="1448151"/>
                  </a:lnTo>
                  <a:lnTo>
                    <a:pt x="703130" y="1445750"/>
                  </a:lnTo>
                  <a:lnTo>
                    <a:pt x="704383" y="1443503"/>
                  </a:lnTo>
                  <a:lnTo>
                    <a:pt x="705637" y="1441408"/>
                  </a:lnTo>
                  <a:lnTo>
                    <a:pt x="706890" y="1439462"/>
                  </a:lnTo>
                  <a:lnTo>
                    <a:pt x="708143" y="1437665"/>
                  </a:lnTo>
                  <a:lnTo>
                    <a:pt x="709396" y="1436009"/>
                  </a:lnTo>
                  <a:lnTo>
                    <a:pt x="710649" y="1434494"/>
                  </a:lnTo>
                  <a:lnTo>
                    <a:pt x="711903" y="1433128"/>
                  </a:lnTo>
                  <a:lnTo>
                    <a:pt x="713156" y="1431931"/>
                  </a:lnTo>
                  <a:lnTo>
                    <a:pt x="714409" y="1430913"/>
                  </a:lnTo>
                  <a:lnTo>
                    <a:pt x="715662" y="1430081"/>
                  </a:lnTo>
                  <a:lnTo>
                    <a:pt x="716915" y="1429438"/>
                  </a:lnTo>
                  <a:lnTo>
                    <a:pt x="718169" y="1428984"/>
                  </a:lnTo>
                  <a:lnTo>
                    <a:pt x="719422" y="1428687"/>
                  </a:lnTo>
                  <a:lnTo>
                    <a:pt x="720675" y="1428491"/>
                  </a:lnTo>
                  <a:lnTo>
                    <a:pt x="721928" y="1428358"/>
                  </a:lnTo>
                  <a:lnTo>
                    <a:pt x="723182" y="1428252"/>
                  </a:lnTo>
                  <a:lnTo>
                    <a:pt x="724435" y="1428170"/>
                  </a:lnTo>
                  <a:lnTo>
                    <a:pt x="725688" y="1428117"/>
                  </a:lnTo>
                  <a:lnTo>
                    <a:pt x="726941" y="1428098"/>
                  </a:lnTo>
                  <a:lnTo>
                    <a:pt x="728194" y="1428115"/>
                  </a:lnTo>
                  <a:lnTo>
                    <a:pt x="729448" y="1428165"/>
                  </a:lnTo>
                  <a:lnTo>
                    <a:pt x="730701" y="1428251"/>
                  </a:lnTo>
                  <a:lnTo>
                    <a:pt x="731954" y="1428371"/>
                  </a:lnTo>
                  <a:lnTo>
                    <a:pt x="733207" y="1428523"/>
                  </a:lnTo>
                  <a:lnTo>
                    <a:pt x="734461" y="1428701"/>
                  </a:lnTo>
                  <a:lnTo>
                    <a:pt x="735714" y="1428905"/>
                  </a:lnTo>
                  <a:lnTo>
                    <a:pt x="736967" y="1429133"/>
                  </a:lnTo>
                  <a:lnTo>
                    <a:pt x="738220" y="1429389"/>
                  </a:lnTo>
                  <a:lnTo>
                    <a:pt x="739473" y="1429674"/>
                  </a:lnTo>
                  <a:lnTo>
                    <a:pt x="740727" y="1429994"/>
                  </a:lnTo>
                  <a:lnTo>
                    <a:pt x="741980" y="1430349"/>
                  </a:lnTo>
                  <a:lnTo>
                    <a:pt x="743233" y="1430732"/>
                  </a:lnTo>
                  <a:lnTo>
                    <a:pt x="744486" y="1431145"/>
                  </a:lnTo>
                  <a:lnTo>
                    <a:pt x="745739" y="1431595"/>
                  </a:lnTo>
                  <a:lnTo>
                    <a:pt x="746993" y="1432090"/>
                  </a:lnTo>
                  <a:lnTo>
                    <a:pt x="748246" y="1432584"/>
                  </a:lnTo>
                  <a:lnTo>
                    <a:pt x="749499" y="1433076"/>
                  </a:lnTo>
                  <a:lnTo>
                    <a:pt x="750752" y="1433566"/>
                  </a:lnTo>
                  <a:lnTo>
                    <a:pt x="752006" y="1434052"/>
                  </a:lnTo>
                  <a:lnTo>
                    <a:pt x="753259" y="1434528"/>
                  </a:lnTo>
                  <a:lnTo>
                    <a:pt x="754512" y="1434996"/>
                  </a:lnTo>
                  <a:lnTo>
                    <a:pt x="755765" y="1435450"/>
                  </a:lnTo>
                  <a:lnTo>
                    <a:pt x="757018" y="1435892"/>
                  </a:lnTo>
                  <a:lnTo>
                    <a:pt x="758272" y="1436277"/>
                  </a:lnTo>
                  <a:lnTo>
                    <a:pt x="759525" y="1436594"/>
                  </a:lnTo>
                  <a:lnTo>
                    <a:pt x="760778" y="1436840"/>
                  </a:lnTo>
                  <a:lnTo>
                    <a:pt x="762031" y="1436975"/>
                  </a:lnTo>
                  <a:lnTo>
                    <a:pt x="763285" y="1436998"/>
                  </a:lnTo>
                  <a:lnTo>
                    <a:pt x="764538" y="1436864"/>
                  </a:lnTo>
                  <a:lnTo>
                    <a:pt x="765791" y="1436536"/>
                  </a:lnTo>
                  <a:lnTo>
                    <a:pt x="767044" y="1436013"/>
                  </a:lnTo>
                  <a:lnTo>
                    <a:pt x="768297" y="1435296"/>
                  </a:lnTo>
                  <a:lnTo>
                    <a:pt x="769551" y="1434395"/>
                  </a:lnTo>
                  <a:lnTo>
                    <a:pt x="770804" y="1433300"/>
                  </a:lnTo>
                  <a:lnTo>
                    <a:pt x="772057" y="1432000"/>
                  </a:lnTo>
                  <a:lnTo>
                    <a:pt x="773310" y="1430494"/>
                  </a:lnTo>
                  <a:lnTo>
                    <a:pt x="774563" y="1428782"/>
                  </a:lnTo>
                  <a:lnTo>
                    <a:pt x="775817" y="1426846"/>
                  </a:lnTo>
                  <a:lnTo>
                    <a:pt x="777070" y="1424714"/>
                  </a:lnTo>
                  <a:lnTo>
                    <a:pt x="778323" y="1422394"/>
                  </a:lnTo>
                  <a:lnTo>
                    <a:pt x="779576" y="1419874"/>
                  </a:lnTo>
                  <a:lnTo>
                    <a:pt x="780830" y="1417198"/>
                  </a:lnTo>
                  <a:lnTo>
                    <a:pt x="782083" y="1414368"/>
                  </a:lnTo>
                  <a:lnTo>
                    <a:pt x="783336" y="1411420"/>
                  </a:lnTo>
                  <a:lnTo>
                    <a:pt x="784589" y="1408405"/>
                  </a:lnTo>
                  <a:lnTo>
                    <a:pt x="785842" y="1405351"/>
                  </a:lnTo>
                  <a:lnTo>
                    <a:pt x="787096" y="1402265"/>
                  </a:lnTo>
                  <a:lnTo>
                    <a:pt x="788349" y="1399138"/>
                  </a:lnTo>
                  <a:lnTo>
                    <a:pt x="789602" y="1395969"/>
                  </a:lnTo>
                  <a:lnTo>
                    <a:pt x="790855" y="1392748"/>
                  </a:lnTo>
                  <a:lnTo>
                    <a:pt x="792109" y="1389468"/>
                  </a:lnTo>
                  <a:lnTo>
                    <a:pt x="793362" y="1386135"/>
                  </a:lnTo>
                  <a:lnTo>
                    <a:pt x="794615" y="1382771"/>
                  </a:lnTo>
                  <a:lnTo>
                    <a:pt x="795868" y="1379344"/>
                  </a:lnTo>
                  <a:lnTo>
                    <a:pt x="797121" y="1375814"/>
                  </a:lnTo>
                  <a:lnTo>
                    <a:pt x="798375" y="1372162"/>
                  </a:lnTo>
                  <a:lnTo>
                    <a:pt x="799628" y="1368386"/>
                  </a:lnTo>
                  <a:lnTo>
                    <a:pt x="800881" y="1364442"/>
                  </a:lnTo>
                  <a:lnTo>
                    <a:pt x="802134" y="1360324"/>
                  </a:lnTo>
                  <a:lnTo>
                    <a:pt x="803387" y="1356023"/>
                  </a:lnTo>
                  <a:lnTo>
                    <a:pt x="804641" y="1351540"/>
                  </a:lnTo>
                  <a:lnTo>
                    <a:pt x="805894" y="1346862"/>
                  </a:lnTo>
                  <a:lnTo>
                    <a:pt x="807147" y="1341985"/>
                  </a:lnTo>
                  <a:lnTo>
                    <a:pt x="808400" y="1336898"/>
                  </a:lnTo>
                  <a:lnTo>
                    <a:pt x="809654" y="1331599"/>
                  </a:lnTo>
                  <a:lnTo>
                    <a:pt x="810907" y="1326128"/>
                  </a:lnTo>
                  <a:lnTo>
                    <a:pt x="812160" y="1320512"/>
                  </a:lnTo>
                  <a:lnTo>
                    <a:pt x="813413" y="1314771"/>
                  </a:lnTo>
                  <a:lnTo>
                    <a:pt x="814666" y="1308900"/>
                  </a:lnTo>
                  <a:lnTo>
                    <a:pt x="815920" y="1302918"/>
                  </a:lnTo>
                  <a:lnTo>
                    <a:pt x="817173" y="1296809"/>
                  </a:lnTo>
                  <a:lnTo>
                    <a:pt x="818426" y="1290554"/>
                  </a:lnTo>
                  <a:lnTo>
                    <a:pt x="819679" y="1284147"/>
                  </a:lnTo>
                  <a:lnTo>
                    <a:pt x="820933" y="1277643"/>
                  </a:lnTo>
                  <a:lnTo>
                    <a:pt x="822186" y="1271098"/>
                  </a:lnTo>
                  <a:lnTo>
                    <a:pt x="823439" y="1264504"/>
                  </a:lnTo>
                  <a:lnTo>
                    <a:pt x="824692" y="1257899"/>
                  </a:lnTo>
                  <a:lnTo>
                    <a:pt x="825945" y="1251319"/>
                  </a:lnTo>
                  <a:lnTo>
                    <a:pt x="827199" y="1244769"/>
                  </a:lnTo>
                  <a:lnTo>
                    <a:pt x="828452" y="1238288"/>
                  </a:lnTo>
                  <a:lnTo>
                    <a:pt x="829705" y="1231837"/>
                  </a:lnTo>
                  <a:lnTo>
                    <a:pt x="830958" y="1225388"/>
                  </a:lnTo>
                  <a:lnTo>
                    <a:pt x="832211" y="1218917"/>
                  </a:lnTo>
                  <a:lnTo>
                    <a:pt x="833465" y="1212439"/>
                  </a:lnTo>
                  <a:lnTo>
                    <a:pt x="834718" y="1205966"/>
                  </a:lnTo>
                  <a:lnTo>
                    <a:pt x="835971" y="1199522"/>
                  </a:lnTo>
                  <a:lnTo>
                    <a:pt x="837224" y="1193126"/>
                  </a:lnTo>
                  <a:lnTo>
                    <a:pt x="838478" y="1186828"/>
                  </a:lnTo>
                  <a:lnTo>
                    <a:pt x="839731" y="1180612"/>
                  </a:lnTo>
                  <a:lnTo>
                    <a:pt x="840984" y="1174456"/>
                  </a:lnTo>
                  <a:lnTo>
                    <a:pt x="842237" y="1168400"/>
                  </a:lnTo>
                  <a:lnTo>
                    <a:pt x="843490" y="1162426"/>
                  </a:lnTo>
                  <a:lnTo>
                    <a:pt x="844744" y="1156500"/>
                  </a:lnTo>
                  <a:lnTo>
                    <a:pt x="845997" y="1150592"/>
                  </a:lnTo>
                  <a:lnTo>
                    <a:pt x="847250" y="1144665"/>
                  </a:lnTo>
                  <a:lnTo>
                    <a:pt x="848503" y="1138751"/>
                  </a:lnTo>
                  <a:lnTo>
                    <a:pt x="849757" y="1132876"/>
                  </a:lnTo>
                  <a:lnTo>
                    <a:pt x="851010" y="1127043"/>
                  </a:lnTo>
                  <a:lnTo>
                    <a:pt x="852263" y="1121255"/>
                  </a:lnTo>
                  <a:lnTo>
                    <a:pt x="853516" y="1115489"/>
                  </a:lnTo>
                  <a:lnTo>
                    <a:pt x="854769" y="1109751"/>
                  </a:lnTo>
                  <a:lnTo>
                    <a:pt x="856023" y="1104055"/>
                  </a:lnTo>
                  <a:lnTo>
                    <a:pt x="857276" y="1098391"/>
                  </a:lnTo>
                  <a:lnTo>
                    <a:pt x="858529" y="1092745"/>
                  </a:lnTo>
                  <a:lnTo>
                    <a:pt x="859782" y="1087184"/>
                  </a:lnTo>
                  <a:lnTo>
                    <a:pt x="861035" y="1081767"/>
                  </a:lnTo>
                  <a:lnTo>
                    <a:pt x="862289" y="1076529"/>
                  </a:lnTo>
                  <a:lnTo>
                    <a:pt x="863542" y="1071517"/>
                  </a:lnTo>
                  <a:lnTo>
                    <a:pt x="864795" y="1066740"/>
                  </a:lnTo>
                  <a:lnTo>
                    <a:pt x="866048" y="1062205"/>
                  </a:lnTo>
                  <a:lnTo>
                    <a:pt x="867302" y="1057901"/>
                  </a:lnTo>
                  <a:lnTo>
                    <a:pt x="868555" y="1053842"/>
                  </a:lnTo>
                  <a:lnTo>
                    <a:pt x="869808" y="1050050"/>
                  </a:lnTo>
                  <a:lnTo>
                    <a:pt x="871061" y="1046552"/>
                  </a:lnTo>
                  <a:lnTo>
                    <a:pt x="872314" y="1043382"/>
                  </a:lnTo>
                  <a:lnTo>
                    <a:pt x="873568" y="1040558"/>
                  </a:lnTo>
                  <a:lnTo>
                    <a:pt x="874821" y="1038067"/>
                  </a:lnTo>
                  <a:lnTo>
                    <a:pt x="876074" y="1035917"/>
                  </a:lnTo>
                  <a:lnTo>
                    <a:pt x="877327" y="1034106"/>
                  </a:lnTo>
                  <a:lnTo>
                    <a:pt x="878580" y="1032620"/>
                  </a:lnTo>
                  <a:lnTo>
                    <a:pt x="879834" y="1031447"/>
                  </a:lnTo>
                  <a:lnTo>
                    <a:pt x="881087" y="1030618"/>
                  </a:lnTo>
                  <a:lnTo>
                    <a:pt x="882340" y="1030125"/>
                  </a:lnTo>
                  <a:lnTo>
                    <a:pt x="883593" y="1030005"/>
                  </a:lnTo>
                  <a:lnTo>
                    <a:pt x="884847" y="1030235"/>
                  </a:lnTo>
                  <a:lnTo>
                    <a:pt x="886100" y="1030822"/>
                  </a:lnTo>
                  <a:lnTo>
                    <a:pt x="887353" y="1031784"/>
                  </a:lnTo>
                  <a:lnTo>
                    <a:pt x="888606" y="1033061"/>
                  </a:lnTo>
                  <a:lnTo>
                    <a:pt x="889859" y="1034637"/>
                  </a:lnTo>
                  <a:lnTo>
                    <a:pt x="891113" y="1036492"/>
                  </a:lnTo>
                  <a:lnTo>
                    <a:pt x="892366" y="1038636"/>
                  </a:lnTo>
                  <a:lnTo>
                    <a:pt x="893619" y="1041125"/>
                  </a:lnTo>
                  <a:lnTo>
                    <a:pt x="894872" y="1043968"/>
                  </a:lnTo>
                  <a:lnTo>
                    <a:pt x="896126" y="1047186"/>
                  </a:lnTo>
                  <a:lnTo>
                    <a:pt x="897379" y="1050766"/>
                  </a:lnTo>
                  <a:lnTo>
                    <a:pt x="898632" y="1054688"/>
                  </a:lnTo>
                  <a:lnTo>
                    <a:pt x="899885" y="1058922"/>
                  </a:lnTo>
                  <a:lnTo>
                    <a:pt x="901138" y="1063427"/>
                  </a:lnTo>
                  <a:lnTo>
                    <a:pt x="902392" y="1068134"/>
                  </a:lnTo>
                  <a:lnTo>
                    <a:pt x="903645" y="1073041"/>
                  </a:lnTo>
                  <a:lnTo>
                    <a:pt x="904898" y="1078141"/>
                  </a:lnTo>
                  <a:lnTo>
                    <a:pt x="906151" y="1083360"/>
                  </a:lnTo>
                  <a:lnTo>
                    <a:pt x="907404" y="1088754"/>
                  </a:lnTo>
                  <a:lnTo>
                    <a:pt x="908658" y="1094343"/>
                  </a:lnTo>
                  <a:lnTo>
                    <a:pt x="909911" y="1100142"/>
                  </a:lnTo>
                  <a:lnTo>
                    <a:pt x="911164" y="1106112"/>
                  </a:lnTo>
                  <a:lnTo>
                    <a:pt x="912417" y="1112127"/>
                  </a:lnTo>
                  <a:lnTo>
                    <a:pt x="913671" y="1118154"/>
                  </a:lnTo>
                  <a:lnTo>
                    <a:pt x="914924" y="1124181"/>
                  </a:lnTo>
                  <a:lnTo>
                    <a:pt x="916177" y="1130232"/>
                  </a:lnTo>
                  <a:lnTo>
                    <a:pt x="917430" y="1136341"/>
                  </a:lnTo>
                  <a:lnTo>
                    <a:pt x="918683" y="1142496"/>
                  </a:lnTo>
                  <a:lnTo>
                    <a:pt x="919937" y="1148695"/>
                  </a:lnTo>
                  <a:lnTo>
                    <a:pt x="921190" y="1154973"/>
                  </a:lnTo>
                  <a:lnTo>
                    <a:pt x="922443" y="1161312"/>
                  </a:lnTo>
                  <a:lnTo>
                    <a:pt x="923696" y="1167646"/>
                  </a:lnTo>
                  <a:lnTo>
                    <a:pt x="924950" y="1173945"/>
                  </a:lnTo>
                  <a:lnTo>
                    <a:pt x="926203" y="1180180"/>
                  </a:lnTo>
                  <a:lnTo>
                    <a:pt x="927456" y="1186348"/>
                  </a:lnTo>
                  <a:lnTo>
                    <a:pt x="928709" y="1192484"/>
                  </a:lnTo>
                  <a:lnTo>
                    <a:pt x="929962" y="1198601"/>
                  </a:lnTo>
                  <a:lnTo>
                    <a:pt x="931216" y="1204733"/>
                  </a:lnTo>
                  <a:lnTo>
                    <a:pt x="932469" y="1210886"/>
                  </a:lnTo>
                  <a:lnTo>
                    <a:pt x="933722" y="1217042"/>
                  </a:lnTo>
                  <a:lnTo>
                    <a:pt x="934975" y="1223167"/>
                  </a:lnTo>
                  <a:lnTo>
                    <a:pt x="936228" y="1229229"/>
                  </a:lnTo>
                  <a:lnTo>
                    <a:pt x="937482" y="1235204"/>
                  </a:lnTo>
                  <a:lnTo>
                    <a:pt x="938735" y="1241055"/>
                  </a:lnTo>
                  <a:lnTo>
                    <a:pt x="939988" y="1246775"/>
                  </a:lnTo>
                  <a:lnTo>
                    <a:pt x="941241" y="1252362"/>
                  </a:lnTo>
                  <a:lnTo>
                    <a:pt x="942495" y="1257864"/>
                  </a:lnTo>
                  <a:lnTo>
                    <a:pt x="943748" y="1263275"/>
                  </a:lnTo>
                  <a:lnTo>
                    <a:pt x="945001" y="1268615"/>
                  </a:lnTo>
                  <a:lnTo>
                    <a:pt x="946254" y="1273878"/>
                  </a:lnTo>
                  <a:lnTo>
                    <a:pt x="947507" y="1279011"/>
                  </a:lnTo>
                  <a:lnTo>
                    <a:pt x="948761" y="1283992"/>
                  </a:lnTo>
                  <a:lnTo>
                    <a:pt x="950014" y="1288818"/>
                  </a:lnTo>
                  <a:lnTo>
                    <a:pt x="951267" y="1293511"/>
                  </a:lnTo>
                  <a:lnTo>
                    <a:pt x="952520" y="1298103"/>
                  </a:lnTo>
                  <a:lnTo>
                    <a:pt x="953774" y="1302608"/>
                  </a:lnTo>
                  <a:lnTo>
                    <a:pt x="955027" y="1307032"/>
                  </a:lnTo>
                  <a:lnTo>
                    <a:pt x="956280" y="1311335"/>
                  </a:lnTo>
                  <a:lnTo>
                    <a:pt x="957533" y="1315523"/>
                  </a:lnTo>
                  <a:lnTo>
                    <a:pt x="958786" y="1319573"/>
                  </a:lnTo>
                  <a:lnTo>
                    <a:pt x="960040" y="1323482"/>
                  </a:lnTo>
                  <a:lnTo>
                    <a:pt x="961293" y="1327249"/>
                  </a:lnTo>
                  <a:lnTo>
                    <a:pt x="962546" y="1330886"/>
                  </a:lnTo>
                  <a:lnTo>
                    <a:pt x="963799" y="1334392"/>
                  </a:lnTo>
                  <a:lnTo>
                    <a:pt x="965052" y="1337804"/>
                  </a:lnTo>
                  <a:lnTo>
                    <a:pt x="966306" y="1341140"/>
                  </a:lnTo>
                  <a:lnTo>
                    <a:pt x="967559" y="1344385"/>
                  </a:lnTo>
                  <a:lnTo>
                    <a:pt x="968812" y="1347538"/>
                  </a:lnTo>
                  <a:lnTo>
                    <a:pt x="970065" y="1350580"/>
                  </a:lnTo>
                  <a:lnTo>
                    <a:pt x="971319" y="1353477"/>
                  </a:lnTo>
                  <a:lnTo>
                    <a:pt x="972572" y="1356201"/>
                  </a:lnTo>
                  <a:lnTo>
                    <a:pt x="973825" y="1358760"/>
                  </a:lnTo>
                  <a:lnTo>
                    <a:pt x="975078" y="1361256"/>
                  </a:lnTo>
                  <a:lnTo>
                    <a:pt x="976331" y="1363755"/>
                  </a:lnTo>
                  <a:lnTo>
                    <a:pt x="977585" y="1366267"/>
                  </a:lnTo>
                  <a:lnTo>
                    <a:pt x="978838" y="1368811"/>
                  </a:lnTo>
                  <a:lnTo>
                    <a:pt x="980091" y="1371363"/>
                  </a:lnTo>
                  <a:lnTo>
                    <a:pt x="981344" y="1373910"/>
                  </a:lnTo>
                  <a:lnTo>
                    <a:pt x="982598" y="1376449"/>
                  </a:lnTo>
                  <a:lnTo>
                    <a:pt x="983851" y="1378960"/>
                  </a:lnTo>
                  <a:lnTo>
                    <a:pt x="985104" y="1381428"/>
                  </a:lnTo>
                  <a:lnTo>
                    <a:pt x="986357" y="1383891"/>
                  </a:lnTo>
                  <a:lnTo>
                    <a:pt x="987610" y="1386374"/>
                  </a:lnTo>
                  <a:lnTo>
                    <a:pt x="988864" y="1388906"/>
                  </a:lnTo>
                  <a:lnTo>
                    <a:pt x="990117" y="1391502"/>
                  </a:lnTo>
                  <a:lnTo>
                    <a:pt x="991370" y="1394130"/>
                  </a:lnTo>
                  <a:lnTo>
                    <a:pt x="992623" y="1396791"/>
                  </a:lnTo>
                  <a:lnTo>
                    <a:pt x="993876" y="1399454"/>
                  </a:lnTo>
                  <a:lnTo>
                    <a:pt x="995130" y="1402083"/>
                  </a:lnTo>
                  <a:lnTo>
                    <a:pt x="996383" y="1404659"/>
                  </a:lnTo>
                  <a:lnTo>
                    <a:pt x="997636" y="1407186"/>
                  </a:lnTo>
                  <a:lnTo>
                    <a:pt x="998889" y="1409573"/>
                  </a:lnTo>
                  <a:lnTo>
                    <a:pt x="1000143" y="1411817"/>
                  </a:lnTo>
                  <a:lnTo>
                    <a:pt x="1001396" y="1413926"/>
                  </a:lnTo>
                  <a:lnTo>
                    <a:pt x="1002649" y="1415895"/>
                  </a:lnTo>
                  <a:lnTo>
                    <a:pt x="1003902" y="1417721"/>
                  </a:lnTo>
                  <a:lnTo>
                    <a:pt x="1005155" y="1419368"/>
                  </a:lnTo>
                  <a:lnTo>
                    <a:pt x="1006409" y="1420811"/>
                  </a:lnTo>
                  <a:lnTo>
                    <a:pt x="1007662" y="1422047"/>
                  </a:lnTo>
                  <a:lnTo>
                    <a:pt x="1008915" y="1423044"/>
                  </a:lnTo>
                  <a:lnTo>
                    <a:pt x="1010168" y="1423834"/>
                  </a:lnTo>
                  <a:lnTo>
                    <a:pt x="1011422" y="1424424"/>
                  </a:lnTo>
                  <a:lnTo>
                    <a:pt x="1012675" y="1424793"/>
                  </a:lnTo>
                  <a:lnTo>
                    <a:pt x="1013928" y="1424942"/>
                  </a:lnTo>
                  <a:lnTo>
                    <a:pt x="1015181" y="1424848"/>
                  </a:lnTo>
                  <a:lnTo>
                    <a:pt x="1016434" y="1424503"/>
                  </a:lnTo>
                  <a:lnTo>
                    <a:pt x="1017688" y="1423985"/>
                  </a:lnTo>
                  <a:lnTo>
                    <a:pt x="1018941" y="1423313"/>
                  </a:lnTo>
                  <a:lnTo>
                    <a:pt x="1020194" y="1422484"/>
                  </a:lnTo>
                  <a:lnTo>
                    <a:pt x="1021447" y="1421515"/>
                  </a:lnTo>
                  <a:lnTo>
                    <a:pt x="1022700" y="1420426"/>
                  </a:lnTo>
                  <a:lnTo>
                    <a:pt x="1023954" y="1419213"/>
                  </a:lnTo>
                  <a:lnTo>
                    <a:pt x="1025207" y="1417867"/>
                  </a:lnTo>
                  <a:lnTo>
                    <a:pt x="1026460" y="1416390"/>
                  </a:lnTo>
                  <a:lnTo>
                    <a:pt x="1027713" y="1414790"/>
                  </a:lnTo>
                  <a:lnTo>
                    <a:pt x="1028967" y="1413058"/>
                  </a:lnTo>
                  <a:lnTo>
                    <a:pt x="1030220" y="1411206"/>
                  </a:lnTo>
                  <a:lnTo>
                    <a:pt x="1031473" y="1409302"/>
                  </a:lnTo>
                  <a:lnTo>
                    <a:pt x="1032726" y="1407339"/>
                  </a:lnTo>
                  <a:lnTo>
                    <a:pt x="1033979" y="1405275"/>
                  </a:lnTo>
                  <a:lnTo>
                    <a:pt x="1035233" y="1403084"/>
                  </a:lnTo>
                  <a:lnTo>
                    <a:pt x="1036486" y="1400739"/>
                  </a:lnTo>
                  <a:lnTo>
                    <a:pt x="1037739" y="1398229"/>
                  </a:lnTo>
                  <a:lnTo>
                    <a:pt x="1038992" y="1395518"/>
                  </a:lnTo>
                  <a:lnTo>
                    <a:pt x="1040245" y="1392597"/>
                  </a:lnTo>
                  <a:lnTo>
                    <a:pt x="1041499" y="1389453"/>
                  </a:lnTo>
                  <a:lnTo>
                    <a:pt x="1042752" y="1386059"/>
                  </a:lnTo>
                  <a:lnTo>
                    <a:pt x="1044005" y="1382409"/>
                  </a:lnTo>
                  <a:lnTo>
                    <a:pt x="1045258" y="1378501"/>
                  </a:lnTo>
                  <a:lnTo>
                    <a:pt x="1046512" y="1374350"/>
                  </a:lnTo>
                  <a:lnTo>
                    <a:pt x="1047765" y="1369939"/>
                  </a:lnTo>
                  <a:lnTo>
                    <a:pt x="1049018" y="1365218"/>
                  </a:lnTo>
                  <a:lnTo>
                    <a:pt x="1050271" y="1360148"/>
                  </a:lnTo>
                  <a:lnTo>
                    <a:pt x="1051524" y="1354719"/>
                  </a:lnTo>
                  <a:lnTo>
                    <a:pt x="1052778" y="1348958"/>
                  </a:lnTo>
                  <a:lnTo>
                    <a:pt x="1054031" y="1342877"/>
                  </a:lnTo>
                  <a:lnTo>
                    <a:pt x="1055284" y="1336489"/>
                  </a:lnTo>
                  <a:lnTo>
                    <a:pt x="1056537" y="1329793"/>
                  </a:lnTo>
                  <a:lnTo>
                    <a:pt x="1057791" y="1322821"/>
                  </a:lnTo>
                  <a:lnTo>
                    <a:pt x="1059044" y="1315592"/>
                  </a:lnTo>
                  <a:lnTo>
                    <a:pt x="1060297" y="1308115"/>
                  </a:lnTo>
                  <a:lnTo>
                    <a:pt x="1061550" y="1300514"/>
                  </a:lnTo>
                  <a:lnTo>
                    <a:pt x="1062803" y="1292921"/>
                  </a:lnTo>
                  <a:lnTo>
                    <a:pt x="1064057" y="1285362"/>
                  </a:lnTo>
                  <a:lnTo>
                    <a:pt x="1065310" y="1277865"/>
                  </a:lnTo>
                  <a:lnTo>
                    <a:pt x="1066563" y="1270488"/>
                  </a:lnTo>
                  <a:lnTo>
                    <a:pt x="1067816" y="1263327"/>
                  </a:lnTo>
                  <a:lnTo>
                    <a:pt x="1069069" y="1256450"/>
                  </a:lnTo>
                  <a:lnTo>
                    <a:pt x="1070323" y="1249874"/>
                  </a:lnTo>
                  <a:lnTo>
                    <a:pt x="1071576" y="1243593"/>
                  </a:lnTo>
                  <a:lnTo>
                    <a:pt x="1072829" y="1237602"/>
                  </a:lnTo>
                  <a:lnTo>
                    <a:pt x="1074082" y="1231914"/>
                  </a:lnTo>
                  <a:lnTo>
                    <a:pt x="1075336" y="1226552"/>
                  </a:lnTo>
                  <a:lnTo>
                    <a:pt x="1076589" y="1221526"/>
                  </a:lnTo>
                  <a:lnTo>
                    <a:pt x="1077842" y="1216830"/>
                  </a:lnTo>
                  <a:lnTo>
                    <a:pt x="1079095" y="1212465"/>
                  </a:lnTo>
                  <a:lnTo>
                    <a:pt x="1080348" y="1208347"/>
                  </a:lnTo>
                  <a:lnTo>
                    <a:pt x="1081602" y="1204381"/>
                  </a:lnTo>
                  <a:lnTo>
                    <a:pt x="1082855" y="1200550"/>
                  </a:lnTo>
                  <a:lnTo>
                    <a:pt x="1084108" y="1196836"/>
                  </a:lnTo>
                  <a:lnTo>
                    <a:pt x="1085361" y="1193216"/>
                  </a:lnTo>
                  <a:lnTo>
                    <a:pt x="1086615" y="1189685"/>
                  </a:lnTo>
                  <a:lnTo>
                    <a:pt x="1087868" y="1186251"/>
                  </a:lnTo>
                  <a:lnTo>
                    <a:pt x="1089121" y="1182914"/>
                  </a:lnTo>
                  <a:lnTo>
                    <a:pt x="1090374" y="1179676"/>
                  </a:lnTo>
                  <a:lnTo>
                    <a:pt x="1091627" y="1176547"/>
                  </a:lnTo>
                  <a:lnTo>
                    <a:pt x="1092881" y="1173504"/>
                  </a:lnTo>
                  <a:lnTo>
                    <a:pt x="1094134" y="1170511"/>
                  </a:lnTo>
                  <a:lnTo>
                    <a:pt x="1095387" y="1167540"/>
                  </a:lnTo>
                  <a:lnTo>
                    <a:pt x="1096640" y="1164683"/>
                  </a:lnTo>
                  <a:lnTo>
                    <a:pt x="1097893" y="1162059"/>
                  </a:lnTo>
                  <a:lnTo>
                    <a:pt x="1099147" y="1159723"/>
                  </a:lnTo>
                  <a:lnTo>
                    <a:pt x="1100400" y="1157714"/>
                  </a:lnTo>
                  <a:lnTo>
                    <a:pt x="1101653" y="1156050"/>
                  </a:lnTo>
                  <a:lnTo>
                    <a:pt x="1102906" y="1154737"/>
                  </a:lnTo>
                  <a:lnTo>
                    <a:pt x="1104160" y="1153777"/>
                  </a:lnTo>
                  <a:lnTo>
                    <a:pt x="1105413" y="1153200"/>
                  </a:lnTo>
                  <a:lnTo>
                    <a:pt x="1106666" y="1153034"/>
                  </a:lnTo>
                  <a:lnTo>
                    <a:pt x="1107919" y="1153289"/>
                  </a:lnTo>
                  <a:lnTo>
                    <a:pt x="1109172" y="1153975"/>
                  </a:lnTo>
                  <a:lnTo>
                    <a:pt x="1110426" y="1155123"/>
                  </a:lnTo>
                  <a:lnTo>
                    <a:pt x="1111679" y="1156805"/>
                  </a:lnTo>
                  <a:lnTo>
                    <a:pt x="1112932" y="1159047"/>
                  </a:lnTo>
                  <a:lnTo>
                    <a:pt x="1114185" y="1161850"/>
                  </a:lnTo>
                  <a:lnTo>
                    <a:pt x="1115439" y="1165180"/>
                  </a:lnTo>
                  <a:lnTo>
                    <a:pt x="1116692" y="1168981"/>
                  </a:lnTo>
                  <a:lnTo>
                    <a:pt x="1117945" y="1173221"/>
                  </a:lnTo>
                  <a:lnTo>
                    <a:pt x="1119198" y="1177886"/>
                  </a:lnTo>
                  <a:lnTo>
                    <a:pt x="1120451" y="1182963"/>
                  </a:lnTo>
                  <a:lnTo>
                    <a:pt x="1121705" y="1188438"/>
                  </a:lnTo>
                  <a:lnTo>
                    <a:pt x="1122958" y="1194304"/>
                  </a:lnTo>
                  <a:lnTo>
                    <a:pt x="1124211" y="1200542"/>
                  </a:lnTo>
                  <a:lnTo>
                    <a:pt x="1125464" y="1206981"/>
                  </a:lnTo>
                  <a:lnTo>
                    <a:pt x="1126717" y="1213585"/>
                  </a:lnTo>
                  <a:lnTo>
                    <a:pt x="1127971" y="1220336"/>
                  </a:lnTo>
                  <a:lnTo>
                    <a:pt x="1129224" y="1227166"/>
                  </a:lnTo>
                  <a:lnTo>
                    <a:pt x="1130477" y="1233950"/>
                  </a:lnTo>
                  <a:lnTo>
                    <a:pt x="1131730" y="1240558"/>
                  </a:lnTo>
                  <a:lnTo>
                    <a:pt x="1132984" y="1246944"/>
                  </a:lnTo>
                  <a:lnTo>
                    <a:pt x="1134237" y="1253029"/>
                  </a:lnTo>
                  <a:lnTo>
                    <a:pt x="1135490" y="1258824"/>
                  </a:lnTo>
                  <a:lnTo>
                    <a:pt x="1136743" y="1264330"/>
                  </a:lnTo>
                  <a:lnTo>
                    <a:pt x="1137996" y="1269518"/>
                  </a:lnTo>
                  <a:lnTo>
                    <a:pt x="1139250" y="1274363"/>
                  </a:lnTo>
                  <a:lnTo>
                    <a:pt x="1140503" y="1278871"/>
                  </a:lnTo>
                  <a:lnTo>
                    <a:pt x="1141756" y="1283042"/>
                  </a:lnTo>
                  <a:lnTo>
                    <a:pt x="1143009" y="1286877"/>
                  </a:lnTo>
                  <a:lnTo>
                    <a:pt x="1144263" y="1290486"/>
                  </a:lnTo>
                  <a:lnTo>
                    <a:pt x="1145516" y="1293893"/>
                  </a:lnTo>
                  <a:lnTo>
                    <a:pt x="1146769" y="1297101"/>
                  </a:lnTo>
                  <a:lnTo>
                    <a:pt x="1148022" y="1300097"/>
                  </a:lnTo>
                  <a:lnTo>
                    <a:pt x="1149275" y="1302895"/>
                  </a:lnTo>
                  <a:lnTo>
                    <a:pt x="1150529" y="1305507"/>
                  </a:lnTo>
                  <a:lnTo>
                    <a:pt x="1151782" y="1307932"/>
                  </a:lnTo>
                  <a:lnTo>
                    <a:pt x="1153035" y="1310237"/>
                  </a:lnTo>
                  <a:lnTo>
                    <a:pt x="1154288" y="1312420"/>
                  </a:lnTo>
                  <a:lnTo>
                    <a:pt x="1155541" y="1314483"/>
                  </a:lnTo>
                  <a:lnTo>
                    <a:pt x="1156795" y="1316428"/>
                  </a:lnTo>
                  <a:lnTo>
                    <a:pt x="1158048" y="1318268"/>
                  </a:lnTo>
                  <a:lnTo>
                    <a:pt x="1159301" y="1319994"/>
                  </a:lnTo>
                  <a:lnTo>
                    <a:pt x="1160554" y="1321505"/>
                  </a:lnTo>
                  <a:lnTo>
                    <a:pt x="1161808" y="1322753"/>
                  </a:lnTo>
                  <a:lnTo>
                    <a:pt x="1163061" y="1323712"/>
                  </a:lnTo>
                  <a:lnTo>
                    <a:pt x="1164314" y="1324374"/>
                  </a:lnTo>
                  <a:lnTo>
                    <a:pt x="1165567" y="1324718"/>
                  </a:lnTo>
                  <a:lnTo>
                    <a:pt x="1166820" y="1324764"/>
                  </a:lnTo>
                  <a:lnTo>
                    <a:pt x="1168074" y="1324504"/>
                  </a:lnTo>
                  <a:lnTo>
                    <a:pt x="1169327" y="1323916"/>
                  </a:lnTo>
                  <a:lnTo>
                    <a:pt x="1170580" y="1322991"/>
                  </a:lnTo>
                  <a:lnTo>
                    <a:pt x="1171833" y="1321723"/>
                  </a:lnTo>
                  <a:lnTo>
                    <a:pt x="1173087" y="1320109"/>
                  </a:lnTo>
                  <a:lnTo>
                    <a:pt x="1174340" y="1318121"/>
                  </a:lnTo>
                  <a:lnTo>
                    <a:pt x="1175593" y="1315779"/>
                  </a:lnTo>
                  <a:lnTo>
                    <a:pt x="1176846" y="1313139"/>
                  </a:lnTo>
                  <a:lnTo>
                    <a:pt x="1178099" y="1310200"/>
                  </a:lnTo>
                  <a:lnTo>
                    <a:pt x="1179353" y="1306998"/>
                  </a:lnTo>
                  <a:lnTo>
                    <a:pt x="1180606" y="1303565"/>
                  </a:lnTo>
                  <a:lnTo>
                    <a:pt x="1181859" y="1299915"/>
                  </a:lnTo>
                  <a:lnTo>
                    <a:pt x="1183112" y="1296034"/>
                  </a:lnTo>
                  <a:lnTo>
                    <a:pt x="1184365" y="1291960"/>
                  </a:lnTo>
                  <a:lnTo>
                    <a:pt x="1185619" y="1287708"/>
                  </a:lnTo>
                  <a:lnTo>
                    <a:pt x="1186872" y="1283284"/>
                  </a:lnTo>
                  <a:lnTo>
                    <a:pt x="1188125" y="1278740"/>
                  </a:lnTo>
                  <a:lnTo>
                    <a:pt x="1189378" y="1274102"/>
                  </a:lnTo>
                  <a:lnTo>
                    <a:pt x="1190632" y="1269363"/>
                  </a:lnTo>
                  <a:lnTo>
                    <a:pt x="1191885" y="1264529"/>
                  </a:lnTo>
                  <a:lnTo>
                    <a:pt x="1193138" y="1259644"/>
                  </a:lnTo>
                  <a:lnTo>
                    <a:pt x="1194391" y="1254786"/>
                  </a:lnTo>
                  <a:lnTo>
                    <a:pt x="1195644" y="1249992"/>
                  </a:lnTo>
                  <a:lnTo>
                    <a:pt x="1196898" y="1245339"/>
                  </a:lnTo>
                  <a:lnTo>
                    <a:pt x="1198151" y="1240910"/>
                  </a:lnTo>
                  <a:lnTo>
                    <a:pt x="1199404" y="1236704"/>
                  </a:lnTo>
                  <a:lnTo>
                    <a:pt x="1200657" y="1232738"/>
                  </a:lnTo>
                  <a:lnTo>
                    <a:pt x="1201910" y="1229041"/>
                  </a:lnTo>
                  <a:lnTo>
                    <a:pt x="1203164" y="1225624"/>
                  </a:lnTo>
                  <a:lnTo>
                    <a:pt x="1204417" y="1222489"/>
                  </a:lnTo>
                  <a:lnTo>
                    <a:pt x="1205670" y="1219634"/>
                  </a:lnTo>
                  <a:lnTo>
                    <a:pt x="1206923" y="1217026"/>
                  </a:lnTo>
                  <a:lnTo>
                    <a:pt x="1208177" y="1214663"/>
                  </a:lnTo>
                  <a:lnTo>
                    <a:pt x="1209430" y="1212553"/>
                  </a:lnTo>
                  <a:lnTo>
                    <a:pt x="1210683" y="1210728"/>
                  </a:lnTo>
                  <a:lnTo>
                    <a:pt x="1211936" y="1209212"/>
                  </a:lnTo>
                  <a:lnTo>
                    <a:pt x="1213189" y="1207982"/>
                  </a:lnTo>
                  <a:lnTo>
                    <a:pt x="1214443" y="1207028"/>
                  </a:lnTo>
                  <a:lnTo>
                    <a:pt x="1215696" y="1206284"/>
                  </a:lnTo>
                  <a:lnTo>
                    <a:pt x="1216949" y="1205682"/>
                  </a:lnTo>
                  <a:lnTo>
                    <a:pt x="1218202" y="1205225"/>
                  </a:lnTo>
                  <a:lnTo>
                    <a:pt x="1219456" y="1204927"/>
                  </a:lnTo>
                  <a:lnTo>
                    <a:pt x="1220709" y="1204822"/>
                  </a:lnTo>
                  <a:lnTo>
                    <a:pt x="1221962" y="1204924"/>
                  </a:lnTo>
                  <a:lnTo>
                    <a:pt x="1223215" y="1205206"/>
                  </a:lnTo>
                  <a:lnTo>
                    <a:pt x="1224468" y="1205700"/>
                  </a:lnTo>
                  <a:lnTo>
                    <a:pt x="1225722" y="1206423"/>
                  </a:lnTo>
                  <a:lnTo>
                    <a:pt x="1226975" y="1207370"/>
                  </a:lnTo>
                  <a:lnTo>
                    <a:pt x="1228228" y="1208557"/>
                  </a:lnTo>
                  <a:lnTo>
                    <a:pt x="1229481" y="1209982"/>
                  </a:lnTo>
                  <a:lnTo>
                    <a:pt x="1230734" y="1211629"/>
                  </a:lnTo>
                  <a:lnTo>
                    <a:pt x="1231988" y="1213490"/>
                  </a:lnTo>
                  <a:lnTo>
                    <a:pt x="1233241" y="1215533"/>
                  </a:lnTo>
                  <a:lnTo>
                    <a:pt x="1234494" y="1217764"/>
                  </a:lnTo>
                  <a:lnTo>
                    <a:pt x="1235747" y="1220181"/>
                  </a:lnTo>
                  <a:lnTo>
                    <a:pt x="1237001" y="1222781"/>
                  </a:lnTo>
                  <a:lnTo>
                    <a:pt x="1238254" y="1225525"/>
                  </a:lnTo>
                  <a:lnTo>
                    <a:pt x="1239507" y="1228326"/>
                  </a:lnTo>
                  <a:lnTo>
                    <a:pt x="1240760" y="1231150"/>
                  </a:lnTo>
                  <a:lnTo>
                    <a:pt x="1242013" y="1234056"/>
                  </a:lnTo>
                  <a:lnTo>
                    <a:pt x="1243267" y="1237033"/>
                  </a:lnTo>
                  <a:lnTo>
                    <a:pt x="1244520" y="1240061"/>
                  </a:lnTo>
                  <a:lnTo>
                    <a:pt x="1245773" y="1243150"/>
                  </a:lnTo>
                  <a:lnTo>
                    <a:pt x="1247026" y="1246283"/>
                  </a:lnTo>
                  <a:lnTo>
                    <a:pt x="1248280" y="1249418"/>
                  </a:lnTo>
                  <a:lnTo>
                    <a:pt x="1249533" y="1252542"/>
                  </a:lnTo>
                  <a:lnTo>
                    <a:pt x="1250786" y="1255664"/>
                  </a:lnTo>
                  <a:lnTo>
                    <a:pt x="1252039" y="1258805"/>
                  </a:lnTo>
                  <a:lnTo>
                    <a:pt x="1253292" y="1262004"/>
                  </a:lnTo>
                  <a:lnTo>
                    <a:pt x="1254546" y="1265278"/>
                  </a:lnTo>
                  <a:lnTo>
                    <a:pt x="1255799" y="1268634"/>
                  </a:lnTo>
                  <a:lnTo>
                    <a:pt x="1257052" y="1272070"/>
                  </a:lnTo>
                  <a:lnTo>
                    <a:pt x="1258305" y="1275587"/>
                  </a:lnTo>
                  <a:lnTo>
                    <a:pt x="1259558" y="1279192"/>
                  </a:lnTo>
                  <a:lnTo>
                    <a:pt x="1260812" y="1282778"/>
                  </a:lnTo>
                  <a:lnTo>
                    <a:pt x="1262065" y="1286321"/>
                  </a:lnTo>
                  <a:lnTo>
                    <a:pt x="1263318" y="1289821"/>
                  </a:lnTo>
                  <a:lnTo>
                    <a:pt x="1264571" y="1293262"/>
                  </a:lnTo>
                  <a:lnTo>
                    <a:pt x="1265825" y="1296632"/>
                  </a:lnTo>
                  <a:lnTo>
                    <a:pt x="1267078" y="1299929"/>
                  </a:lnTo>
                  <a:lnTo>
                    <a:pt x="1268331" y="1303155"/>
                  </a:lnTo>
                  <a:lnTo>
                    <a:pt x="1269584" y="1306315"/>
                  </a:lnTo>
                  <a:lnTo>
                    <a:pt x="1270837" y="1309413"/>
                  </a:lnTo>
                  <a:lnTo>
                    <a:pt x="1272091" y="1312404"/>
                  </a:lnTo>
                  <a:lnTo>
                    <a:pt x="1273344" y="1315274"/>
                  </a:lnTo>
                  <a:lnTo>
                    <a:pt x="1274597" y="1317991"/>
                  </a:lnTo>
                  <a:lnTo>
                    <a:pt x="1275850" y="1320564"/>
                  </a:lnTo>
                  <a:lnTo>
                    <a:pt x="1277104" y="1323006"/>
                  </a:lnTo>
                  <a:lnTo>
                    <a:pt x="1278357" y="1325316"/>
                  </a:lnTo>
                  <a:lnTo>
                    <a:pt x="1279610" y="1327557"/>
                  </a:lnTo>
                  <a:lnTo>
                    <a:pt x="1280863" y="1329731"/>
                  </a:lnTo>
                  <a:lnTo>
                    <a:pt x="1282116" y="1331837"/>
                  </a:lnTo>
                  <a:lnTo>
                    <a:pt x="1283370" y="1333857"/>
                  </a:lnTo>
                  <a:lnTo>
                    <a:pt x="1284623" y="1335777"/>
                  </a:lnTo>
                  <a:lnTo>
                    <a:pt x="1285876" y="1337640"/>
                  </a:lnTo>
                  <a:lnTo>
                    <a:pt x="1287129" y="1339479"/>
                  </a:lnTo>
                  <a:lnTo>
                    <a:pt x="1288382" y="1341275"/>
                  </a:lnTo>
                  <a:lnTo>
                    <a:pt x="1289636" y="1343035"/>
                  </a:lnTo>
                  <a:lnTo>
                    <a:pt x="1290889" y="1344766"/>
                  </a:lnTo>
                  <a:lnTo>
                    <a:pt x="1292142" y="1346448"/>
                  </a:lnTo>
                  <a:lnTo>
                    <a:pt x="1293395" y="1348097"/>
                  </a:lnTo>
                  <a:lnTo>
                    <a:pt x="1294649" y="1349722"/>
                  </a:lnTo>
                  <a:lnTo>
                    <a:pt x="1295902" y="1351365"/>
                  </a:lnTo>
                  <a:lnTo>
                    <a:pt x="1297155" y="1353054"/>
                  </a:lnTo>
                  <a:lnTo>
                    <a:pt x="1298408" y="1354786"/>
                  </a:lnTo>
                  <a:lnTo>
                    <a:pt x="1299661" y="1356565"/>
                  </a:lnTo>
                  <a:lnTo>
                    <a:pt x="1300915" y="1358391"/>
                  </a:lnTo>
                  <a:lnTo>
                    <a:pt x="1302168" y="1360302"/>
                  </a:lnTo>
                  <a:lnTo>
                    <a:pt x="1303421" y="1362327"/>
                  </a:lnTo>
                  <a:lnTo>
                    <a:pt x="1304674" y="1364410"/>
                  </a:lnTo>
                  <a:lnTo>
                    <a:pt x="1305928" y="1366508"/>
                  </a:lnTo>
                  <a:lnTo>
                    <a:pt x="1307181" y="1368639"/>
                  </a:lnTo>
                  <a:lnTo>
                    <a:pt x="1308434" y="1370801"/>
                  </a:lnTo>
                  <a:lnTo>
                    <a:pt x="1309687" y="1372980"/>
                  </a:lnTo>
                  <a:lnTo>
                    <a:pt x="1310940" y="1375203"/>
                  </a:lnTo>
                  <a:lnTo>
                    <a:pt x="1312194" y="1377484"/>
                  </a:lnTo>
                  <a:lnTo>
                    <a:pt x="1313447" y="1379813"/>
                  </a:lnTo>
                  <a:lnTo>
                    <a:pt x="1314700" y="1382145"/>
                  </a:lnTo>
                  <a:lnTo>
                    <a:pt x="1315953" y="1384419"/>
                  </a:lnTo>
                  <a:lnTo>
                    <a:pt x="1317206" y="1386622"/>
                  </a:lnTo>
                  <a:lnTo>
                    <a:pt x="1318460" y="1388750"/>
                  </a:lnTo>
                  <a:lnTo>
                    <a:pt x="1319713" y="1390803"/>
                  </a:lnTo>
                  <a:lnTo>
                    <a:pt x="1320966" y="1392775"/>
                  </a:lnTo>
                  <a:lnTo>
                    <a:pt x="1322219" y="1394666"/>
                  </a:lnTo>
                  <a:lnTo>
                    <a:pt x="1323473" y="1396491"/>
                  </a:lnTo>
                  <a:lnTo>
                    <a:pt x="1324726" y="1398276"/>
                  </a:lnTo>
                  <a:lnTo>
                    <a:pt x="1325979" y="1400019"/>
                  </a:lnTo>
                  <a:lnTo>
                    <a:pt x="1327232" y="1401722"/>
                  </a:lnTo>
                  <a:lnTo>
                    <a:pt x="1328485" y="1403384"/>
                  </a:lnTo>
                  <a:lnTo>
                    <a:pt x="1329739" y="1405006"/>
                  </a:lnTo>
                  <a:lnTo>
                    <a:pt x="1330992" y="1406586"/>
                  </a:lnTo>
                  <a:lnTo>
                    <a:pt x="1332245" y="1408126"/>
                  </a:lnTo>
                  <a:lnTo>
                    <a:pt x="1333498" y="1409619"/>
                  </a:lnTo>
                  <a:lnTo>
                    <a:pt x="1334752" y="1411095"/>
                  </a:lnTo>
                  <a:lnTo>
                    <a:pt x="1336005" y="1412571"/>
                  </a:lnTo>
                  <a:lnTo>
                    <a:pt x="1337258" y="1414047"/>
                  </a:lnTo>
                  <a:lnTo>
                    <a:pt x="1338511" y="1415524"/>
                  </a:lnTo>
                  <a:lnTo>
                    <a:pt x="1339764" y="1417000"/>
                  </a:lnTo>
                  <a:lnTo>
                    <a:pt x="1341018" y="1418476"/>
                  </a:lnTo>
                  <a:lnTo>
                    <a:pt x="1342271" y="1419952"/>
                  </a:lnTo>
                  <a:lnTo>
                    <a:pt x="1343524" y="1421428"/>
                  </a:lnTo>
                  <a:lnTo>
                    <a:pt x="1344777" y="1422904"/>
                  </a:lnTo>
                  <a:lnTo>
                    <a:pt x="1346030" y="1424381"/>
                  </a:lnTo>
                  <a:lnTo>
                    <a:pt x="1347284" y="1425857"/>
                  </a:lnTo>
                  <a:lnTo>
                    <a:pt x="1348537" y="1427333"/>
                  </a:lnTo>
                  <a:lnTo>
                    <a:pt x="1349790" y="1428763"/>
                  </a:lnTo>
                  <a:lnTo>
                    <a:pt x="1351043" y="1430146"/>
                  </a:lnTo>
                  <a:lnTo>
                    <a:pt x="1352297" y="1431477"/>
                  </a:lnTo>
                  <a:lnTo>
                    <a:pt x="1353550" y="1432748"/>
                  </a:lnTo>
                  <a:lnTo>
                    <a:pt x="1354803" y="1433956"/>
                  </a:lnTo>
                  <a:lnTo>
                    <a:pt x="1356056" y="1435101"/>
                  </a:lnTo>
                  <a:lnTo>
                    <a:pt x="1357309" y="1436183"/>
                  </a:lnTo>
                  <a:lnTo>
                    <a:pt x="1358563" y="1437191"/>
                  </a:lnTo>
                  <a:lnTo>
                    <a:pt x="1359816" y="1438096"/>
                  </a:lnTo>
                  <a:lnTo>
                    <a:pt x="1361069" y="1438898"/>
                  </a:lnTo>
                  <a:lnTo>
                    <a:pt x="1362322" y="1439596"/>
                  </a:lnTo>
                  <a:lnTo>
                    <a:pt x="1363575" y="1440191"/>
                  </a:lnTo>
                  <a:lnTo>
                    <a:pt x="1364829" y="1440683"/>
                  </a:lnTo>
                  <a:lnTo>
                    <a:pt x="1366082" y="1441071"/>
                  </a:lnTo>
                  <a:lnTo>
                    <a:pt x="1367335" y="1441357"/>
                  </a:lnTo>
                  <a:lnTo>
                    <a:pt x="1368588" y="1441579"/>
                  </a:lnTo>
                  <a:lnTo>
                    <a:pt x="1369842" y="1441738"/>
                  </a:lnTo>
                  <a:lnTo>
                    <a:pt x="1371095" y="1441837"/>
                  </a:lnTo>
                  <a:lnTo>
                    <a:pt x="1372348" y="1441884"/>
                  </a:lnTo>
                  <a:lnTo>
                    <a:pt x="1373601" y="1441884"/>
                  </a:lnTo>
                  <a:lnTo>
                    <a:pt x="1374854" y="1441838"/>
                  </a:lnTo>
                  <a:lnTo>
                    <a:pt x="1376108" y="1441746"/>
                  </a:lnTo>
                  <a:lnTo>
                    <a:pt x="1377361" y="1441618"/>
                  </a:lnTo>
                  <a:lnTo>
                    <a:pt x="1378614" y="1441490"/>
                  </a:lnTo>
                  <a:lnTo>
                    <a:pt x="1379867" y="1441362"/>
                  </a:lnTo>
                  <a:lnTo>
                    <a:pt x="1381121" y="1441235"/>
                  </a:lnTo>
                  <a:lnTo>
                    <a:pt x="1382374" y="1441107"/>
                  </a:lnTo>
                  <a:lnTo>
                    <a:pt x="1383627" y="1440979"/>
                  </a:lnTo>
                  <a:lnTo>
                    <a:pt x="1384880" y="1440851"/>
                  </a:lnTo>
                  <a:lnTo>
                    <a:pt x="1386133" y="1440723"/>
                  </a:lnTo>
                  <a:lnTo>
                    <a:pt x="1387387" y="1440595"/>
                  </a:lnTo>
                  <a:lnTo>
                    <a:pt x="1388640" y="1440468"/>
                  </a:lnTo>
                  <a:lnTo>
                    <a:pt x="1389893" y="1440340"/>
                  </a:lnTo>
                  <a:lnTo>
                    <a:pt x="1391146" y="1440212"/>
                  </a:lnTo>
                  <a:lnTo>
                    <a:pt x="1392399" y="1440084"/>
                  </a:lnTo>
                  <a:lnTo>
                    <a:pt x="1393653" y="1439956"/>
                  </a:lnTo>
                  <a:lnTo>
                    <a:pt x="1394906" y="1439828"/>
                  </a:lnTo>
                  <a:lnTo>
                    <a:pt x="1396159" y="1439701"/>
                  </a:lnTo>
                  <a:lnTo>
                    <a:pt x="1397412" y="1439573"/>
                  </a:lnTo>
                  <a:lnTo>
                    <a:pt x="1398666" y="1439445"/>
                  </a:lnTo>
                  <a:lnTo>
                    <a:pt x="1399919" y="1439317"/>
                  </a:lnTo>
                  <a:lnTo>
                    <a:pt x="1401172" y="1439189"/>
                  </a:lnTo>
                  <a:lnTo>
                    <a:pt x="1402425" y="1439061"/>
                  </a:lnTo>
                  <a:lnTo>
                    <a:pt x="1403678" y="1438933"/>
                  </a:lnTo>
                  <a:lnTo>
                    <a:pt x="1404932" y="1438806"/>
                  </a:lnTo>
                  <a:lnTo>
                    <a:pt x="1406185" y="1438678"/>
                  </a:lnTo>
                  <a:lnTo>
                    <a:pt x="1407438" y="1438550"/>
                  </a:lnTo>
                  <a:lnTo>
                    <a:pt x="1408691" y="1438422"/>
                  </a:lnTo>
                  <a:lnTo>
                    <a:pt x="1409945" y="1438294"/>
                  </a:lnTo>
                  <a:lnTo>
                    <a:pt x="1411198" y="1438166"/>
                  </a:lnTo>
                  <a:lnTo>
                    <a:pt x="1412451" y="1438038"/>
                  </a:lnTo>
                  <a:lnTo>
                    <a:pt x="1413704" y="1437911"/>
                  </a:lnTo>
                  <a:lnTo>
                    <a:pt x="1414957" y="1437783"/>
                  </a:lnTo>
                  <a:lnTo>
                    <a:pt x="1416211" y="1437660"/>
                  </a:lnTo>
                  <a:lnTo>
                    <a:pt x="1417464" y="1437547"/>
                  </a:lnTo>
                  <a:lnTo>
                    <a:pt x="1418717" y="1437441"/>
                  </a:lnTo>
                  <a:lnTo>
                    <a:pt x="1419970" y="1437344"/>
                  </a:lnTo>
                  <a:lnTo>
                    <a:pt x="1421223" y="1437255"/>
                  </a:lnTo>
                  <a:lnTo>
                    <a:pt x="1422477" y="1437174"/>
                  </a:lnTo>
                  <a:lnTo>
                    <a:pt x="1423730" y="1437102"/>
                  </a:lnTo>
                  <a:lnTo>
                    <a:pt x="1424983" y="1437038"/>
                  </a:lnTo>
                  <a:lnTo>
                    <a:pt x="1426236" y="1436982"/>
                  </a:lnTo>
                  <a:lnTo>
                    <a:pt x="1427490" y="1436935"/>
                  </a:lnTo>
                  <a:lnTo>
                    <a:pt x="1428743" y="1436896"/>
                  </a:lnTo>
                  <a:lnTo>
                    <a:pt x="1429996" y="1436866"/>
                  </a:lnTo>
                  <a:lnTo>
                    <a:pt x="1431249" y="1436843"/>
                  </a:lnTo>
                  <a:lnTo>
                    <a:pt x="1432502" y="1436830"/>
                  </a:lnTo>
                  <a:lnTo>
                    <a:pt x="1433756" y="1436824"/>
                  </a:lnTo>
                  <a:lnTo>
                    <a:pt x="1435009" y="1436824"/>
                  </a:lnTo>
                  <a:lnTo>
                    <a:pt x="1436262" y="1436824"/>
                  </a:lnTo>
                  <a:lnTo>
                    <a:pt x="1437515" y="1436824"/>
                  </a:lnTo>
                  <a:lnTo>
                    <a:pt x="1438769" y="1436824"/>
                  </a:lnTo>
                  <a:lnTo>
                    <a:pt x="1440022" y="1436824"/>
                  </a:lnTo>
                  <a:lnTo>
                    <a:pt x="1441275" y="1436830"/>
                  </a:lnTo>
                  <a:lnTo>
                    <a:pt x="1442528" y="1436843"/>
                  </a:lnTo>
                  <a:lnTo>
                    <a:pt x="1443781" y="1436866"/>
                  </a:lnTo>
                  <a:lnTo>
                    <a:pt x="1445035" y="1436896"/>
                  </a:lnTo>
                  <a:lnTo>
                    <a:pt x="1446288" y="1436935"/>
                  </a:lnTo>
                  <a:lnTo>
                    <a:pt x="1447541" y="1436982"/>
                  </a:lnTo>
                  <a:lnTo>
                    <a:pt x="1448794" y="1437038"/>
                  </a:lnTo>
                  <a:lnTo>
                    <a:pt x="1450047" y="1437102"/>
                  </a:lnTo>
                  <a:lnTo>
                    <a:pt x="1451301" y="1437174"/>
                  </a:lnTo>
                  <a:lnTo>
                    <a:pt x="1452554" y="1437255"/>
                  </a:lnTo>
                  <a:lnTo>
                    <a:pt x="1453807" y="1437344"/>
                  </a:lnTo>
                  <a:lnTo>
                    <a:pt x="1455060" y="1437441"/>
                  </a:lnTo>
                  <a:lnTo>
                    <a:pt x="1456314" y="1437550"/>
                  </a:lnTo>
                  <a:lnTo>
                    <a:pt x="1457567" y="1437670"/>
                  </a:lnTo>
                  <a:lnTo>
                    <a:pt x="1458820" y="1437753"/>
                  </a:lnTo>
                  <a:lnTo>
                    <a:pt x="1460073" y="1437772"/>
                  </a:lnTo>
                  <a:lnTo>
                    <a:pt x="1461326" y="1437727"/>
                  </a:lnTo>
                  <a:lnTo>
                    <a:pt x="1462580" y="1437619"/>
                  </a:lnTo>
                  <a:lnTo>
                    <a:pt x="1463833" y="1437447"/>
                  </a:lnTo>
                  <a:lnTo>
                    <a:pt x="1465086" y="1437217"/>
                  </a:lnTo>
                  <a:lnTo>
                    <a:pt x="1466339" y="1436930"/>
                  </a:lnTo>
                  <a:lnTo>
                    <a:pt x="1467593" y="1436578"/>
                  </a:lnTo>
                  <a:lnTo>
                    <a:pt x="1468846" y="1436089"/>
                  </a:lnTo>
                  <a:lnTo>
                    <a:pt x="1470099" y="1435462"/>
                  </a:lnTo>
                  <a:lnTo>
                    <a:pt x="1471352" y="1434699"/>
                  </a:lnTo>
                  <a:lnTo>
                    <a:pt x="1472605" y="1433799"/>
                  </a:lnTo>
                  <a:lnTo>
                    <a:pt x="1473859" y="1432762"/>
                  </a:lnTo>
                  <a:lnTo>
                    <a:pt x="1475112" y="1431588"/>
                  </a:lnTo>
                  <a:lnTo>
                    <a:pt x="1476365" y="1430277"/>
                  </a:lnTo>
                  <a:lnTo>
                    <a:pt x="1477618" y="1428857"/>
                  </a:lnTo>
                  <a:lnTo>
                    <a:pt x="1478871" y="1427344"/>
                  </a:lnTo>
                  <a:lnTo>
                    <a:pt x="1480125" y="1425698"/>
                  </a:lnTo>
                  <a:lnTo>
                    <a:pt x="1481378" y="1423925"/>
                  </a:lnTo>
                  <a:lnTo>
                    <a:pt x="1482631" y="1422025"/>
                  </a:lnTo>
                  <a:lnTo>
                    <a:pt x="1483884" y="1419990"/>
                  </a:lnTo>
                  <a:lnTo>
                    <a:pt x="1485138" y="1417829"/>
                  </a:lnTo>
                  <a:lnTo>
                    <a:pt x="1486391" y="1415543"/>
                  </a:lnTo>
                  <a:lnTo>
                    <a:pt x="1487644" y="1413149"/>
                  </a:lnTo>
                  <a:lnTo>
                    <a:pt x="1488897" y="1410649"/>
                  </a:lnTo>
                  <a:lnTo>
                    <a:pt x="1490150" y="1408028"/>
                  </a:lnTo>
                  <a:lnTo>
                    <a:pt x="1491404" y="1405273"/>
                  </a:lnTo>
                  <a:lnTo>
                    <a:pt x="1492657" y="1402386"/>
                  </a:lnTo>
                  <a:lnTo>
                    <a:pt x="1493910" y="1399350"/>
                  </a:lnTo>
                  <a:lnTo>
                    <a:pt x="1495163" y="1396166"/>
                  </a:lnTo>
                  <a:lnTo>
                    <a:pt x="1496417" y="1392824"/>
                  </a:lnTo>
                  <a:lnTo>
                    <a:pt x="1497670" y="1389323"/>
                  </a:lnTo>
                  <a:lnTo>
                    <a:pt x="1498923" y="1385673"/>
                  </a:lnTo>
                  <a:lnTo>
                    <a:pt x="1500176" y="1381882"/>
                  </a:lnTo>
                  <a:lnTo>
                    <a:pt x="1501429" y="1377945"/>
                  </a:lnTo>
                  <a:lnTo>
                    <a:pt x="1502683" y="1373871"/>
                  </a:lnTo>
                  <a:lnTo>
                    <a:pt x="1503936" y="1369649"/>
                  </a:lnTo>
                  <a:lnTo>
                    <a:pt x="1505189" y="1365264"/>
                  </a:lnTo>
                  <a:lnTo>
                    <a:pt x="1506442" y="1360745"/>
                  </a:lnTo>
                  <a:lnTo>
                    <a:pt x="1507695" y="1356108"/>
                  </a:lnTo>
                  <a:lnTo>
                    <a:pt x="1508949" y="1351371"/>
                  </a:lnTo>
                  <a:lnTo>
                    <a:pt x="1510202" y="1346577"/>
                  </a:lnTo>
                  <a:lnTo>
                    <a:pt x="1511455" y="1341708"/>
                  </a:lnTo>
                  <a:lnTo>
                    <a:pt x="1512708" y="1336800"/>
                  </a:lnTo>
                  <a:lnTo>
                    <a:pt x="1513962" y="1331851"/>
                  </a:lnTo>
                  <a:lnTo>
                    <a:pt x="1515215" y="1326881"/>
                  </a:lnTo>
                  <a:lnTo>
                    <a:pt x="1516468" y="1321906"/>
                  </a:lnTo>
                  <a:lnTo>
                    <a:pt x="1517721" y="1316926"/>
                  </a:lnTo>
                  <a:lnTo>
                    <a:pt x="1518974" y="1311938"/>
                  </a:lnTo>
                  <a:lnTo>
                    <a:pt x="1520228" y="1306910"/>
                  </a:lnTo>
                  <a:lnTo>
                    <a:pt x="1521481" y="1301836"/>
                  </a:lnTo>
                  <a:lnTo>
                    <a:pt x="1522734" y="1296796"/>
                  </a:lnTo>
                  <a:lnTo>
                    <a:pt x="1523987" y="1291817"/>
                  </a:lnTo>
                  <a:lnTo>
                    <a:pt x="1525240" y="1286900"/>
                  </a:lnTo>
                  <a:lnTo>
                    <a:pt x="1526494" y="1282048"/>
                  </a:lnTo>
                  <a:lnTo>
                    <a:pt x="1527747" y="1277253"/>
                  </a:lnTo>
                  <a:lnTo>
                    <a:pt x="1529000" y="1272515"/>
                  </a:lnTo>
                  <a:lnTo>
                    <a:pt x="1530253" y="1267851"/>
                  </a:lnTo>
                  <a:lnTo>
                    <a:pt x="1531507" y="1263311"/>
                  </a:lnTo>
                  <a:lnTo>
                    <a:pt x="1532760" y="1258943"/>
                  </a:lnTo>
                  <a:lnTo>
                    <a:pt x="1534013" y="1254721"/>
                  </a:lnTo>
                  <a:lnTo>
                    <a:pt x="1535266" y="1250609"/>
                  </a:lnTo>
                  <a:lnTo>
                    <a:pt x="1536519" y="1246583"/>
                  </a:lnTo>
                  <a:lnTo>
                    <a:pt x="1537773" y="1242643"/>
                  </a:lnTo>
                  <a:lnTo>
                    <a:pt x="1539026" y="1238806"/>
                  </a:lnTo>
                  <a:lnTo>
                    <a:pt x="1540279" y="1235053"/>
                  </a:lnTo>
                  <a:lnTo>
                    <a:pt x="1541532" y="1231327"/>
                  </a:lnTo>
                  <a:lnTo>
                    <a:pt x="1542786" y="1227639"/>
                  </a:lnTo>
                  <a:lnTo>
                    <a:pt x="1544039" y="1224007"/>
                  </a:lnTo>
                  <a:lnTo>
                    <a:pt x="1545292" y="1220427"/>
                  </a:lnTo>
                  <a:lnTo>
                    <a:pt x="1546545" y="1216908"/>
                  </a:lnTo>
                  <a:lnTo>
                    <a:pt x="1547798" y="1213414"/>
                  </a:lnTo>
                  <a:lnTo>
                    <a:pt x="1549052" y="1209926"/>
                  </a:lnTo>
                  <a:lnTo>
                    <a:pt x="1550305" y="1206442"/>
                  </a:lnTo>
                  <a:lnTo>
                    <a:pt x="1551558" y="1202955"/>
                  </a:lnTo>
                  <a:lnTo>
                    <a:pt x="1552811" y="1199502"/>
                  </a:lnTo>
                  <a:lnTo>
                    <a:pt x="1554064" y="1196143"/>
                  </a:lnTo>
                  <a:lnTo>
                    <a:pt x="1555318" y="1192914"/>
                  </a:lnTo>
                  <a:lnTo>
                    <a:pt x="1556571" y="1189828"/>
                  </a:lnTo>
                  <a:lnTo>
                    <a:pt x="1557824" y="1186885"/>
                  </a:lnTo>
                  <a:lnTo>
                    <a:pt x="1559077" y="1184118"/>
                  </a:lnTo>
                  <a:lnTo>
                    <a:pt x="1560331" y="1181550"/>
                  </a:lnTo>
                  <a:lnTo>
                    <a:pt x="1561584" y="1179178"/>
                  </a:lnTo>
                  <a:lnTo>
                    <a:pt x="1562837" y="1176964"/>
                  </a:lnTo>
                  <a:lnTo>
                    <a:pt x="1564090" y="1174907"/>
                  </a:lnTo>
                  <a:lnTo>
                    <a:pt x="1565343" y="1173006"/>
                  </a:lnTo>
                  <a:lnTo>
                    <a:pt x="1566597" y="1171287"/>
                  </a:lnTo>
                  <a:lnTo>
                    <a:pt x="1567850" y="1169757"/>
                  </a:lnTo>
                  <a:lnTo>
                    <a:pt x="1569103" y="1168363"/>
                  </a:lnTo>
                  <a:lnTo>
                    <a:pt x="1570356" y="1167058"/>
                  </a:lnTo>
                  <a:lnTo>
                    <a:pt x="1571610" y="1165806"/>
                  </a:lnTo>
                  <a:lnTo>
                    <a:pt x="1572863" y="1164542"/>
                  </a:lnTo>
                  <a:lnTo>
                    <a:pt x="1574116" y="1163221"/>
                  </a:lnTo>
                  <a:lnTo>
                    <a:pt x="1575369" y="1161830"/>
                  </a:lnTo>
                  <a:lnTo>
                    <a:pt x="1576622" y="1160335"/>
                  </a:lnTo>
                  <a:lnTo>
                    <a:pt x="1577876" y="1158690"/>
                  </a:lnTo>
                  <a:lnTo>
                    <a:pt x="1579129" y="1156857"/>
                  </a:lnTo>
                  <a:lnTo>
                    <a:pt x="1580382" y="1154831"/>
                  </a:lnTo>
                  <a:lnTo>
                    <a:pt x="1581635" y="1152626"/>
                  </a:lnTo>
                  <a:lnTo>
                    <a:pt x="1582888" y="1150275"/>
                  </a:lnTo>
                  <a:lnTo>
                    <a:pt x="1584142" y="1147861"/>
                  </a:lnTo>
                  <a:lnTo>
                    <a:pt x="1585395" y="1145367"/>
                  </a:lnTo>
                  <a:lnTo>
                    <a:pt x="1586648" y="1142778"/>
                  </a:lnTo>
                  <a:lnTo>
                    <a:pt x="1587901" y="1140108"/>
                  </a:lnTo>
                  <a:lnTo>
                    <a:pt x="1589155" y="1137334"/>
                  </a:lnTo>
                  <a:lnTo>
                    <a:pt x="1590408" y="1134461"/>
                  </a:lnTo>
                  <a:lnTo>
                    <a:pt x="1591661" y="1131475"/>
                  </a:lnTo>
                  <a:lnTo>
                    <a:pt x="1592914" y="1128385"/>
                  </a:lnTo>
                  <a:lnTo>
                    <a:pt x="1594167" y="1125204"/>
                  </a:lnTo>
                  <a:lnTo>
                    <a:pt x="1595421" y="1121910"/>
                  </a:lnTo>
                  <a:lnTo>
                    <a:pt x="1596674" y="1118583"/>
                  </a:lnTo>
                  <a:lnTo>
                    <a:pt x="1597927" y="1115281"/>
                  </a:lnTo>
                  <a:lnTo>
                    <a:pt x="1599180" y="1112048"/>
                  </a:lnTo>
                  <a:lnTo>
                    <a:pt x="1600434" y="1108907"/>
                  </a:lnTo>
                  <a:lnTo>
                    <a:pt x="1601687" y="1105846"/>
                  </a:lnTo>
                  <a:lnTo>
                    <a:pt x="1602940" y="1102837"/>
                  </a:lnTo>
                  <a:lnTo>
                    <a:pt x="1604193" y="1099928"/>
                  </a:lnTo>
                  <a:lnTo>
                    <a:pt x="1605446" y="1097168"/>
                  </a:lnTo>
                  <a:lnTo>
                    <a:pt x="1606700" y="1094557"/>
                  </a:lnTo>
                  <a:lnTo>
                    <a:pt x="1607953" y="1092135"/>
                  </a:lnTo>
                  <a:lnTo>
                    <a:pt x="1609206" y="1089898"/>
                  </a:lnTo>
                  <a:lnTo>
                    <a:pt x="1610459" y="1087888"/>
                  </a:lnTo>
                  <a:lnTo>
                    <a:pt x="1611712" y="1086155"/>
                  </a:lnTo>
                  <a:lnTo>
                    <a:pt x="1612966" y="1084697"/>
                  </a:lnTo>
                  <a:lnTo>
                    <a:pt x="1614219" y="1083520"/>
                  </a:lnTo>
                  <a:lnTo>
                    <a:pt x="1615472" y="1082597"/>
                  </a:lnTo>
                  <a:lnTo>
                    <a:pt x="1616725" y="1081868"/>
                  </a:lnTo>
                  <a:lnTo>
                    <a:pt x="1617979" y="1081294"/>
                  </a:lnTo>
                  <a:lnTo>
                    <a:pt x="1619232" y="1080844"/>
                  </a:lnTo>
                  <a:lnTo>
                    <a:pt x="1620485" y="1080528"/>
                  </a:lnTo>
                  <a:lnTo>
                    <a:pt x="1621738" y="1080359"/>
                  </a:lnTo>
                  <a:lnTo>
                    <a:pt x="1622991" y="1080289"/>
                  </a:lnTo>
                  <a:lnTo>
                    <a:pt x="1624245" y="1080299"/>
                  </a:lnTo>
                  <a:lnTo>
                    <a:pt x="1625498" y="1080412"/>
                  </a:lnTo>
                  <a:lnTo>
                    <a:pt x="1626751" y="1080654"/>
                  </a:lnTo>
                  <a:lnTo>
                    <a:pt x="1628004" y="1081016"/>
                  </a:lnTo>
                  <a:lnTo>
                    <a:pt x="1629258" y="1081474"/>
                  </a:lnTo>
                  <a:lnTo>
                    <a:pt x="1630511" y="1082002"/>
                  </a:lnTo>
                  <a:lnTo>
                    <a:pt x="1631764" y="1082641"/>
                  </a:lnTo>
                  <a:lnTo>
                    <a:pt x="1633017" y="1083450"/>
                  </a:lnTo>
                  <a:lnTo>
                    <a:pt x="1634270" y="1084445"/>
                  </a:lnTo>
                  <a:lnTo>
                    <a:pt x="1635524" y="1085648"/>
                  </a:lnTo>
                  <a:lnTo>
                    <a:pt x="1636777" y="1087127"/>
                  </a:lnTo>
                  <a:lnTo>
                    <a:pt x="1638030" y="1088887"/>
                  </a:lnTo>
                  <a:lnTo>
                    <a:pt x="1639283" y="1090957"/>
                  </a:lnTo>
                  <a:lnTo>
                    <a:pt x="1640536" y="1093363"/>
                  </a:lnTo>
                  <a:lnTo>
                    <a:pt x="1641790" y="1096155"/>
                  </a:lnTo>
                  <a:lnTo>
                    <a:pt x="1643043" y="1099346"/>
                  </a:lnTo>
                  <a:lnTo>
                    <a:pt x="1644296" y="1102909"/>
                  </a:lnTo>
                  <a:lnTo>
                    <a:pt x="1645549" y="1106834"/>
                  </a:lnTo>
                  <a:lnTo>
                    <a:pt x="1646803" y="1111091"/>
                  </a:lnTo>
                  <a:lnTo>
                    <a:pt x="1648056" y="1115650"/>
                  </a:lnTo>
                  <a:lnTo>
                    <a:pt x="1649309" y="1120518"/>
                  </a:lnTo>
                  <a:lnTo>
                    <a:pt x="1650562" y="1125662"/>
                  </a:lnTo>
                  <a:lnTo>
                    <a:pt x="1651815" y="1131088"/>
                  </a:lnTo>
                  <a:lnTo>
                    <a:pt x="1653069" y="1136811"/>
                  </a:lnTo>
                  <a:lnTo>
                    <a:pt x="1654322" y="1142831"/>
                  </a:lnTo>
                  <a:lnTo>
                    <a:pt x="1655575" y="1149147"/>
                  </a:lnTo>
                  <a:lnTo>
                    <a:pt x="1656828" y="1155735"/>
                  </a:lnTo>
                  <a:lnTo>
                    <a:pt x="1658082" y="1162569"/>
                  </a:lnTo>
                  <a:lnTo>
                    <a:pt x="1659335" y="1169599"/>
                  </a:lnTo>
                  <a:lnTo>
                    <a:pt x="1660588" y="1176776"/>
                  </a:lnTo>
                  <a:lnTo>
                    <a:pt x="1661841" y="1184061"/>
                  </a:lnTo>
                  <a:lnTo>
                    <a:pt x="1663094" y="1191417"/>
                  </a:lnTo>
                  <a:lnTo>
                    <a:pt x="1664348" y="1198839"/>
                  </a:lnTo>
                  <a:lnTo>
                    <a:pt x="1665601" y="1206346"/>
                  </a:lnTo>
                  <a:lnTo>
                    <a:pt x="1666854" y="1213933"/>
                  </a:lnTo>
                  <a:lnTo>
                    <a:pt x="1668107" y="1221561"/>
                  </a:lnTo>
                  <a:lnTo>
                    <a:pt x="1669360" y="1229194"/>
                  </a:lnTo>
                  <a:lnTo>
                    <a:pt x="1670614" y="1236752"/>
                  </a:lnTo>
                  <a:lnTo>
                    <a:pt x="1671867" y="1244208"/>
                  </a:lnTo>
                  <a:lnTo>
                    <a:pt x="1673120" y="1251537"/>
                  </a:lnTo>
                  <a:lnTo>
                    <a:pt x="1674373" y="1258690"/>
                  </a:lnTo>
                  <a:lnTo>
                    <a:pt x="1675627" y="1265654"/>
                  </a:lnTo>
                  <a:lnTo>
                    <a:pt x="1676880" y="1272420"/>
                  </a:lnTo>
                  <a:lnTo>
                    <a:pt x="1678133" y="1278949"/>
                  </a:lnTo>
                  <a:lnTo>
                    <a:pt x="1679386" y="1285213"/>
                  </a:lnTo>
                  <a:lnTo>
                    <a:pt x="1680639" y="1291217"/>
                  </a:lnTo>
                  <a:lnTo>
                    <a:pt x="1681893" y="1296983"/>
                  </a:lnTo>
                  <a:lnTo>
                    <a:pt x="1683146" y="1302507"/>
                  </a:lnTo>
                  <a:lnTo>
                    <a:pt x="1684399" y="1307719"/>
                  </a:lnTo>
                  <a:lnTo>
                    <a:pt x="1685652" y="1312603"/>
                  </a:lnTo>
                  <a:lnTo>
                    <a:pt x="1686905" y="1317165"/>
                  </a:lnTo>
                  <a:lnTo>
                    <a:pt x="1688159" y="1321399"/>
                  </a:lnTo>
                  <a:lnTo>
                    <a:pt x="1689412" y="1325305"/>
                  </a:lnTo>
                  <a:lnTo>
                    <a:pt x="1690665" y="1328887"/>
                  </a:lnTo>
                  <a:lnTo>
                    <a:pt x="1691918" y="1332162"/>
                  </a:lnTo>
                  <a:lnTo>
                    <a:pt x="1693172" y="1335161"/>
                  </a:lnTo>
                  <a:lnTo>
                    <a:pt x="1694425" y="1337861"/>
                  </a:lnTo>
                  <a:lnTo>
                    <a:pt x="1695678" y="1340235"/>
                  </a:lnTo>
                  <a:lnTo>
                    <a:pt x="1696931" y="1342313"/>
                  </a:lnTo>
                  <a:lnTo>
                    <a:pt x="1698184" y="1344129"/>
                  </a:lnTo>
                  <a:lnTo>
                    <a:pt x="1699438" y="1345676"/>
                  </a:lnTo>
                  <a:lnTo>
                    <a:pt x="1700691" y="1346930"/>
                  </a:lnTo>
                  <a:lnTo>
                    <a:pt x="1701944" y="1347887"/>
                  </a:lnTo>
                  <a:lnTo>
                    <a:pt x="1703197" y="1348577"/>
                  </a:lnTo>
                  <a:lnTo>
                    <a:pt x="1704451" y="1349010"/>
                  </a:lnTo>
                  <a:lnTo>
                    <a:pt x="1705704" y="1349194"/>
                  </a:lnTo>
                  <a:lnTo>
                    <a:pt x="1706957" y="1349177"/>
                  </a:lnTo>
                  <a:lnTo>
                    <a:pt x="1708210" y="1348969"/>
                  </a:lnTo>
                  <a:lnTo>
                    <a:pt x="1709463" y="1348564"/>
                  </a:lnTo>
                  <a:lnTo>
                    <a:pt x="1710717" y="1347954"/>
                  </a:lnTo>
                  <a:lnTo>
                    <a:pt x="1711970" y="1347118"/>
                  </a:lnTo>
                  <a:lnTo>
                    <a:pt x="1713223" y="1346072"/>
                  </a:lnTo>
                  <a:lnTo>
                    <a:pt x="1714476" y="1344834"/>
                  </a:lnTo>
                  <a:lnTo>
                    <a:pt x="1715729" y="1343386"/>
                  </a:lnTo>
                  <a:lnTo>
                    <a:pt x="1716983" y="1341737"/>
                  </a:lnTo>
                  <a:lnTo>
                    <a:pt x="1718236" y="1339882"/>
                  </a:lnTo>
                  <a:lnTo>
                    <a:pt x="1719489" y="1337850"/>
                  </a:lnTo>
                  <a:lnTo>
                    <a:pt x="1720742" y="1335650"/>
                  </a:lnTo>
                  <a:lnTo>
                    <a:pt x="1721996" y="1333274"/>
                  </a:lnTo>
                  <a:lnTo>
                    <a:pt x="1723249" y="1330752"/>
                  </a:lnTo>
                  <a:lnTo>
                    <a:pt x="1724502" y="1328095"/>
                  </a:lnTo>
                  <a:lnTo>
                    <a:pt x="1725755" y="1325336"/>
                  </a:lnTo>
                  <a:lnTo>
                    <a:pt x="1727008" y="1322508"/>
                  </a:lnTo>
                  <a:lnTo>
                    <a:pt x="1728262" y="1319611"/>
                  </a:lnTo>
                  <a:lnTo>
                    <a:pt x="1729515" y="1316643"/>
                  </a:lnTo>
                  <a:lnTo>
                    <a:pt x="1730768" y="1313621"/>
                  </a:lnTo>
                  <a:lnTo>
                    <a:pt x="1732021" y="1310560"/>
                  </a:lnTo>
                  <a:lnTo>
                    <a:pt x="1733275" y="1307511"/>
                  </a:lnTo>
                  <a:lnTo>
                    <a:pt x="1734528" y="1304534"/>
                  </a:lnTo>
                  <a:lnTo>
                    <a:pt x="1735781" y="1301651"/>
                  </a:lnTo>
                  <a:lnTo>
                    <a:pt x="1737034" y="1298897"/>
                  </a:lnTo>
                  <a:lnTo>
                    <a:pt x="1738287" y="1296275"/>
                  </a:lnTo>
                  <a:lnTo>
                    <a:pt x="1739541" y="1293795"/>
                  </a:lnTo>
                  <a:lnTo>
                    <a:pt x="1740794" y="1291510"/>
                  </a:lnTo>
                  <a:lnTo>
                    <a:pt x="1742047" y="1289482"/>
                  </a:lnTo>
                  <a:lnTo>
                    <a:pt x="1743300" y="1287740"/>
                  </a:lnTo>
                  <a:lnTo>
                    <a:pt x="1744553" y="1286283"/>
                  </a:lnTo>
                  <a:lnTo>
                    <a:pt x="1745807" y="1285086"/>
                  </a:lnTo>
                  <a:lnTo>
                    <a:pt x="1747060" y="1284185"/>
                  </a:lnTo>
                  <a:lnTo>
                    <a:pt x="1748313" y="1283644"/>
                  </a:lnTo>
                  <a:lnTo>
                    <a:pt x="1749566" y="1283492"/>
                  </a:lnTo>
                  <a:lnTo>
                    <a:pt x="1750820" y="1283746"/>
                  </a:lnTo>
                  <a:lnTo>
                    <a:pt x="1752073" y="1284399"/>
                  </a:lnTo>
                  <a:lnTo>
                    <a:pt x="1753326" y="1285428"/>
                  </a:lnTo>
                  <a:lnTo>
                    <a:pt x="1754579" y="1286817"/>
                  </a:lnTo>
                  <a:lnTo>
                    <a:pt x="1755832" y="1288547"/>
                  </a:lnTo>
                  <a:lnTo>
                    <a:pt x="1757086" y="1290623"/>
                  </a:lnTo>
                  <a:lnTo>
                    <a:pt x="1758339" y="1293046"/>
                  </a:lnTo>
                  <a:lnTo>
                    <a:pt x="1759592" y="1295782"/>
                  </a:lnTo>
                  <a:lnTo>
                    <a:pt x="1760845" y="1298770"/>
                  </a:lnTo>
                  <a:lnTo>
                    <a:pt x="1762099" y="1301980"/>
                  </a:lnTo>
                  <a:lnTo>
                    <a:pt x="1763352" y="1305412"/>
                  </a:lnTo>
                  <a:lnTo>
                    <a:pt x="1764605" y="1309073"/>
                  </a:lnTo>
                  <a:lnTo>
                    <a:pt x="1765858" y="1312933"/>
                  </a:lnTo>
                  <a:lnTo>
                    <a:pt x="1767111" y="1316927"/>
                  </a:lnTo>
                  <a:lnTo>
                    <a:pt x="1768365" y="1321004"/>
                  </a:lnTo>
                  <a:lnTo>
                    <a:pt x="1769618" y="1325115"/>
                  </a:lnTo>
                  <a:lnTo>
                    <a:pt x="1770871" y="1329221"/>
                  </a:lnTo>
                  <a:lnTo>
                    <a:pt x="1772124" y="1333329"/>
                  </a:lnTo>
                  <a:lnTo>
                    <a:pt x="1773377" y="1337442"/>
                  </a:lnTo>
                  <a:lnTo>
                    <a:pt x="1774631" y="1341566"/>
                  </a:lnTo>
                  <a:lnTo>
                    <a:pt x="1775884" y="1345699"/>
                  </a:lnTo>
                  <a:lnTo>
                    <a:pt x="1777137" y="1349835"/>
                  </a:lnTo>
                  <a:lnTo>
                    <a:pt x="1778390" y="1353977"/>
                  </a:lnTo>
                  <a:lnTo>
                    <a:pt x="1779644" y="1358125"/>
                  </a:lnTo>
                  <a:lnTo>
                    <a:pt x="1780897" y="1362233"/>
                  </a:lnTo>
                  <a:lnTo>
                    <a:pt x="1782150" y="1366266"/>
                  </a:lnTo>
                  <a:lnTo>
                    <a:pt x="1783403" y="1370213"/>
                  </a:lnTo>
                  <a:lnTo>
                    <a:pt x="1784656" y="1374077"/>
                  </a:lnTo>
                  <a:lnTo>
                    <a:pt x="1785910" y="1377874"/>
                  </a:lnTo>
                  <a:lnTo>
                    <a:pt x="1787163" y="1381610"/>
                  </a:lnTo>
                  <a:lnTo>
                    <a:pt x="1788416" y="1385264"/>
                  </a:lnTo>
                  <a:lnTo>
                    <a:pt x="1789669" y="1388813"/>
                  </a:lnTo>
                  <a:lnTo>
                    <a:pt x="1790923" y="1392252"/>
                  </a:lnTo>
                  <a:lnTo>
                    <a:pt x="1792176" y="1395583"/>
                  </a:lnTo>
                  <a:lnTo>
                    <a:pt x="1793429" y="1398810"/>
                  </a:lnTo>
                  <a:lnTo>
                    <a:pt x="1794682" y="1401933"/>
                  </a:lnTo>
                  <a:lnTo>
                    <a:pt x="1795935" y="1404947"/>
                  </a:lnTo>
                  <a:lnTo>
                    <a:pt x="1797189" y="1407816"/>
                  </a:lnTo>
                  <a:lnTo>
                    <a:pt x="1798442" y="1410525"/>
                  </a:lnTo>
                  <a:lnTo>
                    <a:pt x="1799695" y="1413088"/>
                  </a:lnTo>
                  <a:lnTo>
                    <a:pt x="1800948" y="1415540"/>
                  </a:lnTo>
                  <a:lnTo>
                    <a:pt x="1802201" y="1417877"/>
                  </a:lnTo>
                  <a:lnTo>
                    <a:pt x="1803455" y="1420090"/>
                  </a:lnTo>
                  <a:lnTo>
                    <a:pt x="1804708" y="1422147"/>
                  </a:lnTo>
                  <a:lnTo>
                    <a:pt x="1805961" y="1424016"/>
                  </a:lnTo>
                  <a:lnTo>
                    <a:pt x="1807214" y="1425711"/>
                  </a:lnTo>
                  <a:lnTo>
                    <a:pt x="1808468" y="1427185"/>
                  </a:lnTo>
                  <a:lnTo>
                    <a:pt x="1809721" y="1428414"/>
                  </a:lnTo>
                  <a:lnTo>
                    <a:pt x="1810974" y="1429347"/>
                  </a:lnTo>
                  <a:lnTo>
                    <a:pt x="1812227" y="1429919"/>
                  </a:lnTo>
                  <a:lnTo>
                    <a:pt x="1813480" y="1430122"/>
                  </a:lnTo>
                  <a:lnTo>
                    <a:pt x="1814734" y="1429950"/>
                  </a:lnTo>
                  <a:lnTo>
                    <a:pt x="1815987" y="1429403"/>
                  </a:lnTo>
                  <a:lnTo>
                    <a:pt x="1817240" y="1428453"/>
                  </a:lnTo>
                  <a:lnTo>
                    <a:pt x="1818493" y="1427067"/>
                  </a:lnTo>
                  <a:lnTo>
                    <a:pt x="1819747" y="1425241"/>
                  </a:lnTo>
                  <a:lnTo>
                    <a:pt x="1821000" y="1422963"/>
                  </a:lnTo>
                  <a:lnTo>
                    <a:pt x="1822253" y="1420246"/>
                  </a:lnTo>
                  <a:lnTo>
                    <a:pt x="1823506" y="1417115"/>
                  </a:lnTo>
                  <a:lnTo>
                    <a:pt x="1824759" y="1413602"/>
                  </a:lnTo>
                  <a:lnTo>
                    <a:pt x="1826013" y="1409692"/>
                  </a:lnTo>
                  <a:lnTo>
                    <a:pt x="1827266" y="1405403"/>
                  </a:lnTo>
                  <a:lnTo>
                    <a:pt x="1828519" y="1400732"/>
                  </a:lnTo>
                  <a:lnTo>
                    <a:pt x="1829772" y="1395724"/>
                  </a:lnTo>
                  <a:lnTo>
                    <a:pt x="1831025" y="1390423"/>
                  </a:lnTo>
                  <a:lnTo>
                    <a:pt x="1832279" y="1384835"/>
                  </a:lnTo>
                  <a:lnTo>
                    <a:pt x="1833532" y="1378997"/>
                  </a:lnTo>
                  <a:lnTo>
                    <a:pt x="1834785" y="1372921"/>
                  </a:lnTo>
                  <a:lnTo>
                    <a:pt x="1836038" y="1366631"/>
                  </a:lnTo>
                  <a:lnTo>
                    <a:pt x="1837292" y="1360188"/>
                  </a:lnTo>
                  <a:lnTo>
                    <a:pt x="1838545" y="1353608"/>
                  </a:lnTo>
                  <a:lnTo>
                    <a:pt x="1839798" y="1346909"/>
                  </a:lnTo>
                  <a:lnTo>
                    <a:pt x="1841051" y="1340096"/>
                  </a:lnTo>
                  <a:lnTo>
                    <a:pt x="1842304" y="1333138"/>
                  </a:lnTo>
                  <a:lnTo>
                    <a:pt x="1843558" y="1326047"/>
                  </a:lnTo>
                  <a:lnTo>
                    <a:pt x="1844811" y="1318847"/>
                  </a:lnTo>
                  <a:lnTo>
                    <a:pt x="1846064" y="1311550"/>
                  </a:lnTo>
                  <a:lnTo>
                    <a:pt x="1847317" y="1304137"/>
                  </a:lnTo>
                  <a:lnTo>
                    <a:pt x="1848570" y="1296548"/>
                  </a:lnTo>
                  <a:lnTo>
                    <a:pt x="1849824" y="1288785"/>
                  </a:lnTo>
                  <a:lnTo>
                    <a:pt x="1851077" y="1280849"/>
                  </a:lnTo>
                  <a:lnTo>
                    <a:pt x="1852330" y="1272738"/>
                  </a:lnTo>
                  <a:lnTo>
                    <a:pt x="1853583" y="1264453"/>
                  </a:lnTo>
                  <a:lnTo>
                    <a:pt x="1854837" y="1255992"/>
                  </a:lnTo>
                  <a:lnTo>
                    <a:pt x="1856090" y="1247340"/>
                  </a:lnTo>
                  <a:lnTo>
                    <a:pt x="1857343" y="1238483"/>
                  </a:lnTo>
                  <a:lnTo>
                    <a:pt x="1858596" y="1229393"/>
                  </a:lnTo>
                  <a:lnTo>
                    <a:pt x="1859849" y="1220019"/>
                  </a:lnTo>
                  <a:lnTo>
                    <a:pt x="1861103" y="1210370"/>
                  </a:lnTo>
                  <a:lnTo>
                    <a:pt x="1862356" y="1200401"/>
                  </a:lnTo>
                  <a:lnTo>
                    <a:pt x="1863609" y="1190042"/>
                  </a:lnTo>
                  <a:lnTo>
                    <a:pt x="1864862" y="1179273"/>
                  </a:lnTo>
                  <a:lnTo>
                    <a:pt x="1866116" y="1168112"/>
                  </a:lnTo>
                  <a:lnTo>
                    <a:pt x="1867369" y="1156566"/>
                  </a:lnTo>
                  <a:lnTo>
                    <a:pt x="1868622" y="1144647"/>
                  </a:lnTo>
                  <a:lnTo>
                    <a:pt x="1869875" y="1132347"/>
                  </a:lnTo>
                  <a:lnTo>
                    <a:pt x="1871128" y="1119731"/>
                  </a:lnTo>
                  <a:lnTo>
                    <a:pt x="1872382" y="1106886"/>
                  </a:lnTo>
                  <a:lnTo>
                    <a:pt x="1873635" y="1093871"/>
                  </a:lnTo>
                  <a:lnTo>
                    <a:pt x="1874888" y="1080766"/>
                  </a:lnTo>
                  <a:lnTo>
                    <a:pt x="1876141" y="1067629"/>
                  </a:lnTo>
                  <a:lnTo>
                    <a:pt x="1877394" y="1054478"/>
                  </a:lnTo>
                  <a:lnTo>
                    <a:pt x="1878648" y="1041382"/>
                  </a:lnTo>
                  <a:lnTo>
                    <a:pt x="1879901" y="1028409"/>
                  </a:lnTo>
                  <a:lnTo>
                    <a:pt x="1881154" y="1015684"/>
                  </a:lnTo>
                  <a:lnTo>
                    <a:pt x="1882407" y="1003323"/>
                  </a:lnTo>
                  <a:lnTo>
                    <a:pt x="1883661" y="991346"/>
                  </a:lnTo>
                  <a:lnTo>
                    <a:pt x="1884914" y="979783"/>
                  </a:lnTo>
                  <a:lnTo>
                    <a:pt x="1886167" y="968719"/>
                  </a:lnTo>
                  <a:lnTo>
                    <a:pt x="1887420" y="958161"/>
                  </a:lnTo>
                  <a:lnTo>
                    <a:pt x="1888673" y="948161"/>
                  </a:lnTo>
                  <a:lnTo>
                    <a:pt x="1889927" y="938714"/>
                  </a:lnTo>
                  <a:lnTo>
                    <a:pt x="1891180" y="929806"/>
                  </a:lnTo>
                  <a:lnTo>
                    <a:pt x="1892433" y="921353"/>
                  </a:lnTo>
                  <a:lnTo>
                    <a:pt x="1893686" y="913301"/>
                  </a:lnTo>
                  <a:lnTo>
                    <a:pt x="1894940" y="905623"/>
                  </a:lnTo>
                  <a:lnTo>
                    <a:pt x="1896193" y="898297"/>
                  </a:lnTo>
                  <a:lnTo>
                    <a:pt x="1897446" y="891306"/>
                  </a:lnTo>
                  <a:lnTo>
                    <a:pt x="1898699" y="884609"/>
                  </a:lnTo>
                  <a:lnTo>
                    <a:pt x="1899952" y="878118"/>
                  </a:lnTo>
                  <a:lnTo>
                    <a:pt x="1901206" y="871757"/>
                  </a:lnTo>
                  <a:lnTo>
                    <a:pt x="1902459" y="865494"/>
                  </a:lnTo>
                  <a:lnTo>
                    <a:pt x="1903712" y="859310"/>
                  </a:lnTo>
                  <a:lnTo>
                    <a:pt x="1904965" y="853228"/>
                  </a:lnTo>
                  <a:lnTo>
                    <a:pt x="1906218" y="847306"/>
                  </a:lnTo>
                  <a:lnTo>
                    <a:pt x="1907472" y="841579"/>
                  </a:lnTo>
                  <a:lnTo>
                    <a:pt x="1908725" y="836090"/>
                  </a:lnTo>
                  <a:lnTo>
                    <a:pt x="1909978" y="830884"/>
                  </a:lnTo>
                  <a:lnTo>
                    <a:pt x="1911231" y="826081"/>
                  </a:lnTo>
                  <a:lnTo>
                    <a:pt x="1912485" y="821752"/>
                  </a:lnTo>
                  <a:lnTo>
                    <a:pt x="1913738" y="817927"/>
                  </a:lnTo>
                  <a:lnTo>
                    <a:pt x="1914991" y="814647"/>
                  </a:lnTo>
                  <a:lnTo>
                    <a:pt x="1916244" y="811912"/>
                  </a:lnTo>
                  <a:lnTo>
                    <a:pt x="1917497" y="809722"/>
                  </a:lnTo>
                  <a:lnTo>
                    <a:pt x="1918751" y="808063"/>
                  </a:lnTo>
                  <a:lnTo>
                    <a:pt x="1920004" y="806933"/>
                  </a:lnTo>
                  <a:lnTo>
                    <a:pt x="1921257" y="806364"/>
                  </a:lnTo>
                  <a:lnTo>
                    <a:pt x="1922510" y="806435"/>
                  </a:lnTo>
                  <a:lnTo>
                    <a:pt x="1923764" y="807198"/>
                  </a:lnTo>
                  <a:lnTo>
                    <a:pt x="1925017" y="808653"/>
                  </a:lnTo>
                  <a:lnTo>
                    <a:pt x="1926270" y="810822"/>
                  </a:lnTo>
                  <a:lnTo>
                    <a:pt x="1927523" y="813721"/>
                  </a:lnTo>
                  <a:lnTo>
                    <a:pt x="1928776" y="817296"/>
                  </a:lnTo>
                  <a:lnTo>
                    <a:pt x="1930030" y="821465"/>
                  </a:lnTo>
                  <a:lnTo>
                    <a:pt x="1931283" y="826166"/>
                  </a:lnTo>
                  <a:lnTo>
                    <a:pt x="1932536" y="831377"/>
                  </a:lnTo>
                  <a:lnTo>
                    <a:pt x="1933789" y="837107"/>
                  </a:lnTo>
                  <a:lnTo>
                    <a:pt x="1935042" y="843293"/>
                  </a:lnTo>
                  <a:lnTo>
                    <a:pt x="1936296" y="849905"/>
                  </a:lnTo>
                  <a:lnTo>
                    <a:pt x="1937549" y="856911"/>
                  </a:lnTo>
                  <a:lnTo>
                    <a:pt x="1938802" y="864260"/>
                  </a:lnTo>
                  <a:lnTo>
                    <a:pt x="1940055" y="871922"/>
                  </a:lnTo>
                  <a:lnTo>
                    <a:pt x="1941309" y="879820"/>
                  </a:lnTo>
                  <a:lnTo>
                    <a:pt x="1942562" y="887840"/>
                  </a:lnTo>
                  <a:lnTo>
                    <a:pt x="1943815" y="895889"/>
                  </a:lnTo>
                  <a:lnTo>
                    <a:pt x="1945068" y="903818"/>
                  </a:lnTo>
                  <a:lnTo>
                    <a:pt x="1946321" y="911540"/>
                  </a:lnTo>
                  <a:lnTo>
                    <a:pt x="1947575" y="919033"/>
                  </a:lnTo>
                  <a:lnTo>
                    <a:pt x="1948828" y="926231"/>
                  </a:lnTo>
                  <a:lnTo>
                    <a:pt x="1950081" y="933075"/>
                  </a:lnTo>
                  <a:lnTo>
                    <a:pt x="1951334" y="939489"/>
                  </a:lnTo>
                  <a:lnTo>
                    <a:pt x="1952588" y="945355"/>
                  </a:lnTo>
                  <a:lnTo>
                    <a:pt x="1953841" y="950636"/>
                  </a:lnTo>
                  <a:lnTo>
                    <a:pt x="1955094" y="955352"/>
                  </a:lnTo>
                  <a:lnTo>
                    <a:pt x="1956347" y="959573"/>
                  </a:lnTo>
                  <a:lnTo>
                    <a:pt x="1957600" y="963332"/>
                  </a:lnTo>
                  <a:lnTo>
                    <a:pt x="1958854" y="966663"/>
                  </a:lnTo>
                  <a:lnTo>
                    <a:pt x="1960107" y="969602"/>
                  </a:lnTo>
                  <a:lnTo>
                    <a:pt x="1961360" y="972165"/>
                  </a:lnTo>
                  <a:lnTo>
                    <a:pt x="1962613" y="974358"/>
                  </a:lnTo>
                  <a:lnTo>
                    <a:pt x="1963866" y="976229"/>
                  </a:lnTo>
                  <a:lnTo>
                    <a:pt x="1965120" y="977781"/>
                  </a:lnTo>
                  <a:lnTo>
                    <a:pt x="1966373" y="979033"/>
                  </a:lnTo>
                  <a:lnTo>
                    <a:pt x="1967626" y="979962"/>
                  </a:lnTo>
                  <a:lnTo>
                    <a:pt x="1968879" y="980548"/>
                  </a:lnTo>
                  <a:lnTo>
                    <a:pt x="1970133" y="980780"/>
                  </a:lnTo>
                  <a:lnTo>
                    <a:pt x="1971386" y="980629"/>
                  </a:lnTo>
                  <a:lnTo>
                    <a:pt x="1972639" y="980100"/>
                  </a:lnTo>
                  <a:lnTo>
                    <a:pt x="1973892" y="979122"/>
                  </a:lnTo>
                  <a:lnTo>
                    <a:pt x="1975145" y="977610"/>
                  </a:lnTo>
                  <a:lnTo>
                    <a:pt x="1976399" y="975527"/>
                  </a:lnTo>
                  <a:lnTo>
                    <a:pt x="1977652" y="972814"/>
                  </a:lnTo>
                  <a:lnTo>
                    <a:pt x="1978905" y="969406"/>
                  </a:lnTo>
                  <a:lnTo>
                    <a:pt x="1980158" y="965321"/>
                  </a:lnTo>
                  <a:lnTo>
                    <a:pt x="1981412" y="960618"/>
                  </a:lnTo>
                  <a:lnTo>
                    <a:pt x="1982665" y="955384"/>
                  </a:lnTo>
                  <a:lnTo>
                    <a:pt x="1983918" y="949654"/>
                  </a:lnTo>
                  <a:lnTo>
                    <a:pt x="1985171" y="943432"/>
                  </a:lnTo>
                  <a:lnTo>
                    <a:pt x="1986424" y="936720"/>
                  </a:lnTo>
                  <a:lnTo>
                    <a:pt x="1987678" y="929488"/>
                  </a:lnTo>
                  <a:lnTo>
                    <a:pt x="1988931" y="921698"/>
                  </a:lnTo>
                  <a:lnTo>
                    <a:pt x="1990184" y="913315"/>
                  </a:lnTo>
                  <a:lnTo>
                    <a:pt x="1991437" y="904325"/>
                  </a:lnTo>
                  <a:lnTo>
                    <a:pt x="1992690" y="894791"/>
                  </a:lnTo>
                  <a:lnTo>
                    <a:pt x="1993944" y="884820"/>
                  </a:lnTo>
                  <a:lnTo>
                    <a:pt x="1995197" y="874460"/>
                  </a:lnTo>
                  <a:lnTo>
                    <a:pt x="1996450" y="863666"/>
                  </a:lnTo>
                  <a:lnTo>
                    <a:pt x="1997703" y="852436"/>
                  </a:lnTo>
                  <a:lnTo>
                    <a:pt x="1998957" y="840747"/>
                  </a:lnTo>
                  <a:lnTo>
                    <a:pt x="2000210" y="828577"/>
                  </a:lnTo>
                  <a:lnTo>
                    <a:pt x="2001463" y="815900"/>
                  </a:lnTo>
                  <a:lnTo>
                    <a:pt x="2002716" y="802701"/>
                  </a:lnTo>
                  <a:lnTo>
                    <a:pt x="2003969" y="789005"/>
                  </a:lnTo>
                  <a:lnTo>
                    <a:pt x="2005223" y="774887"/>
                  </a:lnTo>
                  <a:lnTo>
                    <a:pt x="2006476" y="760374"/>
                  </a:lnTo>
                  <a:lnTo>
                    <a:pt x="2007729" y="745508"/>
                  </a:lnTo>
                  <a:lnTo>
                    <a:pt x="2008982" y="730328"/>
                  </a:lnTo>
                  <a:lnTo>
                    <a:pt x="2010235" y="714860"/>
                  </a:lnTo>
                  <a:lnTo>
                    <a:pt x="2011489" y="699069"/>
                  </a:lnTo>
                  <a:lnTo>
                    <a:pt x="2012742" y="682950"/>
                  </a:lnTo>
                  <a:lnTo>
                    <a:pt x="2013995" y="666516"/>
                  </a:lnTo>
                  <a:lnTo>
                    <a:pt x="2015248" y="649923"/>
                  </a:lnTo>
                  <a:lnTo>
                    <a:pt x="2016502" y="633278"/>
                  </a:lnTo>
                  <a:lnTo>
                    <a:pt x="2017755" y="616712"/>
                  </a:lnTo>
                  <a:lnTo>
                    <a:pt x="2019008" y="600241"/>
                  </a:lnTo>
                  <a:lnTo>
                    <a:pt x="2020261" y="583888"/>
                  </a:lnTo>
                  <a:lnTo>
                    <a:pt x="2021514" y="567673"/>
                  </a:lnTo>
                  <a:lnTo>
                    <a:pt x="2022768" y="551568"/>
                  </a:lnTo>
                  <a:lnTo>
                    <a:pt x="2024021" y="535567"/>
                  </a:lnTo>
                  <a:lnTo>
                    <a:pt x="2025274" y="519672"/>
                  </a:lnTo>
                  <a:lnTo>
                    <a:pt x="2026527" y="503896"/>
                  </a:lnTo>
                  <a:lnTo>
                    <a:pt x="2027781" y="488300"/>
                  </a:lnTo>
                  <a:lnTo>
                    <a:pt x="2029034" y="472885"/>
                  </a:lnTo>
                  <a:lnTo>
                    <a:pt x="2030287" y="457682"/>
                  </a:lnTo>
                  <a:lnTo>
                    <a:pt x="2031540" y="442716"/>
                  </a:lnTo>
                  <a:lnTo>
                    <a:pt x="2032793" y="427992"/>
                  </a:lnTo>
                  <a:lnTo>
                    <a:pt x="2034047" y="413446"/>
                  </a:lnTo>
                  <a:lnTo>
                    <a:pt x="2035300" y="399048"/>
                  </a:lnTo>
                  <a:lnTo>
                    <a:pt x="2036553" y="384750"/>
                  </a:lnTo>
                  <a:lnTo>
                    <a:pt x="2037806" y="370545"/>
                  </a:lnTo>
                  <a:lnTo>
                    <a:pt x="2039059" y="356421"/>
                  </a:lnTo>
                  <a:lnTo>
                    <a:pt x="2040313" y="342391"/>
                  </a:lnTo>
                  <a:lnTo>
                    <a:pt x="2041566" y="328509"/>
                  </a:lnTo>
                  <a:lnTo>
                    <a:pt x="2042819" y="314801"/>
                  </a:lnTo>
                  <a:lnTo>
                    <a:pt x="2044072" y="301223"/>
                  </a:lnTo>
                  <a:lnTo>
                    <a:pt x="2045326" y="287708"/>
                  </a:lnTo>
                  <a:lnTo>
                    <a:pt x="2046579" y="274189"/>
                  </a:lnTo>
                  <a:lnTo>
                    <a:pt x="2047832" y="260609"/>
                  </a:lnTo>
                  <a:lnTo>
                    <a:pt x="2049085" y="246878"/>
                  </a:lnTo>
                  <a:lnTo>
                    <a:pt x="2050338" y="232997"/>
                  </a:lnTo>
                  <a:lnTo>
                    <a:pt x="2051592" y="219066"/>
                  </a:lnTo>
                  <a:lnTo>
                    <a:pt x="2052845" y="205187"/>
                  </a:lnTo>
                  <a:lnTo>
                    <a:pt x="2054098" y="191514"/>
                  </a:lnTo>
                  <a:lnTo>
                    <a:pt x="2055351" y="178153"/>
                  </a:lnTo>
                  <a:lnTo>
                    <a:pt x="2056605" y="165098"/>
                  </a:lnTo>
                  <a:lnTo>
                    <a:pt x="2057858" y="152366"/>
                  </a:lnTo>
                  <a:lnTo>
                    <a:pt x="2059111" y="140040"/>
                  </a:lnTo>
                  <a:lnTo>
                    <a:pt x="2060364" y="128149"/>
                  </a:lnTo>
                  <a:lnTo>
                    <a:pt x="2061617" y="116720"/>
                  </a:lnTo>
                  <a:lnTo>
                    <a:pt x="2062871" y="105807"/>
                  </a:lnTo>
                  <a:lnTo>
                    <a:pt x="2064124" y="95458"/>
                  </a:lnTo>
                  <a:lnTo>
                    <a:pt x="2065377" y="85709"/>
                  </a:lnTo>
                  <a:lnTo>
                    <a:pt x="2066630" y="76589"/>
                  </a:lnTo>
                  <a:lnTo>
                    <a:pt x="2067883" y="68140"/>
                  </a:lnTo>
                  <a:lnTo>
                    <a:pt x="2069137" y="60356"/>
                  </a:lnTo>
                  <a:lnTo>
                    <a:pt x="2070390" y="53201"/>
                  </a:lnTo>
                  <a:lnTo>
                    <a:pt x="2071643" y="46698"/>
                  </a:lnTo>
                  <a:lnTo>
                    <a:pt x="2072896" y="40857"/>
                  </a:lnTo>
                  <a:lnTo>
                    <a:pt x="2074150" y="35684"/>
                  </a:lnTo>
                  <a:lnTo>
                    <a:pt x="2075403" y="31267"/>
                  </a:lnTo>
                  <a:lnTo>
                    <a:pt x="2076656" y="27639"/>
                  </a:lnTo>
                  <a:lnTo>
                    <a:pt x="2077909" y="24766"/>
                  </a:lnTo>
                  <a:lnTo>
                    <a:pt x="2079162" y="22611"/>
                  </a:lnTo>
                  <a:lnTo>
                    <a:pt x="2080416" y="21139"/>
                  </a:lnTo>
                  <a:lnTo>
                    <a:pt x="2081669" y="20270"/>
                  </a:lnTo>
                  <a:lnTo>
                    <a:pt x="2082922" y="19993"/>
                  </a:lnTo>
                  <a:lnTo>
                    <a:pt x="2084175" y="20308"/>
                  </a:lnTo>
                  <a:lnTo>
                    <a:pt x="2085429" y="21227"/>
                  </a:lnTo>
                  <a:lnTo>
                    <a:pt x="2086682" y="22756"/>
                  </a:lnTo>
                  <a:lnTo>
                    <a:pt x="2087935" y="24949"/>
                  </a:lnTo>
                  <a:lnTo>
                    <a:pt x="2089188" y="27891"/>
                  </a:lnTo>
                  <a:lnTo>
                    <a:pt x="2090441" y="31580"/>
                  </a:lnTo>
                  <a:lnTo>
                    <a:pt x="2091695" y="35989"/>
                  </a:lnTo>
                  <a:lnTo>
                    <a:pt x="2092948" y="41097"/>
                  </a:lnTo>
                  <a:lnTo>
                    <a:pt x="2094201" y="46794"/>
                  </a:lnTo>
                  <a:lnTo>
                    <a:pt x="2095454" y="53002"/>
                  </a:lnTo>
                  <a:lnTo>
                    <a:pt x="2096707" y="59710"/>
                  </a:lnTo>
                  <a:lnTo>
                    <a:pt x="2097961" y="66928"/>
                  </a:lnTo>
                  <a:lnTo>
                    <a:pt x="2099214" y="74658"/>
                  </a:lnTo>
                  <a:lnTo>
                    <a:pt x="2100467" y="82921"/>
                  </a:lnTo>
                  <a:lnTo>
                    <a:pt x="2101720" y="91726"/>
                  </a:lnTo>
                  <a:lnTo>
                    <a:pt x="2102974" y="101034"/>
                  </a:lnTo>
                  <a:lnTo>
                    <a:pt x="2104227" y="110804"/>
                  </a:lnTo>
                  <a:lnTo>
                    <a:pt x="2105480" y="120974"/>
                  </a:lnTo>
                  <a:lnTo>
                    <a:pt x="2106733" y="131499"/>
                  </a:lnTo>
                  <a:lnTo>
                    <a:pt x="2107986" y="142335"/>
                  </a:lnTo>
                  <a:lnTo>
                    <a:pt x="2109240" y="153437"/>
                  </a:lnTo>
                  <a:lnTo>
                    <a:pt x="2110493" y="164803"/>
                  </a:lnTo>
                  <a:lnTo>
                    <a:pt x="2111746" y="176455"/>
                  </a:lnTo>
                  <a:lnTo>
                    <a:pt x="2112999" y="188458"/>
                  </a:lnTo>
                  <a:lnTo>
                    <a:pt x="2114253" y="200722"/>
                  </a:lnTo>
                  <a:lnTo>
                    <a:pt x="2115506" y="213146"/>
                  </a:lnTo>
                  <a:lnTo>
                    <a:pt x="2116759" y="225655"/>
                  </a:lnTo>
                  <a:lnTo>
                    <a:pt x="2118012" y="238125"/>
                  </a:lnTo>
                  <a:lnTo>
                    <a:pt x="2119265" y="250484"/>
                  </a:lnTo>
                  <a:lnTo>
                    <a:pt x="2120519" y="262670"/>
                  </a:lnTo>
                  <a:lnTo>
                    <a:pt x="2121772" y="274597"/>
                  </a:lnTo>
                  <a:lnTo>
                    <a:pt x="2123025" y="286218"/>
                  </a:lnTo>
                  <a:lnTo>
                    <a:pt x="2124278" y="297547"/>
                  </a:lnTo>
                  <a:lnTo>
                    <a:pt x="2125531" y="308546"/>
                  </a:lnTo>
                  <a:lnTo>
                    <a:pt x="2126785" y="319174"/>
                  </a:lnTo>
                  <a:lnTo>
                    <a:pt x="2128038" y="329417"/>
                  </a:lnTo>
                  <a:lnTo>
                    <a:pt x="2129291" y="339254"/>
                  </a:lnTo>
                  <a:lnTo>
                    <a:pt x="2130544" y="348627"/>
                  </a:lnTo>
                  <a:lnTo>
                    <a:pt x="2131798" y="357497"/>
                  </a:lnTo>
                  <a:lnTo>
                    <a:pt x="2133051" y="365909"/>
                  </a:lnTo>
                  <a:lnTo>
                    <a:pt x="2134304" y="373928"/>
                  </a:lnTo>
                  <a:lnTo>
                    <a:pt x="2135557" y="381514"/>
                  </a:lnTo>
                  <a:lnTo>
                    <a:pt x="2136810" y="388623"/>
                  </a:lnTo>
                  <a:lnTo>
                    <a:pt x="2138064" y="395251"/>
                  </a:lnTo>
                  <a:lnTo>
                    <a:pt x="2139317" y="401344"/>
                  </a:lnTo>
                  <a:lnTo>
                    <a:pt x="2140570" y="406906"/>
                  </a:lnTo>
                  <a:lnTo>
                    <a:pt x="2141823" y="411915"/>
                  </a:lnTo>
                  <a:lnTo>
                    <a:pt x="2143077" y="416274"/>
                  </a:lnTo>
                  <a:lnTo>
                    <a:pt x="2144330" y="420005"/>
                  </a:lnTo>
                  <a:lnTo>
                    <a:pt x="2145583" y="423112"/>
                  </a:lnTo>
                  <a:lnTo>
                    <a:pt x="2146836" y="425552"/>
                  </a:lnTo>
                  <a:lnTo>
                    <a:pt x="2148089" y="427305"/>
                  </a:lnTo>
                  <a:lnTo>
                    <a:pt x="2149343" y="428327"/>
                  </a:lnTo>
                  <a:lnTo>
                    <a:pt x="2150596" y="428622"/>
                  </a:lnTo>
                  <a:lnTo>
                    <a:pt x="2151849" y="428074"/>
                  </a:lnTo>
                  <a:lnTo>
                    <a:pt x="2153102" y="426585"/>
                  </a:lnTo>
                  <a:lnTo>
                    <a:pt x="2154355" y="424190"/>
                  </a:lnTo>
                  <a:lnTo>
                    <a:pt x="2155609" y="420888"/>
                  </a:lnTo>
                  <a:lnTo>
                    <a:pt x="2156862" y="416806"/>
                  </a:lnTo>
                  <a:lnTo>
                    <a:pt x="2158115" y="412069"/>
                  </a:lnTo>
                  <a:lnTo>
                    <a:pt x="2159368" y="406767"/>
                  </a:lnTo>
                  <a:lnTo>
                    <a:pt x="2160622" y="400938"/>
                  </a:lnTo>
                  <a:lnTo>
                    <a:pt x="2161875" y="394649"/>
                  </a:lnTo>
                  <a:lnTo>
                    <a:pt x="2163128" y="387909"/>
                  </a:lnTo>
                  <a:lnTo>
                    <a:pt x="2164381" y="380736"/>
                  </a:lnTo>
                  <a:lnTo>
                    <a:pt x="2165634" y="373207"/>
                  </a:lnTo>
                  <a:lnTo>
                    <a:pt x="2166888" y="365416"/>
                  </a:lnTo>
                  <a:lnTo>
                    <a:pt x="2168141" y="357404"/>
                  </a:lnTo>
                  <a:lnTo>
                    <a:pt x="2169394" y="349193"/>
                  </a:lnTo>
                  <a:lnTo>
                    <a:pt x="2170647" y="340842"/>
                  </a:lnTo>
                  <a:lnTo>
                    <a:pt x="2171900" y="332440"/>
                  </a:lnTo>
                  <a:lnTo>
                    <a:pt x="2173154" y="324042"/>
                  </a:lnTo>
                  <a:lnTo>
                    <a:pt x="2174407" y="315647"/>
                  </a:lnTo>
                  <a:lnTo>
                    <a:pt x="2175660" y="307257"/>
                  </a:lnTo>
                  <a:lnTo>
                    <a:pt x="2176913" y="298890"/>
                  </a:lnTo>
                  <a:lnTo>
                    <a:pt x="2178167" y="290589"/>
                  </a:lnTo>
                  <a:lnTo>
                    <a:pt x="2179420" y="282329"/>
                  </a:lnTo>
                  <a:lnTo>
                    <a:pt x="2180673" y="274114"/>
                  </a:lnTo>
                  <a:lnTo>
                    <a:pt x="2181926" y="265964"/>
                  </a:lnTo>
                  <a:lnTo>
                    <a:pt x="2183179" y="257917"/>
                  </a:lnTo>
                  <a:lnTo>
                    <a:pt x="2184433" y="250029"/>
                  </a:lnTo>
                  <a:lnTo>
                    <a:pt x="2185686" y="242332"/>
                  </a:lnTo>
                  <a:lnTo>
                    <a:pt x="2186939" y="234797"/>
                  </a:lnTo>
                  <a:lnTo>
                    <a:pt x="2188192" y="227471"/>
                  </a:lnTo>
                  <a:lnTo>
                    <a:pt x="2189446" y="220330"/>
                  </a:lnTo>
                  <a:lnTo>
                    <a:pt x="2190699" y="213363"/>
                  </a:lnTo>
                  <a:lnTo>
                    <a:pt x="2191952" y="206551"/>
                  </a:lnTo>
                  <a:lnTo>
                    <a:pt x="2193205" y="199899"/>
                  </a:lnTo>
                  <a:lnTo>
                    <a:pt x="2194458" y="193435"/>
                  </a:lnTo>
                  <a:lnTo>
                    <a:pt x="2195712" y="187150"/>
                  </a:lnTo>
                  <a:lnTo>
                    <a:pt x="2196965" y="181020"/>
                  </a:lnTo>
                  <a:lnTo>
                    <a:pt x="2198218" y="175030"/>
                  </a:lnTo>
                  <a:lnTo>
                    <a:pt x="2199471" y="169223"/>
                  </a:lnTo>
                  <a:lnTo>
                    <a:pt x="2200724" y="163614"/>
                  </a:lnTo>
                  <a:lnTo>
                    <a:pt x="2201978" y="158192"/>
                  </a:lnTo>
                  <a:lnTo>
                    <a:pt x="2203231" y="152956"/>
                  </a:lnTo>
                  <a:lnTo>
                    <a:pt x="2204484" y="147890"/>
                  </a:lnTo>
                  <a:lnTo>
                    <a:pt x="2205737" y="143048"/>
                  </a:lnTo>
                  <a:lnTo>
                    <a:pt x="2206991" y="138460"/>
                  </a:lnTo>
                  <a:lnTo>
                    <a:pt x="2208244" y="134114"/>
                  </a:lnTo>
                  <a:lnTo>
                    <a:pt x="2209497" y="130014"/>
                  </a:lnTo>
                  <a:lnTo>
                    <a:pt x="2210750" y="126165"/>
                  </a:lnTo>
                  <a:lnTo>
                    <a:pt x="2212003" y="122604"/>
                  </a:lnTo>
                  <a:lnTo>
                    <a:pt x="2213257" y="119312"/>
                  </a:lnTo>
                  <a:lnTo>
                    <a:pt x="2214510" y="116286"/>
                  </a:lnTo>
                  <a:lnTo>
                    <a:pt x="2215763" y="113562"/>
                  </a:lnTo>
                  <a:lnTo>
                    <a:pt x="2217016" y="111097"/>
                  </a:lnTo>
                  <a:lnTo>
                    <a:pt x="2218270" y="108891"/>
                  </a:lnTo>
                  <a:lnTo>
                    <a:pt x="2219523" y="106858"/>
                  </a:lnTo>
                  <a:lnTo>
                    <a:pt x="2220776" y="104930"/>
                  </a:lnTo>
                  <a:lnTo>
                    <a:pt x="2222029" y="103070"/>
                  </a:lnTo>
                  <a:lnTo>
                    <a:pt x="2223282" y="101248"/>
                  </a:lnTo>
                  <a:lnTo>
                    <a:pt x="2224536" y="99412"/>
                  </a:lnTo>
                  <a:lnTo>
                    <a:pt x="2225789" y="97544"/>
                  </a:lnTo>
                  <a:lnTo>
                    <a:pt x="2227042" y="95607"/>
                  </a:lnTo>
                  <a:lnTo>
                    <a:pt x="2228295" y="93603"/>
                  </a:lnTo>
                  <a:lnTo>
                    <a:pt x="2229548" y="91496"/>
                  </a:lnTo>
                  <a:lnTo>
                    <a:pt x="2230802" y="89233"/>
                  </a:lnTo>
                  <a:lnTo>
                    <a:pt x="2232055" y="86843"/>
                  </a:lnTo>
                  <a:lnTo>
                    <a:pt x="2233308" y="84365"/>
                  </a:lnTo>
                  <a:lnTo>
                    <a:pt x="2234561" y="81800"/>
                  </a:lnTo>
                  <a:lnTo>
                    <a:pt x="2235815" y="79152"/>
                  </a:lnTo>
                  <a:lnTo>
                    <a:pt x="2237068" y="76423"/>
                  </a:lnTo>
                  <a:lnTo>
                    <a:pt x="2238321" y="73621"/>
                  </a:lnTo>
                  <a:lnTo>
                    <a:pt x="2239574" y="70783"/>
                  </a:lnTo>
                  <a:lnTo>
                    <a:pt x="2240827" y="67895"/>
                  </a:lnTo>
                  <a:lnTo>
                    <a:pt x="2242081" y="64961"/>
                  </a:lnTo>
                  <a:lnTo>
                    <a:pt x="2243334" y="62032"/>
                  </a:lnTo>
                  <a:lnTo>
                    <a:pt x="2244587" y="59105"/>
                  </a:lnTo>
                  <a:lnTo>
                    <a:pt x="2245840" y="56179"/>
                  </a:lnTo>
                  <a:lnTo>
                    <a:pt x="2247094" y="53192"/>
                  </a:lnTo>
                  <a:lnTo>
                    <a:pt x="2248347" y="50149"/>
                  </a:lnTo>
                  <a:lnTo>
                    <a:pt x="2249600" y="47038"/>
                  </a:lnTo>
                  <a:lnTo>
                    <a:pt x="2250853" y="43818"/>
                  </a:lnTo>
                  <a:lnTo>
                    <a:pt x="2252106" y="40510"/>
                  </a:lnTo>
                  <a:lnTo>
                    <a:pt x="2253360" y="37174"/>
                  </a:lnTo>
                  <a:lnTo>
                    <a:pt x="2254613" y="33842"/>
                  </a:lnTo>
                  <a:lnTo>
                    <a:pt x="2255866" y="30514"/>
                  </a:lnTo>
                  <a:lnTo>
                    <a:pt x="2257119" y="27215"/>
                  </a:lnTo>
                  <a:lnTo>
                    <a:pt x="2258372" y="23963"/>
                  </a:lnTo>
                  <a:lnTo>
                    <a:pt x="2259626" y="20750"/>
                  </a:lnTo>
                  <a:lnTo>
                    <a:pt x="2260879" y="17597"/>
                  </a:lnTo>
                  <a:lnTo>
                    <a:pt x="2262132" y="14567"/>
                  </a:lnTo>
                  <a:lnTo>
                    <a:pt x="2263385" y="11692"/>
                  </a:lnTo>
                  <a:lnTo>
                    <a:pt x="2264639" y="9085"/>
                  </a:lnTo>
                  <a:lnTo>
                    <a:pt x="2265892" y="6763"/>
                  </a:lnTo>
                  <a:lnTo>
                    <a:pt x="2267145" y="4774"/>
                  </a:lnTo>
                  <a:lnTo>
                    <a:pt x="2268398" y="3135"/>
                  </a:lnTo>
                  <a:lnTo>
                    <a:pt x="2269651" y="1803"/>
                  </a:lnTo>
                  <a:lnTo>
                    <a:pt x="2270905" y="800"/>
                  </a:lnTo>
                  <a:lnTo>
                    <a:pt x="2272158" y="183"/>
                  </a:lnTo>
                  <a:lnTo>
                    <a:pt x="2273411" y="0"/>
                  </a:lnTo>
                  <a:lnTo>
                    <a:pt x="2274664" y="280"/>
                  </a:lnTo>
                  <a:lnTo>
                    <a:pt x="2275918" y="980"/>
                  </a:lnTo>
                  <a:lnTo>
                    <a:pt x="2277171" y="2098"/>
                  </a:lnTo>
                  <a:lnTo>
                    <a:pt x="2278424" y="3600"/>
                  </a:lnTo>
                  <a:lnTo>
                    <a:pt x="2279677" y="5500"/>
                  </a:lnTo>
                  <a:lnTo>
                    <a:pt x="2280930" y="7773"/>
                  </a:lnTo>
                  <a:lnTo>
                    <a:pt x="2282184" y="10419"/>
                  </a:lnTo>
                  <a:lnTo>
                    <a:pt x="2283437" y="13471"/>
                  </a:lnTo>
                  <a:lnTo>
                    <a:pt x="2284690" y="16910"/>
                  </a:lnTo>
                  <a:lnTo>
                    <a:pt x="2285943" y="20711"/>
                  </a:lnTo>
                  <a:lnTo>
                    <a:pt x="2287196" y="24911"/>
                  </a:lnTo>
                  <a:lnTo>
                    <a:pt x="2288450" y="29529"/>
                  </a:lnTo>
                  <a:lnTo>
                    <a:pt x="2289703" y="34561"/>
                  </a:lnTo>
                  <a:lnTo>
                    <a:pt x="2290956" y="39957"/>
                  </a:lnTo>
                  <a:lnTo>
                    <a:pt x="2292209" y="45655"/>
                  </a:lnTo>
                  <a:lnTo>
                    <a:pt x="2293463" y="51649"/>
                  </a:lnTo>
                  <a:lnTo>
                    <a:pt x="2294716" y="57944"/>
                  </a:lnTo>
                  <a:lnTo>
                    <a:pt x="2295969" y="64473"/>
                  </a:lnTo>
                  <a:lnTo>
                    <a:pt x="2297222" y="71171"/>
                  </a:lnTo>
                  <a:lnTo>
                    <a:pt x="2298475" y="77984"/>
                  </a:lnTo>
                  <a:lnTo>
                    <a:pt x="2299729" y="84927"/>
                  </a:lnTo>
                  <a:lnTo>
                    <a:pt x="2300982" y="91971"/>
                  </a:lnTo>
                  <a:lnTo>
                    <a:pt x="2302235" y="99078"/>
                  </a:lnTo>
                  <a:lnTo>
                    <a:pt x="2303488" y="106235"/>
                  </a:lnTo>
                  <a:lnTo>
                    <a:pt x="2304742" y="113428"/>
                  </a:lnTo>
                  <a:lnTo>
                    <a:pt x="2305995" y="120622"/>
                  </a:lnTo>
                  <a:lnTo>
                    <a:pt x="2307248" y="127807"/>
                  </a:lnTo>
                  <a:lnTo>
                    <a:pt x="2308501" y="134997"/>
                  </a:lnTo>
                  <a:lnTo>
                    <a:pt x="2309754" y="142244"/>
                  </a:lnTo>
                  <a:lnTo>
                    <a:pt x="2311008" y="149553"/>
                  </a:lnTo>
                  <a:lnTo>
                    <a:pt x="2312261" y="156931"/>
                  </a:lnTo>
                  <a:lnTo>
                    <a:pt x="2313514" y="164413"/>
                  </a:lnTo>
                  <a:lnTo>
                    <a:pt x="2314767" y="172024"/>
                  </a:lnTo>
                  <a:lnTo>
                    <a:pt x="2316020" y="179708"/>
                  </a:lnTo>
                  <a:lnTo>
                    <a:pt x="2317274" y="187444"/>
                  </a:lnTo>
                  <a:lnTo>
                    <a:pt x="2318527" y="195221"/>
                  </a:lnTo>
                  <a:lnTo>
                    <a:pt x="2319780" y="203031"/>
                  </a:lnTo>
                  <a:lnTo>
                    <a:pt x="2321033" y="210827"/>
                  </a:lnTo>
                  <a:lnTo>
                    <a:pt x="2322287" y="218594"/>
                  </a:lnTo>
                  <a:lnTo>
                    <a:pt x="2323540" y="226302"/>
                  </a:lnTo>
                  <a:lnTo>
                    <a:pt x="2324793" y="233883"/>
                  </a:lnTo>
                  <a:lnTo>
                    <a:pt x="2326046" y="241239"/>
                  </a:lnTo>
                  <a:lnTo>
                    <a:pt x="2327299" y="248258"/>
                  </a:lnTo>
                  <a:lnTo>
                    <a:pt x="2328553" y="254849"/>
                  </a:lnTo>
                  <a:lnTo>
                    <a:pt x="2329806" y="260974"/>
                  </a:lnTo>
                  <a:lnTo>
                    <a:pt x="2331059" y="266585"/>
                  </a:lnTo>
                  <a:lnTo>
                    <a:pt x="2332312" y="271701"/>
                  </a:lnTo>
                  <a:lnTo>
                    <a:pt x="2333565" y="276312"/>
                  </a:lnTo>
                  <a:lnTo>
                    <a:pt x="2334819" y="280376"/>
                  </a:lnTo>
                  <a:lnTo>
                    <a:pt x="2336072" y="283804"/>
                  </a:lnTo>
                  <a:lnTo>
                    <a:pt x="2337325" y="286567"/>
                  </a:lnTo>
                  <a:lnTo>
                    <a:pt x="2338578" y="288745"/>
                  </a:lnTo>
                  <a:lnTo>
                    <a:pt x="2339832" y="290438"/>
                  </a:lnTo>
                  <a:lnTo>
                    <a:pt x="2341085" y="291743"/>
                  </a:lnTo>
                  <a:lnTo>
                    <a:pt x="2342338" y="292719"/>
                  </a:lnTo>
                  <a:lnTo>
                    <a:pt x="2343591" y="293450"/>
                  </a:lnTo>
                  <a:lnTo>
                    <a:pt x="2344844" y="294015"/>
                  </a:lnTo>
                  <a:lnTo>
                    <a:pt x="2346098" y="294370"/>
                  </a:lnTo>
                  <a:lnTo>
                    <a:pt x="2347351" y="294538"/>
                  </a:lnTo>
                  <a:lnTo>
                    <a:pt x="2348604" y="294506"/>
                  </a:lnTo>
                  <a:lnTo>
                    <a:pt x="2349857" y="294267"/>
                  </a:lnTo>
                  <a:lnTo>
                    <a:pt x="2351111" y="293791"/>
                  </a:lnTo>
                  <a:lnTo>
                    <a:pt x="2352364" y="293097"/>
                  </a:lnTo>
                  <a:lnTo>
                    <a:pt x="2353617" y="292144"/>
                  </a:lnTo>
                  <a:lnTo>
                    <a:pt x="2354870" y="290978"/>
                  </a:lnTo>
                  <a:lnTo>
                    <a:pt x="2356123" y="289624"/>
                  </a:lnTo>
                  <a:lnTo>
                    <a:pt x="2357377" y="288075"/>
                  </a:lnTo>
                  <a:lnTo>
                    <a:pt x="2358630" y="286348"/>
                  </a:lnTo>
                  <a:lnTo>
                    <a:pt x="2359883" y="284508"/>
                  </a:lnTo>
                  <a:lnTo>
                    <a:pt x="2361136" y="282600"/>
                  </a:lnTo>
                  <a:lnTo>
                    <a:pt x="2362389" y="280627"/>
                  </a:lnTo>
                  <a:lnTo>
                    <a:pt x="2363643" y="278548"/>
                  </a:lnTo>
                  <a:lnTo>
                    <a:pt x="2364896" y="276384"/>
                  </a:lnTo>
                  <a:lnTo>
                    <a:pt x="2366149" y="274176"/>
                  </a:lnTo>
                  <a:lnTo>
                    <a:pt x="2367402" y="271942"/>
                  </a:lnTo>
                  <a:lnTo>
                    <a:pt x="2368656" y="269708"/>
                  </a:lnTo>
                  <a:lnTo>
                    <a:pt x="2369909" y="267522"/>
                  </a:lnTo>
                  <a:lnTo>
                    <a:pt x="2371162" y="265380"/>
                  </a:lnTo>
                  <a:lnTo>
                    <a:pt x="2372415" y="263281"/>
                  </a:lnTo>
                  <a:lnTo>
                    <a:pt x="2373668" y="261226"/>
                  </a:lnTo>
                  <a:lnTo>
                    <a:pt x="2374922" y="259240"/>
                  </a:lnTo>
                  <a:lnTo>
                    <a:pt x="2376175" y="257275"/>
                  </a:lnTo>
                  <a:lnTo>
                    <a:pt x="2377428" y="255312"/>
                  </a:lnTo>
                  <a:lnTo>
                    <a:pt x="2378681" y="253362"/>
                  </a:lnTo>
                  <a:lnTo>
                    <a:pt x="2379935" y="251403"/>
                  </a:lnTo>
                  <a:lnTo>
                    <a:pt x="2381188" y="249449"/>
                  </a:lnTo>
                  <a:lnTo>
                    <a:pt x="2382441" y="247548"/>
                  </a:lnTo>
                  <a:lnTo>
                    <a:pt x="2383694" y="245737"/>
                  </a:lnTo>
                  <a:lnTo>
                    <a:pt x="2384947" y="244018"/>
                  </a:lnTo>
                  <a:lnTo>
                    <a:pt x="2386201" y="242370"/>
                  </a:lnTo>
                  <a:lnTo>
                    <a:pt x="2387454" y="240827"/>
                  </a:lnTo>
                  <a:lnTo>
                    <a:pt x="2388707" y="239379"/>
                  </a:lnTo>
                  <a:lnTo>
                    <a:pt x="2389960" y="238055"/>
                  </a:lnTo>
                  <a:lnTo>
                    <a:pt x="2391213" y="236932"/>
                  </a:lnTo>
                  <a:lnTo>
                    <a:pt x="2392467" y="236035"/>
                  </a:lnTo>
                  <a:lnTo>
                    <a:pt x="2393720" y="235410"/>
                  </a:lnTo>
                  <a:lnTo>
                    <a:pt x="2394973" y="235099"/>
                  </a:lnTo>
                  <a:lnTo>
                    <a:pt x="2396226" y="235079"/>
                  </a:lnTo>
                  <a:lnTo>
                    <a:pt x="2397480" y="235340"/>
                  </a:lnTo>
                  <a:lnTo>
                    <a:pt x="2398733" y="235915"/>
                  </a:lnTo>
                  <a:lnTo>
                    <a:pt x="2399986" y="236802"/>
                  </a:lnTo>
                  <a:lnTo>
                    <a:pt x="2401239" y="237905"/>
                  </a:lnTo>
                  <a:lnTo>
                    <a:pt x="2402492" y="239150"/>
                  </a:lnTo>
                  <a:lnTo>
                    <a:pt x="2403746" y="240500"/>
                  </a:lnTo>
                  <a:lnTo>
                    <a:pt x="2404999" y="241931"/>
                  </a:lnTo>
                  <a:lnTo>
                    <a:pt x="2406252" y="243391"/>
                  </a:lnTo>
                  <a:lnTo>
                    <a:pt x="2407505" y="244815"/>
                  </a:lnTo>
                  <a:lnTo>
                    <a:pt x="2408759" y="246159"/>
                  </a:lnTo>
                  <a:lnTo>
                    <a:pt x="2410012" y="247423"/>
                  </a:lnTo>
                  <a:lnTo>
                    <a:pt x="2411265" y="248606"/>
                  </a:lnTo>
                  <a:lnTo>
                    <a:pt x="2412518" y="249693"/>
                  </a:lnTo>
                  <a:lnTo>
                    <a:pt x="2413771" y="250691"/>
                  </a:lnTo>
                  <a:lnTo>
                    <a:pt x="2415025" y="251608"/>
                  </a:lnTo>
                  <a:lnTo>
                    <a:pt x="2416278" y="252455"/>
                  </a:lnTo>
                  <a:lnTo>
                    <a:pt x="2417531" y="253299"/>
                  </a:lnTo>
                  <a:lnTo>
                    <a:pt x="2418784" y="254190"/>
                  </a:lnTo>
                  <a:lnTo>
                    <a:pt x="2420037" y="255144"/>
                  </a:lnTo>
                  <a:lnTo>
                    <a:pt x="2421291" y="256159"/>
                  </a:lnTo>
                  <a:lnTo>
                    <a:pt x="2422544" y="257199"/>
                  </a:lnTo>
                  <a:lnTo>
                    <a:pt x="2423797" y="258256"/>
                  </a:lnTo>
                  <a:lnTo>
                    <a:pt x="2425050" y="259334"/>
                  </a:lnTo>
                  <a:lnTo>
                    <a:pt x="2426304" y="260484"/>
                  </a:lnTo>
                  <a:lnTo>
                    <a:pt x="2427557" y="261749"/>
                  </a:lnTo>
                  <a:lnTo>
                    <a:pt x="2428810" y="263107"/>
                  </a:lnTo>
                  <a:lnTo>
                    <a:pt x="2430063" y="264532"/>
                  </a:lnTo>
                  <a:lnTo>
                    <a:pt x="2431316" y="266010"/>
                  </a:lnTo>
                  <a:lnTo>
                    <a:pt x="2432570" y="267515"/>
                  </a:lnTo>
                  <a:lnTo>
                    <a:pt x="2433823" y="269000"/>
                  </a:lnTo>
                  <a:lnTo>
                    <a:pt x="2435076" y="270473"/>
                  </a:lnTo>
                  <a:lnTo>
                    <a:pt x="2436329" y="271873"/>
                  </a:lnTo>
                  <a:lnTo>
                    <a:pt x="2437583" y="273132"/>
                  </a:lnTo>
                  <a:lnTo>
                    <a:pt x="2438836" y="274275"/>
                  </a:lnTo>
                  <a:lnTo>
                    <a:pt x="2440089" y="275314"/>
                  </a:lnTo>
                  <a:lnTo>
                    <a:pt x="2441342" y="276243"/>
                  </a:lnTo>
                  <a:lnTo>
                    <a:pt x="2442595" y="277090"/>
                  </a:lnTo>
                  <a:lnTo>
                    <a:pt x="2443849" y="277875"/>
                  </a:lnTo>
                  <a:lnTo>
                    <a:pt x="2445102" y="278537"/>
                  </a:lnTo>
                  <a:lnTo>
                    <a:pt x="2446355" y="278992"/>
                  </a:lnTo>
                  <a:lnTo>
                    <a:pt x="2447608" y="279239"/>
                  </a:lnTo>
                  <a:lnTo>
                    <a:pt x="2448861" y="279319"/>
                  </a:lnTo>
                  <a:lnTo>
                    <a:pt x="2450115" y="279232"/>
                  </a:lnTo>
                  <a:lnTo>
                    <a:pt x="2451368" y="278999"/>
                  </a:lnTo>
                  <a:lnTo>
                    <a:pt x="2452621" y="278656"/>
                  </a:lnTo>
                  <a:lnTo>
                    <a:pt x="2453874" y="278213"/>
                  </a:lnTo>
                  <a:lnTo>
                    <a:pt x="2455128" y="277664"/>
                  </a:lnTo>
                  <a:lnTo>
                    <a:pt x="2456381" y="277023"/>
                  </a:lnTo>
                  <a:lnTo>
                    <a:pt x="2457634" y="276251"/>
                  </a:lnTo>
                  <a:lnTo>
                    <a:pt x="2458887" y="275339"/>
                  </a:lnTo>
                  <a:lnTo>
                    <a:pt x="2460140" y="274316"/>
                  </a:lnTo>
                  <a:lnTo>
                    <a:pt x="2461394" y="273199"/>
                  </a:lnTo>
                  <a:lnTo>
                    <a:pt x="2462647" y="271977"/>
                  </a:lnTo>
                  <a:lnTo>
                    <a:pt x="2463900" y="270675"/>
                  </a:lnTo>
                  <a:lnTo>
                    <a:pt x="2465153" y="269385"/>
                  </a:lnTo>
                  <a:lnTo>
                    <a:pt x="2466407" y="268127"/>
                  </a:lnTo>
                  <a:lnTo>
                    <a:pt x="2467660" y="266945"/>
                  </a:lnTo>
                  <a:lnTo>
                    <a:pt x="2468913" y="265850"/>
                  </a:lnTo>
                  <a:lnTo>
                    <a:pt x="2470166" y="264919"/>
                  </a:lnTo>
                  <a:lnTo>
                    <a:pt x="2471419" y="264237"/>
                  </a:lnTo>
                  <a:lnTo>
                    <a:pt x="2472673" y="263871"/>
                  </a:lnTo>
                  <a:lnTo>
                    <a:pt x="2473926" y="263888"/>
                  </a:lnTo>
                  <a:lnTo>
                    <a:pt x="2475179" y="264337"/>
                  </a:lnTo>
                  <a:lnTo>
                    <a:pt x="2476432" y="265250"/>
                  </a:lnTo>
                  <a:lnTo>
                    <a:pt x="2477685" y="266652"/>
                  </a:lnTo>
                  <a:lnTo>
                    <a:pt x="2478939" y="268576"/>
                  </a:lnTo>
                  <a:lnTo>
                    <a:pt x="2480192" y="271023"/>
                  </a:lnTo>
                  <a:lnTo>
                    <a:pt x="2481445" y="273986"/>
                  </a:lnTo>
                  <a:lnTo>
                    <a:pt x="2482698" y="277530"/>
                  </a:lnTo>
                  <a:lnTo>
                    <a:pt x="2483952" y="281672"/>
                  </a:lnTo>
                  <a:lnTo>
                    <a:pt x="2485205" y="286444"/>
                  </a:lnTo>
                  <a:lnTo>
                    <a:pt x="2486458" y="291840"/>
                  </a:lnTo>
                  <a:lnTo>
                    <a:pt x="2487711" y="297836"/>
                  </a:lnTo>
                  <a:lnTo>
                    <a:pt x="2488964" y="304399"/>
                  </a:lnTo>
                  <a:lnTo>
                    <a:pt x="2490218" y="311486"/>
                  </a:lnTo>
                  <a:lnTo>
                    <a:pt x="2491471" y="319070"/>
                  </a:lnTo>
                  <a:lnTo>
                    <a:pt x="2492724" y="327187"/>
                  </a:lnTo>
                  <a:lnTo>
                    <a:pt x="2493977" y="335814"/>
                  </a:lnTo>
                  <a:lnTo>
                    <a:pt x="2495230" y="344914"/>
                  </a:lnTo>
                  <a:lnTo>
                    <a:pt x="2496484" y="354508"/>
                  </a:lnTo>
                  <a:lnTo>
                    <a:pt x="2497737" y="364583"/>
                  </a:lnTo>
                  <a:lnTo>
                    <a:pt x="2498990" y="375112"/>
                  </a:lnTo>
                  <a:lnTo>
                    <a:pt x="2500243" y="386136"/>
                  </a:lnTo>
                  <a:lnTo>
                    <a:pt x="2501497" y="397651"/>
                  </a:lnTo>
                  <a:lnTo>
                    <a:pt x="2502750" y="409619"/>
                  </a:lnTo>
                  <a:lnTo>
                    <a:pt x="2504003" y="422025"/>
                  </a:lnTo>
                  <a:lnTo>
                    <a:pt x="2505256" y="434843"/>
                  </a:lnTo>
                  <a:lnTo>
                    <a:pt x="2506509" y="448060"/>
                  </a:lnTo>
                  <a:lnTo>
                    <a:pt x="2507763" y="461699"/>
                  </a:lnTo>
                  <a:lnTo>
                    <a:pt x="2509016" y="475836"/>
                  </a:lnTo>
                  <a:lnTo>
                    <a:pt x="2510269" y="490491"/>
                  </a:lnTo>
                  <a:lnTo>
                    <a:pt x="2511522" y="505637"/>
                  </a:lnTo>
                  <a:lnTo>
                    <a:pt x="2512776" y="521283"/>
                  </a:lnTo>
                  <a:lnTo>
                    <a:pt x="2514029" y="537446"/>
                  </a:lnTo>
                  <a:lnTo>
                    <a:pt x="2515282" y="554069"/>
                  </a:lnTo>
                  <a:lnTo>
                    <a:pt x="2516535" y="571096"/>
                  </a:lnTo>
                  <a:lnTo>
                    <a:pt x="2517788" y="588519"/>
                  </a:lnTo>
                  <a:lnTo>
                    <a:pt x="2519042" y="606304"/>
                  </a:lnTo>
                  <a:lnTo>
                    <a:pt x="2520295" y="624405"/>
                  </a:lnTo>
                  <a:lnTo>
                    <a:pt x="2521548" y="642832"/>
                  </a:lnTo>
                  <a:lnTo>
                    <a:pt x="2522801" y="661515"/>
                  </a:lnTo>
                  <a:lnTo>
                    <a:pt x="2524054" y="680401"/>
                  </a:lnTo>
                  <a:lnTo>
                    <a:pt x="2525308" y="699472"/>
                  </a:lnTo>
                  <a:lnTo>
                    <a:pt x="2526561" y="718732"/>
                  </a:lnTo>
                  <a:lnTo>
                    <a:pt x="2527814" y="738097"/>
                  </a:lnTo>
                  <a:lnTo>
                    <a:pt x="2529067" y="757462"/>
                  </a:lnTo>
                  <a:lnTo>
                    <a:pt x="2530321" y="776679"/>
                  </a:lnTo>
                  <a:lnTo>
                    <a:pt x="2531574" y="795643"/>
                  </a:lnTo>
                  <a:lnTo>
                    <a:pt x="2532827" y="814251"/>
                  </a:lnTo>
                  <a:lnTo>
                    <a:pt x="2534080" y="832452"/>
                  </a:lnTo>
                  <a:lnTo>
                    <a:pt x="2535333" y="850185"/>
                  </a:lnTo>
                  <a:lnTo>
                    <a:pt x="2536587" y="867377"/>
                  </a:lnTo>
                  <a:lnTo>
                    <a:pt x="2537840" y="883966"/>
                  </a:lnTo>
                  <a:lnTo>
                    <a:pt x="2539093" y="899932"/>
                  </a:lnTo>
                  <a:lnTo>
                    <a:pt x="2540346" y="915258"/>
                  </a:lnTo>
                  <a:lnTo>
                    <a:pt x="2541600" y="929996"/>
                  </a:lnTo>
                  <a:lnTo>
                    <a:pt x="2542853" y="944142"/>
                  </a:lnTo>
                  <a:lnTo>
                    <a:pt x="2544106" y="957676"/>
                  </a:lnTo>
                  <a:lnTo>
                    <a:pt x="2545359" y="970509"/>
                  </a:lnTo>
                  <a:lnTo>
                    <a:pt x="2546612" y="982499"/>
                  </a:lnTo>
                  <a:lnTo>
                    <a:pt x="2547866" y="993608"/>
                  </a:lnTo>
                  <a:lnTo>
                    <a:pt x="2549119" y="1003794"/>
                  </a:lnTo>
                  <a:lnTo>
                    <a:pt x="2550372" y="1013009"/>
                  </a:lnTo>
                  <a:lnTo>
                    <a:pt x="2551625" y="1021267"/>
                  </a:lnTo>
                  <a:lnTo>
                    <a:pt x="2552878" y="1028553"/>
                  </a:lnTo>
                  <a:lnTo>
                    <a:pt x="2554132" y="1034872"/>
                  </a:lnTo>
                  <a:lnTo>
                    <a:pt x="2555385" y="1040224"/>
                  </a:lnTo>
                  <a:lnTo>
                    <a:pt x="2556638" y="1044625"/>
                  </a:lnTo>
                  <a:lnTo>
                    <a:pt x="2557891" y="1048172"/>
                  </a:lnTo>
                  <a:lnTo>
                    <a:pt x="2559145" y="1050896"/>
                  </a:lnTo>
                  <a:lnTo>
                    <a:pt x="2560398" y="1052755"/>
                  </a:lnTo>
                  <a:lnTo>
                    <a:pt x="2561651" y="1053851"/>
                  </a:lnTo>
                  <a:lnTo>
                    <a:pt x="2562904" y="1054218"/>
                  </a:lnTo>
                  <a:lnTo>
                    <a:pt x="2564157" y="1053865"/>
                  </a:lnTo>
                  <a:lnTo>
                    <a:pt x="2565411" y="1052827"/>
                  </a:lnTo>
                  <a:lnTo>
                    <a:pt x="2566664" y="1051118"/>
                  </a:lnTo>
                  <a:lnTo>
                    <a:pt x="2567917" y="1048758"/>
                  </a:lnTo>
                  <a:lnTo>
                    <a:pt x="2569170" y="1045747"/>
                  </a:lnTo>
                  <a:lnTo>
                    <a:pt x="2570424" y="1042063"/>
                  </a:lnTo>
                  <a:lnTo>
                    <a:pt x="2571677" y="1037682"/>
                  </a:lnTo>
                  <a:lnTo>
                    <a:pt x="2572930" y="1032587"/>
                  </a:lnTo>
                  <a:lnTo>
                    <a:pt x="2574183" y="1026795"/>
                  </a:lnTo>
                  <a:lnTo>
                    <a:pt x="2575436" y="1020282"/>
                  </a:lnTo>
                  <a:lnTo>
                    <a:pt x="2576690" y="1013020"/>
                  </a:lnTo>
                  <a:lnTo>
                    <a:pt x="2577943" y="1005050"/>
                  </a:lnTo>
                  <a:lnTo>
                    <a:pt x="2579196" y="996447"/>
                  </a:lnTo>
                  <a:lnTo>
                    <a:pt x="2580449" y="987213"/>
                  </a:lnTo>
                  <a:lnTo>
                    <a:pt x="2581702" y="977331"/>
                  </a:lnTo>
                  <a:lnTo>
                    <a:pt x="2582956" y="966835"/>
                  </a:lnTo>
                  <a:lnTo>
                    <a:pt x="2584209" y="955750"/>
                  </a:lnTo>
                  <a:lnTo>
                    <a:pt x="2585462" y="944113"/>
                  </a:lnTo>
                  <a:lnTo>
                    <a:pt x="2586715" y="932010"/>
                  </a:lnTo>
                  <a:lnTo>
                    <a:pt x="2587969" y="919533"/>
                  </a:lnTo>
                  <a:lnTo>
                    <a:pt x="2589222" y="906717"/>
                  </a:lnTo>
                  <a:lnTo>
                    <a:pt x="2590475" y="893571"/>
                  </a:lnTo>
                  <a:lnTo>
                    <a:pt x="2591728" y="880179"/>
                  </a:lnTo>
                  <a:lnTo>
                    <a:pt x="2592981" y="866577"/>
                  </a:lnTo>
                  <a:lnTo>
                    <a:pt x="2594235" y="852876"/>
                  </a:lnTo>
                  <a:lnTo>
                    <a:pt x="2595488" y="839158"/>
                  </a:lnTo>
                  <a:lnTo>
                    <a:pt x="2596741" y="825465"/>
                  </a:lnTo>
                  <a:lnTo>
                    <a:pt x="2597994" y="811762"/>
                  </a:lnTo>
                  <a:lnTo>
                    <a:pt x="2599248" y="798049"/>
                  </a:lnTo>
                  <a:lnTo>
                    <a:pt x="2600501" y="784395"/>
                  </a:lnTo>
                  <a:lnTo>
                    <a:pt x="2601754" y="770817"/>
                  </a:lnTo>
                  <a:lnTo>
                    <a:pt x="2603007" y="757323"/>
                  </a:lnTo>
                  <a:lnTo>
                    <a:pt x="2604260" y="743882"/>
                  </a:lnTo>
                  <a:lnTo>
                    <a:pt x="2605514" y="730410"/>
                  </a:lnTo>
                  <a:lnTo>
                    <a:pt x="2606767" y="716869"/>
                  </a:lnTo>
                  <a:lnTo>
                    <a:pt x="2608020" y="703294"/>
                  </a:lnTo>
                  <a:lnTo>
                    <a:pt x="2609273" y="689834"/>
                  </a:lnTo>
                  <a:lnTo>
                    <a:pt x="2610526" y="676567"/>
                  </a:lnTo>
                  <a:lnTo>
                    <a:pt x="2611780" y="663578"/>
                  </a:lnTo>
                  <a:lnTo>
                    <a:pt x="2613033" y="650957"/>
                  </a:lnTo>
                  <a:lnTo>
                    <a:pt x="2614286" y="638769"/>
                  </a:lnTo>
                  <a:lnTo>
                    <a:pt x="2615539" y="627059"/>
                  </a:lnTo>
                  <a:lnTo>
                    <a:pt x="2616793" y="615873"/>
                  </a:lnTo>
                  <a:lnTo>
                    <a:pt x="2618046" y="605215"/>
                  </a:lnTo>
                  <a:lnTo>
                    <a:pt x="2619299" y="595094"/>
                  </a:lnTo>
                  <a:lnTo>
                    <a:pt x="2620552" y="585467"/>
                  </a:lnTo>
                  <a:lnTo>
                    <a:pt x="2621805" y="576266"/>
                  </a:lnTo>
                  <a:lnTo>
                    <a:pt x="2623059" y="567546"/>
                  </a:lnTo>
                  <a:lnTo>
                    <a:pt x="2624312" y="559312"/>
                  </a:lnTo>
                  <a:lnTo>
                    <a:pt x="2625565" y="551540"/>
                  </a:lnTo>
                  <a:lnTo>
                    <a:pt x="2626818" y="544265"/>
                  </a:lnTo>
                  <a:lnTo>
                    <a:pt x="2628072" y="537498"/>
                  </a:lnTo>
                  <a:lnTo>
                    <a:pt x="2629325" y="531272"/>
                  </a:lnTo>
                  <a:lnTo>
                    <a:pt x="2630578" y="525611"/>
                  </a:lnTo>
                  <a:lnTo>
                    <a:pt x="2631831" y="520557"/>
                  </a:lnTo>
                  <a:lnTo>
                    <a:pt x="2633084" y="516107"/>
                  </a:lnTo>
                  <a:lnTo>
                    <a:pt x="2634338" y="512251"/>
                  </a:lnTo>
                  <a:lnTo>
                    <a:pt x="2635591" y="508996"/>
                  </a:lnTo>
                  <a:lnTo>
                    <a:pt x="2636844" y="506295"/>
                  </a:lnTo>
                  <a:lnTo>
                    <a:pt x="2638097" y="504150"/>
                  </a:lnTo>
                  <a:lnTo>
                    <a:pt x="2639350" y="502529"/>
                  </a:lnTo>
                  <a:lnTo>
                    <a:pt x="2640604" y="501424"/>
                  </a:lnTo>
                  <a:lnTo>
                    <a:pt x="2641857" y="500768"/>
                  </a:lnTo>
                  <a:lnTo>
                    <a:pt x="2643110" y="500560"/>
                  </a:lnTo>
                  <a:lnTo>
                    <a:pt x="2644363" y="500815"/>
                  </a:lnTo>
                  <a:lnTo>
                    <a:pt x="2645617" y="501498"/>
                  </a:lnTo>
                  <a:lnTo>
                    <a:pt x="2646870" y="502548"/>
                  </a:lnTo>
                  <a:lnTo>
                    <a:pt x="2648123" y="503955"/>
                  </a:lnTo>
                  <a:lnTo>
                    <a:pt x="2649376" y="505661"/>
                  </a:lnTo>
                  <a:lnTo>
                    <a:pt x="2650629" y="507589"/>
                  </a:lnTo>
                  <a:lnTo>
                    <a:pt x="2651883" y="509689"/>
                  </a:lnTo>
                  <a:lnTo>
                    <a:pt x="2653136" y="511931"/>
                  </a:lnTo>
                  <a:lnTo>
                    <a:pt x="2654389" y="514317"/>
                  </a:lnTo>
                  <a:lnTo>
                    <a:pt x="2655642" y="516893"/>
                  </a:lnTo>
                  <a:lnTo>
                    <a:pt x="2656895" y="519696"/>
                  </a:lnTo>
                  <a:lnTo>
                    <a:pt x="2658149" y="522700"/>
                  </a:lnTo>
                  <a:lnTo>
                    <a:pt x="2659402" y="525867"/>
                  </a:lnTo>
                  <a:lnTo>
                    <a:pt x="2660655" y="529241"/>
                  </a:lnTo>
                  <a:lnTo>
                    <a:pt x="2661908" y="532880"/>
                  </a:lnTo>
                  <a:lnTo>
                    <a:pt x="2663162" y="536743"/>
                  </a:lnTo>
                  <a:lnTo>
                    <a:pt x="2664415" y="540809"/>
                  </a:lnTo>
                  <a:lnTo>
                    <a:pt x="2665668" y="545099"/>
                  </a:lnTo>
                  <a:lnTo>
                    <a:pt x="2666921" y="549604"/>
                  </a:lnTo>
                  <a:lnTo>
                    <a:pt x="2668174" y="554334"/>
                  </a:lnTo>
                  <a:lnTo>
                    <a:pt x="2669428" y="559353"/>
                  </a:lnTo>
                  <a:lnTo>
                    <a:pt x="2670681" y="564677"/>
                  </a:lnTo>
                  <a:lnTo>
                    <a:pt x="2671934" y="570313"/>
                  </a:lnTo>
                  <a:lnTo>
                    <a:pt x="2673187" y="576228"/>
                  </a:lnTo>
                  <a:lnTo>
                    <a:pt x="2674441" y="582417"/>
                  </a:lnTo>
                  <a:lnTo>
                    <a:pt x="2675694" y="588851"/>
                  </a:lnTo>
                  <a:lnTo>
                    <a:pt x="2676947" y="595491"/>
                  </a:lnTo>
                  <a:lnTo>
                    <a:pt x="2678200" y="602352"/>
                  </a:lnTo>
                  <a:lnTo>
                    <a:pt x="2679453" y="609402"/>
                  </a:lnTo>
                  <a:lnTo>
                    <a:pt x="2680707" y="616605"/>
                  </a:lnTo>
                  <a:lnTo>
                    <a:pt x="2681960" y="623966"/>
                  </a:lnTo>
                  <a:lnTo>
                    <a:pt x="2683213" y="631377"/>
                  </a:lnTo>
                  <a:lnTo>
                    <a:pt x="2684466" y="638823"/>
                  </a:lnTo>
                  <a:lnTo>
                    <a:pt x="2685719" y="646263"/>
                  </a:lnTo>
                  <a:lnTo>
                    <a:pt x="2686973" y="653647"/>
                  </a:lnTo>
                  <a:lnTo>
                    <a:pt x="2688226" y="660977"/>
                  </a:lnTo>
                  <a:lnTo>
                    <a:pt x="2689479" y="668192"/>
                  </a:lnTo>
                  <a:lnTo>
                    <a:pt x="2690732" y="675255"/>
                  </a:lnTo>
                  <a:lnTo>
                    <a:pt x="2691986" y="682107"/>
                  </a:lnTo>
                  <a:lnTo>
                    <a:pt x="2693239" y="688707"/>
                  </a:lnTo>
                  <a:lnTo>
                    <a:pt x="2694492" y="695011"/>
                  </a:lnTo>
                  <a:lnTo>
                    <a:pt x="2695745" y="701000"/>
                  </a:lnTo>
                  <a:lnTo>
                    <a:pt x="2696998" y="706719"/>
                  </a:lnTo>
                  <a:lnTo>
                    <a:pt x="2698252" y="712189"/>
                  </a:lnTo>
                  <a:lnTo>
                    <a:pt x="2699505" y="717455"/>
                  </a:lnTo>
                  <a:lnTo>
                    <a:pt x="2700758" y="722547"/>
                  </a:lnTo>
                  <a:lnTo>
                    <a:pt x="2702011" y="727542"/>
                  </a:lnTo>
                  <a:lnTo>
                    <a:pt x="2703265" y="732533"/>
                  </a:lnTo>
                  <a:lnTo>
                    <a:pt x="2704518" y="737576"/>
                  </a:lnTo>
                  <a:lnTo>
                    <a:pt x="2705771" y="742661"/>
                  </a:lnTo>
                  <a:lnTo>
                    <a:pt x="2707024" y="747767"/>
                  </a:lnTo>
                  <a:lnTo>
                    <a:pt x="2708277" y="752971"/>
                  </a:lnTo>
                  <a:lnTo>
                    <a:pt x="2709531" y="758348"/>
                  </a:lnTo>
                  <a:lnTo>
                    <a:pt x="2710784" y="763971"/>
                  </a:lnTo>
                  <a:lnTo>
                    <a:pt x="2712037" y="769861"/>
                  </a:lnTo>
                  <a:lnTo>
                    <a:pt x="2713290" y="776047"/>
                  </a:lnTo>
                  <a:lnTo>
                    <a:pt x="2714543" y="782576"/>
                  </a:lnTo>
                  <a:lnTo>
                    <a:pt x="2715797" y="789480"/>
                  </a:lnTo>
                  <a:lnTo>
                    <a:pt x="2717050" y="796762"/>
                  </a:lnTo>
                  <a:lnTo>
                    <a:pt x="2718303" y="804415"/>
                  </a:lnTo>
                  <a:lnTo>
                    <a:pt x="2719556" y="812387"/>
                  </a:lnTo>
                  <a:lnTo>
                    <a:pt x="2720810" y="820669"/>
                  </a:lnTo>
                  <a:lnTo>
                    <a:pt x="2722063" y="829279"/>
                  </a:lnTo>
                  <a:lnTo>
                    <a:pt x="2723316" y="838161"/>
                  </a:lnTo>
                  <a:lnTo>
                    <a:pt x="2724569" y="847294"/>
                  </a:lnTo>
                  <a:lnTo>
                    <a:pt x="2725822" y="856668"/>
                  </a:lnTo>
                  <a:lnTo>
                    <a:pt x="2727076" y="866260"/>
                  </a:lnTo>
                  <a:lnTo>
                    <a:pt x="2728329" y="876010"/>
                  </a:lnTo>
                  <a:lnTo>
                    <a:pt x="2729582" y="885872"/>
                  </a:lnTo>
                  <a:lnTo>
                    <a:pt x="2730835" y="895824"/>
                  </a:lnTo>
                  <a:lnTo>
                    <a:pt x="2732089" y="905823"/>
                  </a:lnTo>
                  <a:lnTo>
                    <a:pt x="2733342" y="915779"/>
                  </a:lnTo>
                  <a:lnTo>
                    <a:pt x="2734595" y="925607"/>
                  </a:lnTo>
                  <a:lnTo>
                    <a:pt x="2735848" y="935205"/>
                  </a:lnTo>
                  <a:lnTo>
                    <a:pt x="2737101" y="944483"/>
                  </a:lnTo>
                  <a:lnTo>
                    <a:pt x="2738355" y="953413"/>
                  </a:lnTo>
                  <a:lnTo>
                    <a:pt x="2739608" y="961964"/>
                  </a:lnTo>
                  <a:lnTo>
                    <a:pt x="2740861" y="970090"/>
                  </a:lnTo>
                  <a:lnTo>
                    <a:pt x="2742114" y="977790"/>
                  </a:lnTo>
                  <a:lnTo>
                    <a:pt x="2743367" y="985065"/>
                  </a:lnTo>
                  <a:lnTo>
                    <a:pt x="2744621" y="991923"/>
                  </a:lnTo>
                  <a:lnTo>
                    <a:pt x="2745874" y="998470"/>
                  </a:lnTo>
                  <a:lnTo>
                    <a:pt x="2747127" y="1004851"/>
                  </a:lnTo>
                  <a:lnTo>
                    <a:pt x="2748380" y="1011134"/>
                  </a:lnTo>
                  <a:lnTo>
                    <a:pt x="2749634" y="1017392"/>
                  </a:lnTo>
                  <a:lnTo>
                    <a:pt x="2750887" y="1023643"/>
                  </a:lnTo>
                  <a:lnTo>
                    <a:pt x="2752140" y="1029900"/>
                  </a:lnTo>
                  <a:lnTo>
                    <a:pt x="2753393" y="1036189"/>
                  </a:lnTo>
                  <a:lnTo>
                    <a:pt x="2754646" y="1042549"/>
                  </a:lnTo>
                  <a:lnTo>
                    <a:pt x="2755900" y="1049026"/>
                  </a:lnTo>
                  <a:lnTo>
                    <a:pt x="2757153" y="1055625"/>
                  </a:lnTo>
                  <a:lnTo>
                    <a:pt x="2758406" y="1062374"/>
                  </a:lnTo>
                  <a:lnTo>
                    <a:pt x="2759659" y="1069261"/>
                  </a:lnTo>
                  <a:lnTo>
                    <a:pt x="2760913" y="1076267"/>
                  </a:lnTo>
                  <a:lnTo>
                    <a:pt x="2762166" y="1083397"/>
                  </a:lnTo>
                  <a:lnTo>
                    <a:pt x="2763419" y="1090613"/>
                  </a:lnTo>
                  <a:lnTo>
                    <a:pt x="2764672" y="1097907"/>
                  </a:lnTo>
                  <a:lnTo>
                    <a:pt x="2765925" y="1105185"/>
                  </a:lnTo>
                  <a:lnTo>
                    <a:pt x="2767179" y="1112399"/>
                  </a:lnTo>
                  <a:lnTo>
                    <a:pt x="2768432" y="1119529"/>
                  </a:lnTo>
                  <a:lnTo>
                    <a:pt x="2769685" y="1126595"/>
                  </a:lnTo>
                  <a:lnTo>
                    <a:pt x="2770938" y="1133569"/>
                  </a:lnTo>
                  <a:lnTo>
                    <a:pt x="2772191" y="1140411"/>
                  </a:lnTo>
                  <a:lnTo>
                    <a:pt x="2773445" y="1147078"/>
                  </a:lnTo>
                  <a:lnTo>
                    <a:pt x="2774698" y="1153538"/>
                  </a:lnTo>
                  <a:lnTo>
                    <a:pt x="2775951" y="1159751"/>
                  </a:lnTo>
                  <a:lnTo>
                    <a:pt x="2777204" y="1165688"/>
                  </a:lnTo>
                  <a:lnTo>
                    <a:pt x="2778458" y="1171329"/>
                  </a:lnTo>
                  <a:lnTo>
                    <a:pt x="2779711" y="1176642"/>
                  </a:lnTo>
                  <a:lnTo>
                    <a:pt x="2780964" y="1181620"/>
                  </a:lnTo>
                  <a:lnTo>
                    <a:pt x="2782217" y="1186236"/>
                  </a:lnTo>
                  <a:lnTo>
                    <a:pt x="2783470" y="1190443"/>
                  </a:lnTo>
                  <a:lnTo>
                    <a:pt x="2784724" y="1194188"/>
                  </a:lnTo>
                  <a:lnTo>
                    <a:pt x="2785977" y="1197443"/>
                  </a:lnTo>
                  <a:lnTo>
                    <a:pt x="2787230" y="1200202"/>
                  </a:lnTo>
                  <a:lnTo>
                    <a:pt x="2788483" y="1202432"/>
                  </a:lnTo>
                  <a:lnTo>
                    <a:pt x="2789737" y="1204145"/>
                  </a:lnTo>
                  <a:lnTo>
                    <a:pt x="2790990" y="1205386"/>
                  </a:lnTo>
                  <a:lnTo>
                    <a:pt x="2792243" y="1206213"/>
                  </a:lnTo>
                  <a:lnTo>
                    <a:pt x="2793496" y="1206651"/>
                  </a:lnTo>
                  <a:lnTo>
                    <a:pt x="2794749" y="1206725"/>
                  </a:lnTo>
                  <a:lnTo>
                    <a:pt x="2796003" y="1206501"/>
                  </a:lnTo>
                  <a:lnTo>
                    <a:pt x="2797256" y="1206027"/>
                  </a:lnTo>
                  <a:lnTo>
                    <a:pt x="2798509" y="1205360"/>
                  </a:lnTo>
                  <a:lnTo>
                    <a:pt x="2799762" y="1204528"/>
                  </a:lnTo>
                  <a:lnTo>
                    <a:pt x="2801015" y="1203560"/>
                  </a:lnTo>
                  <a:lnTo>
                    <a:pt x="2802269" y="1202461"/>
                  </a:lnTo>
                  <a:lnTo>
                    <a:pt x="2803522" y="1201205"/>
                  </a:lnTo>
                  <a:lnTo>
                    <a:pt x="2804775" y="1199793"/>
                  </a:lnTo>
                  <a:lnTo>
                    <a:pt x="2806028" y="1198208"/>
                  </a:lnTo>
                  <a:lnTo>
                    <a:pt x="2807282" y="1196459"/>
                  </a:lnTo>
                  <a:lnTo>
                    <a:pt x="2808535" y="1194515"/>
                  </a:lnTo>
                  <a:lnTo>
                    <a:pt x="2809788" y="1192251"/>
                  </a:lnTo>
                  <a:lnTo>
                    <a:pt x="2811041" y="1189602"/>
                  </a:lnTo>
                  <a:lnTo>
                    <a:pt x="2812294" y="1186511"/>
                  </a:lnTo>
                  <a:lnTo>
                    <a:pt x="2813548" y="1182904"/>
                  </a:lnTo>
                  <a:lnTo>
                    <a:pt x="2814801" y="1178735"/>
                  </a:lnTo>
                  <a:lnTo>
                    <a:pt x="2816054" y="1173997"/>
                  </a:lnTo>
                  <a:lnTo>
                    <a:pt x="2817307" y="1168684"/>
                  </a:lnTo>
                  <a:lnTo>
                    <a:pt x="2818560" y="1162789"/>
                  </a:lnTo>
                  <a:lnTo>
                    <a:pt x="2819814" y="1156326"/>
                  </a:lnTo>
                  <a:lnTo>
                    <a:pt x="2821067" y="1149297"/>
                  </a:lnTo>
                  <a:lnTo>
                    <a:pt x="2822320" y="1141733"/>
                  </a:lnTo>
                  <a:lnTo>
                    <a:pt x="2823573" y="1133638"/>
                  </a:lnTo>
                  <a:lnTo>
                    <a:pt x="2824827" y="1125033"/>
                  </a:lnTo>
                  <a:lnTo>
                    <a:pt x="2826080" y="1115914"/>
                  </a:lnTo>
                  <a:lnTo>
                    <a:pt x="2827333" y="1106292"/>
                  </a:lnTo>
                  <a:lnTo>
                    <a:pt x="2828586" y="1096208"/>
                  </a:lnTo>
                  <a:lnTo>
                    <a:pt x="2829839" y="1085673"/>
                  </a:lnTo>
                  <a:lnTo>
                    <a:pt x="2831093" y="1074734"/>
                  </a:lnTo>
                  <a:lnTo>
                    <a:pt x="2832346" y="1063457"/>
                  </a:lnTo>
                  <a:lnTo>
                    <a:pt x="2833599" y="1051950"/>
                  </a:lnTo>
                  <a:lnTo>
                    <a:pt x="2834852" y="1040277"/>
                  </a:lnTo>
                  <a:lnTo>
                    <a:pt x="2836106" y="1028459"/>
                  </a:lnTo>
                  <a:lnTo>
                    <a:pt x="2837359" y="1016521"/>
                  </a:lnTo>
                  <a:lnTo>
                    <a:pt x="2838612" y="1004476"/>
                  </a:lnTo>
                  <a:lnTo>
                    <a:pt x="2839865" y="992373"/>
                  </a:lnTo>
                  <a:lnTo>
                    <a:pt x="2841118" y="980219"/>
                  </a:lnTo>
                  <a:lnTo>
                    <a:pt x="2842372" y="968014"/>
                  </a:lnTo>
                  <a:lnTo>
                    <a:pt x="2843625" y="955757"/>
                  </a:lnTo>
                  <a:lnTo>
                    <a:pt x="2844878" y="943502"/>
                  </a:lnTo>
                  <a:lnTo>
                    <a:pt x="2846131" y="931282"/>
                  </a:lnTo>
                  <a:lnTo>
                    <a:pt x="2847384" y="919186"/>
                  </a:lnTo>
                  <a:lnTo>
                    <a:pt x="2848638" y="907315"/>
                  </a:lnTo>
                  <a:lnTo>
                    <a:pt x="2849891" y="895714"/>
                  </a:lnTo>
                  <a:lnTo>
                    <a:pt x="2851144" y="884395"/>
                  </a:lnTo>
                  <a:lnTo>
                    <a:pt x="2852397" y="873370"/>
                  </a:lnTo>
                  <a:lnTo>
                    <a:pt x="2853651" y="862589"/>
                  </a:lnTo>
                  <a:lnTo>
                    <a:pt x="2854904" y="852029"/>
                  </a:lnTo>
                  <a:lnTo>
                    <a:pt x="2856157" y="841665"/>
                  </a:lnTo>
                  <a:lnTo>
                    <a:pt x="2857410" y="831483"/>
                  </a:lnTo>
                  <a:lnTo>
                    <a:pt x="2858663" y="821460"/>
                  </a:lnTo>
                  <a:lnTo>
                    <a:pt x="2859917" y="811603"/>
                  </a:lnTo>
                  <a:lnTo>
                    <a:pt x="2861170" y="801933"/>
                  </a:lnTo>
                  <a:lnTo>
                    <a:pt x="2862423" y="792479"/>
                  </a:lnTo>
                  <a:lnTo>
                    <a:pt x="2863676" y="783237"/>
                  </a:lnTo>
                  <a:lnTo>
                    <a:pt x="2864930" y="774218"/>
                  </a:lnTo>
                  <a:lnTo>
                    <a:pt x="2866183" y="765440"/>
                  </a:lnTo>
                  <a:lnTo>
                    <a:pt x="2867436" y="756918"/>
                  </a:lnTo>
                  <a:lnTo>
                    <a:pt x="2868689" y="748666"/>
                  </a:lnTo>
                  <a:lnTo>
                    <a:pt x="2869942" y="740692"/>
                  </a:lnTo>
                  <a:lnTo>
                    <a:pt x="2871196" y="732986"/>
                  </a:lnTo>
                  <a:lnTo>
                    <a:pt x="2872449" y="725613"/>
                  </a:lnTo>
                  <a:lnTo>
                    <a:pt x="2873702" y="718623"/>
                  </a:lnTo>
                  <a:lnTo>
                    <a:pt x="2874955" y="712055"/>
                  </a:lnTo>
                  <a:lnTo>
                    <a:pt x="2876208" y="705981"/>
                  </a:lnTo>
                  <a:lnTo>
                    <a:pt x="2877462" y="700488"/>
                  </a:lnTo>
                  <a:lnTo>
                    <a:pt x="2878715" y="695617"/>
                  </a:lnTo>
                  <a:lnTo>
                    <a:pt x="2879968" y="691385"/>
                  </a:lnTo>
                  <a:lnTo>
                    <a:pt x="2881221" y="687788"/>
                  </a:lnTo>
                  <a:lnTo>
                    <a:pt x="2882475" y="684829"/>
                  </a:lnTo>
                  <a:lnTo>
                    <a:pt x="2883728" y="682525"/>
                  </a:lnTo>
                  <a:lnTo>
                    <a:pt x="2884981" y="680865"/>
                  </a:lnTo>
                  <a:lnTo>
                    <a:pt x="2886234" y="679818"/>
                  </a:lnTo>
                  <a:lnTo>
                    <a:pt x="2887487" y="679378"/>
                  </a:lnTo>
                  <a:lnTo>
                    <a:pt x="2888741" y="679530"/>
                  </a:lnTo>
                  <a:lnTo>
                    <a:pt x="2889994" y="680282"/>
                  </a:lnTo>
                  <a:lnTo>
                    <a:pt x="2891247" y="681599"/>
                  </a:lnTo>
                  <a:lnTo>
                    <a:pt x="2892500" y="683454"/>
                  </a:lnTo>
                  <a:lnTo>
                    <a:pt x="2893754" y="685822"/>
                  </a:lnTo>
                  <a:lnTo>
                    <a:pt x="2895007" y="688620"/>
                  </a:lnTo>
                  <a:lnTo>
                    <a:pt x="2896260" y="691689"/>
                  </a:lnTo>
                  <a:lnTo>
                    <a:pt x="2897513" y="694893"/>
                  </a:lnTo>
                  <a:lnTo>
                    <a:pt x="2898766" y="698155"/>
                  </a:lnTo>
                  <a:lnTo>
                    <a:pt x="2900020" y="701457"/>
                  </a:lnTo>
                  <a:lnTo>
                    <a:pt x="2901273" y="704851"/>
                  </a:lnTo>
                  <a:lnTo>
                    <a:pt x="2902526" y="708336"/>
                  </a:lnTo>
                  <a:lnTo>
                    <a:pt x="2903779" y="711927"/>
                  </a:lnTo>
                  <a:lnTo>
                    <a:pt x="2905032" y="715643"/>
                  </a:lnTo>
                  <a:lnTo>
                    <a:pt x="2906286" y="719458"/>
                  </a:lnTo>
                  <a:lnTo>
                    <a:pt x="2907539" y="723353"/>
                  </a:lnTo>
                  <a:lnTo>
                    <a:pt x="2908792" y="727344"/>
                  </a:lnTo>
                  <a:lnTo>
                    <a:pt x="2910045" y="731448"/>
                  </a:lnTo>
                  <a:lnTo>
                    <a:pt x="2911299" y="735629"/>
                  </a:lnTo>
                  <a:lnTo>
                    <a:pt x="2912552" y="739843"/>
                  </a:lnTo>
                  <a:lnTo>
                    <a:pt x="2913805" y="744082"/>
                  </a:lnTo>
                  <a:lnTo>
                    <a:pt x="2915058" y="748388"/>
                  </a:lnTo>
                  <a:lnTo>
                    <a:pt x="2916311" y="752810"/>
                  </a:lnTo>
                  <a:lnTo>
                    <a:pt x="2917565" y="757396"/>
                  </a:lnTo>
                  <a:lnTo>
                    <a:pt x="2918818" y="762202"/>
                  </a:lnTo>
                  <a:lnTo>
                    <a:pt x="2920071" y="767262"/>
                  </a:lnTo>
                  <a:lnTo>
                    <a:pt x="2921324" y="772594"/>
                  </a:lnTo>
                  <a:lnTo>
                    <a:pt x="2922578" y="778198"/>
                  </a:lnTo>
                  <a:lnTo>
                    <a:pt x="2923831" y="784069"/>
                  </a:lnTo>
                  <a:lnTo>
                    <a:pt x="2925084" y="790251"/>
                  </a:lnTo>
                  <a:lnTo>
                    <a:pt x="2926337" y="796777"/>
                  </a:lnTo>
                  <a:lnTo>
                    <a:pt x="2927590" y="803656"/>
                  </a:lnTo>
                  <a:lnTo>
                    <a:pt x="2928844" y="810860"/>
                  </a:lnTo>
                  <a:lnTo>
                    <a:pt x="2930097" y="818404"/>
                  </a:lnTo>
                  <a:lnTo>
                    <a:pt x="2931350" y="826321"/>
                  </a:lnTo>
                  <a:lnTo>
                    <a:pt x="2932603" y="834628"/>
                  </a:lnTo>
                  <a:lnTo>
                    <a:pt x="2933856" y="843323"/>
                  </a:lnTo>
                  <a:lnTo>
                    <a:pt x="2935110" y="852384"/>
                  </a:lnTo>
                  <a:lnTo>
                    <a:pt x="2936363" y="861759"/>
                  </a:lnTo>
                  <a:lnTo>
                    <a:pt x="2937616" y="871355"/>
                  </a:lnTo>
                  <a:lnTo>
                    <a:pt x="2938869" y="881103"/>
                  </a:lnTo>
                  <a:lnTo>
                    <a:pt x="2940123" y="890919"/>
                  </a:lnTo>
                  <a:lnTo>
                    <a:pt x="2941376" y="900735"/>
                  </a:lnTo>
                  <a:lnTo>
                    <a:pt x="2942629" y="910483"/>
                  </a:lnTo>
                  <a:lnTo>
                    <a:pt x="2943882" y="920131"/>
                  </a:lnTo>
                  <a:lnTo>
                    <a:pt x="2945135" y="929616"/>
                  </a:lnTo>
                  <a:lnTo>
                    <a:pt x="2946389" y="938882"/>
                  </a:lnTo>
                  <a:lnTo>
                    <a:pt x="2947642" y="947896"/>
                  </a:lnTo>
                  <a:lnTo>
                    <a:pt x="2948895" y="956646"/>
                  </a:lnTo>
                  <a:lnTo>
                    <a:pt x="2950148" y="965093"/>
                  </a:lnTo>
                  <a:lnTo>
                    <a:pt x="2951402" y="973225"/>
                  </a:lnTo>
                  <a:lnTo>
                    <a:pt x="2952655" y="981011"/>
                  </a:lnTo>
                  <a:lnTo>
                    <a:pt x="2953908" y="988437"/>
                  </a:lnTo>
                  <a:lnTo>
                    <a:pt x="2955161" y="995528"/>
                  </a:lnTo>
                  <a:lnTo>
                    <a:pt x="2956414" y="1002308"/>
                  </a:lnTo>
                  <a:lnTo>
                    <a:pt x="2957668" y="1008817"/>
                  </a:lnTo>
                  <a:lnTo>
                    <a:pt x="2958921" y="1015133"/>
                  </a:lnTo>
                  <a:lnTo>
                    <a:pt x="2960174" y="1021337"/>
                  </a:lnTo>
                  <a:lnTo>
                    <a:pt x="2961427" y="1027505"/>
                  </a:lnTo>
                  <a:lnTo>
                    <a:pt x="2962680" y="1033628"/>
                  </a:lnTo>
                  <a:lnTo>
                    <a:pt x="2963934" y="1039681"/>
                  </a:lnTo>
                  <a:lnTo>
                    <a:pt x="2965187" y="1045575"/>
                  </a:lnTo>
                  <a:lnTo>
                    <a:pt x="2966440" y="1051263"/>
                  </a:lnTo>
                  <a:lnTo>
                    <a:pt x="2967693" y="1056685"/>
                  </a:lnTo>
                  <a:lnTo>
                    <a:pt x="2968947" y="1061893"/>
                  </a:lnTo>
                  <a:lnTo>
                    <a:pt x="2970200" y="1066925"/>
                  </a:lnTo>
                  <a:lnTo>
                    <a:pt x="2971453" y="1071761"/>
                  </a:lnTo>
                  <a:lnTo>
                    <a:pt x="2972706" y="1076335"/>
                  </a:lnTo>
                  <a:lnTo>
                    <a:pt x="2973959" y="1080595"/>
                  </a:lnTo>
                  <a:lnTo>
                    <a:pt x="2975213" y="1084555"/>
                  </a:lnTo>
                  <a:lnTo>
                    <a:pt x="2976466" y="1088242"/>
                  </a:lnTo>
                  <a:lnTo>
                    <a:pt x="2977719" y="1091612"/>
                  </a:lnTo>
                  <a:lnTo>
                    <a:pt x="2978972" y="1094658"/>
                  </a:lnTo>
                  <a:lnTo>
                    <a:pt x="2980225" y="1097353"/>
                  </a:lnTo>
                  <a:lnTo>
                    <a:pt x="2981479" y="1099693"/>
                  </a:lnTo>
                  <a:lnTo>
                    <a:pt x="2982732" y="1101592"/>
                  </a:lnTo>
                  <a:lnTo>
                    <a:pt x="2983985" y="1103003"/>
                  </a:lnTo>
                  <a:lnTo>
                    <a:pt x="2985238" y="1103885"/>
                  </a:lnTo>
                  <a:lnTo>
                    <a:pt x="2986492" y="1104201"/>
                  </a:lnTo>
                  <a:lnTo>
                    <a:pt x="2987745" y="1103881"/>
                  </a:lnTo>
                  <a:lnTo>
                    <a:pt x="2988998" y="1102850"/>
                  </a:lnTo>
                  <a:lnTo>
                    <a:pt x="2990251" y="1101034"/>
                  </a:lnTo>
                  <a:lnTo>
                    <a:pt x="2991504" y="1098454"/>
                  </a:lnTo>
                  <a:lnTo>
                    <a:pt x="2992758" y="1095138"/>
                  </a:lnTo>
                  <a:lnTo>
                    <a:pt x="2994011" y="1091036"/>
                  </a:lnTo>
                  <a:lnTo>
                    <a:pt x="2995264" y="1086061"/>
                  </a:lnTo>
                  <a:lnTo>
                    <a:pt x="2996517" y="1080198"/>
                  </a:lnTo>
                  <a:lnTo>
                    <a:pt x="2997771" y="1073440"/>
                  </a:lnTo>
                  <a:lnTo>
                    <a:pt x="2999024" y="1065817"/>
                  </a:lnTo>
                  <a:lnTo>
                    <a:pt x="3000277" y="1057374"/>
                  </a:lnTo>
                  <a:lnTo>
                    <a:pt x="3001530" y="1048192"/>
                  </a:lnTo>
                  <a:lnTo>
                    <a:pt x="3002783" y="1038329"/>
                  </a:lnTo>
                  <a:lnTo>
                    <a:pt x="3004037" y="1027865"/>
                  </a:lnTo>
                  <a:lnTo>
                    <a:pt x="3005290" y="1016856"/>
                  </a:lnTo>
                  <a:lnTo>
                    <a:pt x="3006543" y="1005367"/>
                  </a:lnTo>
                  <a:lnTo>
                    <a:pt x="3007796" y="993437"/>
                  </a:lnTo>
                  <a:lnTo>
                    <a:pt x="3009049" y="981135"/>
                  </a:lnTo>
                  <a:lnTo>
                    <a:pt x="3010303" y="968457"/>
                  </a:lnTo>
                  <a:lnTo>
                    <a:pt x="3011556" y="955385"/>
                  </a:lnTo>
                  <a:lnTo>
                    <a:pt x="3012809" y="941949"/>
                  </a:lnTo>
                  <a:lnTo>
                    <a:pt x="3014062" y="928166"/>
                  </a:lnTo>
                  <a:lnTo>
                    <a:pt x="3015316" y="914042"/>
                  </a:lnTo>
                  <a:lnTo>
                    <a:pt x="3016569" y="899604"/>
                  </a:lnTo>
                  <a:lnTo>
                    <a:pt x="3017822" y="884819"/>
                  </a:lnTo>
                  <a:lnTo>
                    <a:pt x="3019075" y="869646"/>
                  </a:lnTo>
                  <a:lnTo>
                    <a:pt x="3020328" y="854050"/>
                  </a:lnTo>
                  <a:lnTo>
                    <a:pt x="3021582" y="837984"/>
                  </a:lnTo>
                  <a:lnTo>
                    <a:pt x="3022835" y="821413"/>
                  </a:lnTo>
                  <a:lnTo>
                    <a:pt x="3024088" y="804314"/>
                  </a:lnTo>
                  <a:lnTo>
                    <a:pt x="3025341" y="786676"/>
                  </a:lnTo>
                  <a:lnTo>
                    <a:pt x="3026595" y="768518"/>
                  </a:lnTo>
                  <a:lnTo>
                    <a:pt x="3027848" y="749894"/>
                  </a:lnTo>
                  <a:lnTo>
                    <a:pt x="3029101" y="730872"/>
                  </a:lnTo>
                  <a:lnTo>
                    <a:pt x="3030354" y="711541"/>
                  </a:lnTo>
                  <a:lnTo>
                    <a:pt x="3031607" y="691941"/>
                  </a:lnTo>
                  <a:lnTo>
                    <a:pt x="3032861" y="672065"/>
                  </a:lnTo>
                  <a:lnTo>
                    <a:pt x="3034114" y="651966"/>
                  </a:lnTo>
                  <a:lnTo>
                    <a:pt x="3035367" y="631703"/>
                  </a:lnTo>
                  <a:lnTo>
                    <a:pt x="3036620" y="611371"/>
                  </a:lnTo>
                  <a:lnTo>
                    <a:pt x="3037873" y="591011"/>
                  </a:lnTo>
                  <a:lnTo>
                    <a:pt x="3039127" y="570639"/>
                  </a:lnTo>
                  <a:lnTo>
                    <a:pt x="3040380" y="550301"/>
                  </a:lnTo>
                  <a:lnTo>
                    <a:pt x="3041633" y="530061"/>
                  </a:lnTo>
                  <a:lnTo>
                    <a:pt x="3042886" y="509916"/>
                  </a:lnTo>
                  <a:lnTo>
                    <a:pt x="3044140" y="489906"/>
                  </a:lnTo>
                  <a:lnTo>
                    <a:pt x="3045393" y="470081"/>
                  </a:lnTo>
                  <a:lnTo>
                    <a:pt x="3046646" y="450536"/>
                  </a:lnTo>
                  <a:lnTo>
                    <a:pt x="3047899" y="431346"/>
                  </a:lnTo>
                  <a:lnTo>
                    <a:pt x="3049152" y="412591"/>
                  </a:lnTo>
                  <a:lnTo>
                    <a:pt x="3050406" y="394375"/>
                  </a:lnTo>
                  <a:lnTo>
                    <a:pt x="3051659" y="376743"/>
                  </a:lnTo>
                  <a:lnTo>
                    <a:pt x="3052912" y="359747"/>
                  </a:lnTo>
                  <a:lnTo>
                    <a:pt x="3054165" y="343485"/>
                  </a:lnTo>
                  <a:lnTo>
                    <a:pt x="3055419" y="327928"/>
                  </a:lnTo>
                  <a:lnTo>
                    <a:pt x="3056672" y="313085"/>
                  </a:lnTo>
                  <a:lnTo>
                    <a:pt x="3057925" y="299023"/>
                  </a:lnTo>
                  <a:lnTo>
                    <a:pt x="3059178" y="285802"/>
                  </a:lnTo>
                  <a:lnTo>
                    <a:pt x="3060431" y="273451"/>
                  </a:lnTo>
                  <a:lnTo>
                    <a:pt x="3061685" y="261960"/>
                  </a:lnTo>
                  <a:lnTo>
                    <a:pt x="3062938" y="251327"/>
                  </a:lnTo>
                  <a:lnTo>
                    <a:pt x="3064191" y="241551"/>
                  </a:lnTo>
                  <a:lnTo>
                    <a:pt x="3065444" y="232609"/>
                  </a:lnTo>
                  <a:lnTo>
                    <a:pt x="3066697" y="224446"/>
                  </a:lnTo>
                  <a:lnTo>
                    <a:pt x="3067951" y="217031"/>
                  </a:lnTo>
                  <a:lnTo>
                    <a:pt x="3069204" y="210335"/>
                  </a:lnTo>
                  <a:lnTo>
                    <a:pt x="3070457" y="204369"/>
                  </a:lnTo>
                  <a:lnTo>
                    <a:pt x="3071710" y="199100"/>
                  </a:lnTo>
                  <a:lnTo>
                    <a:pt x="3072964" y="194480"/>
                  </a:lnTo>
                  <a:lnTo>
                    <a:pt x="3074217" y="190537"/>
                  </a:lnTo>
                  <a:lnTo>
                    <a:pt x="3075470" y="187232"/>
                  </a:lnTo>
                  <a:lnTo>
                    <a:pt x="3076723" y="184552"/>
                  </a:lnTo>
                  <a:lnTo>
                    <a:pt x="3077976" y="182515"/>
                  </a:lnTo>
                  <a:lnTo>
                    <a:pt x="3079230" y="181108"/>
                  </a:lnTo>
                  <a:lnTo>
                    <a:pt x="3080483" y="180330"/>
                  </a:lnTo>
                  <a:lnTo>
                    <a:pt x="3081736" y="180191"/>
                  </a:lnTo>
                  <a:lnTo>
                    <a:pt x="3082989" y="180717"/>
                  </a:lnTo>
                  <a:lnTo>
                    <a:pt x="3084243" y="181909"/>
                  </a:lnTo>
                  <a:lnTo>
                    <a:pt x="3085496" y="183762"/>
                  </a:lnTo>
                  <a:lnTo>
                    <a:pt x="3086749" y="186268"/>
                  </a:lnTo>
                  <a:lnTo>
                    <a:pt x="3088002" y="189458"/>
                  </a:lnTo>
                  <a:lnTo>
                    <a:pt x="3089255" y="193322"/>
                  </a:lnTo>
                  <a:lnTo>
                    <a:pt x="3090509" y="197878"/>
                  </a:lnTo>
                  <a:lnTo>
                    <a:pt x="3091762" y="203080"/>
                  </a:lnTo>
                  <a:lnTo>
                    <a:pt x="3093015" y="208883"/>
                  </a:lnTo>
                  <a:lnTo>
                    <a:pt x="3094268" y="215238"/>
                  </a:lnTo>
                  <a:lnTo>
                    <a:pt x="3095521" y="222119"/>
                  </a:lnTo>
                  <a:lnTo>
                    <a:pt x="3096775" y="229470"/>
                  </a:lnTo>
                  <a:lnTo>
                    <a:pt x="3098028" y="237241"/>
                  </a:lnTo>
                  <a:lnTo>
                    <a:pt x="3099281" y="245410"/>
                  </a:lnTo>
                  <a:lnTo>
                    <a:pt x="3100534" y="253929"/>
                  </a:lnTo>
                  <a:lnTo>
                    <a:pt x="3101788" y="262783"/>
                  </a:lnTo>
                  <a:lnTo>
                    <a:pt x="3103041" y="271946"/>
                  </a:lnTo>
                  <a:lnTo>
                    <a:pt x="3104294" y="281411"/>
                  </a:lnTo>
                  <a:lnTo>
                    <a:pt x="3105547" y="291192"/>
                  </a:lnTo>
                  <a:lnTo>
                    <a:pt x="3106800" y="301247"/>
                  </a:lnTo>
                  <a:lnTo>
                    <a:pt x="3108054" y="311497"/>
                  </a:lnTo>
                  <a:lnTo>
                    <a:pt x="3109307" y="321814"/>
                  </a:lnTo>
                  <a:lnTo>
                    <a:pt x="3110560" y="332150"/>
                  </a:lnTo>
                  <a:lnTo>
                    <a:pt x="3111813" y="342474"/>
                  </a:lnTo>
                  <a:lnTo>
                    <a:pt x="3113067" y="352680"/>
                  </a:lnTo>
                  <a:lnTo>
                    <a:pt x="3114320" y="362732"/>
                  </a:lnTo>
                  <a:lnTo>
                    <a:pt x="3115573" y="372661"/>
                  </a:lnTo>
                  <a:lnTo>
                    <a:pt x="3116826" y="382395"/>
                  </a:lnTo>
                  <a:lnTo>
                    <a:pt x="3118079" y="391860"/>
                  </a:lnTo>
                  <a:lnTo>
                    <a:pt x="3119333" y="401057"/>
                  </a:lnTo>
                  <a:lnTo>
                    <a:pt x="3120586" y="409926"/>
                  </a:lnTo>
                  <a:lnTo>
                    <a:pt x="3121839" y="418420"/>
                  </a:lnTo>
                  <a:lnTo>
                    <a:pt x="3123092" y="426492"/>
                  </a:lnTo>
                  <a:lnTo>
                    <a:pt x="3124345" y="434121"/>
                  </a:lnTo>
                  <a:lnTo>
                    <a:pt x="3125599" y="441311"/>
                  </a:lnTo>
                  <a:lnTo>
                    <a:pt x="3126852" y="448039"/>
                  </a:lnTo>
                  <a:lnTo>
                    <a:pt x="3128105" y="454322"/>
                  </a:lnTo>
                  <a:lnTo>
                    <a:pt x="3129358" y="460188"/>
                  </a:lnTo>
                  <a:lnTo>
                    <a:pt x="3130612" y="465674"/>
                  </a:lnTo>
                  <a:lnTo>
                    <a:pt x="3131865" y="470795"/>
                  </a:lnTo>
                  <a:lnTo>
                    <a:pt x="3133118" y="475510"/>
                  </a:lnTo>
                  <a:lnTo>
                    <a:pt x="3134371" y="479807"/>
                  </a:lnTo>
                  <a:lnTo>
                    <a:pt x="3135624" y="483748"/>
                  </a:lnTo>
                  <a:lnTo>
                    <a:pt x="3136878" y="487384"/>
                  </a:lnTo>
                  <a:lnTo>
                    <a:pt x="3138131" y="490746"/>
                  </a:lnTo>
                  <a:lnTo>
                    <a:pt x="3139384" y="493902"/>
                  </a:lnTo>
                  <a:lnTo>
                    <a:pt x="3140637" y="496827"/>
                  </a:lnTo>
                  <a:lnTo>
                    <a:pt x="3141890" y="499515"/>
                  </a:lnTo>
                  <a:lnTo>
                    <a:pt x="3143144" y="501969"/>
                  </a:lnTo>
                  <a:lnTo>
                    <a:pt x="3144397" y="504216"/>
                  </a:lnTo>
                  <a:lnTo>
                    <a:pt x="3145650" y="506278"/>
                  </a:lnTo>
                  <a:lnTo>
                    <a:pt x="3146903" y="508179"/>
                  </a:lnTo>
                  <a:lnTo>
                    <a:pt x="3148157" y="509963"/>
                  </a:lnTo>
                  <a:lnTo>
                    <a:pt x="3149410" y="511676"/>
                  </a:lnTo>
                  <a:lnTo>
                    <a:pt x="3150663" y="513329"/>
                  </a:lnTo>
                  <a:lnTo>
                    <a:pt x="3151916" y="514904"/>
                  </a:lnTo>
                  <a:lnTo>
                    <a:pt x="3153169" y="516363"/>
                  </a:lnTo>
                  <a:lnTo>
                    <a:pt x="3154423" y="517686"/>
                  </a:lnTo>
                  <a:lnTo>
                    <a:pt x="3155676" y="518899"/>
                  </a:lnTo>
                  <a:lnTo>
                    <a:pt x="3156929" y="520030"/>
                  </a:lnTo>
                  <a:lnTo>
                    <a:pt x="3158182" y="521086"/>
                  </a:lnTo>
                  <a:lnTo>
                    <a:pt x="3159436" y="522117"/>
                  </a:lnTo>
                  <a:lnTo>
                    <a:pt x="3160689" y="523155"/>
                  </a:lnTo>
                  <a:lnTo>
                    <a:pt x="3161942" y="524211"/>
                  </a:lnTo>
                  <a:lnTo>
                    <a:pt x="3163195" y="525275"/>
                  </a:lnTo>
                  <a:lnTo>
                    <a:pt x="3164448" y="526338"/>
                  </a:lnTo>
                  <a:lnTo>
                    <a:pt x="3165702" y="527395"/>
                  </a:lnTo>
                  <a:lnTo>
                    <a:pt x="3166955" y="528400"/>
                  </a:lnTo>
                  <a:lnTo>
                    <a:pt x="3168208" y="529253"/>
                  </a:lnTo>
                  <a:lnTo>
                    <a:pt x="3169461" y="529938"/>
                  </a:lnTo>
                  <a:lnTo>
                    <a:pt x="3170714" y="530546"/>
                  </a:lnTo>
                  <a:lnTo>
                    <a:pt x="3171968" y="531228"/>
                  </a:lnTo>
                  <a:lnTo>
                    <a:pt x="3173221" y="532104"/>
                  </a:lnTo>
                  <a:lnTo>
                    <a:pt x="3174474" y="533161"/>
                  </a:lnTo>
                  <a:lnTo>
                    <a:pt x="3175727" y="534416"/>
                  </a:lnTo>
                  <a:lnTo>
                    <a:pt x="3176981" y="535924"/>
                  </a:lnTo>
                  <a:lnTo>
                    <a:pt x="3178234" y="537639"/>
                  </a:lnTo>
                  <a:lnTo>
                    <a:pt x="3179487" y="539546"/>
                  </a:lnTo>
                  <a:lnTo>
                    <a:pt x="3180740" y="541689"/>
                  </a:lnTo>
                  <a:lnTo>
                    <a:pt x="3181993" y="544102"/>
                  </a:lnTo>
                  <a:lnTo>
                    <a:pt x="3183247" y="546848"/>
                  </a:lnTo>
                  <a:lnTo>
                    <a:pt x="3184500" y="549987"/>
                  </a:lnTo>
                  <a:lnTo>
                    <a:pt x="3185753" y="553558"/>
                  </a:lnTo>
                  <a:lnTo>
                    <a:pt x="3187006" y="557607"/>
                  </a:lnTo>
                  <a:lnTo>
                    <a:pt x="3188260" y="562030"/>
                  </a:lnTo>
                  <a:lnTo>
                    <a:pt x="3189513" y="566762"/>
                  </a:lnTo>
                  <a:lnTo>
                    <a:pt x="3190766" y="571786"/>
                  </a:lnTo>
                  <a:lnTo>
                    <a:pt x="3192019" y="577058"/>
                  </a:lnTo>
                  <a:lnTo>
                    <a:pt x="3193272" y="582537"/>
                  </a:lnTo>
                  <a:lnTo>
                    <a:pt x="3194526" y="588123"/>
                  </a:lnTo>
                  <a:lnTo>
                    <a:pt x="3195779" y="593790"/>
                  </a:lnTo>
                  <a:lnTo>
                    <a:pt x="3197032" y="599526"/>
                  </a:lnTo>
                  <a:lnTo>
                    <a:pt x="3198285" y="605295"/>
                  </a:lnTo>
                  <a:lnTo>
                    <a:pt x="3199538" y="611061"/>
                  </a:lnTo>
                  <a:lnTo>
                    <a:pt x="3200792" y="616818"/>
                  </a:lnTo>
                  <a:lnTo>
                    <a:pt x="3202045" y="622522"/>
                  </a:lnTo>
                  <a:lnTo>
                    <a:pt x="3203298" y="628169"/>
                  </a:lnTo>
                  <a:lnTo>
                    <a:pt x="3204551" y="633799"/>
                  </a:lnTo>
                  <a:lnTo>
                    <a:pt x="3205805" y="639440"/>
                  </a:lnTo>
                  <a:lnTo>
                    <a:pt x="3207058" y="645117"/>
                  </a:lnTo>
                  <a:lnTo>
                    <a:pt x="3208311" y="650830"/>
                  </a:lnTo>
                  <a:lnTo>
                    <a:pt x="3209564" y="656581"/>
                  </a:lnTo>
                  <a:lnTo>
                    <a:pt x="3210817" y="662346"/>
                  </a:lnTo>
                  <a:lnTo>
                    <a:pt x="3212071" y="668088"/>
                  </a:lnTo>
                  <a:lnTo>
                    <a:pt x="3213324" y="673805"/>
                  </a:lnTo>
                  <a:lnTo>
                    <a:pt x="3214577" y="679506"/>
                  </a:lnTo>
                  <a:lnTo>
                    <a:pt x="3215830" y="685206"/>
                  </a:lnTo>
                  <a:lnTo>
                    <a:pt x="3217084" y="690952"/>
                  </a:lnTo>
                  <a:lnTo>
                    <a:pt x="3218337" y="696749"/>
                  </a:lnTo>
                  <a:lnTo>
                    <a:pt x="3219590" y="702576"/>
                  </a:lnTo>
                  <a:lnTo>
                    <a:pt x="3220843" y="708416"/>
                  </a:lnTo>
                  <a:lnTo>
                    <a:pt x="3222096" y="714237"/>
                  </a:lnTo>
                  <a:lnTo>
                    <a:pt x="3223350" y="719969"/>
                  </a:lnTo>
                  <a:lnTo>
                    <a:pt x="3224603" y="725561"/>
                  </a:lnTo>
                  <a:lnTo>
                    <a:pt x="3225856" y="730996"/>
                  </a:lnTo>
                  <a:lnTo>
                    <a:pt x="3227109" y="736266"/>
                  </a:lnTo>
                  <a:lnTo>
                    <a:pt x="3228362" y="741346"/>
                  </a:lnTo>
                  <a:lnTo>
                    <a:pt x="3229616" y="746215"/>
                  </a:lnTo>
                  <a:lnTo>
                    <a:pt x="3230869" y="750892"/>
                  </a:lnTo>
                  <a:lnTo>
                    <a:pt x="3232122" y="755409"/>
                  </a:lnTo>
                  <a:lnTo>
                    <a:pt x="3233375" y="759726"/>
                  </a:lnTo>
                  <a:lnTo>
                    <a:pt x="3234629" y="763787"/>
                  </a:lnTo>
                  <a:lnTo>
                    <a:pt x="3235882" y="767462"/>
                  </a:lnTo>
                  <a:lnTo>
                    <a:pt x="3237135" y="770698"/>
                  </a:lnTo>
                  <a:lnTo>
                    <a:pt x="3238388" y="773503"/>
                  </a:lnTo>
                  <a:lnTo>
                    <a:pt x="3239641" y="775833"/>
                  </a:lnTo>
                  <a:lnTo>
                    <a:pt x="3240895" y="777696"/>
                  </a:lnTo>
                  <a:lnTo>
                    <a:pt x="3242148" y="779062"/>
                  </a:lnTo>
                  <a:lnTo>
                    <a:pt x="3243401" y="779859"/>
                  </a:lnTo>
                  <a:lnTo>
                    <a:pt x="3244654" y="780042"/>
                  </a:lnTo>
                  <a:lnTo>
                    <a:pt x="3245908" y="779586"/>
                  </a:lnTo>
                  <a:lnTo>
                    <a:pt x="3247161" y="778429"/>
                  </a:lnTo>
                  <a:lnTo>
                    <a:pt x="3248414" y="776570"/>
                  </a:lnTo>
                  <a:lnTo>
                    <a:pt x="3249667" y="774006"/>
                  </a:lnTo>
                  <a:lnTo>
                    <a:pt x="3250920" y="770842"/>
                  </a:lnTo>
                  <a:lnTo>
                    <a:pt x="3252174" y="767236"/>
                  </a:lnTo>
                  <a:lnTo>
                    <a:pt x="3253427" y="763260"/>
                  </a:lnTo>
                  <a:lnTo>
                    <a:pt x="3254680" y="758912"/>
                  </a:lnTo>
                  <a:lnTo>
                    <a:pt x="3255933" y="754186"/>
                  </a:lnTo>
                  <a:lnTo>
                    <a:pt x="3257186" y="749158"/>
                  </a:lnTo>
                  <a:lnTo>
                    <a:pt x="3258440" y="743935"/>
                  </a:lnTo>
                  <a:lnTo>
                    <a:pt x="3259693" y="738568"/>
                  </a:lnTo>
                  <a:lnTo>
                    <a:pt x="3260946" y="733170"/>
                  </a:lnTo>
                  <a:lnTo>
                    <a:pt x="3262199" y="727830"/>
                  </a:lnTo>
                  <a:lnTo>
                    <a:pt x="3263453" y="722591"/>
                  </a:lnTo>
                  <a:lnTo>
                    <a:pt x="3264706" y="717514"/>
                  </a:lnTo>
                  <a:lnTo>
                    <a:pt x="3265959" y="712676"/>
                  </a:lnTo>
                  <a:lnTo>
                    <a:pt x="3267212" y="708083"/>
                  </a:lnTo>
                  <a:lnTo>
                    <a:pt x="3268465" y="703721"/>
                  </a:lnTo>
                  <a:lnTo>
                    <a:pt x="3269719" y="699543"/>
                  </a:lnTo>
                  <a:lnTo>
                    <a:pt x="3270972" y="695522"/>
                  </a:lnTo>
                  <a:lnTo>
                    <a:pt x="3272225" y="691656"/>
                  </a:lnTo>
                  <a:lnTo>
                    <a:pt x="3273478" y="688007"/>
                  </a:lnTo>
                  <a:lnTo>
                    <a:pt x="3274732" y="684647"/>
                  </a:lnTo>
                  <a:lnTo>
                    <a:pt x="3275985" y="681574"/>
                  </a:lnTo>
                  <a:lnTo>
                    <a:pt x="3277238" y="678784"/>
                  </a:lnTo>
                  <a:lnTo>
                    <a:pt x="3278491" y="676233"/>
                  </a:lnTo>
                  <a:lnTo>
                    <a:pt x="3279744" y="673813"/>
                  </a:lnTo>
                  <a:lnTo>
                    <a:pt x="3280998" y="671438"/>
                  </a:lnTo>
                  <a:lnTo>
                    <a:pt x="3282251" y="669056"/>
                  </a:lnTo>
                  <a:lnTo>
                    <a:pt x="3283504" y="666599"/>
                  </a:lnTo>
                  <a:lnTo>
                    <a:pt x="3284757" y="664026"/>
                  </a:lnTo>
                  <a:lnTo>
                    <a:pt x="3286010" y="661346"/>
                  </a:lnTo>
                  <a:lnTo>
                    <a:pt x="3287264" y="658568"/>
                  </a:lnTo>
                  <a:lnTo>
                    <a:pt x="3288517" y="655695"/>
                  </a:lnTo>
                  <a:lnTo>
                    <a:pt x="3289770" y="652678"/>
                  </a:lnTo>
                  <a:lnTo>
                    <a:pt x="3291023" y="649496"/>
                  </a:lnTo>
                  <a:lnTo>
                    <a:pt x="3292277" y="646118"/>
                  </a:lnTo>
                  <a:lnTo>
                    <a:pt x="3293530" y="642585"/>
                  </a:lnTo>
                  <a:lnTo>
                    <a:pt x="3294783" y="638882"/>
                  </a:lnTo>
                  <a:lnTo>
                    <a:pt x="3296036" y="635008"/>
                  </a:lnTo>
                  <a:lnTo>
                    <a:pt x="3297289" y="630924"/>
                  </a:lnTo>
                  <a:lnTo>
                    <a:pt x="3298543" y="626596"/>
                  </a:lnTo>
                  <a:lnTo>
                    <a:pt x="3299796" y="622046"/>
                  </a:lnTo>
                  <a:lnTo>
                    <a:pt x="3301049" y="617307"/>
                  </a:lnTo>
                  <a:lnTo>
                    <a:pt x="3302302" y="612413"/>
                  </a:lnTo>
                  <a:lnTo>
                    <a:pt x="3303555" y="607397"/>
                  </a:lnTo>
                  <a:lnTo>
                    <a:pt x="3304809" y="602313"/>
                  </a:lnTo>
                  <a:lnTo>
                    <a:pt x="3306062" y="597305"/>
                  </a:lnTo>
                  <a:lnTo>
                    <a:pt x="3307315" y="592498"/>
                  </a:lnTo>
                  <a:lnTo>
                    <a:pt x="3308568" y="587978"/>
                  </a:lnTo>
                  <a:lnTo>
                    <a:pt x="3309822" y="583798"/>
                  </a:lnTo>
                  <a:lnTo>
                    <a:pt x="3311075" y="580033"/>
                  </a:lnTo>
                  <a:lnTo>
                    <a:pt x="3312328" y="576636"/>
                  </a:lnTo>
                  <a:lnTo>
                    <a:pt x="3313581" y="573616"/>
                  </a:lnTo>
                  <a:lnTo>
                    <a:pt x="3314834" y="570843"/>
                  </a:lnTo>
                  <a:lnTo>
                    <a:pt x="3316088" y="568252"/>
                  </a:lnTo>
                  <a:lnTo>
                    <a:pt x="3317341" y="565886"/>
                  </a:lnTo>
                  <a:lnTo>
                    <a:pt x="3318594" y="563828"/>
                  </a:lnTo>
                  <a:lnTo>
                    <a:pt x="3319847" y="562062"/>
                  </a:lnTo>
                  <a:lnTo>
                    <a:pt x="3321101" y="560574"/>
                  </a:lnTo>
                  <a:lnTo>
                    <a:pt x="3322354" y="559318"/>
                  </a:lnTo>
                  <a:lnTo>
                    <a:pt x="3323607" y="558222"/>
                  </a:lnTo>
                  <a:lnTo>
                    <a:pt x="3324860" y="557128"/>
                  </a:lnTo>
                  <a:lnTo>
                    <a:pt x="3326113" y="555953"/>
                  </a:lnTo>
                  <a:lnTo>
                    <a:pt x="3327367" y="554606"/>
                  </a:lnTo>
                  <a:lnTo>
                    <a:pt x="3328620" y="552957"/>
                  </a:lnTo>
                  <a:lnTo>
                    <a:pt x="3329873" y="550926"/>
                  </a:lnTo>
                  <a:lnTo>
                    <a:pt x="3331126" y="548542"/>
                  </a:lnTo>
                  <a:lnTo>
                    <a:pt x="3332379" y="545787"/>
                  </a:lnTo>
                  <a:lnTo>
                    <a:pt x="3333633" y="542711"/>
                  </a:lnTo>
                  <a:lnTo>
                    <a:pt x="3334886" y="539300"/>
                  </a:lnTo>
                  <a:lnTo>
                    <a:pt x="3336139" y="535471"/>
                  </a:lnTo>
                  <a:lnTo>
                    <a:pt x="3337392" y="531117"/>
                  </a:lnTo>
                  <a:lnTo>
                    <a:pt x="3338646" y="526169"/>
                  </a:lnTo>
                  <a:lnTo>
                    <a:pt x="3339899" y="520644"/>
                  </a:lnTo>
                  <a:lnTo>
                    <a:pt x="3341152" y="514587"/>
                  </a:lnTo>
                  <a:lnTo>
                    <a:pt x="3342405" y="508125"/>
                  </a:lnTo>
                  <a:lnTo>
                    <a:pt x="3343658" y="501422"/>
                  </a:lnTo>
                  <a:lnTo>
                    <a:pt x="3344912" y="494582"/>
                  </a:lnTo>
                  <a:lnTo>
                    <a:pt x="3346165" y="487719"/>
                  </a:lnTo>
                  <a:lnTo>
                    <a:pt x="3347418" y="480944"/>
                  </a:lnTo>
                  <a:lnTo>
                    <a:pt x="3348671" y="474315"/>
                  </a:lnTo>
                  <a:lnTo>
                    <a:pt x="3349925" y="467867"/>
                  </a:lnTo>
                  <a:lnTo>
                    <a:pt x="3351178" y="461606"/>
                  </a:lnTo>
                  <a:lnTo>
                    <a:pt x="3352431" y="455600"/>
                  </a:lnTo>
                  <a:lnTo>
                    <a:pt x="3353684" y="449914"/>
                  </a:lnTo>
                  <a:lnTo>
                    <a:pt x="3354937" y="444610"/>
                  </a:lnTo>
                  <a:lnTo>
                    <a:pt x="3356191" y="439770"/>
                  </a:lnTo>
                  <a:lnTo>
                    <a:pt x="3357444" y="435384"/>
                  </a:lnTo>
                  <a:lnTo>
                    <a:pt x="3358697" y="431467"/>
                  </a:lnTo>
                  <a:lnTo>
                    <a:pt x="3359950" y="428010"/>
                  </a:lnTo>
                  <a:lnTo>
                    <a:pt x="3361203" y="425056"/>
                  </a:lnTo>
                  <a:lnTo>
                    <a:pt x="3362457" y="422587"/>
                  </a:lnTo>
                  <a:lnTo>
                    <a:pt x="3363710" y="420570"/>
                  </a:lnTo>
                  <a:lnTo>
                    <a:pt x="3364963" y="418968"/>
                  </a:lnTo>
                  <a:lnTo>
                    <a:pt x="3366216" y="417724"/>
                  </a:lnTo>
                  <a:lnTo>
                    <a:pt x="3367470" y="416820"/>
                  </a:lnTo>
                  <a:lnTo>
                    <a:pt x="3368723" y="416188"/>
                  </a:lnTo>
                  <a:lnTo>
                    <a:pt x="3369976" y="415741"/>
                  </a:lnTo>
                  <a:lnTo>
                    <a:pt x="3371229" y="415388"/>
                  </a:lnTo>
                  <a:lnTo>
                    <a:pt x="3372482" y="415067"/>
                  </a:lnTo>
                  <a:lnTo>
                    <a:pt x="3373736" y="414647"/>
                  </a:lnTo>
                  <a:lnTo>
                    <a:pt x="3374989" y="414085"/>
                  </a:lnTo>
                  <a:lnTo>
                    <a:pt x="3376242" y="413392"/>
                  </a:lnTo>
                  <a:lnTo>
                    <a:pt x="3377495" y="412582"/>
                  </a:lnTo>
                  <a:lnTo>
                    <a:pt x="3378749" y="411716"/>
                  </a:lnTo>
                  <a:lnTo>
                    <a:pt x="3380002" y="410770"/>
                  </a:lnTo>
                  <a:lnTo>
                    <a:pt x="3381255" y="409698"/>
                  </a:lnTo>
                  <a:lnTo>
                    <a:pt x="3382508" y="408486"/>
                  </a:lnTo>
                  <a:lnTo>
                    <a:pt x="3383761" y="407140"/>
                  </a:lnTo>
                  <a:lnTo>
                    <a:pt x="3385015" y="405651"/>
                  </a:lnTo>
                  <a:lnTo>
                    <a:pt x="3386268" y="404037"/>
                  </a:lnTo>
                  <a:lnTo>
                    <a:pt x="3387521" y="402349"/>
                  </a:lnTo>
                  <a:lnTo>
                    <a:pt x="3388774" y="400642"/>
                  </a:lnTo>
                  <a:lnTo>
                    <a:pt x="3390027" y="398944"/>
                  </a:lnTo>
                  <a:lnTo>
                    <a:pt x="3391281" y="397299"/>
                  </a:lnTo>
                  <a:lnTo>
                    <a:pt x="3392534" y="395811"/>
                  </a:lnTo>
                  <a:lnTo>
                    <a:pt x="3393787" y="394476"/>
                  </a:lnTo>
                  <a:lnTo>
                    <a:pt x="3395040" y="393295"/>
                  </a:lnTo>
                  <a:lnTo>
                    <a:pt x="3396294" y="392221"/>
                  </a:lnTo>
                  <a:lnTo>
                    <a:pt x="3397547" y="391263"/>
                  </a:lnTo>
                  <a:lnTo>
                    <a:pt x="3398800" y="390457"/>
                  </a:lnTo>
                  <a:lnTo>
                    <a:pt x="3400053" y="389842"/>
                  </a:lnTo>
                  <a:lnTo>
                    <a:pt x="3401306" y="389478"/>
                  </a:lnTo>
                  <a:lnTo>
                    <a:pt x="3402560" y="389356"/>
                  </a:lnTo>
                  <a:lnTo>
                    <a:pt x="3403813" y="389450"/>
                  </a:lnTo>
                  <a:lnTo>
                    <a:pt x="3405066" y="389689"/>
                  </a:lnTo>
                  <a:lnTo>
                    <a:pt x="3406319" y="389994"/>
                  </a:lnTo>
                  <a:lnTo>
                    <a:pt x="3407573" y="390318"/>
                  </a:lnTo>
                  <a:lnTo>
                    <a:pt x="3408826" y="390596"/>
                  </a:lnTo>
                  <a:lnTo>
                    <a:pt x="3410079" y="390763"/>
                  </a:lnTo>
                  <a:lnTo>
                    <a:pt x="3411332" y="390775"/>
                  </a:lnTo>
                  <a:lnTo>
                    <a:pt x="3412585" y="390627"/>
                  </a:lnTo>
                  <a:lnTo>
                    <a:pt x="3413839" y="390306"/>
                  </a:lnTo>
                  <a:lnTo>
                    <a:pt x="3415092" y="389827"/>
                  </a:lnTo>
                  <a:lnTo>
                    <a:pt x="3416345" y="389123"/>
                  </a:lnTo>
                  <a:lnTo>
                    <a:pt x="3417598" y="388189"/>
                  </a:lnTo>
                  <a:lnTo>
                    <a:pt x="3418851" y="386927"/>
                  </a:lnTo>
                  <a:lnTo>
                    <a:pt x="3420105" y="385305"/>
                  </a:lnTo>
                  <a:lnTo>
                    <a:pt x="3421358" y="383347"/>
                  </a:lnTo>
                  <a:lnTo>
                    <a:pt x="3422611" y="381074"/>
                  </a:lnTo>
                  <a:lnTo>
                    <a:pt x="3423864" y="378523"/>
                  </a:lnTo>
                  <a:lnTo>
                    <a:pt x="3425118" y="375743"/>
                  </a:lnTo>
                  <a:lnTo>
                    <a:pt x="3426371" y="372743"/>
                  </a:lnTo>
                  <a:lnTo>
                    <a:pt x="3427624" y="369550"/>
                  </a:lnTo>
                  <a:lnTo>
                    <a:pt x="3428877" y="366193"/>
                  </a:lnTo>
                  <a:lnTo>
                    <a:pt x="3430130" y="362680"/>
                  </a:lnTo>
                  <a:lnTo>
                    <a:pt x="3431384" y="359011"/>
                  </a:lnTo>
                  <a:lnTo>
                    <a:pt x="3432637" y="355168"/>
                  </a:lnTo>
                  <a:lnTo>
                    <a:pt x="3433890" y="351110"/>
                  </a:lnTo>
                  <a:lnTo>
                    <a:pt x="3435143" y="346878"/>
                  </a:lnTo>
                  <a:lnTo>
                    <a:pt x="3436397" y="342506"/>
                  </a:lnTo>
                  <a:lnTo>
                    <a:pt x="3437650" y="338080"/>
                  </a:lnTo>
                  <a:lnTo>
                    <a:pt x="3438903" y="333573"/>
                  </a:lnTo>
                  <a:lnTo>
                    <a:pt x="3440156" y="329007"/>
                  </a:lnTo>
                  <a:lnTo>
                    <a:pt x="3441409" y="324325"/>
                  </a:lnTo>
                  <a:lnTo>
                    <a:pt x="3442663" y="319512"/>
                  </a:lnTo>
                  <a:lnTo>
                    <a:pt x="3443916" y="314594"/>
                  </a:lnTo>
                  <a:lnTo>
                    <a:pt x="3445169" y="309587"/>
                  </a:lnTo>
                  <a:lnTo>
                    <a:pt x="3446422" y="304449"/>
                  </a:lnTo>
                  <a:lnTo>
                    <a:pt x="3447675" y="299231"/>
                  </a:lnTo>
                  <a:lnTo>
                    <a:pt x="3448929" y="293931"/>
                  </a:lnTo>
                  <a:lnTo>
                    <a:pt x="3450182" y="288562"/>
                  </a:lnTo>
                  <a:lnTo>
                    <a:pt x="3451435" y="283165"/>
                  </a:lnTo>
                  <a:lnTo>
                    <a:pt x="3452688" y="277805"/>
                  </a:lnTo>
                  <a:lnTo>
                    <a:pt x="3453942" y="272536"/>
                  </a:lnTo>
                  <a:lnTo>
                    <a:pt x="3455195" y="267339"/>
                  </a:lnTo>
                  <a:lnTo>
                    <a:pt x="3456448" y="262198"/>
                  </a:lnTo>
                  <a:lnTo>
                    <a:pt x="3457701" y="257217"/>
                  </a:lnTo>
                  <a:lnTo>
                    <a:pt x="3458954" y="252383"/>
                  </a:lnTo>
                  <a:lnTo>
                    <a:pt x="3460208" y="247726"/>
                  </a:lnTo>
                  <a:lnTo>
                    <a:pt x="3461461" y="243246"/>
                  </a:lnTo>
                  <a:lnTo>
                    <a:pt x="3462714" y="238960"/>
                  </a:lnTo>
                  <a:lnTo>
                    <a:pt x="3463967" y="234930"/>
                  </a:lnTo>
                  <a:lnTo>
                    <a:pt x="3465220" y="231171"/>
                  </a:lnTo>
                  <a:lnTo>
                    <a:pt x="3466474" y="227647"/>
                  </a:lnTo>
                  <a:lnTo>
                    <a:pt x="3467727" y="224342"/>
                  </a:lnTo>
                  <a:lnTo>
                    <a:pt x="3468980" y="221262"/>
                  </a:lnTo>
                  <a:lnTo>
                    <a:pt x="3470233" y="218370"/>
                  </a:lnTo>
                  <a:lnTo>
                    <a:pt x="3471487" y="215646"/>
                  </a:lnTo>
                  <a:lnTo>
                    <a:pt x="3472740" y="213110"/>
                  </a:lnTo>
                  <a:lnTo>
                    <a:pt x="3473993" y="210791"/>
                  </a:lnTo>
                  <a:lnTo>
                    <a:pt x="3475246" y="208645"/>
                  </a:lnTo>
                  <a:lnTo>
                    <a:pt x="3476499" y="206652"/>
                  </a:lnTo>
                  <a:lnTo>
                    <a:pt x="3477753" y="204768"/>
                  </a:lnTo>
                  <a:lnTo>
                    <a:pt x="3479006" y="203027"/>
                  </a:lnTo>
                  <a:lnTo>
                    <a:pt x="3480259" y="201443"/>
                  </a:lnTo>
                  <a:lnTo>
                    <a:pt x="3481512" y="200039"/>
                  </a:lnTo>
                  <a:lnTo>
                    <a:pt x="3482766" y="198872"/>
                  </a:lnTo>
                  <a:lnTo>
                    <a:pt x="3484019" y="197897"/>
                  </a:lnTo>
                  <a:lnTo>
                    <a:pt x="3485272" y="197100"/>
                  </a:lnTo>
                  <a:lnTo>
                    <a:pt x="3486525" y="196499"/>
                  </a:lnTo>
                  <a:lnTo>
                    <a:pt x="3487778" y="196069"/>
                  </a:lnTo>
                  <a:lnTo>
                    <a:pt x="3489032" y="195809"/>
                  </a:lnTo>
                  <a:lnTo>
                    <a:pt x="3490285" y="195769"/>
                  </a:lnTo>
                  <a:lnTo>
                    <a:pt x="3491538" y="195941"/>
                  </a:lnTo>
                  <a:lnTo>
                    <a:pt x="3492791" y="196303"/>
                  </a:lnTo>
                  <a:lnTo>
                    <a:pt x="3494044" y="196886"/>
                  </a:lnTo>
                  <a:lnTo>
                    <a:pt x="3495298" y="197735"/>
                  </a:lnTo>
                  <a:lnTo>
                    <a:pt x="3496551" y="198941"/>
                  </a:lnTo>
                  <a:lnTo>
                    <a:pt x="3497804" y="200511"/>
                  </a:lnTo>
                  <a:lnTo>
                    <a:pt x="3499057" y="202389"/>
                  </a:lnTo>
                  <a:lnTo>
                    <a:pt x="3500311" y="204526"/>
                  </a:lnTo>
                  <a:lnTo>
                    <a:pt x="3501564" y="206910"/>
                  </a:lnTo>
                  <a:lnTo>
                    <a:pt x="3502817" y="209564"/>
                  </a:lnTo>
                  <a:lnTo>
                    <a:pt x="3504070" y="212475"/>
                  </a:lnTo>
                  <a:lnTo>
                    <a:pt x="3505323" y="215609"/>
                  </a:lnTo>
                  <a:lnTo>
                    <a:pt x="3506577" y="218937"/>
                  </a:lnTo>
                  <a:lnTo>
                    <a:pt x="3507830" y="222455"/>
                  </a:lnTo>
                  <a:lnTo>
                    <a:pt x="3509083" y="226136"/>
                  </a:lnTo>
                  <a:lnTo>
                    <a:pt x="3510336" y="229942"/>
                  </a:lnTo>
                  <a:lnTo>
                    <a:pt x="3511590" y="233810"/>
                  </a:lnTo>
                  <a:lnTo>
                    <a:pt x="3512843" y="237720"/>
                  </a:lnTo>
                  <a:lnTo>
                    <a:pt x="3514096" y="241610"/>
                  </a:lnTo>
                  <a:lnTo>
                    <a:pt x="3515349" y="245375"/>
                  </a:lnTo>
                  <a:lnTo>
                    <a:pt x="3516602" y="248961"/>
                  </a:lnTo>
                  <a:lnTo>
                    <a:pt x="3517856" y="252299"/>
                  </a:lnTo>
                  <a:lnTo>
                    <a:pt x="3519109" y="255391"/>
                  </a:lnTo>
                  <a:lnTo>
                    <a:pt x="3520362" y="258116"/>
                  </a:lnTo>
                  <a:lnTo>
                    <a:pt x="3521615" y="260404"/>
                  </a:lnTo>
                  <a:lnTo>
                    <a:pt x="3522868" y="262237"/>
                  </a:lnTo>
                  <a:lnTo>
                    <a:pt x="3524122" y="263661"/>
                  </a:lnTo>
                  <a:lnTo>
                    <a:pt x="3525375" y="264605"/>
                  </a:lnTo>
                  <a:lnTo>
                    <a:pt x="3526628" y="264997"/>
                  </a:lnTo>
                  <a:lnTo>
                    <a:pt x="3527881" y="264764"/>
                  </a:lnTo>
                  <a:lnTo>
                    <a:pt x="3529135" y="263938"/>
                  </a:lnTo>
                  <a:lnTo>
                    <a:pt x="3530388" y="262653"/>
                  </a:lnTo>
                  <a:lnTo>
                    <a:pt x="3531641" y="260963"/>
                  </a:lnTo>
                  <a:lnTo>
                    <a:pt x="3532894" y="258922"/>
                  </a:lnTo>
                  <a:lnTo>
                    <a:pt x="3534147" y="256593"/>
                  </a:lnTo>
                  <a:lnTo>
                    <a:pt x="3535401" y="254000"/>
                  </a:lnTo>
                  <a:lnTo>
                    <a:pt x="3536654" y="251167"/>
                  </a:lnTo>
                  <a:lnTo>
                    <a:pt x="3537907" y="248111"/>
                  </a:lnTo>
                  <a:lnTo>
                    <a:pt x="3539160" y="244911"/>
                  </a:lnTo>
                  <a:lnTo>
                    <a:pt x="3540414" y="241620"/>
                  </a:lnTo>
                  <a:lnTo>
                    <a:pt x="3541667" y="238277"/>
                  </a:lnTo>
                  <a:lnTo>
                    <a:pt x="3542920" y="234858"/>
                  </a:lnTo>
                  <a:lnTo>
                    <a:pt x="3544173" y="231381"/>
                  </a:lnTo>
                  <a:lnTo>
                    <a:pt x="3545426" y="227831"/>
                  </a:lnTo>
                  <a:lnTo>
                    <a:pt x="3546680" y="224275"/>
                  </a:lnTo>
                  <a:lnTo>
                    <a:pt x="3547933" y="220774"/>
                  </a:lnTo>
                  <a:lnTo>
                    <a:pt x="3549186" y="217310"/>
                  </a:lnTo>
                  <a:lnTo>
                    <a:pt x="3550439" y="213907"/>
                  </a:lnTo>
                  <a:lnTo>
                    <a:pt x="3551692" y="210583"/>
                  </a:lnTo>
                  <a:lnTo>
                    <a:pt x="3552946" y="207314"/>
                  </a:lnTo>
                  <a:lnTo>
                    <a:pt x="3554199" y="204095"/>
                  </a:lnTo>
                  <a:lnTo>
                    <a:pt x="3555452" y="200935"/>
                  </a:lnTo>
                  <a:lnTo>
                    <a:pt x="3556705" y="197849"/>
                  </a:lnTo>
                  <a:lnTo>
                    <a:pt x="3557959" y="194861"/>
                  </a:lnTo>
                  <a:lnTo>
                    <a:pt x="3559212" y="191951"/>
                  </a:lnTo>
                  <a:lnTo>
                    <a:pt x="3560465" y="189123"/>
                  </a:lnTo>
                  <a:lnTo>
                    <a:pt x="3561718" y="186478"/>
                  </a:lnTo>
                  <a:lnTo>
                    <a:pt x="3562971" y="184119"/>
                  </a:lnTo>
                  <a:lnTo>
                    <a:pt x="3564225" y="182085"/>
                  </a:lnTo>
                  <a:lnTo>
                    <a:pt x="3565478" y="180366"/>
                  </a:lnTo>
                  <a:lnTo>
                    <a:pt x="3566731" y="178983"/>
                  </a:lnTo>
                  <a:lnTo>
                    <a:pt x="3567984" y="178005"/>
                  </a:lnTo>
                  <a:lnTo>
                    <a:pt x="3569238" y="177482"/>
                  </a:lnTo>
                  <a:lnTo>
                    <a:pt x="3570491" y="177411"/>
                  </a:lnTo>
                  <a:lnTo>
                    <a:pt x="3571744" y="177811"/>
                  </a:lnTo>
                  <a:lnTo>
                    <a:pt x="3572997" y="178712"/>
                  </a:lnTo>
                  <a:lnTo>
                    <a:pt x="3574250" y="180193"/>
                  </a:lnTo>
                  <a:lnTo>
                    <a:pt x="3575504" y="182306"/>
                  </a:lnTo>
                  <a:lnTo>
                    <a:pt x="3576757" y="185082"/>
                  </a:lnTo>
                  <a:lnTo>
                    <a:pt x="3578010" y="188573"/>
                  </a:lnTo>
                  <a:lnTo>
                    <a:pt x="3579263" y="192805"/>
                  </a:lnTo>
                  <a:lnTo>
                    <a:pt x="3580516" y="197788"/>
                  </a:lnTo>
                  <a:lnTo>
                    <a:pt x="3581770" y="203500"/>
                  </a:lnTo>
                  <a:lnTo>
                    <a:pt x="3583023" y="209969"/>
                  </a:lnTo>
                  <a:lnTo>
                    <a:pt x="3584276" y="217299"/>
                  </a:lnTo>
                  <a:lnTo>
                    <a:pt x="3585529" y="225485"/>
                  </a:lnTo>
                  <a:lnTo>
                    <a:pt x="3586783" y="234474"/>
                  </a:lnTo>
                  <a:lnTo>
                    <a:pt x="3588036" y="244227"/>
                  </a:lnTo>
                  <a:lnTo>
                    <a:pt x="3589289" y="254755"/>
                  </a:lnTo>
                  <a:lnTo>
                    <a:pt x="3590542" y="266079"/>
                  </a:lnTo>
                  <a:lnTo>
                    <a:pt x="3591795" y="278228"/>
                  </a:lnTo>
                  <a:lnTo>
                    <a:pt x="3593049" y="291126"/>
                  </a:lnTo>
                  <a:lnTo>
                    <a:pt x="3594302" y="304676"/>
                  </a:lnTo>
                  <a:lnTo>
                    <a:pt x="3595555" y="318838"/>
                  </a:lnTo>
                  <a:lnTo>
                    <a:pt x="3596808" y="333576"/>
                  </a:lnTo>
                  <a:lnTo>
                    <a:pt x="3598062" y="348791"/>
                  </a:lnTo>
                  <a:lnTo>
                    <a:pt x="3599315" y="364420"/>
                  </a:lnTo>
                  <a:lnTo>
                    <a:pt x="3600568" y="380439"/>
                  </a:lnTo>
                  <a:lnTo>
                    <a:pt x="3601821" y="396795"/>
                  </a:lnTo>
                  <a:lnTo>
                    <a:pt x="3603074" y="413447"/>
                  </a:lnTo>
                  <a:lnTo>
                    <a:pt x="3604328" y="430338"/>
                  </a:lnTo>
                  <a:lnTo>
                    <a:pt x="3605581" y="447443"/>
                  </a:lnTo>
                  <a:lnTo>
                    <a:pt x="3606834" y="464764"/>
                  </a:lnTo>
                  <a:lnTo>
                    <a:pt x="3608087" y="482305"/>
                  </a:lnTo>
                  <a:lnTo>
                    <a:pt x="3609340" y="500035"/>
                  </a:lnTo>
                  <a:lnTo>
                    <a:pt x="3610594" y="517875"/>
                  </a:lnTo>
                  <a:lnTo>
                    <a:pt x="3611847" y="535766"/>
                  </a:lnTo>
                  <a:lnTo>
                    <a:pt x="3613100" y="553681"/>
                  </a:lnTo>
                  <a:lnTo>
                    <a:pt x="3614353" y="571575"/>
                  </a:lnTo>
                  <a:lnTo>
                    <a:pt x="3615607" y="589416"/>
                  </a:lnTo>
                  <a:lnTo>
                    <a:pt x="3616860" y="607231"/>
                  </a:lnTo>
                  <a:lnTo>
                    <a:pt x="3618113" y="625055"/>
                  </a:lnTo>
                  <a:lnTo>
                    <a:pt x="3619366" y="642892"/>
                  </a:lnTo>
                  <a:lnTo>
                    <a:pt x="3620619" y="660677"/>
                  </a:lnTo>
                  <a:lnTo>
                    <a:pt x="3621873" y="678332"/>
                  </a:lnTo>
                  <a:lnTo>
                    <a:pt x="3623126" y="695808"/>
                  </a:lnTo>
                  <a:lnTo>
                    <a:pt x="3624379" y="713046"/>
                  </a:lnTo>
                  <a:lnTo>
                    <a:pt x="3625632" y="729947"/>
                  </a:lnTo>
                  <a:lnTo>
                    <a:pt x="3626885" y="746471"/>
                  </a:lnTo>
                  <a:lnTo>
                    <a:pt x="3628139" y="762592"/>
                  </a:lnTo>
                  <a:lnTo>
                    <a:pt x="3629392" y="778300"/>
                  </a:lnTo>
                  <a:lnTo>
                    <a:pt x="3630645" y="793573"/>
                  </a:lnTo>
                  <a:lnTo>
                    <a:pt x="3631898" y="808373"/>
                  </a:lnTo>
                  <a:lnTo>
                    <a:pt x="3633152" y="822699"/>
                  </a:lnTo>
                  <a:lnTo>
                    <a:pt x="3634405" y="836566"/>
                  </a:lnTo>
                  <a:lnTo>
                    <a:pt x="3635658" y="849896"/>
                  </a:lnTo>
                  <a:lnTo>
                    <a:pt x="3636911" y="862604"/>
                  </a:lnTo>
                  <a:lnTo>
                    <a:pt x="3638164" y="874617"/>
                  </a:lnTo>
                  <a:lnTo>
                    <a:pt x="3639418" y="885886"/>
                  </a:lnTo>
                  <a:lnTo>
                    <a:pt x="3640671" y="896340"/>
                  </a:lnTo>
                  <a:lnTo>
                    <a:pt x="3641924" y="905953"/>
                  </a:lnTo>
                  <a:lnTo>
                    <a:pt x="3643177" y="914741"/>
                  </a:lnTo>
                  <a:lnTo>
                    <a:pt x="3644431" y="922737"/>
                  </a:lnTo>
                  <a:lnTo>
                    <a:pt x="3645684" y="929952"/>
                  </a:lnTo>
                  <a:lnTo>
                    <a:pt x="3646937" y="936350"/>
                  </a:lnTo>
                  <a:lnTo>
                    <a:pt x="3648190" y="941910"/>
                  </a:lnTo>
                  <a:lnTo>
                    <a:pt x="3649443" y="946625"/>
                  </a:lnTo>
                  <a:lnTo>
                    <a:pt x="3650697" y="950567"/>
                  </a:lnTo>
                  <a:lnTo>
                    <a:pt x="3651950" y="953794"/>
                  </a:lnTo>
                  <a:lnTo>
                    <a:pt x="3653203" y="956360"/>
                  </a:lnTo>
                  <a:lnTo>
                    <a:pt x="3654456" y="958311"/>
                  </a:lnTo>
                  <a:lnTo>
                    <a:pt x="3655709" y="959675"/>
                  </a:lnTo>
                  <a:lnTo>
                    <a:pt x="3656963" y="960475"/>
                  </a:lnTo>
                  <a:lnTo>
                    <a:pt x="3658216" y="960735"/>
                  </a:lnTo>
                  <a:lnTo>
                    <a:pt x="3659469" y="960514"/>
                  </a:lnTo>
                  <a:lnTo>
                    <a:pt x="3660722" y="959885"/>
                  </a:lnTo>
                  <a:lnTo>
                    <a:pt x="3661976" y="958942"/>
                  </a:lnTo>
                  <a:lnTo>
                    <a:pt x="3663229" y="957757"/>
                  </a:lnTo>
                  <a:lnTo>
                    <a:pt x="3664482" y="956382"/>
                  </a:lnTo>
                  <a:lnTo>
                    <a:pt x="3665735" y="954872"/>
                  </a:lnTo>
                  <a:lnTo>
                    <a:pt x="3666988" y="953240"/>
                  </a:lnTo>
                  <a:lnTo>
                    <a:pt x="3668242" y="951523"/>
                  </a:lnTo>
                  <a:lnTo>
                    <a:pt x="3669495" y="949689"/>
                  </a:lnTo>
                  <a:lnTo>
                    <a:pt x="3670748" y="947675"/>
                  </a:lnTo>
                  <a:lnTo>
                    <a:pt x="3672001" y="945442"/>
                  </a:lnTo>
                  <a:lnTo>
                    <a:pt x="3673255" y="942999"/>
                  </a:lnTo>
                  <a:lnTo>
                    <a:pt x="3674508" y="940375"/>
                  </a:lnTo>
                  <a:lnTo>
                    <a:pt x="3675761" y="937625"/>
                  </a:lnTo>
                  <a:lnTo>
                    <a:pt x="3677014" y="934787"/>
                  </a:lnTo>
                  <a:lnTo>
                    <a:pt x="3678267" y="931859"/>
                  </a:lnTo>
                  <a:lnTo>
                    <a:pt x="3679521" y="928814"/>
                  </a:lnTo>
                  <a:lnTo>
                    <a:pt x="3680774" y="925580"/>
                  </a:lnTo>
                  <a:lnTo>
                    <a:pt x="3682027" y="922052"/>
                  </a:lnTo>
                  <a:lnTo>
                    <a:pt x="3683280" y="918190"/>
                  </a:lnTo>
                  <a:lnTo>
                    <a:pt x="3684533" y="914039"/>
                  </a:lnTo>
                  <a:lnTo>
                    <a:pt x="3685787" y="909651"/>
                  </a:lnTo>
                  <a:lnTo>
                    <a:pt x="3687040" y="905007"/>
                  </a:lnTo>
                  <a:lnTo>
                    <a:pt x="3688293" y="900109"/>
                  </a:lnTo>
                  <a:lnTo>
                    <a:pt x="3689546" y="895010"/>
                  </a:lnTo>
                  <a:lnTo>
                    <a:pt x="3690800" y="889736"/>
                  </a:lnTo>
                  <a:lnTo>
                    <a:pt x="3692053" y="884302"/>
                  </a:lnTo>
                  <a:lnTo>
                    <a:pt x="3693306" y="878698"/>
                  </a:lnTo>
                  <a:lnTo>
                    <a:pt x="3694559" y="872885"/>
                  </a:lnTo>
                  <a:lnTo>
                    <a:pt x="3695812" y="866799"/>
                  </a:lnTo>
                  <a:lnTo>
                    <a:pt x="3697066" y="860417"/>
                  </a:lnTo>
                  <a:lnTo>
                    <a:pt x="3698319" y="853773"/>
                  </a:lnTo>
                  <a:lnTo>
                    <a:pt x="3699572" y="846964"/>
                  </a:lnTo>
                  <a:lnTo>
                    <a:pt x="3700825" y="840096"/>
                  </a:lnTo>
                  <a:lnTo>
                    <a:pt x="3702079" y="833214"/>
                  </a:lnTo>
                  <a:lnTo>
                    <a:pt x="3703332" y="826401"/>
                  </a:lnTo>
                  <a:lnTo>
                    <a:pt x="3704585" y="819727"/>
                  </a:lnTo>
                  <a:lnTo>
                    <a:pt x="3705838" y="813268"/>
                  </a:lnTo>
                  <a:lnTo>
                    <a:pt x="3707091" y="807056"/>
                  </a:lnTo>
                  <a:lnTo>
                    <a:pt x="3708345" y="801094"/>
                  </a:lnTo>
                  <a:lnTo>
                    <a:pt x="3709598" y="795387"/>
                  </a:lnTo>
                  <a:lnTo>
                    <a:pt x="3710851" y="789938"/>
                  </a:lnTo>
                  <a:lnTo>
                    <a:pt x="3712104" y="784788"/>
                  </a:lnTo>
                  <a:lnTo>
                    <a:pt x="3713357" y="779961"/>
                  </a:lnTo>
                  <a:lnTo>
                    <a:pt x="3714611" y="775451"/>
                  </a:lnTo>
                  <a:lnTo>
                    <a:pt x="3715864" y="771238"/>
                  </a:lnTo>
                  <a:lnTo>
                    <a:pt x="3717117" y="767282"/>
                  </a:lnTo>
                  <a:lnTo>
                    <a:pt x="3718370" y="763510"/>
                  </a:lnTo>
                  <a:lnTo>
                    <a:pt x="3719624" y="759869"/>
                  </a:lnTo>
                  <a:lnTo>
                    <a:pt x="3720877" y="756312"/>
                  </a:lnTo>
                  <a:lnTo>
                    <a:pt x="3722130" y="752767"/>
                  </a:lnTo>
                  <a:lnTo>
                    <a:pt x="3723383" y="749172"/>
                  </a:lnTo>
                  <a:lnTo>
                    <a:pt x="3724636" y="745437"/>
                  </a:lnTo>
                  <a:lnTo>
                    <a:pt x="3725890" y="741520"/>
                  </a:lnTo>
                  <a:lnTo>
                    <a:pt x="3727143" y="737359"/>
                  </a:lnTo>
                  <a:lnTo>
                    <a:pt x="3728396" y="732893"/>
                  </a:lnTo>
                  <a:lnTo>
                    <a:pt x="3729649" y="728091"/>
                  </a:lnTo>
                  <a:lnTo>
                    <a:pt x="3730903" y="722939"/>
                  </a:lnTo>
                  <a:lnTo>
                    <a:pt x="3732156" y="717444"/>
                  </a:lnTo>
                  <a:lnTo>
                    <a:pt x="3733409" y="711688"/>
                  </a:lnTo>
                  <a:lnTo>
                    <a:pt x="3734662" y="705749"/>
                  </a:lnTo>
                  <a:lnTo>
                    <a:pt x="3735915" y="699684"/>
                  </a:lnTo>
                  <a:lnTo>
                    <a:pt x="3737169" y="693549"/>
                  </a:lnTo>
                  <a:lnTo>
                    <a:pt x="3738422" y="687367"/>
                  </a:lnTo>
                  <a:lnTo>
                    <a:pt x="3739675" y="681149"/>
                  </a:lnTo>
                  <a:lnTo>
                    <a:pt x="3740928" y="674880"/>
                  </a:lnTo>
                  <a:lnTo>
                    <a:pt x="3742181" y="668577"/>
                  </a:lnTo>
                  <a:lnTo>
                    <a:pt x="3743435" y="662295"/>
                  </a:lnTo>
                  <a:lnTo>
                    <a:pt x="3744688" y="656081"/>
                  </a:lnTo>
                  <a:lnTo>
                    <a:pt x="3745941" y="649962"/>
                  </a:lnTo>
                  <a:lnTo>
                    <a:pt x="3747194" y="643940"/>
                  </a:lnTo>
                  <a:lnTo>
                    <a:pt x="3748448" y="637996"/>
                  </a:lnTo>
                  <a:lnTo>
                    <a:pt x="3749701" y="632135"/>
                  </a:lnTo>
                  <a:lnTo>
                    <a:pt x="3750954" y="626391"/>
                  </a:lnTo>
                  <a:lnTo>
                    <a:pt x="3752207" y="620717"/>
                  </a:lnTo>
                  <a:lnTo>
                    <a:pt x="3753460" y="615072"/>
                  </a:lnTo>
                  <a:lnTo>
                    <a:pt x="3754714" y="609408"/>
                  </a:lnTo>
                  <a:lnTo>
                    <a:pt x="3755967" y="603699"/>
                  </a:lnTo>
                  <a:lnTo>
                    <a:pt x="3757220" y="597985"/>
                  </a:lnTo>
                  <a:lnTo>
                    <a:pt x="3758473" y="592354"/>
                  </a:lnTo>
                  <a:lnTo>
                    <a:pt x="3759727" y="586901"/>
                  </a:lnTo>
                  <a:lnTo>
                    <a:pt x="3760980" y="581680"/>
                  </a:lnTo>
                  <a:lnTo>
                    <a:pt x="3762233" y="576689"/>
                  </a:lnTo>
                  <a:lnTo>
                    <a:pt x="3763486" y="571899"/>
                  </a:lnTo>
                  <a:lnTo>
                    <a:pt x="3764739" y="567340"/>
                  </a:lnTo>
                  <a:lnTo>
                    <a:pt x="3765993" y="563062"/>
                  </a:lnTo>
                  <a:lnTo>
                    <a:pt x="3767246" y="559034"/>
                  </a:lnTo>
                  <a:lnTo>
                    <a:pt x="3768499" y="555240"/>
                  </a:lnTo>
                  <a:lnTo>
                    <a:pt x="3769752" y="551654"/>
                  </a:lnTo>
                  <a:lnTo>
                    <a:pt x="3771005" y="548269"/>
                  </a:lnTo>
                  <a:lnTo>
                    <a:pt x="3772259" y="545095"/>
                  </a:lnTo>
                  <a:lnTo>
                    <a:pt x="3773512" y="542201"/>
                  </a:lnTo>
                  <a:lnTo>
                    <a:pt x="3774765" y="539706"/>
                  </a:lnTo>
                  <a:lnTo>
                    <a:pt x="3776018" y="537590"/>
                  </a:lnTo>
                  <a:lnTo>
                    <a:pt x="3777272" y="535818"/>
                  </a:lnTo>
                  <a:lnTo>
                    <a:pt x="3778525" y="534358"/>
                  </a:lnTo>
                  <a:lnTo>
                    <a:pt x="3779778" y="533157"/>
                  </a:lnTo>
                  <a:lnTo>
                    <a:pt x="3781031" y="532229"/>
                  </a:lnTo>
                  <a:lnTo>
                    <a:pt x="3782284" y="531602"/>
                  </a:lnTo>
                  <a:lnTo>
                    <a:pt x="3783538" y="531338"/>
                  </a:lnTo>
                  <a:lnTo>
                    <a:pt x="3784791" y="531498"/>
                  </a:lnTo>
                  <a:lnTo>
                    <a:pt x="3786044" y="532144"/>
                  </a:lnTo>
                  <a:lnTo>
                    <a:pt x="3787297" y="533284"/>
                  </a:lnTo>
                  <a:lnTo>
                    <a:pt x="3788550" y="534883"/>
                  </a:lnTo>
                  <a:lnTo>
                    <a:pt x="3789804" y="536955"/>
                  </a:lnTo>
                  <a:lnTo>
                    <a:pt x="3791057" y="539522"/>
                  </a:lnTo>
                  <a:lnTo>
                    <a:pt x="3792310" y="542616"/>
                  </a:lnTo>
                  <a:lnTo>
                    <a:pt x="3793563" y="546250"/>
                  </a:lnTo>
                  <a:lnTo>
                    <a:pt x="3794817" y="550436"/>
                  </a:lnTo>
                  <a:lnTo>
                    <a:pt x="3796070" y="555103"/>
                  </a:lnTo>
                  <a:lnTo>
                    <a:pt x="3797323" y="560144"/>
                  </a:lnTo>
                  <a:lnTo>
                    <a:pt x="3798576" y="565498"/>
                  </a:lnTo>
                  <a:lnTo>
                    <a:pt x="3799829" y="571041"/>
                  </a:lnTo>
                  <a:lnTo>
                    <a:pt x="3801083" y="576654"/>
                  </a:lnTo>
                  <a:lnTo>
                    <a:pt x="3802336" y="582235"/>
                  </a:lnTo>
                  <a:lnTo>
                    <a:pt x="3803589" y="587753"/>
                  </a:lnTo>
                  <a:lnTo>
                    <a:pt x="3804842" y="593201"/>
                  </a:lnTo>
                  <a:lnTo>
                    <a:pt x="3806096" y="598540"/>
                  </a:lnTo>
                  <a:lnTo>
                    <a:pt x="3807349" y="603749"/>
                  </a:lnTo>
                  <a:lnTo>
                    <a:pt x="3808602" y="608838"/>
                  </a:lnTo>
                  <a:lnTo>
                    <a:pt x="3809855" y="613845"/>
                  </a:lnTo>
                  <a:lnTo>
                    <a:pt x="3811108" y="618737"/>
                  </a:lnTo>
                  <a:lnTo>
                    <a:pt x="3812362" y="623524"/>
                  </a:lnTo>
                  <a:lnTo>
                    <a:pt x="3813615" y="628186"/>
                  </a:lnTo>
                  <a:lnTo>
                    <a:pt x="3814868" y="632716"/>
                  </a:lnTo>
                  <a:lnTo>
                    <a:pt x="3816121" y="637145"/>
                  </a:lnTo>
                  <a:lnTo>
                    <a:pt x="3817374" y="641476"/>
                  </a:lnTo>
                  <a:lnTo>
                    <a:pt x="3818628" y="645770"/>
                  </a:lnTo>
                  <a:lnTo>
                    <a:pt x="3819881" y="650033"/>
                  </a:lnTo>
                  <a:lnTo>
                    <a:pt x="3821134" y="654249"/>
                  </a:lnTo>
                  <a:lnTo>
                    <a:pt x="3822387" y="658324"/>
                  </a:lnTo>
                  <a:lnTo>
                    <a:pt x="3823641" y="662201"/>
                  </a:lnTo>
                  <a:lnTo>
                    <a:pt x="3824894" y="665839"/>
                  </a:lnTo>
                  <a:lnTo>
                    <a:pt x="3826147" y="669194"/>
                  </a:lnTo>
                  <a:lnTo>
                    <a:pt x="3827400" y="672205"/>
                  </a:lnTo>
                  <a:lnTo>
                    <a:pt x="3828653" y="674755"/>
                  </a:lnTo>
                  <a:lnTo>
                    <a:pt x="3829907" y="676781"/>
                  </a:lnTo>
                  <a:lnTo>
                    <a:pt x="3831160" y="678199"/>
                  </a:lnTo>
                  <a:lnTo>
                    <a:pt x="3832413" y="678954"/>
                  </a:lnTo>
                  <a:lnTo>
                    <a:pt x="3833666" y="679040"/>
                  </a:lnTo>
                  <a:lnTo>
                    <a:pt x="3834920" y="678448"/>
                  </a:lnTo>
                  <a:lnTo>
                    <a:pt x="3836173" y="677143"/>
                  </a:lnTo>
                  <a:lnTo>
                    <a:pt x="3837426" y="674978"/>
                  </a:lnTo>
                  <a:lnTo>
                    <a:pt x="3838679" y="671868"/>
                  </a:lnTo>
                  <a:lnTo>
                    <a:pt x="3839932" y="667841"/>
                  </a:lnTo>
                  <a:lnTo>
                    <a:pt x="3841186" y="662943"/>
                  </a:lnTo>
                  <a:lnTo>
                    <a:pt x="3842439" y="657254"/>
                  </a:lnTo>
                  <a:lnTo>
                    <a:pt x="3843692" y="650883"/>
                  </a:lnTo>
                  <a:lnTo>
                    <a:pt x="3844945" y="643910"/>
                  </a:lnTo>
                  <a:lnTo>
                    <a:pt x="3846198" y="636427"/>
                  </a:lnTo>
                  <a:lnTo>
                    <a:pt x="3847452" y="628403"/>
                  </a:lnTo>
                  <a:lnTo>
                    <a:pt x="3848705" y="619852"/>
                  </a:lnTo>
                  <a:lnTo>
                    <a:pt x="3849958" y="610838"/>
                  </a:lnTo>
                  <a:lnTo>
                    <a:pt x="3851211" y="601384"/>
                  </a:lnTo>
                  <a:lnTo>
                    <a:pt x="3852465" y="591510"/>
                  </a:lnTo>
                  <a:lnTo>
                    <a:pt x="3853718" y="581219"/>
                  </a:lnTo>
                  <a:lnTo>
                    <a:pt x="3854971" y="570498"/>
                  </a:lnTo>
                  <a:lnTo>
                    <a:pt x="3856224" y="559320"/>
                  </a:lnTo>
                  <a:lnTo>
                    <a:pt x="3857477" y="547641"/>
                  </a:lnTo>
                  <a:lnTo>
                    <a:pt x="3858731" y="535507"/>
                  </a:lnTo>
                  <a:lnTo>
                    <a:pt x="3859984" y="523039"/>
                  </a:lnTo>
                  <a:lnTo>
                    <a:pt x="3861237" y="510330"/>
                  </a:lnTo>
                  <a:lnTo>
                    <a:pt x="3862490" y="497443"/>
                  </a:lnTo>
                  <a:lnTo>
                    <a:pt x="3863744" y="484470"/>
                  </a:lnTo>
                  <a:lnTo>
                    <a:pt x="3864997" y="471509"/>
                  </a:lnTo>
                  <a:lnTo>
                    <a:pt x="3866250" y="458653"/>
                  </a:lnTo>
                  <a:lnTo>
                    <a:pt x="3867503" y="445919"/>
                  </a:lnTo>
                  <a:lnTo>
                    <a:pt x="3868756" y="433351"/>
                  </a:lnTo>
                  <a:lnTo>
                    <a:pt x="3870010" y="421032"/>
                  </a:lnTo>
                  <a:lnTo>
                    <a:pt x="3871263" y="409030"/>
                  </a:lnTo>
                  <a:lnTo>
                    <a:pt x="3872516" y="397318"/>
                  </a:lnTo>
                  <a:lnTo>
                    <a:pt x="3873769" y="385955"/>
                  </a:lnTo>
                  <a:lnTo>
                    <a:pt x="3875022" y="375015"/>
                  </a:lnTo>
                  <a:lnTo>
                    <a:pt x="3876276" y="364538"/>
                  </a:lnTo>
                  <a:lnTo>
                    <a:pt x="3877529" y="354573"/>
                  </a:lnTo>
                  <a:lnTo>
                    <a:pt x="3878782" y="345119"/>
                  </a:lnTo>
                  <a:lnTo>
                    <a:pt x="3880035" y="336207"/>
                  </a:lnTo>
                  <a:lnTo>
                    <a:pt x="3881289" y="327883"/>
                  </a:lnTo>
                  <a:lnTo>
                    <a:pt x="3882542" y="320128"/>
                  </a:lnTo>
                  <a:lnTo>
                    <a:pt x="3883795" y="312955"/>
                  </a:lnTo>
                  <a:lnTo>
                    <a:pt x="3885048" y="306382"/>
                  </a:lnTo>
                  <a:lnTo>
                    <a:pt x="3886301" y="300452"/>
                  </a:lnTo>
                  <a:lnTo>
                    <a:pt x="3887555" y="295197"/>
                  </a:lnTo>
                  <a:lnTo>
                    <a:pt x="3888808" y="290610"/>
                  </a:lnTo>
                  <a:lnTo>
                    <a:pt x="3890061" y="286693"/>
                  </a:lnTo>
                  <a:lnTo>
                    <a:pt x="3891314" y="283503"/>
                  </a:lnTo>
                  <a:lnTo>
                    <a:pt x="3892568" y="281090"/>
                  </a:lnTo>
                  <a:lnTo>
                    <a:pt x="3893821" y="279463"/>
                  </a:lnTo>
                  <a:lnTo>
                    <a:pt x="3895074" y="278684"/>
                  </a:lnTo>
                  <a:lnTo>
                    <a:pt x="3896327" y="278742"/>
                  </a:lnTo>
                  <a:lnTo>
                    <a:pt x="3897580" y="279621"/>
                  </a:lnTo>
                  <a:lnTo>
                    <a:pt x="3898834" y="281291"/>
                  </a:lnTo>
                  <a:lnTo>
                    <a:pt x="3900087" y="283712"/>
                  </a:lnTo>
                  <a:lnTo>
                    <a:pt x="3901340" y="286985"/>
                  </a:lnTo>
                  <a:lnTo>
                    <a:pt x="3902593" y="291029"/>
                  </a:lnTo>
                  <a:lnTo>
                    <a:pt x="3903846" y="295795"/>
                  </a:lnTo>
                  <a:lnTo>
                    <a:pt x="3905100" y="301229"/>
                  </a:lnTo>
                  <a:lnTo>
                    <a:pt x="3906353" y="307180"/>
                  </a:lnTo>
                  <a:lnTo>
                    <a:pt x="3907606" y="313544"/>
                  </a:lnTo>
                  <a:lnTo>
                    <a:pt x="3908859" y="320200"/>
                  </a:lnTo>
                  <a:lnTo>
                    <a:pt x="3910113" y="327079"/>
                  </a:lnTo>
                  <a:lnTo>
                    <a:pt x="3911366" y="334127"/>
                  </a:lnTo>
                  <a:lnTo>
                    <a:pt x="3912619" y="341262"/>
                  </a:lnTo>
                  <a:lnTo>
                    <a:pt x="3913872" y="348443"/>
                  </a:lnTo>
                  <a:lnTo>
                    <a:pt x="3915125" y="355708"/>
                  </a:lnTo>
                  <a:lnTo>
                    <a:pt x="3916379" y="363047"/>
                  </a:lnTo>
                  <a:lnTo>
                    <a:pt x="3917632" y="370477"/>
                  </a:lnTo>
                  <a:lnTo>
                    <a:pt x="3918885" y="378025"/>
                  </a:lnTo>
                  <a:lnTo>
                    <a:pt x="3920138" y="385741"/>
                  </a:lnTo>
                  <a:lnTo>
                    <a:pt x="3921392" y="393655"/>
                  </a:lnTo>
                  <a:lnTo>
                    <a:pt x="3922645" y="401707"/>
                  </a:lnTo>
                  <a:lnTo>
                    <a:pt x="3923898" y="409813"/>
                  </a:lnTo>
                  <a:lnTo>
                    <a:pt x="3925151" y="417965"/>
                  </a:lnTo>
                  <a:lnTo>
                    <a:pt x="3926404" y="426163"/>
                  </a:lnTo>
                  <a:lnTo>
                    <a:pt x="3927658" y="434433"/>
                  </a:lnTo>
                  <a:lnTo>
                    <a:pt x="3928911" y="442742"/>
                  </a:lnTo>
                  <a:lnTo>
                    <a:pt x="3930164" y="451074"/>
                  </a:lnTo>
                  <a:lnTo>
                    <a:pt x="3931417" y="459436"/>
                  </a:lnTo>
                  <a:lnTo>
                    <a:pt x="3932670" y="467800"/>
                  </a:lnTo>
                  <a:lnTo>
                    <a:pt x="3933924" y="476088"/>
                  </a:lnTo>
                  <a:lnTo>
                    <a:pt x="3935177" y="484289"/>
                  </a:lnTo>
                  <a:lnTo>
                    <a:pt x="3936430" y="492387"/>
                  </a:lnTo>
                  <a:lnTo>
                    <a:pt x="3937683" y="500285"/>
                  </a:lnTo>
                  <a:lnTo>
                    <a:pt x="3938937" y="507968"/>
                  </a:lnTo>
                  <a:lnTo>
                    <a:pt x="3940190" y="515398"/>
                  </a:lnTo>
                  <a:lnTo>
                    <a:pt x="3941443" y="522536"/>
                  </a:lnTo>
                  <a:lnTo>
                    <a:pt x="3942696" y="529394"/>
                  </a:lnTo>
                  <a:lnTo>
                    <a:pt x="3943949" y="535929"/>
                  </a:lnTo>
                  <a:lnTo>
                    <a:pt x="3945203" y="542116"/>
                  </a:lnTo>
                  <a:lnTo>
                    <a:pt x="3946456" y="547944"/>
                  </a:lnTo>
                  <a:lnTo>
                    <a:pt x="3947709" y="553448"/>
                  </a:lnTo>
                  <a:lnTo>
                    <a:pt x="3948962" y="558641"/>
                  </a:lnTo>
                  <a:lnTo>
                    <a:pt x="3950215" y="563519"/>
                  </a:lnTo>
                  <a:lnTo>
                    <a:pt x="3951469" y="568079"/>
                  </a:lnTo>
                  <a:lnTo>
                    <a:pt x="3952722" y="572329"/>
                  </a:lnTo>
                  <a:lnTo>
                    <a:pt x="3953975" y="576286"/>
                  </a:lnTo>
                  <a:lnTo>
                    <a:pt x="3955228" y="579929"/>
                  </a:lnTo>
                  <a:lnTo>
                    <a:pt x="3956482" y="583242"/>
                  </a:lnTo>
                  <a:lnTo>
                    <a:pt x="3957735" y="586180"/>
                  </a:lnTo>
                  <a:lnTo>
                    <a:pt x="3958988" y="588735"/>
                  </a:lnTo>
                  <a:lnTo>
                    <a:pt x="3960241" y="590934"/>
                  </a:lnTo>
                  <a:lnTo>
                    <a:pt x="3961494" y="592794"/>
                  </a:lnTo>
                  <a:lnTo>
                    <a:pt x="3962748" y="594373"/>
                  </a:lnTo>
                  <a:lnTo>
                    <a:pt x="3964001" y="595706"/>
                  </a:lnTo>
                  <a:lnTo>
                    <a:pt x="3965254" y="596805"/>
                  </a:lnTo>
                  <a:lnTo>
                    <a:pt x="3966507" y="597705"/>
                  </a:lnTo>
                  <a:lnTo>
                    <a:pt x="3967761" y="598409"/>
                  </a:lnTo>
                  <a:lnTo>
                    <a:pt x="3969014" y="598961"/>
                  </a:lnTo>
                  <a:lnTo>
                    <a:pt x="3970267" y="599416"/>
                  </a:lnTo>
                  <a:lnTo>
                    <a:pt x="3971520" y="599789"/>
                  </a:lnTo>
                  <a:lnTo>
                    <a:pt x="3972773" y="600109"/>
                  </a:lnTo>
                  <a:lnTo>
                    <a:pt x="3974027" y="600389"/>
                  </a:lnTo>
                  <a:lnTo>
                    <a:pt x="3975280" y="600701"/>
                  </a:lnTo>
                  <a:lnTo>
                    <a:pt x="3976533" y="601134"/>
                  </a:lnTo>
                  <a:lnTo>
                    <a:pt x="3977786" y="601711"/>
                  </a:lnTo>
                  <a:lnTo>
                    <a:pt x="3979039" y="602452"/>
                  </a:lnTo>
                  <a:lnTo>
                    <a:pt x="3980293" y="603361"/>
                  </a:lnTo>
                  <a:lnTo>
                    <a:pt x="3981546" y="604404"/>
                  </a:lnTo>
                  <a:lnTo>
                    <a:pt x="3982799" y="605545"/>
                  </a:lnTo>
                  <a:lnTo>
                    <a:pt x="3984052" y="606752"/>
                  </a:lnTo>
                  <a:lnTo>
                    <a:pt x="3985306" y="608039"/>
                  </a:lnTo>
                  <a:lnTo>
                    <a:pt x="3986559" y="609409"/>
                  </a:lnTo>
                  <a:lnTo>
                    <a:pt x="3987812" y="610891"/>
                  </a:lnTo>
                  <a:lnTo>
                    <a:pt x="3989065" y="612509"/>
                  </a:lnTo>
                  <a:lnTo>
                    <a:pt x="3990318" y="614215"/>
                  </a:lnTo>
                  <a:lnTo>
                    <a:pt x="3991572" y="615972"/>
                  </a:lnTo>
                  <a:lnTo>
                    <a:pt x="3992825" y="617750"/>
                  </a:lnTo>
                  <a:lnTo>
                    <a:pt x="3994078" y="619528"/>
                  </a:lnTo>
                  <a:lnTo>
                    <a:pt x="3995331" y="621253"/>
                  </a:lnTo>
                  <a:lnTo>
                    <a:pt x="3996585" y="622922"/>
                  </a:lnTo>
                  <a:lnTo>
                    <a:pt x="3997838" y="624556"/>
                  </a:lnTo>
                  <a:lnTo>
                    <a:pt x="3999091" y="626155"/>
                  </a:lnTo>
                  <a:lnTo>
                    <a:pt x="4000344" y="627789"/>
                  </a:lnTo>
                  <a:lnTo>
                    <a:pt x="4001597" y="629490"/>
                  </a:lnTo>
                  <a:lnTo>
                    <a:pt x="4002851" y="631253"/>
                  </a:lnTo>
                  <a:lnTo>
                    <a:pt x="4004104" y="633099"/>
                  </a:lnTo>
                  <a:lnTo>
                    <a:pt x="4005357" y="635053"/>
                  </a:lnTo>
                  <a:lnTo>
                    <a:pt x="4006610" y="637123"/>
                  </a:lnTo>
                  <a:lnTo>
                    <a:pt x="4007863" y="639308"/>
                  </a:lnTo>
                  <a:lnTo>
                    <a:pt x="4009117" y="641606"/>
                  </a:lnTo>
                  <a:lnTo>
                    <a:pt x="4010370" y="644016"/>
                  </a:lnTo>
                  <a:lnTo>
                    <a:pt x="4011623" y="646529"/>
                  </a:lnTo>
                  <a:lnTo>
                    <a:pt x="4012876" y="649096"/>
                  </a:lnTo>
                  <a:lnTo>
                    <a:pt x="4014130" y="651712"/>
                  </a:lnTo>
                  <a:lnTo>
                    <a:pt x="4015383" y="654373"/>
                  </a:lnTo>
                  <a:lnTo>
                    <a:pt x="4016636" y="657070"/>
                  </a:lnTo>
                  <a:lnTo>
                    <a:pt x="4017889" y="659796"/>
                  </a:lnTo>
                  <a:lnTo>
                    <a:pt x="4019142" y="662561"/>
                  </a:lnTo>
                  <a:lnTo>
                    <a:pt x="4020396" y="665393"/>
                  </a:lnTo>
                  <a:lnTo>
                    <a:pt x="4021649" y="668339"/>
                  </a:lnTo>
                  <a:lnTo>
                    <a:pt x="4022902" y="671430"/>
                  </a:lnTo>
                  <a:lnTo>
                    <a:pt x="4024155" y="674671"/>
                  </a:lnTo>
                  <a:lnTo>
                    <a:pt x="4025409" y="678031"/>
                  </a:lnTo>
                  <a:lnTo>
                    <a:pt x="4026662" y="681430"/>
                  </a:lnTo>
                  <a:lnTo>
                    <a:pt x="4027915" y="684869"/>
                  </a:lnTo>
                  <a:lnTo>
                    <a:pt x="4029168" y="688305"/>
                  </a:lnTo>
                  <a:lnTo>
                    <a:pt x="4030421" y="691762"/>
                  </a:lnTo>
                  <a:lnTo>
                    <a:pt x="4031675" y="695265"/>
                  </a:lnTo>
                  <a:lnTo>
                    <a:pt x="4032928" y="698838"/>
                  </a:lnTo>
                  <a:lnTo>
                    <a:pt x="4034181" y="702506"/>
                  </a:lnTo>
                  <a:lnTo>
                    <a:pt x="4035434" y="706295"/>
                  </a:lnTo>
                  <a:lnTo>
                    <a:pt x="4036687" y="710203"/>
                  </a:lnTo>
                  <a:lnTo>
                    <a:pt x="4037941" y="714258"/>
                  </a:lnTo>
                  <a:lnTo>
                    <a:pt x="4039194" y="718455"/>
                  </a:lnTo>
                  <a:lnTo>
                    <a:pt x="4040447" y="722717"/>
                  </a:lnTo>
                  <a:lnTo>
                    <a:pt x="4041700" y="726947"/>
                  </a:lnTo>
                  <a:lnTo>
                    <a:pt x="4042954" y="731110"/>
                  </a:lnTo>
                  <a:lnTo>
                    <a:pt x="4044207" y="735250"/>
                  </a:lnTo>
                  <a:lnTo>
                    <a:pt x="4045460" y="739347"/>
                  </a:lnTo>
                  <a:lnTo>
                    <a:pt x="4046713" y="743360"/>
                  </a:lnTo>
                  <a:lnTo>
                    <a:pt x="4047966" y="747279"/>
                  </a:lnTo>
                  <a:lnTo>
                    <a:pt x="4049220" y="751110"/>
                  </a:lnTo>
                  <a:lnTo>
                    <a:pt x="4050473" y="754839"/>
                  </a:lnTo>
                  <a:lnTo>
                    <a:pt x="4051726" y="758418"/>
                  </a:lnTo>
                  <a:lnTo>
                    <a:pt x="4052979" y="761756"/>
                  </a:lnTo>
                  <a:lnTo>
                    <a:pt x="4054233" y="764842"/>
                  </a:lnTo>
                  <a:lnTo>
                    <a:pt x="4055486" y="767714"/>
                  </a:lnTo>
                  <a:lnTo>
                    <a:pt x="4056739" y="770355"/>
                  </a:lnTo>
                  <a:lnTo>
                    <a:pt x="4057992" y="772777"/>
                  </a:lnTo>
                  <a:lnTo>
                    <a:pt x="4059245" y="774995"/>
                  </a:lnTo>
                  <a:lnTo>
                    <a:pt x="4060499" y="777004"/>
                  </a:lnTo>
                  <a:lnTo>
                    <a:pt x="4061752" y="778767"/>
                  </a:lnTo>
                  <a:lnTo>
                    <a:pt x="4063005" y="780243"/>
                  </a:lnTo>
                  <a:lnTo>
                    <a:pt x="4064258" y="781368"/>
                  </a:lnTo>
                  <a:lnTo>
                    <a:pt x="4065511" y="782160"/>
                  </a:lnTo>
                  <a:lnTo>
                    <a:pt x="4066765" y="782621"/>
                  </a:lnTo>
                  <a:lnTo>
                    <a:pt x="4068018" y="782704"/>
                  </a:lnTo>
                  <a:lnTo>
                    <a:pt x="4069271" y="782356"/>
                  </a:lnTo>
                  <a:lnTo>
                    <a:pt x="4070524" y="781583"/>
                  </a:lnTo>
                  <a:lnTo>
                    <a:pt x="4071778" y="780416"/>
                  </a:lnTo>
                  <a:lnTo>
                    <a:pt x="4073031" y="778840"/>
                  </a:lnTo>
                  <a:lnTo>
                    <a:pt x="4074284" y="776823"/>
                  </a:lnTo>
                  <a:lnTo>
                    <a:pt x="4075537" y="774366"/>
                  </a:lnTo>
                  <a:lnTo>
                    <a:pt x="4076790" y="771525"/>
                  </a:lnTo>
                  <a:lnTo>
                    <a:pt x="4078044" y="768340"/>
                  </a:lnTo>
                  <a:lnTo>
                    <a:pt x="4079297" y="764812"/>
                  </a:lnTo>
                  <a:lnTo>
                    <a:pt x="4080550" y="760974"/>
                  </a:lnTo>
                  <a:lnTo>
                    <a:pt x="4081803" y="756822"/>
                  </a:lnTo>
                  <a:lnTo>
                    <a:pt x="4083057" y="752423"/>
                  </a:lnTo>
                  <a:lnTo>
                    <a:pt x="4084310" y="747802"/>
                  </a:lnTo>
                  <a:lnTo>
                    <a:pt x="4085563" y="742967"/>
                  </a:lnTo>
                  <a:lnTo>
                    <a:pt x="4086816" y="737904"/>
                  </a:lnTo>
                  <a:lnTo>
                    <a:pt x="4088069" y="732674"/>
                  </a:lnTo>
                  <a:lnTo>
                    <a:pt x="4089323" y="727290"/>
                  </a:lnTo>
                  <a:lnTo>
                    <a:pt x="4090576" y="721791"/>
                  </a:lnTo>
                  <a:lnTo>
                    <a:pt x="4091829" y="716207"/>
                  </a:lnTo>
                  <a:lnTo>
                    <a:pt x="4093082" y="710516"/>
                  </a:lnTo>
                  <a:lnTo>
                    <a:pt x="4094335" y="704715"/>
                  </a:lnTo>
                  <a:lnTo>
                    <a:pt x="4095589" y="698728"/>
                  </a:lnTo>
                  <a:lnTo>
                    <a:pt x="4096842" y="692487"/>
                  </a:lnTo>
                  <a:lnTo>
                    <a:pt x="4098095" y="685947"/>
                  </a:lnTo>
                  <a:lnTo>
                    <a:pt x="4099348" y="679078"/>
                  </a:lnTo>
                  <a:lnTo>
                    <a:pt x="4100602" y="671838"/>
                  </a:lnTo>
                  <a:lnTo>
                    <a:pt x="4101855" y="664126"/>
                  </a:lnTo>
                  <a:lnTo>
                    <a:pt x="4103108" y="655912"/>
                  </a:lnTo>
                  <a:lnTo>
                    <a:pt x="4104361" y="647264"/>
                  </a:lnTo>
                  <a:lnTo>
                    <a:pt x="4105614" y="638198"/>
                  </a:lnTo>
                  <a:lnTo>
                    <a:pt x="4106868" y="628666"/>
                  </a:lnTo>
                  <a:lnTo>
                    <a:pt x="4108121" y="618723"/>
                  </a:lnTo>
                  <a:lnTo>
                    <a:pt x="4109374" y="608456"/>
                  </a:lnTo>
                  <a:lnTo>
                    <a:pt x="4110627" y="597916"/>
                  </a:lnTo>
                  <a:lnTo>
                    <a:pt x="4111880" y="587108"/>
                  </a:lnTo>
                  <a:lnTo>
                    <a:pt x="4113134" y="576022"/>
                  </a:lnTo>
                  <a:lnTo>
                    <a:pt x="4114387" y="564675"/>
                  </a:lnTo>
                  <a:lnTo>
                    <a:pt x="4115640" y="553153"/>
                  </a:lnTo>
                  <a:lnTo>
                    <a:pt x="4116893" y="541538"/>
                  </a:lnTo>
                  <a:lnTo>
                    <a:pt x="4118147" y="529875"/>
                  </a:lnTo>
                  <a:lnTo>
                    <a:pt x="4119400" y="518170"/>
                  </a:lnTo>
                  <a:lnTo>
                    <a:pt x="4120653" y="506492"/>
                  </a:lnTo>
                  <a:lnTo>
                    <a:pt x="4121906" y="494880"/>
                  </a:lnTo>
                  <a:lnTo>
                    <a:pt x="4123159" y="483356"/>
                  </a:lnTo>
                  <a:lnTo>
                    <a:pt x="4124413" y="471954"/>
                  </a:lnTo>
                  <a:lnTo>
                    <a:pt x="4125666" y="460722"/>
                  </a:lnTo>
                  <a:lnTo>
                    <a:pt x="4126919" y="449684"/>
                  </a:lnTo>
                  <a:lnTo>
                    <a:pt x="4128172" y="438867"/>
                  </a:lnTo>
                  <a:lnTo>
                    <a:pt x="4129426" y="428300"/>
                  </a:lnTo>
                  <a:lnTo>
                    <a:pt x="4130679" y="417981"/>
                  </a:lnTo>
                  <a:lnTo>
                    <a:pt x="4131932" y="407950"/>
                  </a:lnTo>
                  <a:lnTo>
                    <a:pt x="4133185" y="398230"/>
                  </a:lnTo>
                  <a:lnTo>
                    <a:pt x="4134438" y="388822"/>
                  </a:lnTo>
                  <a:lnTo>
                    <a:pt x="4135692" y="379691"/>
                  </a:lnTo>
                  <a:lnTo>
                    <a:pt x="4136945" y="370826"/>
                  </a:lnTo>
                  <a:lnTo>
                    <a:pt x="4138198" y="362230"/>
                  </a:lnTo>
                  <a:lnTo>
                    <a:pt x="4139451" y="353806"/>
                  </a:lnTo>
                  <a:lnTo>
                    <a:pt x="4140704" y="345503"/>
                  </a:lnTo>
                  <a:lnTo>
                    <a:pt x="4141958" y="337277"/>
                  </a:lnTo>
                  <a:lnTo>
                    <a:pt x="4143211" y="329115"/>
                  </a:lnTo>
                  <a:lnTo>
                    <a:pt x="4144464" y="321021"/>
                  </a:lnTo>
                  <a:lnTo>
                    <a:pt x="4145717" y="312942"/>
                  </a:lnTo>
                  <a:lnTo>
                    <a:pt x="4146971" y="304776"/>
                  </a:lnTo>
                  <a:lnTo>
                    <a:pt x="4148224" y="296442"/>
                  </a:lnTo>
                  <a:lnTo>
                    <a:pt x="4149477" y="287938"/>
                  </a:lnTo>
                  <a:lnTo>
                    <a:pt x="4150730" y="279192"/>
                  </a:lnTo>
                  <a:lnTo>
                    <a:pt x="4151983" y="270161"/>
                  </a:lnTo>
                  <a:lnTo>
                    <a:pt x="4153237" y="260881"/>
                  </a:lnTo>
                  <a:lnTo>
                    <a:pt x="4154490" y="251389"/>
                  </a:lnTo>
                  <a:lnTo>
                    <a:pt x="4155743" y="241730"/>
                  </a:lnTo>
                  <a:lnTo>
                    <a:pt x="4156996" y="231971"/>
                  </a:lnTo>
                  <a:lnTo>
                    <a:pt x="4158250" y="222182"/>
                  </a:lnTo>
                  <a:lnTo>
                    <a:pt x="4159503" y="212467"/>
                  </a:lnTo>
                  <a:lnTo>
                    <a:pt x="4160756" y="202909"/>
                  </a:lnTo>
                  <a:lnTo>
                    <a:pt x="4162009" y="193636"/>
                  </a:lnTo>
                  <a:lnTo>
                    <a:pt x="4163262" y="184694"/>
                  </a:lnTo>
                  <a:lnTo>
                    <a:pt x="4164516" y="176191"/>
                  </a:lnTo>
                  <a:lnTo>
                    <a:pt x="4165769" y="168253"/>
                  </a:lnTo>
                  <a:lnTo>
                    <a:pt x="4167022" y="161004"/>
                  </a:lnTo>
                  <a:lnTo>
                    <a:pt x="4168275" y="154499"/>
                  </a:lnTo>
                  <a:lnTo>
                    <a:pt x="4169528" y="148866"/>
                  </a:lnTo>
                  <a:lnTo>
                    <a:pt x="4170782" y="144138"/>
                  </a:lnTo>
                  <a:lnTo>
                    <a:pt x="4172035" y="140273"/>
                  </a:lnTo>
                  <a:lnTo>
                    <a:pt x="4173288" y="137275"/>
                  </a:lnTo>
                  <a:lnTo>
                    <a:pt x="4174541" y="135169"/>
                  </a:lnTo>
                  <a:lnTo>
                    <a:pt x="4175795" y="133972"/>
                  </a:lnTo>
                  <a:lnTo>
                    <a:pt x="4177048" y="133683"/>
                  </a:lnTo>
                  <a:lnTo>
                    <a:pt x="4178301" y="134289"/>
                  </a:lnTo>
                  <a:lnTo>
                    <a:pt x="4179554" y="135737"/>
                  </a:lnTo>
                  <a:lnTo>
                    <a:pt x="4180807" y="137956"/>
                  </a:lnTo>
                  <a:lnTo>
                    <a:pt x="4182061" y="140953"/>
                  </a:lnTo>
                  <a:lnTo>
                    <a:pt x="4183314" y="144603"/>
                  </a:lnTo>
                  <a:lnTo>
                    <a:pt x="4184567" y="148846"/>
                  </a:lnTo>
                  <a:lnTo>
                    <a:pt x="4185820" y="153638"/>
                  </a:lnTo>
                  <a:lnTo>
                    <a:pt x="4187074" y="158954"/>
                  </a:lnTo>
                  <a:lnTo>
                    <a:pt x="4188327" y="164706"/>
                  </a:lnTo>
                  <a:lnTo>
                    <a:pt x="4189580" y="170867"/>
                  </a:lnTo>
                  <a:lnTo>
                    <a:pt x="4190833" y="177398"/>
                  </a:lnTo>
                  <a:lnTo>
                    <a:pt x="4192086" y="184223"/>
                  </a:lnTo>
                  <a:lnTo>
                    <a:pt x="4193340" y="191296"/>
                  </a:lnTo>
                  <a:lnTo>
                    <a:pt x="4194593" y="198572"/>
                  </a:lnTo>
                  <a:lnTo>
                    <a:pt x="4195846" y="205981"/>
                  </a:lnTo>
                  <a:lnTo>
                    <a:pt x="4197099" y="213465"/>
                  </a:lnTo>
                  <a:lnTo>
                    <a:pt x="4198352" y="220976"/>
                  </a:lnTo>
                  <a:lnTo>
                    <a:pt x="4199606" y="228533"/>
                  </a:lnTo>
                  <a:lnTo>
                    <a:pt x="4200859" y="236132"/>
                  </a:lnTo>
                  <a:lnTo>
                    <a:pt x="4202112" y="243833"/>
                  </a:lnTo>
                  <a:lnTo>
                    <a:pt x="4203365" y="251678"/>
                  </a:lnTo>
                  <a:lnTo>
                    <a:pt x="4204619" y="259675"/>
                  </a:lnTo>
                  <a:lnTo>
                    <a:pt x="4205872" y="267803"/>
                  </a:lnTo>
                  <a:lnTo>
                    <a:pt x="4207125" y="276075"/>
                  </a:lnTo>
                  <a:lnTo>
                    <a:pt x="4208378" y="284484"/>
                  </a:lnTo>
                  <a:lnTo>
                    <a:pt x="4209631" y="293101"/>
                  </a:lnTo>
                  <a:lnTo>
                    <a:pt x="4210885" y="302004"/>
                  </a:lnTo>
                  <a:lnTo>
                    <a:pt x="4212138" y="311223"/>
                  </a:lnTo>
                  <a:lnTo>
                    <a:pt x="4213391" y="320769"/>
                  </a:lnTo>
                  <a:lnTo>
                    <a:pt x="4214644" y="330723"/>
                  </a:lnTo>
                  <a:lnTo>
                    <a:pt x="4215898" y="341073"/>
                  </a:lnTo>
                  <a:lnTo>
                    <a:pt x="4217151" y="351793"/>
                  </a:lnTo>
                  <a:lnTo>
                    <a:pt x="4218404" y="362837"/>
                  </a:lnTo>
                  <a:lnTo>
                    <a:pt x="4219657" y="374139"/>
                  </a:lnTo>
                  <a:lnTo>
                    <a:pt x="4220910" y="385661"/>
                  </a:lnTo>
                  <a:lnTo>
                    <a:pt x="4222164" y="397365"/>
                  </a:lnTo>
                  <a:lnTo>
                    <a:pt x="4223417" y="409203"/>
                  </a:lnTo>
                  <a:lnTo>
                    <a:pt x="4224670" y="421084"/>
                  </a:lnTo>
                  <a:lnTo>
                    <a:pt x="4225923" y="432935"/>
                  </a:lnTo>
                  <a:lnTo>
                    <a:pt x="4227176" y="444697"/>
                  </a:lnTo>
                  <a:lnTo>
                    <a:pt x="4228430" y="456235"/>
                  </a:lnTo>
                  <a:lnTo>
                    <a:pt x="4229683" y="467354"/>
                  </a:lnTo>
                  <a:lnTo>
                    <a:pt x="4230936" y="477884"/>
                  </a:lnTo>
                  <a:lnTo>
                    <a:pt x="4232189" y="487651"/>
                  </a:lnTo>
                  <a:lnTo>
                    <a:pt x="4233443" y="496547"/>
                  </a:lnTo>
                  <a:lnTo>
                    <a:pt x="4234696" y="504574"/>
                  </a:lnTo>
                  <a:lnTo>
                    <a:pt x="4235949" y="511674"/>
                  </a:lnTo>
                  <a:lnTo>
                    <a:pt x="4237202" y="517795"/>
                  </a:lnTo>
                  <a:lnTo>
                    <a:pt x="4238455" y="522924"/>
                  </a:lnTo>
                  <a:lnTo>
                    <a:pt x="4239709" y="527037"/>
                  </a:lnTo>
                  <a:lnTo>
                    <a:pt x="4240962" y="530128"/>
                  </a:lnTo>
                  <a:lnTo>
                    <a:pt x="4242215" y="532227"/>
                  </a:lnTo>
                  <a:lnTo>
                    <a:pt x="4243468" y="533382"/>
                  </a:lnTo>
                  <a:lnTo>
                    <a:pt x="4244722" y="533635"/>
                  </a:lnTo>
                  <a:lnTo>
                    <a:pt x="4245975" y="533057"/>
                  </a:lnTo>
                  <a:lnTo>
                    <a:pt x="4247228" y="531764"/>
                  </a:lnTo>
                  <a:lnTo>
                    <a:pt x="4248481" y="529798"/>
                  </a:lnTo>
                  <a:lnTo>
                    <a:pt x="4249734" y="527183"/>
                  </a:lnTo>
                  <a:lnTo>
                    <a:pt x="4250988" y="524016"/>
                  </a:lnTo>
                  <a:lnTo>
                    <a:pt x="4252241" y="520387"/>
                  </a:lnTo>
                  <a:lnTo>
                    <a:pt x="4253494" y="516283"/>
                  </a:lnTo>
                  <a:lnTo>
                    <a:pt x="4254747" y="511740"/>
                  </a:lnTo>
                  <a:lnTo>
                    <a:pt x="4256000" y="506816"/>
                  </a:lnTo>
                  <a:lnTo>
                    <a:pt x="4257254" y="501570"/>
                  </a:lnTo>
                  <a:lnTo>
                    <a:pt x="4258507" y="496131"/>
                  </a:lnTo>
                  <a:lnTo>
                    <a:pt x="4259760" y="490605"/>
                  </a:lnTo>
                  <a:lnTo>
                    <a:pt x="4261013" y="485100"/>
                  </a:lnTo>
                  <a:lnTo>
                    <a:pt x="4262267" y="479666"/>
                  </a:lnTo>
                  <a:lnTo>
                    <a:pt x="4263520" y="474339"/>
                  </a:lnTo>
                  <a:lnTo>
                    <a:pt x="4264773" y="469168"/>
                  </a:lnTo>
                  <a:lnTo>
                    <a:pt x="4266026" y="464165"/>
                  </a:lnTo>
                  <a:lnTo>
                    <a:pt x="4267279" y="459364"/>
                  </a:lnTo>
                  <a:lnTo>
                    <a:pt x="4268533" y="454813"/>
                  </a:lnTo>
                  <a:lnTo>
                    <a:pt x="4269786" y="450544"/>
                  </a:lnTo>
                  <a:lnTo>
                    <a:pt x="4271039" y="446551"/>
                  </a:lnTo>
                  <a:lnTo>
                    <a:pt x="4272292" y="442888"/>
                  </a:lnTo>
                  <a:lnTo>
                    <a:pt x="4273545" y="439593"/>
                  </a:lnTo>
                  <a:lnTo>
                    <a:pt x="4274799" y="436680"/>
                  </a:lnTo>
                  <a:lnTo>
                    <a:pt x="4276052" y="434164"/>
                  </a:lnTo>
                  <a:lnTo>
                    <a:pt x="4277305" y="431983"/>
                  </a:lnTo>
                  <a:lnTo>
                    <a:pt x="4278558" y="430056"/>
                  </a:lnTo>
                  <a:lnTo>
                    <a:pt x="4279812" y="428358"/>
                  </a:lnTo>
                  <a:lnTo>
                    <a:pt x="4281065" y="426873"/>
                  </a:lnTo>
                  <a:lnTo>
                    <a:pt x="4282318" y="425610"/>
                  </a:lnTo>
                  <a:lnTo>
                    <a:pt x="4283571" y="424576"/>
                  </a:lnTo>
                  <a:lnTo>
                    <a:pt x="4284824" y="423737"/>
                  </a:lnTo>
                  <a:lnTo>
                    <a:pt x="4286078" y="423065"/>
                  </a:lnTo>
                  <a:lnTo>
                    <a:pt x="4287331" y="422561"/>
                  </a:lnTo>
                  <a:lnTo>
                    <a:pt x="4288584" y="422231"/>
                  </a:lnTo>
                  <a:lnTo>
                    <a:pt x="4289837" y="422055"/>
                  </a:lnTo>
                  <a:lnTo>
                    <a:pt x="4291091" y="422091"/>
                  </a:lnTo>
                  <a:lnTo>
                    <a:pt x="4292344" y="422446"/>
                  </a:lnTo>
                  <a:lnTo>
                    <a:pt x="4293597" y="423254"/>
                  </a:lnTo>
                  <a:lnTo>
                    <a:pt x="4294850" y="424631"/>
                  </a:lnTo>
                  <a:lnTo>
                    <a:pt x="4296103" y="426709"/>
                  </a:lnTo>
                  <a:lnTo>
                    <a:pt x="4297357" y="429528"/>
                  </a:lnTo>
                  <a:lnTo>
                    <a:pt x="4298610" y="433021"/>
                  </a:lnTo>
                  <a:lnTo>
                    <a:pt x="4299863" y="437197"/>
                  </a:lnTo>
                  <a:lnTo>
                    <a:pt x="4301116" y="442053"/>
                  </a:lnTo>
                  <a:lnTo>
                    <a:pt x="4302369" y="447585"/>
                  </a:lnTo>
                  <a:lnTo>
                    <a:pt x="4303623" y="453787"/>
                  </a:lnTo>
                  <a:lnTo>
                    <a:pt x="4304876" y="460654"/>
                  </a:lnTo>
                  <a:lnTo>
                    <a:pt x="4306129" y="468149"/>
                  </a:lnTo>
                  <a:lnTo>
                    <a:pt x="4307382" y="476200"/>
                  </a:lnTo>
                  <a:lnTo>
                    <a:pt x="4308636" y="484709"/>
                  </a:lnTo>
                  <a:lnTo>
                    <a:pt x="4309889" y="493553"/>
                  </a:lnTo>
                  <a:lnTo>
                    <a:pt x="4311142" y="502670"/>
                  </a:lnTo>
                  <a:lnTo>
                    <a:pt x="4312395" y="512056"/>
                  </a:lnTo>
                  <a:lnTo>
                    <a:pt x="4313648" y="521666"/>
                  </a:lnTo>
                  <a:lnTo>
                    <a:pt x="4314902" y="531399"/>
                  </a:lnTo>
                  <a:lnTo>
                    <a:pt x="4316155" y="541269"/>
                  </a:lnTo>
                  <a:lnTo>
                    <a:pt x="4317408" y="551323"/>
                  </a:lnTo>
                  <a:lnTo>
                    <a:pt x="4318661" y="561561"/>
                  </a:lnTo>
                  <a:lnTo>
                    <a:pt x="4319915" y="571951"/>
                  </a:lnTo>
                  <a:lnTo>
                    <a:pt x="4321168" y="582437"/>
                  </a:lnTo>
                  <a:lnTo>
                    <a:pt x="4322421" y="592928"/>
                  </a:lnTo>
                  <a:lnTo>
                    <a:pt x="4323674" y="603358"/>
                  </a:lnTo>
                  <a:lnTo>
                    <a:pt x="4324927" y="613679"/>
                  </a:lnTo>
                  <a:lnTo>
                    <a:pt x="4326181" y="623847"/>
                  </a:lnTo>
                  <a:lnTo>
                    <a:pt x="4327434" y="633858"/>
                  </a:lnTo>
                  <a:lnTo>
                    <a:pt x="4328687" y="643681"/>
                  </a:lnTo>
                  <a:lnTo>
                    <a:pt x="4329940" y="653292"/>
                  </a:lnTo>
                  <a:lnTo>
                    <a:pt x="4331193" y="662631"/>
                  </a:lnTo>
                  <a:lnTo>
                    <a:pt x="4332447" y="671653"/>
                  </a:lnTo>
                  <a:lnTo>
                    <a:pt x="4333700" y="680329"/>
                  </a:lnTo>
                  <a:lnTo>
                    <a:pt x="4334953" y="688574"/>
                  </a:lnTo>
                  <a:lnTo>
                    <a:pt x="4336206" y="696232"/>
                  </a:lnTo>
                  <a:lnTo>
                    <a:pt x="4337460" y="703200"/>
                  </a:lnTo>
                  <a:lnTo>
                    <a:pt x="4338713" y="709458"/>
                  </a:lnTo>
                  <a:lnTo>
                    <a:pt x="4339966" y="715015"/>
                  </a:lnTo>
                  <a:lnTo>
                    <a:pt x="4341219" y="719981"/>
                  </a:lnTo>
                  <a:lnTo>
                    <a:pt x="4342472" y="724488"/>
                  </a:lnTo>
                  <a:lnTo>
                    <a:pt x="4343726" y="728598"/>
                  </a:lnTo>
                  <a:lnTo>
                    <a:pt x="4344979" y="732307"/>
                  </a:lnTo>
                  <a:lnTo>
                    <a:pt x="4346232" y="735560"/>
                  </a:lnTo>
                  <a:lnTo>
                    <a:pt x="4347485" y="738342"/>
                  </a:lnTo>
                  <a:lnTo>
                    <a:pt x="4348739" y="740673"/>
                  </a:lnTo>
                  <a:lnTo>
                    <a:pt x="4349992" y="742559"/>
                  </a:lnTo>
                  <a:lnTo>
                    <a:pt x="4351245" y="743988"/>
                  </a:lnTo>
                  <a:lnTo>
                    <a:pt x="4352498" y="745012"/>
                  </a:lnTo>
                  <a:lnTo>
                    <a:pt x="4353751" y="745615"/>
                  </a:lnTo>
                  <a:lnTo>
                    <a:pt x="4355005" y="745741"/>
                  </a:lnTo>
                  <a:lnTo>
                    <a:pt x="4356258" y="745354"/>
                  </a:lnTo>
                  <a:lnTo>
                    <a:pt x="4357511" y="744401"/>
                  </a:lnTo>
                  <a:lnTo>
                    <a:pt x="4358764" y="742793"/>
                  </a:lnTo>
                  <a:lnTo>
                    <a:pt x="4360017" y="740441"/>
                  </a:lnTo>
                  <a:lnTo>
                    <a:pt x="4361271" y="737362"/>
                  </a:lnTo>
                  <a:lnTo>
                    <a:pt x="4362524" y="733606"/>
                  </a:lnTo>
                  <a:lnTo>
                    <a:pt x="4363777" y="729220"/>
                  </a:lnTo>
                  <a:lnTo>
                    <a:pt x="4365030" y="724242"/>
                  </a:lnTo>
                  <a:lnTo>
                    <a:pt x="4366284" y="718736"/>
                  </a:lnTo>
                  <a:lnTo>
                    <a:pt x="4367537" y="712702"/>
                  </a:lnTo>
                  <a:lnTo>
                    <a:pt x="4368790" y="706166"/>
                  </a:lnTo>
                  <a:lnTo>
                    <a:pt x="4370043" y="699173"/>
                  </a:lnTo>
                  <a:lnTo>
                    <a:pt x="4371296" y="691866"/>
                  </a:lnTo>
                  <a:lnTo>
                    <a:pt x="4372550" y="684406"/>
                  </a:lnTo>
                  <a:lnTo>
                    <a:pt x="4373803" y="676882"/>
                  </a:lnTo>
                  <a:lnTo>
                    <a:pt x="4375056" y="669364"/>
                  </a:lnTo>
                  <a:lnTo>
                    <a:pt x="4376309" y="661845"/>
                  </a:lnTo>
                  <a:lnTo>
                    <a:pt x="4377563" y="654345"/>
                  </a:lnTo>
                  <a:lnTo>
                    <a:pt x="4378816" y="646879"/>
                  </a:lnTo>
                  <a:lnTo>
                    <a:pt x="4380069" y="639424"/>
                  </a:lnTo>
                  <a:lnTo>
                    <a:pt x="4381322" y="632006"/>
                  </a:lnTo>
                  <a:lnTo>
                    <a:pt x="4382575" y="624660"/>
                  </a:lnTo>
                  <a:lnTo>
                    <a:pt x="4383829" y="617433"/>
                  </a:lnTo>
                  <a:lnTo>
                    <a:pt x="4385082" y="610315"/>
                  </a:lnTo>
                  <a:lnTo>
                    <a:pt x="4386335" y="603377"/>
                  </a:lnTo>
                  <a:lnTo>
                    <a:pt x="4387588" y="596662"/>
                  </a:lnTo>
                  <a:lnTo>
                    <a:pt x="4388841" y="590226"/>
                  </a:lnTo>
                  <a:lnTo>
                    <a:pt x="4390095" y="584083"/>
                  </a:lnTo>
                  <a:lnTo>
                    <a:pt x="4391348" y="578231"/>
                  </a:lnTo>
                  <a:lnTo>
                    <a:pt x="4392601" y="572681"/>
                  </a:lnTo>
                  <a:lnTo>
                    <a:pt x="4393854" y="567460"/>
                  </a:lnTo>
                  <a:lnTo>
                    <a:pt x="4395108" y="562691"/>
                  </a:lnTo>
                  <a:lnTo>
                    <a:pt x="4396361" y="558457"/>
                  </a:lnTo>
                  <a:lnTo>
                    <a:pt x="4397614" y="554803"/>
                  </a:lnTo>
                  <a:lnTo>
                    <a:pt x="4398867" y="551826"/>
                  </a:lnTo>
                  <a:lnTo>
                    <a:pt x="4400120" y="549620"/>
                  </a:lnTo>
                  <a:lnTo>
                    <a:pt x="4401374" y="548204"/>
                  </a:lnTo>
                  <a:lnTo>
                    <a:pt x="4402627" y="547588"/>
                  </a:lnTo>
                  <a:lnTo>
                    <a:pt x="4403880" y="547798"/>
                  </a:lnTo>
                  <a:lnTo>
                    <a:pt x="4405133" y="548703"/>
                  </a:lnTo>
                  <a:lnTo>
                    <a:pt x="4406387" y="550186"/>
                  </a:lnTo>
                  <a:lnTo>
                    <a:pt x="4407640" y="552216"/>
                  </a:lnTo>
                  <a:lnTo>
                    <a:pt x="4408893" y="554730"/>
                  </a:lnTo>
                  <a:lnTo>
                    <a:pt x="4410146" y="557746"/>
                  </a:lnTo>
                  <a:lnTo>
                    <a:pt x="4411399" y="561259"/>
                  </a:lnTo>
                  <a:lnTo>
                    <a:pt x="4412653" y="565258"/>
                  </a:lnTo>
                  <a:lnTo>
                    <a:pt x="4413906" y="569736"/>
                  </a:lnTo>
                  <a:lnTo>
                    <a:pt x="4415159" y="574674"/>
                  </a:lnTo>
                  <a:lnTo>
                    <a:pt x="4416412" y="580068"/>
                  </a:lnTo>
                  <a:lnTo>
                    <a:pt x="4417665" y="585961"/>
                  </a:lnTo>
                  <a:lnTo>
                    <a:pt x="4418919" y="592396"/>
                  </a:lnTo>
                  <a:lnTo>
                    <a:pt x="4420172" y="599384"/>
                  </a:lnTo>
                  <a:lnTo>
                    <a:pt x="4421425" y="606958"/>
                  </a:lnTo>
                  <a:lnTo>
                    <a:pt x="4422678" y="615145"/>
                  </a:lnTo>
                  <a:lnTo>
                    <a:pt x="4423932" y="623967"/>
                  </a:lnTo>
                  <a:lnTo>
                    <a:pt x="4425185" y="633380"/>
                  </a:lnTo>
                  <a:lnTo>
                    <a:pt x="4426438" y="643374"/>
                  </a:lnTo>
                  <a:lnTo>
                    <a:pt x="4427691" y="653971"/>
                  </a:lnTo>
                  <a:lnTo>
                    <a:pt x="4428944" y="665140"/>
                  </a:lnTo>
                  <a:lnTo>
                    <a:pt x="4430198" y="676868"/>
                  </a:lnTo>
                  <a:lnTo>
                    <a:pt x="4431451" y="689187"/>
                  </a:lnTo>
                  <a:lnTo>
                    <a:pt x="4432704" y="702080"/>
                  </a:lnTo>
                  <a:lnTo>
                    <a:pt x="4433957" y="715491"/>
                  </a:lnTo>
                  <a:lnTo>
                    <a:pt x="4435210" y="729269"/>
                  </a:lnTo>
                  <a:lnTo>
                    <a:pt x="4436464" y="743353"/>
                  </a:lnTo>
                  <a:lnTo>
                    <a:pt x="4437717" y="757656"/>
                  </a:lnTo>
                  <a:lnTo>
                    <a:pt x="4438970" y="772161"/>
                  </a:lnTo>
                  <a:lnTo>
                    <a:pt x="4440223" y="786894"/>
                  </a:lnTo>
                  <a:lnTo>
                    <a:pt x="4441477" y="801865"/>
                  </a:lnTo>
                  <a:lnTo>
                    <a:pt x="4442730" y="817040"/>
                  </a:lnTo>
                  <a:lnTo>
                    <a:pt x="4443983" y="832376"/>
                  </a:lnTo>
                  <a:lnTo>
                    <a:pt x="4445236" y="847819"/>
                  </a:lnTo>
                  <a:lnTo>
                    <a:pt x="4446489" y="863282"/>
                  </a:lnTo>
                  <a:lnTo>
                    <a:pt x="4447743" y="878753"/>
                  </a:lnTo>
                  <a:lnTo>
                    <a:pt x="4448996" y="894201"/>
                  </a:lnTo>
                  <a:lnTo>
                    <a:pt x="4450249" y="909524"/>
                  </a:lnTo>
                  <a:lnTo>
                    <a:pt x="4451502" y="924667"/>
                  </a:lnTo>
                  <a:lnTo>
                    <a:pt x="4452756" y="939576"/>
                  </a:lnTo>
                  <a:lnTo>
                    <a:pt x="4454009" y="954213"/>
                  </a:lnTo>
                  <a:lnTo>
                    <a:pt x="4455262" y="968513"/>
                  </a:lnTo>
                  <a:lnTo>
                    <a:pt x="4456515" y="982445"/>
                  </a:lnTo>
                  <a:lnTo>
                    <a:pt x="4457768" y="995883"/>
                  </a:lnTo>
                  <a:lnTo>
                    <a:pt x="4459022" y="1008709"/>
                  </a:lnTo>
                  <a:lnTo>
                    <a:pt x="4460275" y="1020829"/>
                  </a:lnTo>
                  <a:lnTo>
                    <a:pt x="4461528" y="1032281"/>
                  </a:lnTo>
                  <a:lnTo>
                    <a:pt x="4462781" y="1042985"/>
                  </a:lnTo>
                  <a:lnTo>
                    <a:pt x="4464034" y="1052918"/>
                  </a:lnTo>
                  <a:lnTo>
                    <a:pt x="4465288" y="1062098"/>
                  </a:lnTo>
                  <a:lnTo>
                    <a:pt x="4466541" y="1070452"/>
                  </a:lnTo>
                  <a:lnTo>
                    <a:pt x="4467794" y="1077942"/>
                  </a:lnTo>
                  <a:lnTo>
                    <a:pt x="4469047" y="1084651"/>
                  </a:lnTo>
                  <a:lnTo>
                    <a:pt x="4470301" y="1090618"/>
                  </a:lnTo>
                  <a:lnTo>
                    <a:pt x="4471554" y="1095967"/>
                  </a:lnTo>
                  <a:lnTo>
                    <a:pt x="4472807" y="1100822"/>
                  </a:lnTo>
                  <a:lnTo>
                    <a:pt x="4474060" y="1105239"/>
                  </a:lnTo>
                  <a:lnTo>
                    <a:pt x="4475313" y="1109256"/>
                  </a:lnTo>
                  <a:lnTo>
                    <a:pt x="4476567" y="1112941"/>
                  </a:lnTo>
                  <a:lnTo>
                    <a:pt x="4477820" y="1116316"/>
                  </a:lnTo>
                  <a:lnTo>
                    <a:pt x="4479073" y="1119436"/>
                  </a:lnTo>
                  <a:lnTo>
                    <a:pt x="4480326" y="1122268"/>
                  </a:lnTo>
                  <a:lnTo>
                    <a:pt x="4481580" y="1124823"/>
                  </a:lnTo>
                  <a:lnTo>
                    <a:pt x="4482833" y="1127081"/>
                  </a:lnTo>
                  <a:lnTo>
                    <a:pt x="4484086" y="1129052"/>
                  </a:lnTo>
                  <a:lnTo>
                    <a:pt x="4485339" y="1130731"/>
                  </a:lnTo>
                  <a:lnTo>
                    <a:pt x="4486592" y="1132155"/>
                  </a:lnTo>
                  <a:lnTo>
                    <a:pt x="4487846" y="1133371"/>
                  </a:lnTo>
                  <a:lnTo>
                    <a:pt x="4489099" y="1134367"/>
                  </a:lnTo>
                  <a:lnTo>
                    <a:pt x="4490352" y="1135071"/>
                  </a:lnTo>
                  <a:lnTo>
                    <a:pt x="4491605" y="1135412"/>
                  </a:lnTo>
                  <a:lnTo>
                    <a:pt x="4492858" y="1135380"/>
                  </a:lnTo>
                  <a:lnTo>
                    <a:pt x="4494112" y="1134933"/>
                  </a:lnTo>
                  <a:lnTo>
                    <a:pt x="4495365" y="1134051"/>
                  </a:lnTo>
                  <a:lnTo>
                    <a:pt x="4496618" y="1132728"/>
                  </a:lnTo>
                  <a:lnTo>
                    <a:pt x="4497871" y="1131011"/>
                  </a:lnTo>
                  <a:lnTo>
                    <a:pt x="4499125" y="1128938"/>
                  </a:lnTo>
                  <a:lnTo>
                    <a:pt x="4500378" y="1126547"/>
                  </a:lnTo>
                  <a:lnTo>
                    <a:pt x="4501631" y="1123916"/>
                  </a:lnTo>
                  <a:lnTo>
                    <a:pt x="4502884" y="1121025"/>
                  </a:lnTo>
                  <a:lnTo>
                    <a:pt x="4504137" y="1117859"/>
                  </a:lnTo>
                  <a:lnTo>
                    <a:pt x="4505391" y="1114450"/>
                  </a:lnTo>
                  <a:lnTo>
                    <a:pt x="4506644" y="1110831"/>
                  </a:lnTo>
                  <a:lnTo>
                    <a:pt x="4507897" y="1107026"/>
                  </a:lnTo>
                  <a:lnTo>
                    <a:pt x="4509150" y="1103112"/>
                  </a:lnTo>
                  <a:lnTo>
                    <a:pt x="4510404" y="1099166"/>
                  </a:lnTo>
                  <a:lnTo>
                    <a:pt x="4511657" y="1095184"/>
                  </a:lnTo>
                  <a:lnTo>
                    <a:pt x="4512910" y="1091233"/>
                  </a:lnTo>
                  <a:lnTo>
                    <a:pt x="4514163" y="1087350"/>
                  </a:lnTo>
                  <a:lnTo>
                    <a:pt x="4515416" y="1083581"/>
                  </a:lnTo>
                  <a:lnTo>
                    <a:pt x="4516670" y="1079942"/>
                  </a:lnTo>
                  <a:lnTo>
                    <a:pt x="4517923" y="1076510"/>
                  </a:lnTo>
                  <a:lnTo>
                    <a:pt x="4519176" y="1073332"/>
                  </a:lnTo>
                  <a:lnTo>
                    <a:pt x="4520429" y="1070456"/>
                  </a:lnTo>
                  <a:lnTo>
                    <a:pt x="4521682" y="1067989"/>
                  </a:lnTo>
                  <a:lnTo>
                    <a:pt x="4522936" y="1065969"/>
                  </a:lnTo>
                  <a:lnTo>
                    <a:pt x="4524189" y="1064346"/>
                  </a:lnTo>
                  <a:lnTo>
                    <a:pt x="4525442" y="1063104"/>
                  </a:lnTo>
                  <a:lnTo>
                    <a:pt x="4526695" y="1062322"/>
                  </a:lnTo>
                  <a:lnTo>
                    <a:pt x="4527949" y="1062014"/>
                  </a:lnTo>
                  <a:lnTo>
                    <a:pt x="4529202" y="1062176"/>
                  </a:lnTo>
                  <a:lnTo>
                    <a:pt x="4530455" y="1062840"/>
                  </a:lnTo>
                  <a:lnTo>
                    <a:pt x="4531708" y="1063979"/>
                  </a:lnTo>
                  <a:lnTo>
                    <a:pt x="4532961" y="1065494"/>
                  </a:lnTo>
                  <a:lnTo>
                    <a:pt x="4534215" y="1067361"/>
                  </a:lnTo>
                  <a:lnTo>
                    <a:pt x="4535468" y="1069442"/>
                  </a:lnTo>
                  <a:lnTo>
                    <a:pt x="4536721" y="1071664"/>
                  </a:lnTo>
                  <a:lnTo>
                    <a:pt x="4537974" y="1074088"/>
                  </a:lnTo>
                  <a:lnTo>
                    <a:pt x="4539228" y="1076665"/>
                  </a:lnTo>
                  <a:lnTo>
                    <a:pt x="4540481" y="1079353"/>
                  </a:lnTo>
                  <a:lnTo>
                    <a:pt x="4541734" y="1082107"/>
                  </a:lnTo>
                  <a:lnTo>
                    <a:pt x="4542987" y="1084918"/>
                  </a:lnTo>
                  <a:lnTo>
                    <a:pt x="4544240" y="1087780"/>
                  </a:lnTo>
                  <a:lnTo>
                    <a:pt x="4545494" y="1090671"/>
                  </a:lnTo>
                  <a:lnTo>
                    <a:pt x="4546747" y="1093590"/>
                  </a:lnTo>
                  <a:lnTo>
                    <a:pt x="4548000" y="1096540"/>
                  </a:lnTo>
                  <a:lnTo>
                    <a:pt x="4549253" y="1099524"/>
                  </a:lnTo>
                  <a:lnTo>
                    <a:pt x="4550506" y="1102519"/>
                  </a:lnTo>
                  <a:lnTo>
                    <a:pt x="4551760" y="1105551"/>
                  </a:lnTo>
                  <a:lnTo>
                    <a:pt x="4553013" y="1108643"/>
                  </a:lnTo>
                  <a:lnTo>
                    <a:pt x="4554266" y="1111879"/>
                  </a:lnTo>
                  <a:lnTo>
                    <a:pt x="4555519" y="1115325"/>
                  </a:lnTo>
                  <a:lnTo>
                    <a:pt x="4556773" y="1118926"/>
                  </a:lnTo>
                  <a:lnTo>
                    <a:pt x="4558026" y="1122680"/>
                  </a:lnTo>
                  <a:lnTo>
                    <a:pt x="4559279" y="1126606"/>
                  </a:lnTo>
                  <a:lnTo>
                    <a:pt x="4560532" y="1130740"/>
                  </a:lnTo>
                  <a:lnTo>
                    <a:pt x="4561785" y="1135069"/>
                  </a:lnTo>
                  <a:lnTo>
                    <a:pt x="4563039" y="1139565"/>
                  </a:lnTo>
                  <a:lnTo>
                    <a:pt x="4564292" y="1144185"/>
                  </a:lnTo>
                  <a:lnTo>
                    <a:pt x="4565545" y="1148912"/>
                  </a:lnTo>
                  <a:lnTo>
                    <a:pt x="4566798" y="1153762"/>
                  </a:lnTo>
                  <a:lnTo>
                    <a:pt x="4568052" y="1158751"/>
                  </a:lnTo>
                  <a:lnTo>
                    <a:pt x="4569305" y="1163817"/>
                  </a:lnTo>
                  <a:lnTo>
                    <a:pt x="4570558" y="1168923"/>
                  </a:lnTo>
                  <a:lnTo>
                    <a:pt x="4571811" y="1173976"/>
                  </a:lnTo>
                  <a:lnTo>
                    <a:pt x="4573064" y="1178854"/>
                  </a:lnTo>
                  <a:lnTo>
                    <a:pt x="4574318" y="1183504"/>
                  </a:lnTo>
                  <a:lnTo>
                    <a:pt x="4575571" y="1187932"/>
                  </a:lnTo>
                  <a:lnTo>
                    <a:pt x="4576824" y="1192094"/>
                  </a:lnTo>
                  <a:lnTo>
                    <a:pt x="4578077" y="1195924"/>
                  </a:lnTo>
                  <a:lnTo>
                    <a:pt x="4579330" y="1199392"/>
                  </a:lnTo>
                  <a:lnTo>
                    <a:pt x="4580584" y="1202476"/>
                  </a:lnTo>
                  <a:lnTo>
                    <a:pt x="4581837" y="1205152"/>
                  </a:lnTo>
                  <a:lnTo>
                    <a:pt x="4583090" y="1207402"/>
                  </a:lnTo>
                  <a:lnTo>
                    <a:pt x="4584343" y="1209191"/>
                  </a:lnTo>
                  <a:lnTo>
                    <a:pt x="4585597" y="1210525"/>
                  </a:lnTo>
                  <a:lnTo>
                    <a:pt x="4586850" y="1211403"/>
                  </a:lnTo>
                  <a:lnTo>
                    <a:pt x="4588103" y="1211910"/>
                  </a:lnTo>
                  <a:lnTo>
                    <a:pt x="4589356" y="1212017"/>
                  </a:lnTo>
                  <a:lnTo>
                    <a:pt x="4590609" y="1211735"/>
                  </a:lnTo>
                  <a:lnTo>
                    <a:pt x="4591863" y="1211095"/>
                  </a:lnTo>
                  <a:lnTo>
                    <a:pt x="4593116" y="1210123"/>
                  </a:lnTo>
                  <a:lnTo>
                    <a:pt x="4594369" y="1208851"/>
                  </a:lnTo>
                  <a:lnTo>
                    <a:pt x="4595622" y="1207433"/>
                  </a:lnTo>
                  <a:lnTo>
                    <a:pt x="4596875" y="1206025"/>
                  </a:lnTo>
                  <a:lnTo>
                    <a:pt x="4598129" y="1204668"/>
                  </a:lnTo>
                  <a:lnTo>
                    <a:pt x="4599382" y="1203430"/>
                  </a:lnTo>
                  <a:lnTo>
                    <a:pt x="4600635" y="1202272"/>
                  </a:lnTo>
                  <a:lnTo>
                    <a:pt x="4601888" y="1201123"/>
                  </a:lnTo>
                  <a:lnTo>
                    <a:pt x="4603142" y="1199993"/>
                  </a:lnTo>
                  <a:lnTo>
                    <a:pt x="4604395" y="1198864"/>
                  </a:lnTo>
                  <a:lnTo>
                    <a:pt x="4605648" y="1197791"/>
                  </a:lnTo>
                  <a:lnTo>
                    <a:pt x="4606901" y="1196773"/>
                  </a:lnTo>
                  <a:lnTo>
                    <a:pt x="4608154" y="1195851"/>
                  </a:lnTo>
                  <a:lnTo>
                    <a:pt x="4609408" y="1195024"/>
                  </a:lnTo>
                  <a:lnTo>
                    <a:pt x="4610661" y="1194314"/>
                  </a:lnTo>
                  <a:lnTo>
                    <a:pt x="4611914" y="1193715"/>
                  </a:lnTo>
                  <a:lnTo>
                    <a:pt x="4613167" y="1193223"/>
                  </a:lnTo>
                  <a:lnTo>
                    <a:pt x="4614421" y="1192790"/>
                  </a:lnTo>
                  <a:lnTo>
                    <a:pt x="4615674" y="1192358"/>
                  </a:lnTo>
                  <a:lnTo>
                    <a:pt x="4616927" y="1191911"/>
                  </a:lnTo>
                  <a:lnTo>
                    <a:pt x="4618180" y="1191384"/>
                  </a:lnTo>
                  <a:lnTo>
                    <a:pt x="4619433" y="1190755"/>
                  </a:lnTo>
                  <a:lnTo>
                    <a:pt x="4620687" y="1190064"/>
                  </a:lnTo>
                  <a:lnTo>
                    <a:pt x="4621940" y="1189334"/>
                  </a:lnTo>
                  <a:lnTo>
                    <a:pt x="4623193" y="1188493"/>
                  </a:lnTo>
                  <a:lnTo>
                    <a:pt x="4624446" y="1187474"/>
                  </a:lnTo>
                  <a:lnTo>
                    <a:pt x="4625699" y="1186260"/>
                  </a:lnTo>
                  <a:lnTo>
                    <a:pt x="4626953" y="1184823"/>
                  </a:lnTo>
                  <a:lnTo>
                    <a:pt x="4628206" y="1183142"/>
                  </a:lnTo>
                  <a:lnTo>
                    <a:pt x="4629459" y="1181164"/>
                  </a:lnTo>
                  <a:lnTo>
                    <a:pt x="4630712" y="1178855"/>
                  </a:lnTo>
                  <a:lnTo>
                    <a:pt x="4631966" y="1176225"/>
                  </a:lnTo>
                  <a:lnTo>
                    <a:pt x="4633219" y="1173340"/>
                  </a:lnTo>
                  <a:lnTo>
                    <a:pt x="4634472" y="1170292"/>
                  </a:lnTo>
                  <a:lnTo>
                    <a:pt x="4635725" y="1167195"/>
                  </a:lnTo>
                  <a:lnTo>
                    <a:pt x="4636978" y="1164130"/>
                  </a:lnTo>
                  <a:lnTo>
                    <a:pt x="4638232" y="1161116"/>
                  </a:lnTo>
                  <a:lnTo>
                    <a:pt x="4639485" y="1158189"/>
                  </a:lnTo>
                  <a:lnTo>
                    <a:pt x="4640738" y="1155411"/>
                  </a:lnTo>
                  <a:lnTo>
                    <a:pt x="4641991" y="1152899"/>
                  </a:lnTo>
                  <a:lnTo>
                    <a:pt x="4643245" y="1150697"/>
                  </a:lnTo>
                  <a:lnTo>
                    <a:pt x="4644498" y="1148823"/>
                  </a:lnTo>
                  <a:lnTo>
                    <a:pt x="4645751" y="1147283"/>
                  </a:lnTo>
                  <a:lnTo>
                    <a:pt x="4647004" y="1146078"/>
                  </a:lnTo>
                  <a:lnTo>
                    <a:pt x="4648257" y="1145236"/>
                  </a:lnTo>
                  <a:lnTo>
                    <a:pt x="4649511" y="1144762"/>
                  </a:lnTo>
                  <a:lnTo>
                    <a:pt x="4650764" y="1144680"/>
                  </a:lnTo>
                  <a:lnTo>
                    <a:pt x="4652017" y="1144973"/>
                  </a:lnTo>
                  <a:lnTo>
                    <a:pt x="4653270" y="1145635"/>
                  </a:lnTo>
                  <a:lnTo>
                    <a:pt x="4654523" y="1146608"/>
                  </a:lnTo>
                  <a:lnTo>
                    <a:pt x="4655777" y="1147860"/>
                  </a:lnTo>
                  <a:lnTo>
                    <a:pt x="4657030" y="1149385"/>
                  </a:lnTo>
                  <a:lnTo>
                    <a:pt x="4658283" y="1151115"/>
                  </a:lnTo>
                  <a:lnTo>
                    <a:pt x="4659536" y="1152883"/>
                  </a:lnTo>
                  <a:lnTo>
                    <a:pt x="4660790" y="1154617"/>
                  </a:lnTo>
                  <a:lnTo>
                    <a:pt x="4662043" y="1156251"/>
                  </a:lnTo>
                  <a:lnTo>
                    <a:pt x="4663296" y="1157728"/>
                  </a:lnTo>
                  <a:lnTo>
                    <a:pt x="4664549" y="1159120"/>
                  </a:lnTo>
                  <a:lnTo>
                    <a:pt x="4665802" y="1160425"/>
                  </a:lnTo>
                  <a:lnTo>
                    <a:pt x="4667056" y="1161656"/>
                  </a:lnTo>
                  <a:lnTo>
                    <a:pt x="4668309" y="1162794"/>
                  </a:lnTo>
                  <a:lnTo>
                    <a:pt x="4669562" y="1163803"/>
                  </a:lnTo>
                  <a:lnTo>
                    <a:pt x="4670815" y="1164664"/>
                  </a:lnTo>
                  <a:lnTo>
                    <a:pt x="4672069" y="1165366"/>
                  </a:lnTo>
                  <a:lnTo>
                    <a:pt x="4673322" y="1165897"/>
                  </a:lnTo>
                  <a:lnTo>
                    <a:pt x="4674575" y="1166255"/>
                  </a:lnTo>
                  <a:lnTo>
                    <a:pt x="4675828" y="1166434"/>
                  </a:lnTo>
                  <a:lnTo>
                    <a:pt x="4677081" y="1166448"/>
                  </a:lnTo>
                  <a:lnTo>
                    <a:pt x="4678335" y="1166362"/>
                  </a:lnTo>
                  <a:lnTo>
                    <a:pt x="4679588" y="1166177"/>
                  </a:lnTo>
                  <a:lnTo>
                    <a:pt x="4680841" y="1165890"/>
                  </a:lnTo>
                  <a:lnTo>
                    <a:pt x="4682094" y="1165587"/>
                  </a:lnTo>
                  <a:lnTo>
                    <a:pt x="4683347" y="1165285"/>
                  </a:lnTo>
                  <a:lnTo>
                    <a:pt x="4684601" y="1164995"/>
                  </a:lnTo>
                  <a:lnTo>
                    <a:pt x="4685854" y="1164754"/>
                  </a:lnTo>
                  <a:lnTo>
                    <a:pt x="4687107" y="1164658"/>
                  </a:lnTo>
                  <a:lnTo>
                    <a:pt x="4688360" y="1164745"/>
                  </a:lnTo>
                  <a:lnTo>
                    <a:pt x="4689614" y="1165036"/>
                  </a:lnTo>
                  <a:lnTo>
                    <a:pt x="4690867" y="1165541"/>
                  </a:lnTo>
                  <a:lnTo>
                    <a:pt x="4692120" y="1166299"/>
                  </a:lnTo>
                  <a:lnTo>
                    <a:pt x="4693373" y="1167346"/>
                  </a:lnTo>
                  <a:lnTo>
                    <a:pt x="4694626" y="1168714"/>
                  </a:lnTo>
                  <a:lnTo>
                    <a:pt x="4695880" y="1170390"/>
                  </a:lnTo>
                  <a:lnTo>
                    <a:pt x="4697133" y="1172338"/>
                  </a:lnTo>
                  <a:lnTo>
                    <a:pt x="4698386" y="1174512"/>
                  </a:lnTo>
                  <a:lnTo>
                    <a:pt x="4699639" y="1176930"/>
                  </a:lnTo>
                  <a:lnTo>
                    <a:pt x="4700893" y="1179569"/>
                  </a:lnTo>
                  <a:lnTo>
                    <a:pt x="4702146" y="1182364"/>
                  </a:lnTo>
                  <a:lnTo>
                    <a:pt x="4703399" y="1185260"/>
                  </a:lnTo>
                  <a:lnTo>
                    <a:pt x="4704652" y="1188181"/>
                  </a:lnTo>
                  <a:lnTo>
                    <a:pt x="4705905" y="1191051"/>
                  </a:lnTo>
                  <a:lnTo>
                    <a:pt x="4707159" y="1193808"/>
                  </a:lnTo>
                  <a:lnTo>
                    <a:pt x="4708412" y="1196409"/>
                  </a:lnTo>
                  <a:lnTo>
                    <a:pt x="4709665" y="1198855"/>
                  </a:lnTo>
                  <a:lnTo>
                    <a:pt x="4710918" y="1201112"/>
                  </a:lnTo>
                  <a:lnTo>
                    <a:pt x="4712171" y="1203150"/>
                  </a:lnTo>
                  <a:lnTo>
                    <a:pt x="4713425" y="1204906"/>
                  </a:lnTo>
                  <a:lnTo>
                    <a:pt x="4714678" y="1206354"/>
                  </a:lnTo>
                  <a:lnTo>
                    <a:pt x="4715931" y="1207466"/>
                  </a:lnTo>
                  <a:lnTo>
                    <a:pt x="4717184" y="1208245"/>
                  </a:lnTo>
                  <a:lnTo>
                    <a:pt x="4718438" y="1208725"/>
                  </a:lnTo>
                  <a:lnTo>
                    <a:pt x="4719691" y="1208905"/>
                  </a:lnTo>
                  <a:lnTo>
                    <a:pt x="4720944" y="1208805"/>
                  </a:lnTo>
                  <a:lnTo>
                    <a:pt x="4722197" y="1208475"/>
                  </a:lnTo>
                  <a:lnTo>
                    <a:pt x="4723450" y="1207952"/>
                  </a:lnTo>
                  <a:lnTo>
                    <a:pt x="4724704" y="1207281"/>
                  </a:lnTo>
                  <a:lnTo>
                    <a:pt x="4725957" y="1206545"/>
                  </a:lnTo>
                  <a:lnTo>
                    <a:pt x="4727210" y="1205798"/>
                  </a:lnTo>
                  <a:lnTo>
                    <a:pt x="4728463" y="1205068"/>
                  </a:lnTo>
                  <a:lnTo>
                    <a:pt x="4729717" y="1204410"/>
                  </a:lnTo>
                  <a:lnTo>
                    <a:pt x="4730970" y="1203859"/>
                  </a:lnTo>
                  <a:lnTo>
                    <a:pt x="4732223" y="1203467"/>
                  </a:lnTo>
                  <a:lnTo>
                    <a:pt x="4733476" y="1203249"/>
                  </a:lnTo>
                  <a:lnTo>
                    <a:pt x="4734729" y="1203210"/>
                  </a:lnTo>
                  <a:lnTo>
                    <a:pt x="4735983" y="1203349"/>
                  </a:lnTo>
                  <a:lnTo>
                    <a:pt x="4737236" y="1203667"/>
                  </a:lnTo>
                  <a:lnTo>
                    <a:pt x="4738489" y="1204160"/>
                  </a:lnTo>
                  <a:lnTo>
                    <a:pt x="4739742" y="1204827"/>
                  </a:lnTo>
                  <a:lnTo>
                    <a:pt x="4740995" y="1205663"/>
                  </a:lnTo>
                  <a:lnTo>
                    <a:pt x="4742249" y="1206661"/>
                  </a:lnTo>
                  <a:lnTo>
                    <a:pt x="4743502" y="1207846"/>
                  </a:lnTo>
                  <a:lnTo>
                    <a:pt x="4744755" y="1209222"/>
                  </a:lnTo>
                  <a:lnTo>
                    <a:pt x="4746008" y="1210759"/>
                  </a:lnTo>
                  <a:lnTo>
                    <a:pt x="4747262" y="1212421"/>
                  </a:lnTo>
                  <a:lnTo>
                    <a:pt x="4748515" y="1214185"/>
                  </a:lnTo>
                  <a:lnTo>
                    <a:pt x="4749768" y="1215968"/>
                  </a:lnTo>
                  <a:lnTo>
                    <a:pt x="4751021" y="1217710"/>
                  </a:lnTo>
                  <a:lnTo>
                    <a:pt x="4752274" y="1219411"/>
                  </a:lnTo>
                  <a:lnTo>
                    <a:pt x="4753528" y="1221105"/>
                  </a:lnTo>
                  <a:lnTo>
                    <a:pt x="4754781" y="1222825"/>
                  </a:lnTo>
                  <a:lnTo>
                    <a:pt x="4756034" y="1224555"/>
                  </a:lnTo>
                  <a:lnTo>
                    <a:pt x="4757287" y="1226288"/>
                  </a:lnTo>
                  <a:lnTo>
                    <a:pt x="4758540" y="1228010"/>
                  </a:lnTo>
                  <a:lnTo>
                    <a:pt x="4759794" y="1229719"/>
                  </a:lnTo>
                  <a:lnTo>
                    <a:pt x="4761047" y="1231418"/>
                  </a:lnTo>
                  <a:lnTo>
                    <a:pt x="4762300" y="1233064"/>
                  </a:lnTo>
                  <a:lnTo>
                    <a:pt x="4763553" y="1234603"/>
                  </a:lnTo>
                  <a:lnTo>
                    <a:pt x="4764807" y="1236085"/>
                  </a:lnTo>
                  <a:lnTo>
                    <a:pt x="4766060" y="1237569"/>
                  </a:lnTo>
                  <a:lnTo>
                    <a:pt x="4767313" y="1239064"/>
                  </a:lnTo>
                  <a:lnTo>
                    <a:pt x="4768566" y="1240617"/>
                  </a:lnTo>
                  <a:lnTo>
                    <a:pt x="4769819" y="1242280"/>
                  </a:lnTo>
                  <a:lnTo>
                    <a:pt x="4771073" y="1244127"/>
                  </a:lnTo>
                  <a:lnTo>
                    <a:pt x="4772326" y="1246176"/>
                  </a:lnTo>
                  <a:lnTo>
                    <a:pt x="4773579" y="1248441"/>
                  </a:lnTo>
                  <a:lnTo>
                    <a:pt x="4774832" y="1250962"/>
                  </a:lnTo>
                  <a:lnTo>
                    <a:pt x="4776086" y="1253745"/>
                  </a:lnTo>
                  <a:lnTo>
                    <a:pt x="4777339" y="1256818"/>
                  </a:lnTo>
                  <a:lnTo>
                    <a:pt x="4778592" y="1260185"/>
                  </a:lnTo>
                  <a:lnTo>
                    <a:pt x="4779845" y="1263869"/>
                  </a:lnTo>
                  <a:lnTo>
                    <a:pt x="4781098" y="1267852"/>
                  </a:lnTo>
                  <a:lnTo>
                    <a:pt x="4782352" y="1272133"/>
                  </a:lnTo>
                  <a:lnTo>
                    <a:pt x="4783605" y="1276689"/>
                  </a:lnTo>
                  <a:lnTo>
                    <a:pt x="4784858" y="1281492"/>
                  </a:lnTo>
                  <a:lnTo>
                    <a:pt x="4786111" y="1286540"/>
                  </a:lnTo>
                  <a:lnTo>
                    <a:pt x="4787364" y="1291837"/>
                  </a:lnTo>
                  <a:lnTo>
                    <a:pt x="4788618" y="1297308"/>
                  </a:lnTo>
                  <a:lnTo>
                    <a:pt x="4789871" y="1302873"/>
                  </a:lnTo>
                  <a:lnTo>
                    <a:pt x="4791124" y="1308473"/>
                  </a:lnTo>
                  <a:lnTo>
                    <a:pt x="4792377" y="1314041"/>
                  </a:lnTo>
                  <a:lnTo>
                    <a:pt x="4793631" y="1319507"/>
                  </a:lnTo>
                  <a:lnTo>
                    <a:pt x="4794884" y="1324843"/>
                  </a:lnTo>
                  <a:lnTo>
                    <a:pt x="4796137" y="1330042"/>
                  </a:lnTo>
                  <a:lnTo>
                    <a:pt x="4797390" y="1335100"/>
                  </a:lnTo>
                  <a:lnTo>
                    <a:pt x="4798643" y="1340018"/>
                  </a:lnTo>
                  <a:lnTo>
                    <a:pt x="4799897" y="1344795"/>
                  </a:lnTo>
                  <a:lnTo>
                    <a:pt x="4801150" y="1349435"/>
                  </a:lnTo>
                  <a:lnTo>
                    <a:pt x="4802403" y="1353942"/>
                  </a:lnTo>
                  <a:lnTo>
                    <a:pt x="4803656" y="1358315"/>
                  </a:lnTo>
                  <a:lnTo>
                    <a:pt x="4804910" y="1362554"/>
                  </a:lnTo>
                  <a:lnTo>
                    <a:pt x="4806163" y="1366647"/>
                  </a:lnTo>
                  <a:lnTo>
                    <a:pt x="4807416" y="1370579"/>
                  </a:lnTo>
                  <a:lnTo>
                    <a:pt x="4808669" y="1374349"/>
                  </a:lnTo>
                  <a:lnTo>
                    <a:pt x="4809922" y="1377960"/>
                  </a:lnTo>
                  <a:lnTo>
                    <a:pt x="4811176" y="1381422"/>
                  </a:lnTo>
                  <a:lnTo>
                    <a:pt x="4812429" y="1384766"/>
                  </a:lnTo>
                  <a:lnTo>
                    <a:pt x="4813682" y="1388035"/>
                  </a:lnTo>
                  <a:lnTo>
                    <a:pt x="4814935" y="1391241"/>
                  </a:lnTo>
                  <a:lnTo>
                    <a:pt x="4816188" y="1394381"/>
                  </a:lnTo>
                  <a:lnTo>
                    <a:pt x="4817442" y="1397421"/>
                  </a:lnTo>
                  <a:lnTo>
                    <a:pt x="4818695" y="1400363"/>
                  </a:lnTo>
                  <a:lnTo>
                    <a:pt x="4819948" y="1403206"/>
                  </a:lnTo>
                  <a:lnTo>
                    <a:pt x="4821201" y="1405949"/>
                  </a:lnTo>
                  <a:lnTo>
                    <a:pt x="4822455" y="1408594"/>
                  </a:lnTo>
                  <a:lnTo>
                    <a:pt x="4823708" y="1411139"/>
                  </a:lnTo>
                  <a:lnTo>
                    <a:pt x="4824961" y="1413577"/>
                  </a:lnTo>
                  <a:lnTo>
                    <a:pt x="4826214" y="1415958"/>
                  </a:lnTo>
                  <a:lnTo>
                    <a:pt x="4827467" y="1418289"/>
                  </a:lnTo>
                  <a:lnTo>
                    <a:pt x="4828721" y="1420531"/>
                  </a:lnTo>
                  <a:lnTo>
                    <a:pt x="4829974" y="1422680"/>
                  </a:lnTo>
                  <a:lnTo>
                    <a:pt x="4831227" y="1424736"/>
                  </a:lnTo>
                  <a:lnTo>
                    <a:pt x="4832480" y="1426699"/>
                  </a:lnTo>
                  <a:lnTo>
                    <a:pt x="4833734" y="1428538"/>
                  </a:lnTo>
                  <a:lnTo>
                    <a:pt x="4834987" y="1430218"/>
                  </a:lnTo>
                  <a:lnTo>
                    <a:pt x="4836240" y="1431756"/>
                  </a:lnTo>
                  <a:lnTo>
                    <a:pt x="4837493" y="1433134"/>
                  </a:lnTo>
                  <a:lnTo>
                    <a:pt x="4838746" y="1434358"/>
                  </a:lnTo>
                  <a:lnTo>
                    <a:pt x="4840000" y="1435430"/>
                  </a:lnTo>
                  <a:lnTo>
                    <a:pt x="4841253" y="1436348"/>
                  </a:lnTo>
                  <a:lnTo>
                    <a:pt x="4842506" y="1437112"/>
                  </a:lnTo>
                  <a:lnTo>
                    <a:pt x="4843759" y="1437742"/>
                  </a:lnTo>
                  <a:lnTo>
                    <a:pt x="4845012" y="1438237"/>
                  </a:lnTo>
                  <a:lnTo>
                    <a:pt x="4846266" y="1438597"/>
                  </a:lnTo>
                  <a:lnTo>
                    <a:pt x="4847519" y="1438847"/>
                  </a:lnTo>
                  <a:lnTo>
                    <a:pt x="4848772" y="1438989"/>
                  </a:lnTo>
                  <a:lnTo>
                    <a:pt x="4850025" y="1439022"/>
                  </a:lnTo>
                  <a:lnTo>
                    <a:pt x="4851279" y="1438944"/>
                  </a:lnTo>
                  <a:lnTo>
                    <a:pt x="4852532" y="1438783"/>
                  </a:lnTo>
                  <a:lnTo>
                    <a:pt x="4853785" y="1438588"/>
                  </a:lnTo>
                  <a:lnTo>
                    <a:pt x="4855038" y="1438376"/>
                  </a:lnTo>
                  <a:lnTo>
                    <a:pt x="4856291" y="1438179"/>
                  </a:lnTo>
                  <a:lnTo>
                    <a:pt x="4857545" y="1437993"/>
                  </a:lnTo>
                  <a:lnTo>
                    <a:pt x="4858798" y="1437823"/>
                  </a:lnTo>
                  <a:lnTo>
                    <a:pt x="4860051" y="1437668"/>
                  </a:lnTo>
                  <a:lnTo>
                    <a:pt x="4861304" y="1437528"/>
                  </a:lnTo>
                  <a:lnTo>
                    <a:pt x="4862558" y="1437403"/>
                  </a:lnTo>
                  <a:lnTo>
                    <a:pt x="4863811" y="1437292"/>
                  </a:lnTo>
                  <a:lnTo>
                    <a:pt x="4865064" y="1437194"/>
                  </a:lnTo>
                  <a:lnTo>
                    <a:pt x="4866317" y="1437107"/>
                  </a:lnTo>
                  <a:lnTo>
                    <a:pt x="4867570" y="1437032"/>
                  </a:lnTo>
                  <a:lnTo>
                    <a:pt x="4868824" y="1436969"/>
                  </a:lnTo>
                  <a:lnTo>
                    <a:pt x="4870077" y="1436917"/>
                  </a:lnTo>
                  <a:lnTo>
                    <a:pt x="4871330" y="1436877"/>
                  </a:lnTo>
                  <a:lnTo>
                    <a:pt x="4872583" y="1436849"/>
                  </a:lnTo>
                  <a:lnTo>
                    <a:pt x="4873836" y="1436832"/>
                  </a:lnTo>
                  <a:lnTo>
                    <a:pt x="4875090" y="1436824"/>
                  </a:lnTo>
                  <a:lnTo>
                    <a:pt x="4876343" y="1436824"/>
                  </a:lnTo>
                  <a:lnTo>
                    <a:pt x="4877596" y="1436824"/>
                  </a:lnTo>
                  <a:lnTo>
                    <a:pt x="4878849" y="1436824"/>
                  </a:lnTo>
                  <a:lnTo>
                    <a:pt x="4880103" y="1436824"/>
                  </a:lnTo>
                  <a:lnTo>
                    <a:pt x="4881356" y="1436824"/>
                  </a:lnTo>
                  <a:lnTo>
                    <a:pt x="4882609" y="1436824"/>
                  </a:lnTo>
                  <a:lnTo>
                    <a:pt x="4883862" y="1436824"/>
                  </a:lnTo>
                  <a:lnTo>
                    <a:pt x="4885115" y="1436824"/>
                  </a:lnTo>
                  <a:lnTo>
                    <a:pt x="4886369" y="1436824"/>
                  </a:lnTo>
                  <a:lnTo>
                    <a:pt x="4887622" y="1436824"/>
                  </a:lnTo>
                  <a:lnTo>
                    <a:pt x="4888875" y="1436824"/>
                  </a:lnTo>
                  <a:lnTo>
                    <a:pt x="4890128" y="1436824"/>
                  </a:lnTo>
                  <a:lnTo>
                    <a:pt x="4891382" y="1436824"/>
                  </a:lnTo>
                  <a:lnTo>
                    <a:pt x="4892635" y="1436824"/>
                  </a:lnTo>
                  <a:lnTo>
                    <a:pt x="4893888" y="1436824"/>
                  </a:lnTo>
                  <a:lnTo>
                    <a:pt x="4895141" y="1436824"/>
                  </a:lnTo>
                  <a:lnTo>
                    <a:pt x="4896394" y="1436824"/>
                  </a:lnTo>
                  <a:lnTo>
                    <a:pt x="4897648" y="1436824"/>
                  </a:lnTo>
                  <a:lnTo>
                    <a:pt x="4898901" y="1436824"/>
                  </a:lnTo>
                  <a:lnTo>
                    <a:pt x="4900154" y="1436824"/>
                  </a:lnTo>
                  <a:lnTo>
                    <a:pt x="4901407" y="1436824"/>
                  </a:lnTo>
                  <a:lnTo>
                    <a:pt x="4902660" y="1436824"/>
                  </a:lnTo>
                  <a:lnTo>
                    <a:pt x="4903914" y="1436824"/>
                  </a:lnTo>
                  <a:lnTo>
                    <a:pt x="4905167" y="1436824"/>
                  </a:lnTo>
                  <a:lnTo>
                    <a:pt x="4906420" y="1436824"/>
                  </a:lnTo>
                  <a:lnTo>
                    <a:pt x="4907673" y="1436824"/>
                  </a:lnTo>
                  <a:lnTo>
                    <a:pt x="4908927" y="1436824"/>
                  </a:lnTo>
                  <a:lnTo>
                    <a:pt x="4910180" y="1436824"/>
                  </a:lnTo>
                  <a:lnTo>
                    <a:pt x="4911433" y="1436824"/>
                  </a:lnTo>
                  <a:lnTo>
                    <a:pt x="4912686" y="1436824"/>
                  </a:lnTo>
                  <a:lnTo>
                    <a:pt x="4913939" y="1436824"/>
                  </a:lnTo>
                  <a:lnTo>
                    <a:pt x="4915193" y="1436824"/>
                  </a:lnTo>
                  <a:lnTo>
                    <a:pt x="4916446" y="1436824"/>
                  </a:lnTo>
                  <a:lnTo>
                    <a:pt x="4917699" y="1436824"/>
                  </a:lnTo>
                  <a:lnTo>
                    <a:pt x="4918952" y="1436824"/>
                  </a:lnTo>
                  <a:lnTo>
                    <a:pt x="4920205" y="1436824"/>
                  </a:lnTo>
                  <a:lnTo>
                    <a:pt x="4921459" y="1436824"/>
                  </a:lnTo>
                  <a:lnTo>
                    <a:pt x="4922712" y="1436824"/>
                  </a:lnTo>
                  <a:lnTo>
                    <a:pt x="4923965" y="1436824"/>
                  </a:lnTo>
                  <a:lnTo>
                    <a:pt x="4925218" y="1436824"/>
                  </a:lnTo>
                  <a:lnTo>
                    <a:pt x="4926472" y="1436824"/>
                  </a:lnTo>
                  <a:lnTo>
                    <a:pt x="4927725" y="1436824"/>
                  </a:lnTo>
                  <a:lnTo>
                    <a:pt x="4928978" y="1436824"/>
                  </a:lnTo>
                  <a:lnTo>
                    <a:pt x="4930231" y="1436824"/>
                  </a:lnTo>
                  <a:lnTo>
                    <a:pt x="4931484" y="1436824"/>
                  </a:lnTo>
                  <a:lnTo>
                    <a:pt x="4932738" y="1436824"/>
                  </a:lnTo>
                  <a:lnTo>
                    <a:pt x="4933991" y="1436824"/>
                  </a:lnTo>
                  <a:lnTo>
                    <a:pt x="4935244" y="1436824"/>
                  </a:lnTo>
                  <a:lnTo>
                    <a:pt x="4936497" y="1436824"/>
                  </a:lnTo>
                  <a:lnTo>
                    <a:pt x="4937751" y="1436824"/>
                  </a:lnTo>
                  <a:lnTo>
                    <a:pt x="4939004" y="1436824"/>
                  </a:lnTo>
                  <a:lnTo>
                    <a:pt x="4940257" y="1436824"/>
                  </a:lnTo>
                  <a:lnTo>
                    <a:pt x="4941510" y="1436824"/>
                  </a:lnTo>
                  <a:lnTo>
                    <a:pt x="4942763" y="1436824"/>
                  </a:lnTo>
                  <a:lnTo>
                    <a:pt x="4944017" y="1436824"/>
                  </a:lnTo>
                  <a:lnTo>
                    <a:pt x="4945270" y="1436824"/>
                  </a:lnTo>
                  <a:lnTo>
                    <a:pt x="4946523" y="1436824"/>
                  </a:lnTo>
                  <a:lnTo>
                    <a:pt x="4947776" y="1436824"/>
                  </a:lnTo>
                  <a:lnTo>
                    <a:pt x="4949029" y="1436824"/>
                  </a:lnTo>
                  <a:lnTo>
                    <a:pt x="4950283" y="1436824"/>
                  </a:lnTo>
                  <a:lnTo>
                    <a:pt x="4951536" y="1436824"/>
                  </a:lnTo>
                  <a:lnTo>
                    <a:pt x="4952789" y="1436824"/>
                  </a:lnTo>
                  <a:lnTo>
                    <a:pt x="4954042" y="1436824"/>
                  </a:lnTo>
                  <a:lnTo>
                    <a:pt x="4955296" y="1436824"/>
                  </a:lnTo>
                  <a:lnTo>
                    <a:pt x="4956549" y="1436824"/>
                  </a:lnTo>
                  <a:lnTo>
                    <a:pt x="4957802" y="1436824"/>
                  </a:lnTo>
                  <a:lnTo>
                    <a:pt x="4959055" y="1436824"/>
                  </a:lnTo>
                  <a:lnTo>
                    <a:pt x="4960308" y="1436824"/>
                  </a:lnTo>
                  <a:lnTo>
                    <a:pt x="4961562" y="1436824"/>
                  </a:lnTo>
                  <a:lnTo>
                    <a:pt x="4962815" y="1436824"/>
                  </a:lnTo>
                  <a:lnTo>
                    <a:pt x="4964068" y="1436824"/>
                  </a:lnTo>
                  <a:lnTo>
                    <a:pt x="4965321" y="1436824"/>
                  </a:lnTo>
                  <a:lnTo>
                    <a:pt x="4966575" y="1436824"/>
                  </a:lnTo>
                  <a:lnTo>
                    <a:pt x="4967828" y="1436824"/>
                  </a:lnTo>
                  <a:lnTo>
                    <a:pt x="4969081" y="1436824"/>
                  </a:lnTo>
                  <a:lnTo>
                    <a:pt x="4970334" y="1436824"/>
                  </a:lnTo>
                  <a:lnTo>
                    <a:pt x="4971587" y="1436824"/>
                  </a:lnTo>
                  <a:lnTo>
                    <a:pt x="4972841" y="1436824"/>
                  </a:lnTo>
                  <a:lnTo>
                    <a:pt x="4974094" y="1436824"/>
                  </a:lnTo>
                  <a:lnTo>
                    <a:pt x="4975347" y="1436824"/>
                  </a:lnTo>
                  <a:lnTo>
                    <a:pt x="4976600" y="1436824"/>
                  </a:lnTo>
                  <a:lnTo>
                    <a:pt x="4977853" y="1436824"/>
                  </a:lnTo>
                  <a:lnTo>
                    <a:pt x="4979107" y="1436824"/>
                  </a:lnTo>
                  <a:lnTo>
                    <a:pt x="4980360" y="1436824"/>
                  </a:lnTo>
                  <a:lnTo>
                    <a:pt x="4981613" y="1436824"/>
                  </a:lnTo>
                  <a:lnTo>
                    <a:pt x="4982866" y="1436824"/>
                  </a:lnTo>
                  <a:lnTo>
                    <a:pt x="4984120" y="1436824"/>
                  </a:lnTo>
                  <a:lnTo>
                    <a:pt x="4985373" y="1436824"/>
                  </a:lnTo>
                  <a:lnTo>
                    <a:pt x="4986626" y="1436824"/>
                  </a:lnTo>
                  <a:lnTo>
                    <a:pt x="4987879" y="1436824"/>
                  </a:lnTo>
                  <a:lnTo>
                    <a:pt x="4989132" y="1436824"/>
                  </a:lnTo>
                  <a:lnTo>
                    <a:pt x="4990386" y="1436824"/>
                  </a:lnTo>
                  <a:lnTo>
                    <a:pt x="4991639" y="1436824"/>
                  </a:lnTo>
                  <a:lnTo>
                    <a:pt x="4992892" y="1436824"/>
                  </a:lnTo>
                  <a:lnTo>
                    <a:pt x="4994145" y="1436824"/>
                  </a:lnTo>
                  <a:lnTo>
                    <a:pt x="4995399" y="1436824"/>
                  </a:lnTo>
                  <a:lnTo>
                    <a:pt x="4996652" y="1436824"/>
                  </a:lnTo>
                  <a:lnTo>
                    <a:pt x="4997905" y="1436824"/>
                  </a:lnTo>
                  <a:lnTo>
                    <a:pt x="4999158" y="1436824"/>
                  </a:lnTo>
                  <a:lnTo>
                    <a:pt x="5000411" y="1436824"/>
                  </a:lnTo>
                  <a:lnTo>
                    <a:pt x="5001665" y="1436824"/>
                  </a:lnTo>
                  <a:lnTo>
                    <a:pt x="5002918" y="1436824"/>
                  </a:lnTo>
                  <a:lnTo>
                    <a:pt x="5004171" y="1436824"/>
                  </a:lnTo>
                  <a:lnTo>
                    <a:pt x="5005424" y="1436824"/>
                  </a:lnTo>
                  <a:lnTo>
                    <a:pt x="5006677" y="1436824"/>
                  </a:lnTo>
                  <a:lnTo>
                    <a:pt x="5007931" y="1436824"/>
                  </a:lnTo>
                  <a:lnTo>
                    <a:pt x="5009184" y="1436824"/>
                  </a:lnTo>
                  <a:lnTo>
                    <a:pt x="5010437" y="1436824"/>
                  </a:lnTo>
                  <a:lnTo>
                    <a:pt x="5011690" y="1436824"/>
                  </a:lnTo>
                  <a:lnTo>
                    <a:pt x="5012944" y="1436824"/>
                  </a:lnTo>
                  <a:lnTo>
                    <a:pt x="5014197" y="1436824"/>
                  </a:lnTo>
                  <a:lnTo>
                    <a:pt x="5015450" y="1436824"/>
                  </a:lnTo>
                  <a:lnTo>
                    <a:pt x="5016703" y="1436824"/>
                  </a:lnTo>
                  <a:lnTo>
                    <a:pt x="5017956" y="1436824"/>
                  </a:lnTo>
                  <a:lnTo>
                    <a:pt x="5019210" y="1436824"/>
                  </a:lnTo>
                  <a:lnTo>
                    <a:pt x="5020463" y="1436824"/>
                  </a:lnTo>
                  <a:lnTo>
                    <a:pt x="5021716" y="1436824"/>
                  </a:lnTo>
                  <a:lnTo>
                    <a:pt x="5022969" y="1436824"/>
                  </a:lnTo>
                  <a:lnTo>
                    <a:pt x="5024223" y="1436824"/>
                  </a:lnTo>
                  <a:lnTo>
                    <a:pt x="5025476" y="1436824"/>
                  </a:lnTo>
                  <a:lnTo>
                    <a:pt x="5026729" y="1436824"/>
                  </a:lnTo>
                  <a:lnTo>
                    <a:pt x="5027982" y="1436824"/>
                  </a:lnTo>
                  <a:lnTo>
                    <a:pt x="5029235" y="1436824"/>
                  </a:lnTo>
                  <a:lnTo>
                    <a:pt x="5030489" y="1436824"/>
                  </a:lnTo>
                  <a:lnTo>
                    <a:pt x="5031742" y="1436824"/>
                  </a:lnTo>
                  <a:lnTo>
                    <a:pt x="5032995" y="1436824"/>
                  </a:lnTo>
                  <a:lnTo>
                    <a:pt x="5034248" y="1436824"/>
                  </a:lnTo>
                  <a:lnTo>
                    <a:pt x="5035501" y="1436824"/>
                  </a:lnTo>
                  <a:lnTo>
                    <a:pt x="5036755" y="1436824"/>
                  </a:lnTo>
                  <a:lnTo>
                    <a:pt x="5038008" y="1436824"/>
                  </a:lnTo>
                  <a:lnTo>
                    <a:pt x="5039261" y="1436824"/>
                  </a:lnTo>
                  <a:lnTo>
                    <a:pt x="5040514" y="1436824"/>
                  </a:lnTo>
                  <a:lnTo>
                    <a:pt x="5041768" y="1436824"/>
                  </a:lnTo>
                  <a:lnTo>
                    <a:pt x="5043021" y="1436824"/>
                  </a:lnTo>
                  <a:lnTo>
                    <a:pt x="5044274" y="1436824"/>
                  </a:lnTo>
                  <a:lnTo>
                    <a:pt x="5045527" y="1436824"/>
                  </a:lnTo>
                  <a:lnTo>
                    <a:pt x="5046780" y="1436824"/>
                  </a:lnTo>
                  <a:lnTo>
                    <a:pt x="5048034" y="1436824"/>
                  </a:lnTo>
                  <a:lnTo>
                    <a:pt x="5049287" y="1436824"/>
                  </a:lnTo>
                  <a:lnTo>
                    <a:pt x="5050540" y="1436824"/>
                  </a:lnTo>
                  <a:lnTo>
                    <a:pt x="5051793" y="1436824"/>
                  </a:lnTo>
                  <a:lnTo>
                    <a:pt x="5053047" y="1436824"/>
                  </a:lnTo>
                  <a:lnTo>
                    <a:pt x="5054300" y="1436824"/>
                  </a:lnTo>
                  <a:lnTo>
                    <a:pt x="5055553" y="1436824"/>
                  </a:lnTo>
                  <a:lnTo>
                    <a:pt x="5056806" y="1436824"/>
                  </a:lnTo>
                  <a:lnTo>
                    <a:pt x="5058059" y="1436824"/>
                  </a:lnTo>
                  <a:lnTo>
                    <a:pt x="5059313" y="1436824"/>
                  </a:lnTo>
                  <a:lnTo>
                    <a:pt x="5060566" y="1436824"/>
                  </a:lnTo>
                  <a:lnTo>
                    <a:pt x="5061819" y="1436824"/>
                  </a:lnTo>
                  <a:lnTo>
                    <a:pt x="5063072" y="1436824"/>
                  </a:lnTo>
                  <a:lnTo>
                    <a:pt x="5064325" y="1436824"/>
                  </a:lnTo>
                  <a:lnTo>
                    <a:pt x="5065579" y="1436824"/>
                  </a:lnTo>
                  <a:lnTo>
                    <a:pt x="5066832" y="1436824"/>
                  </a:lnTo>
                  <a:lnTo>
                    <a:pt x="5068085" y="1436824"/>
                  </a:lnTo>
                  <a:lnTo>
                    <a:pt x="5069338" y="1436824"/>
                  </a:lnTo>
                  <a:lnTo>
                    <a:pt x="5070592" y="1436824"/>
                  </a:lnTo>
                  <a:lnTo>
                    <a:pt x="5071845" y="1436824"/>
                  </a:lnTo>
                  <a:lnTo>
                    <a:pt x="5073098" y="1436824"/>
                  </a:lnTo>
                  <a:lnTo>
                    <a:pt x="5074351" y="1436824"/>
                  </a:lnTo>
                  <a:lnTo>
                    <a:pt x="5075604" y="1436824"/>
                  </a:lnTo>
                  <a:lnTo>
                    <a:pt x="5076858" y="1436824"/>
                  </a:lnTo>
                  <a:lnTo>
                    <a:pt x="5078111" y="1436824"/>
                  </a:lnTo>
                  <a:lnTo>
                    <a:pt x="5079364" y="1436824"/>
                  </a:lnTo>
                  <a:lnTo>
                    <a:pt x="5080617" y="1436824"/>
                  </a:lnTo>
                  <a:lnTo>
                    <a:pt x="5081870" y="1436824"/>
                  </a:lnTo>
                  <a:lnTo>
                    <a:pt x="5083124" y="1436824"/>
                  </a:lnTo>
                  <a:lnTo>
                    <a:pt x="5084377" y="1436824"/>
                  </a:lnTo>
                  <a:lnTo>
                    <a:pt x="5085630" y="1436824"/>
                  </a:lnTo>
                  <a:lnTo>
                    <a:pt x="5086883" y="1436824"/>
                  </a:lnTo>
                  <a:lnTo>
                    <a:pt x="5088137" y="1436824"/>
                  </a:lnTo>
                  <a:lnTo>
                    <a:pt x="5089390" y="1436824"/>
                  </a:lnTo>
                  <a:lnTo>
                    <a:pt x="5090643" y="1436824"/>
                  </a:lnTo>
                  <a:lnTo>
                    <a:pt x="5091896" y="1436824"/>
                  </a:lnTo>
                  <a:lnTo>
                    <a:pt x="5093149" y="1436824"/>
                  </a:lnTo>
                  <a:lnTo>
                    <a:pt x="5094403" y="1436824"/>
                  </a:lnTo>
                  <a:lnTo>
                    <a:pt x="5095656" y="1436824"/>
                  </a:lnTo>
                  <a:lnTo>
                    <a:pt x="5096909" y="1436824"/>
                  </a:lnTo>
                  <a:lnTo>
                    <a:pt x="5098162" y="1436824"/>
                  </a:lnTo>
                  <a:lnTo>
                    <a:pt x="5099416" y="1436824"/>
                  </a:lnTo>
                  <a:lnTo>
                    <a:pt x="5100669" y="1436824"/>
                  </a:lnTo>
                  <a:lnTo>
                    <a:pt x="5101922" y="1436824"/>
                  </a:lnTo>
                  <a:lnTo>
                    <a:pt x="5103175" y="1436824"/>
                  </a:lnTo>
                  <a:lnTo>
                    <a:pt x="5104428" y="1436824"/>
                  </a:lnTo>
                  <a:lnTo>
                    <a:pt x="5105682" y="1436824"/>
                  </a:lnTo>
                  <a:lnTo>
                    <a:pt x="5106935" y="1436824"/>
                  </a:lnTo>
                  <a:lnTo>
                    <a:pt x="5108188" y="1436824"/>
                  </a:lnTo>
                  <a:lnTo>
                    <a:pt x="5109441" y="1436824"/>
                  </a:lnTo>
                  <a:lnTo>
                    <a:pt x="5110694" y="1436824"/>
                  </a:lnTo>
                  <a:lnTo>
                    <a:pt x="5111948" y="1436824"/>
                  </a:lnTo>
                  <a:lnTo>
                    <a:pt x="5113201" y="1436824"/>
                  </a:lnTo>
                  <a:lnTo>
                    <a:pt x="5114454" y="1436824"/>
                  </a:lnTo>
                  <a:lnTo>
                    <a:pt x="5115707" y="1436824"/>
                  </a:lnTo>
                  <a:lnTo>
                    <a:pt x="5116961" y="1436824"/>
                  </a:lnTo>
                  <a:lnTo>
                    <a:pt x="5118214" y="1436824"/>
                  </a:lnTo>
                  <a:lnTo>
                    <a:pt x="5119467" y="1436824"/>
                  </a:lnTo>
                  <a:lnTo>
                    <a:pt x="5120720" y="1436824"/>
                  </a:lnTo>
                  <a:lnTo>
                    <a:pt x="5121973" y="1436824"/>
                  </a:lnTo>
                  <a:lnTo>
                    <a:pt x="5123227" y="1436824"/>
                  </a:lnTo>
                  <a:lnTo>
                    <a:pt x="5124480" y="1436824"/>
                  </a:lnTo>
                  <a:lnTo>
                    <a:pt x="5125733" y="1436824"/>
                  </a:lnTo>
                  <a:lnTo>
                    <a:pt x="5126986" y="1436824"/>
                  </a:lnTo>
                  <a:lnTo>
                    <a:pt x="5128240" y="1436824"/>
                  </a:lnTo>
                  <a:lnTo>
                    <a:pt x="5129493" y="1436824"/>
                  </a:lnTo>
                  <a:lnTo>
                    <a:pt x="5130746" y="1436824"/>
                  </a:lnTo>
                  <a:lnTo>
                    <a:pt x="5131999" y="1436824"/>
                  </a:lnTo>
                  <a:lnTo>
                    <a:pt x="5133252" y="1436824"/>
                  </a:lnTo>
                  <a:lnTo>
                    <a:pt x="5134506" y="1436824"/>
                  </a:lnTo>
                  <a:lnTo>
                    <a:pt x="5135759" y="1436824"/>
                  </a:lnTo>
                  <a:lnTo>
                    <a:pt x="5137012" y="1436824"/>
                  </a:lnTo>
                  <a:lnTo>
                    <a:pt x="5138265" y="1436824"/>
                  </a:lnTo>
                  <a:lnTo>
                    <a:pt x="5139518" y="1436824"/>
                  </a:lnTo>
                  <a:lnTo>
                    <a:pt x="5140772" y="1436824"/>
                  </a:lnTo>
                  <a:lnTo>
                    <a:pt x="5142025" y="1436824"/>
                  </a:lnTo>
                  <a:lnTo>
                    <a:pt x="5143278" y="1436824"/>
                  </a:lnTo>
                  <a:lnTo>
                    <a:pt x="5144531" y="1436824"/>
                  </a:lnTo>
                  <a:lnTo>
                    <a:pt x="5145785" y="1436824"/>
                  </a:lnTo>
                  <a:lnTo>
                    <a:pt x="5147038" y="1436824"/>
                  </a:lnTo>
                  <a:lnTo>
                    <a:pt x="5148291" y="1436824"/>
                  </a:lnTo>
                  <a:lnTo>
                    <a:pt x="5149544" y="1436824"/>
                  </a:lnTo>
                  <a:lnTo>
                    <a:pt x="5150797" y="1436824"/>
                  </a:lnTo>
                  <a:lnTo>
                    <a:pt x="5152051" y="1436824"/>
                  </a:lnTo>
                  <a:lnTo>
                    <a:pt x="5153304" y="1436824"/>
                  </a:lnTo>
                  <a:lnTo>
                    <a:pt x="5154557" y="1436824"/>
                  </a:lnTo>
                  <a:lnTo>
                    <a:pt x="5155810" y="1436824"/>
                  </a:lnTo>
                  <a:lnTo>
                    <a:pt x="5157064" y="1436824"/>
                  </a:lnTo>
                  <a:lnTo>
                    <a:pt x="5158317" y="1436824"/>
                  </a:lnTo>
                  <a:lnTo>
                    <a:pt x="5159570" y="1436824"/>
                  </a:lnTo>
                  <a:lnTo>
                    <a:pt x="5160823" y="1436824"/>
                  </a:lnTo>
                  <a:lnTo>
                    <a:pt x="5162076" y="1436824"/>
                  </a:lnTo>
                  <a:lnTo>
                    <a:pt x="5163330" y="1436824"/>
                  </a:lnTo>
                  <a:lnTo>
                    <a:pt x="5164583" y="1436824"/>
                  </a:lnTo>
                  <a:lnTo>
                    <a:pt x="5165836" y="1436824"/>
                  </a:lnTo>
                  <a:lnTo>
                    <a:pt x="5167089" y="1436824"/>
                  </a:lnTo>
                  <a:lnTo>
                    <a:pt x="5168342" y="1436824"/>
                  </a:lnTo>
                  <a:lnTo>
                    <a:pt x="5169596" y="1436824"/>
                  </a:lnTo>
                  <a:lnTo>
                    <a:pt x="5170849" y="1436824"/>
                  </a:lnTo>
                  <a:lnTo>
                    <a:pt x="5172102" y="1436824"/>
                  </a:lnTo>
                  <a:lnTo>
                    <a:pt x="5173355" y="1436824"/>
                  </a:lnTo>
                  <a:lnTo>
                    <a:pt x="5174609" y="1436824"/>
                  </a:lnTo>
                  <a:lnTo>
                    <a:pt x="5175862" y="1436824"/>
                  </a:lnTo>
                  <a:lnTo>
                    <a:pt x="5177115" y="1436824"/>
                  </a:lnTo>
                  <a:lnTo>
                    <a:pt x="5178368" y="1436824"/>
                  </a:lnTo>
                  <a:lnTo>
                    <a:pt x="5179621" y="1436824"/>
                  </a:lnTo>
                  <a:lnTo>
                    <a:pt x="5180875" y="1436824"/>
                  </a:lnTo>
                  <a:lnTo>
                    <a:pt x="5182128" y="1436824"/>
                  </a:lnTo>
                  <a:lnTo>
                    <a:pt x="5183381" y="1436824"/>
                  </a:lnTo>
                  <a:lnTo>
                    <a:pt x="5184634" y="1436824"/>
                  </a:lnTo>
                  <a:lnTo>
                    <a:pt x="5185888" y="1436824"/>
                  </a:lnTo>
                  <a:lnTo>
                    <a:pt x="5187141" y="1436824"/>
                  </a:lnTo>
                  <a:lnTo>
                    <a:pt x="5188394" y="1436824"/>
                  </a:lnTo>
                  <a:lnTo>
                    <a:pt x="5189647" y="1436824"/>
                  </a:lnTo>
                  <a:lnTo>
                    <a:pt x="5190900" y="1436824"/>
                  </a:lnTo>
                  <a:lnTo>
                    <a:pt x="5192154" y="1436824"/>
                  </a:lnTo>
                  <a:lnTo>
                    <a:pt x="5193407" y="1436824"/>
                  </a:lnTo>
                  <a:lnTo>
                    <a:pt x="5194660" y="1436824"/>
                  </a:lnTo>
                  <a:lnTo>
                    <a:pt x="5195913" y="1436824"/>
                  </a:lnTo>
                  <a:lnTo>
                    <a:pt x="5197166" y="1436824"/>
                  </a:lnTo>
                  <a:lnTo>
                    <a:pt x="5198420" y="1436824"/>
                  </a:lnTo>
                  <a:lnTo>
                    <a:pt x="5199673" y="1436824"/>
                  </a:lnTo>
                  <a:lnTo>
                    <a:pt x="5200926" y="1436824"/>
                  </a:lnTo>
                  <a:lnTo>
                    <a:pt x="5202179" y="1436824"/>
                  </a:lnTo>
                  <a:lnTo>
                    <a:pt x="5203433" y="1436824"/>
                  </a:lnTo>
                  <a:lnTo>
                    <a:pt x="5204686" y="1436824"/>
                  </a:lnTo>
                  <a:lnTo>
                    <a:pt x="5205939" y="1436824"/>
                  </a:lnTo>
                  <a:lnTo>
                    <a:pt x="5207192" y="1436824"/>
                  </a:lnTo>
                  <a:lnTo>
                    <a:pt x="5208445" y="1436824"/>
                  </a:lnTo>
                  <a:lnTo>
                    <a:pt x="5209699" y="1436824"/>
                  </a:lnTo>
                  <a:lnTo>
                    <a:pt x="5210952" y="1436824"/>
                  </a:lnTo>
                  <a:lnTo>
                    <a:pt x="5212205" y="1436824"/>
                  </a:lnTo>
                  <a:lnTo>
                    <a:pt x="5213458" y="1436824"/>
                  </a:lnTo>
                  <a:lnTo>
                    <a:pt x="5214712" y="1436824"/>
                  </a:lnTo>
                  <a:lnTo>
                    <a:pt x="5215965" y="1436824"/>
                  </a:lnTo>
                  <a:lnTo>
                    <a:pt x="5217218" y="1436824"/>
                  </a:lnTo>
                  <a:lnTo>
                    <a:pt x="5218471" y="1436824"/>
                  </a:lnTo>
                  <a:lnTo>
                    <a:pt x="5219724" y="1436824"/>
                  </a:lnTo>
                  <a:lnTo>
                    <a:pt x="5220978" y="1436824"/>
                  </a:lnTo>
                  <a:lnTo>
                    <a:pt x="5222231" y="1436824"/>
                  </a:lnTo>
                  <a:lnTo>
                    <a:pt x="5223484" y="1436824"/>
                  </a:lnTo>
                  <a:lnTo>
                    <a:pt x="5224737" y="1436824"/>
                  </a:lnTo>
                  <a:lnTo>
                    <a:pt x="5225990" y="1436824"/>
                  </a:lnTo>
                  <a:lnTo>
                    <a:pt x="5227244" y="1436824"/>
                  </a:lnTo>
                  <a:lnTo>
                    <a:pt x="5228497" y="1436824"/>
                  </a:lnTo>
                  <a:lnTo>
                    <a:pt x="5229750" y="1436824"/>
                  </a:lnTo>
                  <a:lnTo>
                    <a:pt x="5231003" y="1436824"/>
                  </a:lnTo>
                  <a:lnTo>
                    <a:pt x="5232257" y="1436824"/>
                  </a:lnTo>
                  <a:lnTo>
                    <a:pt x="5233510" y="1436824"/>
                  </a:lnTo>
                  <a:lnTo>
                    <a:pt x="5234763" y="1436824"/>
                  </a:lnTo>
                  <a:lnTo>
                    <a:pt x="5236016" y="1436824"/>
                  </a:lnTo>
                  <a:lnTo>
                    <a:pt x="5237269" y="1436824"/>
                  </a:lnTo>
                  <a:lnTo>
                    <a:pt x="5238523" y="1436824"/>
                  </a:lnTo>
                  <a:lnTo>
                    <a:pt x="5239776" y="1436824"/>
                  </a:lnTo>
                  <a:lnTo>
                    <a:pt x="5241029" y="1436824"/>
                  </a:lnTo>
                  <a:lnTo>
                    <a:pt x="5242282" y="1436824"/>
                  </a:lnTo>
                  <a:lnTo>
                    <a:pt x="5243535" y="1436824"/>
                  </a:lnTo>
                  <a:lnTo>
                    <a:pt x="5244789" y="1436824"/>
                  </a:lnTo>
                  <a:lnTo>
                    <a:pt x="5246042" y="1436824"/>
                  </a:lnTo>
                  <a:lnTo>
                    <a:pt x="5247295" y="1436824"/>
                  </a:lnTo>
                  <a:lnTo>
                    <a:pt x="5248548" y="1436824"/>
                  </a:lnTo>
                  <a:lnTo>
                    <a:pt x="5249802" y="1436824"/>
                  </a:lnTo>
                  <a:lnTo>
                    <a:pt x="5251055" y="1436824"/>
                  </a:lnTo>
                  <a:lnTo>
                    <a:pt x="5252308" y="1436824"/>
                  </a:lnTo>
                  <a:lnTo>
                    <a:pt x="5253561" y="1436824"/>
                  </a:lnTo>
                  <a:lnTo>
                    <a:pt x="5254814" y="1436824"/>
                  </a:lnTo>
                  <a:lnTo>
                    <a:pt x="5256068" y="1436824"/>
                  </a:lnTo>
                  <a:lnTo>
                    <a:pt x="5257321" y="1436824"/>
                  </a:lnTo>
                  <a:lnTo>
                    <a:pt x="5258574" y="1436824"/>
                  </a:lnTo>
                  <a:lnTo>
                    <a:pt x="5259827" y="1436824"/>
                  </a:lnTo>
                  <a:lnTo>
                    <a:pt x="5261081" y="1436824"/>
                  </a:lnTo>
                  <a:lnTo>
                    <a:pt x="5262334" y="1436824"/>
                  </a:lnTo>
                  <a:lnTo>
                    <a:pt x="5263587" y="1436824"/>
                  </a:lnTo>
                  <a:lnTo>
                    <a:pt x="5264840" y="1436824"/>
                  </a:lnTo>
                  <a:lnTo>
                    <a:pt x="5266093" y="1436824"/>
                  </a:lnTo>
                  <a:lnTo>
                    <a:pt x="5267347" y="1436824"/>
                  </a:lnTo>
                  <a:lnTo>
                    <a:pt x="5268600" y="1436824"/>
                  </a:lnTo>
                  <a:lnTo>
                    <a:pt x="5269853" y="1436824"/>
                  </a:lnTo>
                  <a:lnTo>
                    <a:pt x="5271106" y="1436824"/>
                  </a:lnTo>
                  <a:lnTo>
                    <a:pt x="5272359" y="1436824"/>
                  </a:lnTo>
                  <a:lnTo>
                    <a:pt x="5273613" y="1436824"/>
                  </a:lnTo>
                  <a:lnTo>
                    <a:pt x="5274866" y="1436824"/>
                  </a:lnTo>
                  <a:lnTo>
                    <a:pt x="5276119" y="1436824"/>
                  </a:lnTo>
                  <a:lnTo>
                    <a:pt x="5277372" y="1436824"/>
                  </a:lnTo>
                  <a:lnTo>
                    <a:pt x="5278626" y="1436824"/>
                  </a:lnTo>
                  <a:lnTo>
                    <a:pt x="5279879" y="1436824"/>
                  </a:lnTo>
                  <a:lnTo>
                    <a:pt x="5281132" y="1436824"/>
                  </a:lnTo>
                  <a:lnTo>
                    <a:pt x="5282385" y="1436824"/>
                  </a:lnTo>
                  <a:lnTo>
                    <a:pt x="5283638" y="1436824"/>
                  </a:lnTo>
                  <a:lnTo>
                    <a:pt x="5284892" y="1436824"/>
                  </a:lnTo>
                  <a:lnTo>
                    <a:pt x="5286145" y="1436824"/>
                  </a:lnTo>
                  <a:lnTo>
                    <a:pt x="5287398" y="1436824"/>
                  </a:lnTo>
                  <a:lnTo>
                    <a:pt x="5288651" y="1436824"/>
                  </a:lnTo>
                  <a:lnTo>
                    <a:pt x="5289905" y="1436824"/>
                  </a:lnTo>
                  <a:lnTo>
                    <a:pt x="5291158" y="1436824"/>
                  </a:lnTo>
                  <a:lnTo>
                    <a:pt x="5292411" y="1436824"/>
                  </a:lnTo>
                  <a:lnTo>
                    <a:pt x="5293664" y="1436824"/>
                  </a:lnTo>
                  <a:lnTo>
                    <a:pt x="5294917" y="1436824"/>
                  </a:lnTo>
                  <a:lnTo>
                    <a:pt x="5296171" y="1436824"/>
                  </a:lnTo>
                  <a:lnTo>
                    <a:pt x="5297424" y="1436824"/>
                  </a:lnTo>
                  <a:lnTo>
                    <a:pt x="5298677" y="1436824"/>
                  </a:lnTo>
                  <a:lnTo>
                    <a:pt x="5299930" y="1436824"/>
                  </a:lnTo>
                  <a:lnTo>
                    <a:pt x="5301183" y="1436824"/>
                  </a:lnTo>
                  <a:lnTo>
                    <a:pt x="5302437" y="1436824"/>
                  </a:lnTo>
                  <a:lnTo>
                    <a:pt x="5303690" y="1436824"/>
                  </a:lnTo>
                  <a:lnTo>
                    <a:pt x="5304943" y="1436824"/>
                  </a:lnTo>
                  <a:lnTo>
                    <a:pt x="5306196" y="1436824"/>
                  </a:lnTo>
                  <a:lnTo>
                    <a:pt x="5307450" y="1436824"/>
                  </a:lnTo>
                  <a:lnTo>
                    <a:pt x="5308703" y="1436824"/>
                  </a:lnTo>
                  <a:lnTo>
                    <a:pt x="5309956" y="1436824"/>
                  </a:lnTo>
                  <a:lnTo>
                    <a:pt x="5311209" y="1436824"/>
                  </a:lnTo>
                  <a:lnTo>
                    <a:pt x="5312462" y="1436824"/>
                  </a:lnTo>
                  <a:lnTo>
                    <a:pt x="5313716" y="1436824"/>
                  </a:lnTo>
                  <a:lnTo>
                    <a:pt x="5314969" y="1436824"/>
                  </a:lnTo>
                  <a:lnTo>
                    <a:pt x="5316222" y="1436824"/>
                  </a:lnTo>
                  <a:lnTo>
                    <a:pt x="5317475" y="1436824"/>
                  </a:lnTo>
                  <a:lnTo>
                    <a:pt x="5318729" y="1436824"/>
                  </a:lnTo>
                  <a:lnTo>
                    <a:pt x="5319982" y="1436824"/>
                  </a:lnTo>
                  <a:lnTo>
                    <a:pt x="5321235" y="1436824"/>
                  </a:lnTo>
                  <a:lnTo>
                    <a:pt x="5322488" y="1436824"/>
                  </a:lnTo>
                  <a:lnTo>
                    <a:pt x="5323741" y="1436824"/>
                  </a:lnTo>
                  <a:lnTo>
                    <a:pt x="5324995" y="1436824"/>
                  </a:lnTo>
                  <a:lnTo>
                    <a:pt x="5326248" y="1436824"/>
                  </a:lnTo>
                  <a:lnTo>
                    <a:pt x="5327501" y="1436824"/>
                  </a:lnTo>
                  <a:lnTo>
                    <a:pt x="5328754" y="1436824"/>
                  </a:lnTo>
                  <a:lnTo>
                    <a:pt x="5330007" y="1436824"/>
                  </a:lnTo>
                  <a:lnTo>
                    <a:pt x="5331261" y="1436824"/>
                  </a:lnTo>
                  <a:lnTo>
                    <a:pt x="5332514" y="1436824"/>
                  </a:lnTo>
                  <a:lnTo>
                    <a:pt x="5333767" y="1436824"/>
                  </a:lnTo>
                  <a:lnTo>
                    <a:pt x="5335020" y="1436824"/>
                  </a:lnTo>
                  <a:lnTo>
                    <a:pt x="5336274" y="1436824"/>
                  </a:lnTo>
                  <a:lnTo>
                    <a:pt x="5337527" y="1436824"/>
                  </a:lnTo>
                  <a:lnTo>
                    <a:pt x="5338780" y="1436824"/>
                  </a:lnTo>
                  <a:lnTo>
                    <a:pt x="5340033" y="1436824"/>
                  </a:lnTo>
                  <a:lnTo>
                    <a:pt x="5341286" y="1436824"/>
                  </a:lnTo>
                  <a:lnTo>
                    <a:pt x="5342540" y="1436824"/>
                  </a:lnTo>
                  <a:lnTo>
                    <a:pt x="5343793" y="1436824"/>
                  </a:lnTo>
                  <a:lnTo>
                    <a:pt x="5345046" y="1436824"/>
                  </a:lnTo>
                  <a:lnTo>
                    <a:pt x="5346299" y="1436824"/>
                  </a:lnTo>
                  <a:lnTo>
                    <a:pt x="5347553" y="1436824"/>
                  </a:lnTo>
                  <a:lnTo>
                    <a:pt x="5348806" y="1436824"/>
                  </a:lnTo>
                  <a:lnTo>
                    <a:pt x="5350059" y="1436824"/>
                  </a:lnTo>
                  <a:lnTo>
                    <a:pt x="5351312" y="1436824"/>
                  </a:lnTo>
                  <a:lnTo>
                    <a:pt x="5352565" y="1436824"/>
                  </a:lnTo>
                  <a:lnTo>
                    <a:pt x="5353819" y="1436824"/>
                  </a:lnTo>
                  <a:lnTo>
                    <a:pt x="5355072" y="1436824"/>
                  </a:lnTo>
                  <a:lnTo>
                    <a:pt x="5356325" y="1436824"/>
                  </a:lnTo>
                  <a:lnTo>
                    <a:pt x="5357578" y="1436824"/>
                  </a:lnTo>
                  <a:lnTo>
                    <a:pt x="5358831" y="1436824"/>
                  </a:lnTo>
                  <a:lnTo>
                    <a:pt x="5360085" y="1436824"/>
                  </a:lnTo>
                  <a:lnTo>
                    <a:pt x="5361338" y="1436824"/>
                  </a:lnTo>
                  <a:lnTo>
                    <a:pt x="5362591" y="1436824"/>
                  </a:lnTo>
                  <a:lnTo>
                    <a:pt x="5363844" y="1436824"/>
                  </a:lnTo>
                  <a:lnTo>
                    <a:pt x="5365098" y="1436824"/>
                  </a:lnTo>
                  <a:lnTo>
                    <a:pt x="5366351" y="1436824"/>
                  </a:lnTo>
                  <a:lnTo>
                    <a:pt x="5367604" y="1436824"/>
                  </a:lnTo>
                  <a:lnTo>
                    <a:pt x="5368857" y="1436824"/>
                  </a:lnTo>
                  <a:lnTo>
                    <a:pt x="5370110" y="1436824"/>
                  </a:lnTo>
                  <a:lnTo>
                    <a:pt x="5371364" y="1436824"/>
                  </a:lnTo>
                  <a:lnTo>
                    <a:pt x="5372617" y="1436824"/>
                  </a:lnTo>
                  <a:lnTo>
                    <a:pt x="5373870" y="1436824"/>
                  </a:lnTo>
                  <a:lnTo>
                    <a:pt x="5375123" y="1436824"/>
                  </a:lnTo>
                  <a:lnTo>
                    <a:pt x="5376377" y="1436824"/>
                  </a:lnTo>
                  <a:lnTo>
                    <a:pt x="5377630" y="1436824"/>
                  </a:lnTo>
                  <a:lnTo>
                    <a:pt x="5378883" y="1436824"/>
                  </a:lnTo>
                  <a:lnTo>
                    <a:pt x="5380136" y="1436824"/>
                  </a:lnTo>
                  <a:lnTo>
                    <a:pt x="5381389" y="1436824"/>
                  </a:lnTo>
                  <a:lnTo>
                    <a:pt x="5382643" y="1436824"/>
                  </a:lnTo>
                  <a:lnTo>
                    <a:pt x="5383896" y="1436824"/>
                  </a:lnTo>
                  <a:lnTo>
                    <a:pt x="5385149" y="1436824"/>
                  </a:lnTo>
                  <a:lnTo>
                    <a:pt x="5386402" y="1436824"/>
                  </a:lnTo>
                  <a:lnTo>
                    <a:pt x="5387655" y="1436824"/>
                  </a:lnTo>
                  <a:lnTo>
                    <a:pt x="5388909" y="1436824"/>
                  </a:lnTo>
                  <a:lnTo>
                    <a:pt x="5390162" y="1436824"/>
                  </a:lnTo>
                  <a:lnTo>
                    <a:pt x="5391415" y="1436824"/>
                  </a:lnTo>
                  <a:lnTo>
                    <a:pt x="5392668" y="1436824"/>
                  </a:lnTo>
                  <a:lnTo>
                    <a:pt x="5393922" y="1436824"/>
                  </a:lnTo>
                  <a:lnTo>
                    <a:pt x="5395175" y="1436824"/>
                  </a:lnTo>
                  <a:lnTo>
                    <a:pt x="5396428" y="1436824"/>
                  </a:lnTo>
                  <a:lnTo>
                    <a:pt x="5397681" y="1436824"/>
                  </a:lnTo>
                  <a:lnTo>
                    <a:pt x="5398934" y="1436824"/>
                  </a:lnTo>
                  <a:lnTo>
                    <a:pt x="5400188" y="1436824"/>
                  </a:lnTo>
                  <a:lnTo>
                    <a:pt x="5401441" y="1436824"/>
                  </a:lnTo>
                  <a:lnTo>
                    <a:pt x="5402694" y="1436824"/>
                  </a:lnTo>
                  <a:lnTo>
                    <a:pt x="5403947" y="1436824"/>
                  </a:lnTo>
                  <a:lnTo>
                    <a:pt x="5405200" y="1436824"/>
                  </a:lnTo>
                  <a:lnTo>
                    <a:pt x="5406454" y="1436824"/>
                  </a:lnTo>
                  <a:lnTo>
                    <a:pt x="5407707" y="1436824"/>
                  </a:lnTo>
                  <a:lnTo>
                    <a:pt x="5408960" y="1436824"/>
                  </a:lnTo>
                  <a:lnTo>
                    <a:pt x="5410213" y="1436824"/>
                  </a:lnTo>
                  <a:lnTo>
                    <a:pt x="5411467" y="1436824"/>
                  </a:lnTo>
                  <a:lnTo>
                    <a:pt x="5412720" y="1436824"/>
                  </a:lnTo>
                  <a:lnTo>
                    <a:pt x="5413973" y="1436824"/>
                  </a:lnTo>
                  <a:lnTo>
                    <a:pt x="5415226" y="1436824"/>
                  </a:lnTo>
                  <a:lnTo>
                    <a:pt x="5416479" y="1436824"/>
                  </a:lnTo>
                  <a:lnTo>
                    <a:pt x="5417733" y="1436824"/>
                  </a:lnTo>
                  <a:lnTo>
                    <a:pt x="5418986" y="1436824"/>
                  </a:lnTo>
                  <a:lnTo>
                    <a:pt x="5420239" y="1436824"/>
                  </a:lnTo>
                  <a:lnTo>
                    <a:pt x="5421492" y="1436824"/>
                  </a:lnTo>
                  <a:lnTo>
                    <a:pt x="5422746" y="1436824"/>
                  </a:lnTo>
                  <a:lnTo>
                    <a:pt x="5423999" y="1436824"/>
                  </a:lnTo>
                  <a:lnTo>
                    <a:pt x="5425252" y="1436824"/>
                  </a:lnTo>
                  <a:lnTo>
                    <a:pt x="5426505" y="1436824"/>
                  </a:lnTo>
                  <a:lnTo>
                    <a:pt x="5427758" y="1436824"/>
                  </a:lnTo>
                  <a:lnTo>
                    <a:pt x="5429012" y="1436824"/>
                  </a:lnTo>
                  <a:lnTo>
                    <a:pt x="5430265" y="1436824"/>
                  </a:lnTo>
                  <a:lnTo>
                    <a:pt x="5431518" y="1436824"/>
                  </a:lnTo>
                  <a:lnTo>
                    <a:pt x="5432771" y="1436824"/>
                  </a:lnTo>
                  <a:lnTo>
                    <a:pt x="5434024" y="1436824"/>
                  </a:lnTo>
                  <a:lnTo>
                    <a:pt x="5435278" y="1436824"/>
                  </a:lnTo>
                  <a:lnTo>
                    <a:pt x="5436531" y="1436824"/>
                  </a:lnTo>
                  <a:lnTo>
                    <a:pt x="5437784" y="1436824"/>
                  </a:lnTo>
                  <a:lnTo>
                    <a:pt x="5439037" y="1436824"/>
                  </a:lnTo>
                  <a:lnTo>
                    <a:pt x="5440291" y="1436824"/>
                  </a:lnTo>
                  <a:lnTo>
                    <a:pt x="5441544" y="1436824"/>
                  </a:lnTo>
                  <a:lnTo>
                    <a:pt x="5442797" y="1436824"/>
                  </a:lnTo>
                  <a:lnTo>
                    <a:pt x="5444050" y="1436824"/>
                  </a:lnTo>
                  <a:lnTo>
                    <a:pt x="5445303" y="1436824"/>
                  </a:lnTo>
                  <a:lnTo>
                    <a:pt x="5446557" y="1436824"/>
                  </a:lnTo>
                  <a:lnTo>
                    <a:pt x="5447810" y="1436824"/>
                  </a:lnTo>
                  <a:lnTo>
                    <a:pt x="5449063" y="1436824"/>
                  </a:lnTo>
                  <a:lnTo>
                    <a:pt x="5450316" y="1436824"/>
                  </a:lnTo>
                  <a:lnTo>
                    <a:pt x="5451570" y="1436824"/>
                  </a:lnTo>
                  <a:lnTo>
                    <a:pt x="5452823" y="1436824"/>
                  </a:lnTo>
                  <a:lnTo>
                    <a:pt x="5454076" y="1436824"/>
                  </a:lnTo>
                  <a:lnTo>
                    <a:pt x="5455329" y="1436824"/>
                  </a:lnTo>
                  <a:lnTo>
                    <a:pt x="5456582" y="1436824"/>
                  </a:lnTo>
                  <a:lnTo>
                    <a:pt x="5457836" y="1436824"/>
                  </a:lnTo>
                  <a:lnTo>
                    <a:pt x="5459089" y="1436824"/>
                  </a:lnTo>
                  <a:lnTo>
                    <a:pt x="5460342" y="1436824"/>
                  </a:lnTo>
                  <a:lnTo>
                    <a:pt x="5461595" y="1436824"/>
                  </a:lnTo>
                  <a:lnTo>
                    <a:pt x="5462848" y="1436824"/>
                  </a:lnTo>
                  <a:lnTo>
                    <a:pt x="5464102" y="1436824"/>
                  </a:lnTo>
                  <a:lnTo>
                    <a:pt x="5465355" y="1436824"/>
                  </a:lnTo>
                  <a:lnTo>
                    <a:pt x="5466608" y="1436824"/>
                  </a:lnTo>
                  <a:lnTo>
                    <a:pt x="5467861" y="1436824"/>
                  </a:lnTo>
                  <a:lnTo>
                    <a:pt x="5469115" y="1436824"/>
                  </a:lnTo>
                  <a:lnTo>
                    <a:pt x="5470368" y="1436824"/>
                  </a:lnTo>
                  <a:lnTo>
                    <a:pt x="5471621" y="1436824"/>
                  </a:lnTo>
                  <a:lnTo>
                    <a:pt x="5472874" y="1436824"/>
                  </a:lnTo>
                  <a:lnTo>
                    <a:pt x="5474127" y="1436824"/>
                  </a:lnTo>
                  <a:lnTo>
                    <a:pt x="5475381" y="1436824"/>
                  </a:lnTo>
                  <a:lnTo>
                    <a:pt x="5476634" y="1436824"/>
                  </a:lnTo>
                  <a:lnTo>
                    <a:pt x="5477887" y="1436824"/>
                  </a:lnTo>
                  <a:lnTo>
                    <a:pt x="5479140" y="1436824"/>
                  </a:lnTo>
                  <a:lnTo>
                    <a:pt x="5480394" y="1436824"/>
                  </a:lnTo>
                  <a:lnTo>
                    <a:pt x="5481647" y="1436824"/>
                  </a:lnTo>
                  <a:lnTo>
                    <a:pt x="5482900" y="1436824"/>
                  </a:lnTo>
                  <a:lnTo>
                    <a:pt x="5484153" y="1436824"/>
                  </a:lnTo>
                  <a:lnTo>
                    <a:pt x="5485406" y="1436824"/>
                  </a:lnTo>
                  <a:lnTo>
                    <a:pt x="5486660" y="1436824"/>
                  </a:lnTo>
                  <a:lnTo>
                    <a:pt x="5487913" y="1436824"/>
                  </a:lnTo>
                  <a:lnTo>
                    <a:pt x="5489166" y="1436824"/>
                  </a:lnTo>
                  <a:lnTo>
                    <a:pt x="5490419" y="1436824"/>
                  </a:lnTo>
                  <a:lnTo>
                    <a:pt x="5491672" y="1436824"/>
                  </a:lnTo>
                  <a:lnTo>
                    <a:pt x="5492926" y="1436824"/>
                  </a:lnTo>
                  <a:lnTo>
                    <a:pt x="5494179" y="1436824"/>
                  </a:lnTo>
                  <a:lnTo>
                    <a:pt x="5495432" y="1436824"/>
                  </a:lnTo>
                  <a:lnTo>
                    <a:pt x="5496685" y="1436824"/>
                  </a:lnTo>
                  <a:lnTo>
                    <a:pt x="5497939" y="1436824"/>
                  </a:lnTo>
                  <a:lnTo>
                    <a:pt x="5499192" y="1436824"/>
                  </a:lnTo>
                  <a:lnTo>
                    <a:pt x="5500445" y="1436824"/>
                  </a:lnTo>
                  <a:lnTo>
                    <a:pt x="5501698" y="1436824"/>
                  </a:lnTo>
                  <a:lnTo>
                    <a:pt x="5502951" y="1436824"/>
                  </a:lnTo>
                  <a:lnTo>
                    <a:pt x="5504205" y="1436824"/>
                  </a:lnTo>
                  <a:lnTo>
                    <a:pt x="5505458" y="1436824"/>
                  </a:lnTo>
                  <a:lnTo>
                    <a:pt x="5506711" y="1436824"/>
                  </a:lnTo>
                  <a:lnTo>
                    <a:pt x="5507964" y="1436824"/>
                  </a:lnTo>
                  <a:lnTo>
                    <a:pt x="5509218" y="1436824"/>
                  </a:lnTo>
                  <a:lnTo>
                    <a:pt x="5510471" y="1436824"/>
                  </a:lnTo>
                  <a:lnTo>
                    <a:pt x="5511724" y="1436824"/>
                  </a:lnTo>
                  <a:lnTo>
                    <a:pt x="5512977" y="1436824"/>
                  </a:lnTo>
                  <a:lnTo>
                    <a:pt x="5514230" y="1436824"/>
                  </a:lnTo>
                  <a:lnTo>
                    <a:pt x="5515484" y="1436824"/>
                  </a:lnTo>
                  <a:lnTo>
                    <a:pt x="5516737" y="1436824"/>
                  </a:lnTo>
                  <a:lnTo>
                    <a:pt x="5517990" y="1436824"/>
                  </a:lnTo>
                  <a:lnTo>
                    <a:pt x="5519243" y="1436824"/>
                  </a:lnTo>
                  <a:lnTo>
                    <a:pt x="5520496" y="1436824"/>
                  </a:lnTo>
                  <a:lnTo>
                    <a:pt x="5521750" y="1436824"/>
                  </a:lnTo>
                  <a:lnTo>
                    <a:pt x="5523003" y="1436824"/>
                  </a:lnTo>
                  <a:lnTo>
                    <a:pt x="5524256" y="1436824"/>
                  </a:lnTo>
                  <a:lnTo>
                    <a:pt x="5525509" y="1436824"/>
                  </a:lnTo>
                  <a:lnTo>
                    <a:pt x="5526763" y="1436824"/>
                  </a:lnTo>
                  <a:lnTo>
                    <a:pt x="5528016" y="1436824"/>
                  </a:lnTo>
                  <a:lnTo>
                    <a:pt x="5529269" y="1436824"/>
                  </a:lnTo>
                  <a:lnTo>
                    <a:pt x="5530522" y="1436824"/>
                  </a:lnTo>
                  <a:lnTo>
                    <a:pt x="5531775" y="1436824"/>
                  </a:lnTo>
                  <a:lnTo>
                    <a:pt x="5533029" y="1436824"/>
                  </a:lnTo>
                  <a:lnTo>
                    <a:pt x="5534282" y="1436824"/>
                  </a:lnTo>
                  <a:lnTo>
                    <a:pt x="5535535" y="1436824"/>
                  </a:lnTo>
                  <a:lnTo>
                    <a:pt x="5536788" y="1436824"/>
                  </a:lnTo>
                  <a:lnTo>
                    <a:pt x="5538042" y="1436824"/>
                  </a:lnTo>
                  <a:lnTo>
                    <a:pt x="5539295" y="1436824"/>
                  </a:lnTo>
                  <a:lnTo>
                    <a:pt x="5540548" y="1436824"/>
                  </a:lnTo>
                  <a:lnTo>
                    <a:pt x="5541801" y="1436824"/>
                  </a:lnTo>
                  <a:lnTo>
                    <a:pt x="5543054" y="1436824"/>
                  </a:lnTo>
                  <a:lnTo>
                    <a:pt x="5544308" y="1436824"/>
                  </a:lnTo>
                  <a:lnTo>
                    <a:pt x="5545561" y="1436824"/>
                  </a:lnTo>
                  <a:lnTo>
                    <a:pt x="5546814" y="1436824"/>
                  </a:lnTo>
                  <a:lnTo>
                    <a:pt x="5548067" y="1436824"/>
                  </a:lnTo>
                  <a:lnTo>
                    <a:pt x="5549320" y="1436824"/>
                  </a:lnTo>
                  <a:lnTo>
                    <a:pt x="5550574" y="1436824"/>
                  </a:lnTo>
                  <a:lnTo>
                    <a:pt x="5551827" y="1436824"/>
                  </a:lnTo>
                  <a:lnTo>
                    <a:pt x="5553080" y="1436824"/>
                  </a:lnTo>
                  <a:lnTo>
                    <a:pt x="5554333" y="1436824"/>
                  </a:lnTo>
                  <a:lnTo>
                    <a:pt x="5555587" y="1436824"/>
                  </a:lnTo>
                  <a:lnTo>
                    <a:pt x="5556840" y="1436824"/>
                  </a:lnTo>
                  <a:lnTo>
                    <a:pt x="5558093" y="1436824"/>
                  </a:lnTo>
                  <a:lnTo>
                    <a:pt x="5559346" y="1436824"/>
                  </a:lnTo>
                  <a:lnTo>
                    <a:pt x="5560599" y="1436824"/>
                  </a:lnTo>
                  <a:lnTo>
                    <a:pt x="5561853" y="1436824"/>
                  </a:lnTo>
                  <a:lnTo>
                    <a:pt x="5563106" y="1436824"/>
                  </a:lnTo>
                  <a:lnTo>
                    <a:pt x="5564359" y="1436824"/>
                  </a:lnTo>
                  <a:lnTo>
                    <a:pt x="5565612" y="1436824"/>
                  </a:lnTo>
                  <a:lnTo>
                    <a:pt x="5566865" y="1436824"/>
                  </a:lnTo>
                  <a:lnTo>
                    <a:pt x="5568119" y="1436824"/>
                  </a:lnTo>
                  <a:lnTo>
                    <a:pt x="5569372" y="1436824"/>
                  </a:lnTo>
                  <a:lnTo>
                    <a:pt x="5570625" y="1436824"/>
                  </a:lnTo>
                  <a:lnTo>
                    <a:pt x="5571878" y="1436824"/>
                  </a:lnTo>
                  <a:lnTo>
                    <a:pt x="5573132" y="1436824"/>
                  </a:lnTo>
                  <a:lnTo>
                    <a:pt x="5574385" y="1436824"/>
                  </a:lnTo>
                  <a:lnTo>
                    <a:pt x="5575638" y="1436824"/>
                  </a:lnTo>
                  <a:lnTo>
                    <a:pt x="5576891" y="1436824"/>
                  </a:lnTo>
                  <a:lnTo>
                    <a:pt x="5578144" y="1436824"/>
                  </a:lnTo>
                  <a:lnTo>
                    <a:pt x="5579398" y="1436824"/>
                  </a:lnTo>
                  <a:lnTo>
                    <a:pt x="5580651" y="1436824"/>
                  </a:lnTo>
                  <a:lnTo>
                    <a:pt x="5581904" y="1436824"/>
                  </a:lnTo>
                  <a:lnTo>
                    <a:pt x="5583157" y="1436824"/>
                  </a:lnTo>
                  <a:lnTo>
                    <a:pt x="5584411" y="1436824"/>
                  </a:lnTo>
                  <a:lnTo>
                    <a:pt x="5585664" y="1436824"/>
                  </a:lnTo>
                  <a:lnTo>
                    <a:pt x="5586917" y="1436824"/>
                  </a:lnTo>
                  <a:lnTo>
                    <a:pt x="5588170" y="1436824"/>
                  </a:lnTo>
                  <a:lnTo>
                    <a:pt x="5589423" y="1436824"/>
                  </a:lnTo>
                  <a:lnTo>
                    <a:pt x="5590677" y="1436824"/>
                  </a:lnTo>
                  <a:lnTo>
                    <a:pt x="5591930" y="1436824"/>
                  </a:lnTo>
                  <a:lnTo>
                    <a:pt x="5593183" y="1436824"/>
                  </a:lnTo>
                  <a:lnTo>
                    <a:pt x="5594436" y="1436824"/>
                  </a:lnTo>
                  <a:lnTo>
                    <a:pt x="5595689" y="1436824"/>
                  </a:lnTo>
                  <a:lnTo>
                    <a:pt x="5596943" y="1436824"/>
                  </a:lnTo>
                  <a:lnTo>
                    <a:pt x="5598196" y="1436824"/>
                  </a:lnTo>
                  <a:lnTo>
                    <a:pt x="5599449" y="1436824"/>
                  </a:lnTo>
                  <a:lnTo>
                    <a:pt x="5600702" y="1436824"/>
                  </a:lnTo>
                  <a:lnTo>
                    <a:pt x="5601956" y="1436824"/>
                  </a:lnTo>
                  <a:lnTo>
                    <a:pt x="5603209" y="1436824"/>
                  </a:lnTo>
                  <a:lnTo>
                    <a:pt x="5604462" y="1436824"/>
                  </a:lnTo>
                  <a:lnTo>
                    <a:pt x="5605715" y="1436824"/>
                  </a:lnTo>
                  <a:lnTo>
                    <a:pt x="5606968" y="1436824"/>
                  </a:lnTo>
                  <a:lnTo>
                    <a:pt x="5608222" y="1436824"/>
                  </a:lnTo>
                  <a:lnTo>
                    <a:pt x="5609475" y="1436824"/>
                  </a:lnTo>
                  <a:lnTo>
                    <a:pt x="5610728" y="1436824"/>
                  </a:lnTo>
                  <a:lnTo>
                    <a:pt x="5611981" y="1436824"/>
                  </a:lnTo>
                  <a:lnTo>
                    <a:pt x="5613235" y="1436824"/>
                  </a:lnTo>
                  <a:lnTo>
                    <a:pt x="5614488" y="1436824"/>
                  </a:lnTo>
                  <a:lnTo>
                    <a:pt x="5615741" y="1436824"/>
                  </a:lnTo>
                  <a:lnTo>
                    <a:pt x="5616994" y="1436824"/>
                  </a:lnTo>
                  <a:lnTo>
                    <a:pt x="5618247" y="1436824"/>
                  </a:lnTo>
                  <a:lnTo>
                    <a:pt x="5619501" y="1436824"/>
                  </a:lnTo>
                  <a:lnTo>
                    <a:pt x="5620754" y="1436824"/>
                  </a:lnTo>
                  <a:lnTo>
                    <a:pt x="5622007" y="1436824"/>
                  </a:lnTo>
                  <a:lnTo>
                    <a:pt x="5623260" y="1436824"/>
                  </a:lnTo>
                  <a:lnTo>
                    <a:pt x="5624513" y="1436824"/>
                  </a:lnTo>
                  <a:lnTo>
                    <a:pt x="5625767" y="1436824"/>
                  </a:lnTo>
                  <a:lnTo>
                    <a:pt x="5627020" y="1436824"/>
                  </a:lnTo>
                  <a:lnTo>
                    <a:pt x="5628273" y="1436824"/>
                  </a:lnTo>
                  <a:lnTo>
                    <a:pt x="5629526" y="1436824"/>
                  </a:lnTo>
                  <a:lnTo>
                    <a:pt x="5630780" y="1436824"/>
                  </a:lnTo>
                  <a:lnTo>
                    <a:pt x="5632033" y="1436824"/>
                  </a:lnTo>
                  <a:lnTo>
                    <a:pt x="5633286" y="1436824"/>
                  </a:lnTo>
                  <a:lnTo>
                    <a:pt x="5634539" y="1436824"/>
                  </a:lnTo>
                  <a:lnTo>
                    <a:pt x="5635792" y="1436824"/>
                  </a:lnTo>
                  <a:lnTo>
                    <a:pt x="5637046" y="1436824"/>
                  </a:lnTo>
                  <a:lnTo>
                    <a:pt x="5638299" y="1436824"/>
                  </a:lnTo>
                  <a:lnTo>
                    <a:pt x="5639552" y="1436824"/>
                  </a:lnTo>
                  <a:lnTo>
                    <a:pt x="5640805" y="1436824"/>
                  </a:lnTo>
                  <a:lnTo>
                    <a:pt x="5642059" y="1436824"/>
                  </a:lnTo>
                  <a:lnTo>
                    <a:pt x="5643312" y="1436824"/>
                  </a:lnTo>
                  <a:lnTo>
                    <a:pt x="5644565" y="1436824"/>
                  </a:lnTo>
                  <a:lnTo>
                    <a:pt x="5645818" y="1436824"/>
                  </a:lnTo>
                  <a:lnTo>
                    <a:pt x="5647071" y="1436824"/>
                  </a:lnTo>
                  <a:lnTo>
                    <a:pt x="5648325" y="1436824"/>
                  </a:lnTo>
                  <a:lnTo>
                    <a:pt x="5649578" y="1436824"/>
                  </a:lnTo>
                  <a:lnTo>
                    <a:pt x="5650831" y="1436824"/>
                  </a:lnTo>
                  <a:lnTo>
                    <a:pt x="5652084" y="1436824"/>
                  </a:lnTo>
                  <a:lnTo>
                    <a:pt x="5653337" y="1436824"/>
                  </a:lnTo>
                  <a:lnTo>
                    <a:pt x="5654591" y="1436824"/>
                  </a:lnTo>
                  <a:lnTo>
                    <a:pt x="5655844" y="1436824"/>
                  </a:lnTo>
                  <a:lnTo>
                    <a:pt x="5657097" y="1436824"/>
                  </a:lnTo>
                  <a:lnTo>
                    <a:pt x="5658350" y="1436824"/>
                  </a:lnTo>
                  <a:lnTo>
                    <a:pt x="5659604" y="1436824"/>
                  </a:lnTo>
                  <a:lnTo>
                    <a:pt x="5660857" y="1436824"/>
                  </a:lnTo>
                  <a:lnTo>
                    <a:pt x="5662110" y="1436824"/>
                  </a:lnTo>
                  <a:lnTo>
                    <a:pt x="5663363" y="1436824"/>
                  </a:lnTo>
                  <a:lnTo>
                    <a:pt x="5664616" y="1436824"/>
                  </a:lnTo>
                  <a:lnTo>
                    <a:pt x="5665870" y="1436824"/>
                  </a:lnTo>
                  <a:lnTo>
                    <a:pt x="5667123" y="1436824"/>
                  </a:lnTo>
                  <a:lnTo>
                    <a:pt x="5668376" y="1436824"/>
                  </a:lnTo>
                  <a:lnTo>
                    <a:pt x="5669629" y="1436824"/>
                  </a:lnTo>
                  <a:lnTo>
                    <a:pt x="5670883" y="1436824"/>
                  </a:lnTo>
                  <a:lnTo>
                    <a:pt x="5672136" y="1436824"/>
                  </a:lnTo>
                  <a:lnTo>
                    <a:pt x="5673389" y="1436824"/>
                  </a:lnTo>
                  <a:lnTo>
                    <a:pt x="5674642" y="1436824"/>
                  </a:lnTo>
                  <a:lnTo>
                    <a:pt x="5675895" y="1436824"/>
                  </a:lnTo>
                  <a:lnTo>
                    <a:pt x="5677149" y="1436824"/>
                  </a:lnTo>
                  <a:lnTo>
                    <a:pt x="5678402" y="1436824"/>
                  </a:lnTo>
                  <a:lnTo>
                    <a:pt x="5679655" y="1436824"/>
                  </a:lnTo>
                  <a:lnTo>
                    <a:pt x="5680908" y="1436824"/>
                  </a:lnTo>
                  <a:lnTo>
                    <a:pt x="5682161" y="1436824"/>
                  </a:lnTo>
                  <a:lnTo>
                    <a:pt x="5683415" y="1436824"/>
                  </a:lnTo>
                  <a:lnTo>
                    <a:pt x="5684668" y="1436824"/>
                  </a:lnTo>
                  <a:lnTo>
                    <a:pt x="5685921" y="1436824"/>
                  </a:lnTo>
                  <a:lnTo>
                    <a:pt x="5687174" y="1436824"/>
                  </a:lnTo>
                  <a:lnTo>
                    <a:pt x="5688428" y="1436824"/>
                  </a:lnTo>
                  <a:lnTo>
                    <a:pt x="5689681" y="1436824"/>
                  </a:lnTo>
                  <a:lnTo>
                    <a:pt x="5690934" y="1436824"/>
                  </a:lnTo>
                  <a:lnTo>
                    <a:pt x="5692187" y="1436824"/>
                  </a:lnTo>
                  <a:lnTo>
                    <a:pt x="5693440" y="1436824"/>
                  </a:lnTo>
                  <a:lnTo>
                    <a:pt x="5694694" y="1436824"/>
                  </a:lnTo>
                  <a:lnTo>
                    <a:pt x="5695947" y="1436824"/>
                  </a:lnTo>
                  <a:lnTo>
                    <a:pt x="5697200" y="1436824"/>
                  </a:lnTo>
                  <a:lnTo>
                    <a:pt x="5698453" y="1436824"/>
                  </a:lnTo>
                  <a:lnTo>
                    <a:pt x="5699706" y="1436824"/>
                  </a:lnTo>
                  <a:lnTo>
                    <a:pt x="5700960" y="1436824"/>
                  </a:lnTo>
                  <a:lnTo>
                    <a:pt x="5702213" y="1436824"/>
                  </a:lnTo>
                  <a:lnTo>
                    <a:pt x="5703466" y="1436824"/>
                  </a:lnTo>
                  <a:lnTo>
                    <a:pt x="5704719" y="1436824"/>
                  </a:lnTo>
                  <a:lnTo>
                    <a:pt x="5705973" y="1436824"/>
                  </a:lnTo>
                  <a:lnTo>
                    <a:pt x="5707226" y="1436824"/>
                  </a:lnTo>
                  <a:lnTo>
                    <a:pt x="5708479" y="1436824"/>
                  </a:lnTo>
                  <a:lnTo>
                    <a:pt x="5709732" y="1436824"/>
                  </a:lnTo>
                  <a:lnTo>
                    <a:pt x="5710985" y="1436824"/>
                  </a:lnTo>
                  <a:lnTo>
                    <a:pt x="5712239" y="1436824"/>
                  </a:lnTo>
                  <a:lnTo>
                    <a:pt x="5713492" y="1436824"/>
                  </a:lnTo>
                  <a:lnTo>
                    <a:pt x="5714745" y="1436824"/>
                  </a:lnTo>
                  <a:lnTo>
                    <a:pt x="5715998" y="1436824"/>
                  </a:lnTo>
                  <a:lnTo>
                    <a:pt x="5717252" y="1436824"/>
                  </a:lnTo>
                  <a:lnTo>
                    <a:pt x="5718505" y="1436824"/>
                  </a:lnTo>
                  <a:lnTo>
                    <a:pt x="5719758" y="1436824"/>
                  </a:lnTo>
                  <a:lnTo>
                    <a:pt x="5721011" y="1436824"/>
                  </a:lnTo>
                  <a:lnTo>
                    <a:pt x="5722264" y="1436824"/>
                  </a:lnTo>
                  <a:lnTo>
                    <a:pt x="5723518" y="1436824"/>
                  </a:lnTo>
                  <a:lnTo>
                    <a:pt x="5724771" y="1436824"/>
                  </a:lnTo>
                  <a:lnTo>
                    <a:pt x="5726024" y="1436824"/>
                  </a:lnTo>
                  <a:lnTo>
                    <a:pt x="5727277" y="1436824"/>
                  </a:lnTo>
                  <a:lnTo>
                    <a:pt x="5728530" y="1436824"/>
                  </a:lnTo>
                  <a:lnTo>
                    <a:pt x="5729784" y="1436824"/>
                  </a:lnTo>
                  <a:lnTo>
                    <a:pt x="5731037" y="1436824"/>
                  </a:lnTo>
                  <a:lnTo>
                    <a:pt x="5732290" y="1436824"/>
                  </a:lnTo>
                  <a:lnTo>
                    <a:pt x="5733543" y="1436824"/>
                  </a:lnTo>
                  <a:lnTo>
                    <a:pt x="5734797" y="1436824"/>
                  </a:lnTo>
                  <a:lnTo>
                    <a:pt x="5736050" y="1436824"/>
                  </a:lnTo>
                  <a:lnTo>
                    <a:pt x="5737303" y="1436824"/>
                  </a:lnTo>
                  <a:lnTo>
                    <a:pt x="5738556" y="1436824"/>
                  </a:lnTo>
                  <a:lnTo>
                    <a:pt x="5739809" y="1436824"/>
                  </a:lnTo>
                  <a:lnTo>
                    <a:pt x="5741063" y="1436824"/>
                  </a:lnTo>
                  <a:lnTo>
                    <a:pt x="5742316" y="1436824"/>
                  </a:lnTo>
                  <a:lnTo>
                    <a:pt x="5743569" y="1436824"/>
                  </a:lnTo>
                  <a:lnTo>
                    <a:pt x="5744822" y="1436824"/>
                  </a:lnTo>
                  <a:lnTo>
                    <a:pt x="5746076" y="1436824"/>
                  </a:lnTo>
                  <a:lnTo>
                    <a:pt x="5747329" y="1436824"/>
                  </a:lnTo>
                  <a:lnTo>
                    <a:pt x="5748582" y="1436824"/>
                  </a:lnTo>
                  <a:lnTo>
                    <a:pt x="5749835" y="1436824"/>
                  </a:lnTo>
                  <a:lnTo>
                    <a:pt x="5751088" y="1436824"/>
                  </a:lnTo>
                  <a:lnTo>
                    <a:pt x="5752342" y="1436824"/>
                  </a:lnTo>
                  <a:lnTo>
                    <a:pt x="5753595" y="1436824"/>
                  </a:lnTo>
                  <a:lnTo>
                    <a:pt x="5754848" y="1436824"/>
                  </a:lnTo>
                  <a:lnTo>
                    <a:pt x="5756101" y="1436824"/>
                  </a:lnTo>
                  <a:lnTo>
                    <a:pt x="5757354" y="1436824"/>
                  </a:lnTo>
                  <a:lnTo>
                    <a:pt x="5758608" y="1436824"/>
                  </a:lnTo>
                  <a:lnTo>
                    <a:pt x="5759861" y="1436824"/>
                  </a:lnTo>
                  <a:lnTo>
                    <a:pt x="5761114" y="1436824"/>
                  </a:lnTo>
                  <a:lnTo>
                    <a:pt x="5762367" y="1436824"/>
                  </a:lnTo>
                  <a:lnTo>
                    <a:pt x="5763621" y="1436824"/>
                  </a:lnTo>
                  <a:lnTo>
                    <a:pt x="5764874" y="1436824"/>
                  </a:lnTo>
                  <a:lnTo>
                    <a:pt x="5766127" y="1436824"/>
                  </a:lnTo>
                  <a:lnTo>
                    <a:pt x="5767380" y="1436824"/>
                  </a:lnTo>
                  <a:lnTo>
                    <a:pt x="5768633" y="1436824"/>
                  </a:lnTo>
                  <a:lnTo>
                    <a:pt x="5769887" y="1436824"/>
                  </a:lnTo>
                  <a:lnTo>
                    <a:pt x="5771140" y="1436824"/>
                  </a:lnTo>
                  <a:lnTo>
                    <a:pt x="5772393" y="1436824"/>
                  </a:lnTo>
                  <a:lnTo>
                    <a:pt x="5773646" y="1436824"/>
                  </a:lnTo>
                  <a:lnTo>
                    <a:pt x="5774900" y="1436824"/>
                  </a:lnTo>
                  <a:lnTo>
                    <a:pt x="5776153" y="1436824"/>
                  </a:lnTo>
                  <a:lnTo>
                    <a:pt x="5777406" y="1436824"/>
                  </a:lnTo>
                  <a:lnTo>
                    <a:pt x="5778659" y="1436824"/>
                  </a:lnTo>
                  <a:lnTo>
                    <a:pt x="5779912" y="1436824"/>
                  </a:lnTo>
                  <a:lnTo>
                    <a:pt x="5781166" y="1436824"/>
                  </a:lnTo>
                  <a:lnTo>
                    <a:pt x="5782419" y="1436824"/>
                  </a:lnTo>
                  <a:lnTo>
                    <a:pt x="5783672" y="1436824"/>
                  </a:lnTo>
                  <a:lnTo>
                    <a:pt x="5784925" y="1436824"/>
                  </a:lnTo>
                  <a:lnTo>
                    <a:pt x="5786178" y="1436824"/>
                  </a:lnTo>
                  <a:lnTo>
                    <a:pt x="5787432" y="1436824"/>
                  </a:lnTo>
                  <a:lnTo>
                    <a:pt x="5788685" y="1436824"/>
                  </a:lnTo>
                  <a:lnTo>
                    <a:pt x="5789938" y="1436824"/>
                  </a:lnTo>
                  <a:lnTo>
                    <a:pt x="5791191" y="1436824"/>
                  </a:lnTo>
                  <a:lnTo>
                    <a:pt x="5792445" y="1436824"/>
                  </a:lnTo>
                  <a:lnTo>
                    <a:pt x="5793698" y="1436824"/>
                  </a:lnTo>
                  <a:lnTo>
                    <a:pt x="5794951" y="1436824"/>
                  </a:lnTo>
                  <a:lnTo>
                    <a:pt x="5796204" y="1436824"/>
                  </a:lnTo>
                  <a:lnTo>
                    <a:pt x="5797457" y="1436824"/>
                  </a:lnTo>
                  <a:lnTo>
                    <a:pt x="5798711" y="1436824"/>
                  </a:lnTo>
                  <a:lnTo>
                    <a:pt x="5799964" y="1436824"/>
                  </a:lnTo>
                  <a:lnTo>
                    <a:pt x="5801217" y="1436824"/>
                  </a:lnTo>
                  <a:lnTo>
                    <a:pt x="5802470" y="1436824"/>
                  </a:lnTo>
                  <a:lnTo>
                    <a:pt x="5803724" y="1436824"/>
                  </a:lnTo>
                  <a:lnTo>
                    <a:pt x="5804977" y="1436824"/>
                  </a:lnTo>
                  <a:lnTo>
                    <a:pt x="5806230" y="1436824"/>
                  </a:lnTo>
                  <a:lnTo>
                    <a:pt x="5807483" y="1436824"/>
                  </a:lnTo>
                  <a:lnTo>
                    <a:pt x="5808736" y="1436824"/>
                  </a:lnTo>
                  <a:lnTo>
                    <a:pt x="5809990" y="1436824"/>
                  </a:lnTo>
                  <a:lnTo>
                    <a:pt x="5811243" y="1436824"/>
                  </a:lnTo>
                  <a:lnTo>
                    <a:pt x="5812496" y="1436824"/>
                  </a:lnTo>
                  <a:lnTo>
                    <a:pt x="5813749" y="1436824"/>
                  </a:lnTo>
                  <a:lnTo>
                    <a:pt x="5815002" y="1436824"/>
                  </a:lnTo>
                  <a:lnTo>
                    <a:pt x="5816256" y="1436824"/>
                  </a:lnTo>
                  <a:lnTo>
                    <a:pt x="5817509" y="1436824"/>
                  </a:lnTo>
                  <a:lnTo>
                    <a:pt x="5818762" y="1436824"/>
                  </a:lnTo>
                  <a:lnTo>
                    <a:pt x="5820015" y="1436824"/>
                  </a:lnTo>
                  <a:lnTo>
                    <a:pt x="5821269" y="1436824"/>
                  </a:lnTo>
                  <a:lnTo>
                    <a:pt x="5822522" y="1436824"/>
                  </a:lnTo>
                  <a:lnTo>
                    <a:pt x="5823775" y="1436824"/>
                  </a:lnTo>
                  <a:lnTo>
                    <a:pt x="5825028" y="1436824"/>
                  </a:lnTo>
                  <a:lnTo>
                    <a:pt x="5826281" y="1436824"/>
                  </a:lnTo>
                  <a:lnTo>
                    <a:pt x="5827535" y="1436824"/>
                  </a:lnTo>
                  <a:lnTo>
                    <a:pt x="5828788" y="1436824"/>
                  </a:lnTo>
                  <a:lnTo>
                    <a:pt x="5830041" y="1436824"/>
                  </a:lnTo>
                  <a:lnTo>
                    <a:pt x="5831294" y="1436824"/>
                  </a:lnTo>
                  <a:lnTo>
                    <a:pt x="5832548" y="1436824"/>
                  </a:lnTo>
                  <a:lnTo>
                    <a:pt x="5833801" y="1436824"/>
                  </a:lnTo>
                  <a:lnTo>
                    <a:pt x="5835054" y="1436824"/>
                  </a:lnTo>
                  <a:lnTo>
                    <a:pt x="5836307" y="1436824"/>
                  </a:lnTo>
                  <a:lnTo>
                    <a:pt x="5837560" y="1436824"/>
                  </a:lnTo>
                  <a:lnTo>
                    <a:pt x="5838814" y="1436824"/>
                  </a:lnTo>
                  <a:lnTo>
                    <a:pt x="5840067" y="1436824"/>
                  </a:lnTo>
                  <a:lnTo>
                    <a:pt x="5841320" y="1436824"/>
                  </a:lnTo>
                  <a:lnTo>
                    <a:pt x="5842573" y="1436824"/>
                  </a:lnTo>
                  <a:lnTo>
                    <a:pt x="5843826" y="1436824"/>
                  </a:lnTo>
                  <a:lnTo>
                    <a:pt x="5845080" y="1436824"/>
                  </a:lnTo>
                  <a:lnTo>
                    <a:pt x="5846333" y="1436824"/>
                  </a:lnTo>
                  <a:lnTo>
                    <a:pt x="5847586" y="1436824"/>
                  </a:lnTo>
                  <a:lnTo>
                    <a:pt x="5848839" y="1436824"/>
                  </a:lnTo>
                  <a:lnTo>
                    <a:pt x="5850093" y="1436824"/>
                  </a:lnTo>
                  <a:lnTo>
                    <a:pt x="5851346" y="1436824"/>
                  </a:lnTo>
                  <a:lnTo>
                    <a:pt x="5852599" y="1436824"/>
                  </a:lnTo>
                  <a:lnTo>
                    <a:pt x="5853852" y="1436824"/>
                  </a:lnTo>
                  <a:lnTo>
                    <a:pt x="5855105" y="1436824"/>
                  </a:lnTo>
                  <a:lnTo>
                    <a:pt x="5856359" y="1436824"/>
                  </a:lnTo>
                  <a:lnTo>
                    <a:pt x="5857612" y="1436824"/>
                  </a:lnTo>
                  <a:lnTo>
                    <a:pt x="5858865" y="1436824"/>
                  </a:lnTo>
                  <a:lnTo>
                    <a:pt x="5860118" y="1436824"/>
                  </a:lnTo>
                  <a:lnTo>
                    <a:pt x="5861371" y="1436824"/>
                  </a:lnTo>
                  <a:lnTo>
                    <a:pt x="5862625" y="1436824"/>
                  </a:lnTo>
                  <a:lnTo>
                    <a:pt x="5863878" y="1436824"/>
                  </a:lnTo>
                  <a:lnTo>
                    <a:pt x="5865131" y="1436824"/>
                  </a:lnTo>
                  <a:lnTo>
                    <a:pt x="5866384" y="1436824"/>
                  </a:lnTo>
                  <a:lnTo>
                    <a:pt x="5867638" y="1436824"/>
                  </a:lnTo>
                  <a:lnTo>
                    <a:pt x="5868891" y="1436824"/>
                  </a:lnTo>
                  <a:lnTo>
                    <a:pt x="5870144" y="1436824"/>
                  </a:lnTo>
                  <a:lnTo>
                    <a:pt x="5871397" y="1436824"/>
                  </a:lnTo>
                  <a:lnTo>
                    <a:pt x="5872650" y="1436824"/>
                  </a:lnTo>
                  <a:lnTo>
                    <a:pt x="5873904" y="1436824"/>
                  </a:lnTo>
                  <a:lnTo>
                    <a:pt x="5875157" y="1436824"/>
                  </a:lnTo>
                  <a:lnTo>
                    <a:pt x="5876410" y="1436824"/>
                  </a:lnTo>
                  <a:lnTo>
                    <a:pt x="5877663" y="1436824"/>
                  </a:lnTo>
                  <a:lnTo>
                    <a:pt x="5878917" y="1436824"/>
                  </a:lnTo>
                  <a:lnTo>
                    <a:pt x="5880170" y="1436824"/>
                  </a:lnTo>
                  <a:lnTo>
                    <a:pt x="5881423" y="1436824"/>
                  </a:lnTo>
                  <a:lnTo>
                    <a:pt x="5882676" y="1436824"/>
                  </a:lnTo>
                  <a:lnTo>
                    <a:pt x="5883929" y="1436824"/>
                  </a:lnTo>
                  <a:lnTo>
                    <a:pt x="5885183" y="1436824"/>
                  </a:lnTo>
                  <a:lnTo>
                    <a:pt x="5886436" y="1436824"/>
                  </a:lnTo>
                  <a:lnTo>
                    <a:pt x="5887689" y="1436824"/>
                  </a:lnTo>
                  <a:lnTo>
                    <a:pt x="5888942" y="1436824"/>
                  </a:lnTo>
                  <a:lnTo>
                    <a:pt x="5890195" y="1436824"/>
                  </a:lnTo>
                  <a:lnTo>
                    <a:pt x="5891449" y="1436824"/>
                  </a:lnTo>
                  <a:lnTo>
                    <a:pt x="5892702" y="1436824"/>
                  </a:lnTo>
                  <a:lnTo>
                    <a:pt x="5893955" y="1436824"/>
                  </a:lnTo>
                  <a:lnTo>
                    <a:pt x="5895208" y="1436824"/>
                  </a:lnTo>
                  <a:lnTo>
                    <a:pt x="5896462" y="1436824"/>
                  </a:lnTo>
                  <a:lnTo>
                    <a:pt x="5897715" y="1436824"/>
                  </a:lnTo>
                  <a:lnTo>
                    <a:pt x="5898968" y="1436824"/>
                  </a:lnTo>
                  <a:lnTo>
                    <a:pt x="5900221" y="1436824"/>
                  </a:lnTo>
                  <a:lnTo>
                    <a:pt x="5901474" y="1436824"/>
                  </a:lnTo>
                  <a:lnTo>
                    <a:pt x="5902728" y="1436824"/>
                  </a:lnTo>
                  <a:lnTo>
                    <a:pt x="5903981" y="1436824"/>
                  </a:lnTo>
                  <a:lnTo>
                    <a:pt x="5905234" y="1436824"/>
                  </a:lnTo>
                  <a:lnTo>
                    <a:pt x="5906487" y="1436824"/>
                  </a:lnTo>
                  <a:lnTo>
                    <a:pt x="5907741" y="1436824"/>
                  </a:lnTo>
                  <a:lnTo>
                    <a:pt x="5908994" y="1436824"/>
                  </a:lnTo>
                  <a:lnTo>
                    <a:pt x="5910247" y="1436824"/>
                  </a:lnTo>
                  <a:lnTo>
                    <a:pt x="5911500" y="1436824"/>
                  </a:lnTo>
                  <a:lnTo>
                    <a:pt x="5912753" y="1436824"/>
                  </a:lnTo>
                  <a:lnTo>
                    <a:pt x="5914007" y="1436824"/>
                  </a:lnTo>
                  <a:lnTo>
                    <a:pt x="5915260" y="1436824"/>
                  </a:lnTo>
                  <a:lnTo>
                    <a:pt x="5916513" y="1436824"/>
                  </a:lnTo>
                  <a:lnTo>
                    <a:pt x="5917766" y="1436824"/>
                  </a:lnTo>
                  <a:lnTo>
                    <a:pt x="5919019" y="1436824"/>
                  </a:lnTo>
                  <a:lnTo>
                    <a:pt x="5920273" y="1436824"/>
                  </a:lnTo>
                  <a:lnTo>
                    <a:pt x="5921526" y="1436824"/>
                  </a:lnTo>
                  <a:lnTo>
                    <a:pt x="5922779" y="1436824"/>
                  </a:lnTo>
                  <a:lnTo>
                    <a:pt x="5924032" y="1436824"/>
                  </a:lnTo>
                  <a:lnTo>
                    <a:pt x="5925286" y="1436824"/>
                  </a:lnTo>
                  <a:lnTo>
                    <a:pt x="5926539" y="1436824"/>
                  </a:lnTo>
                  <a:lnTo>
                    <a:pt x="5927792" y="1436824"/>
                  </a:lnTo>
                  <a:lnTo>
                    <a:pt x="5929045" y="1436824"/>
                  </a:lnTo>
                  <a:lnTo>
                    <a:pt x="5930298" y="1436824"/>
                  </a:lnTo>
                  <a:lnTo>
                    <a:pt x="5931552" y="1436824"/>
                  </a:lnTo>
                  <a:lnTo>
                    <a:pt x="5932805" y="1436824"/>
                  </a:lnTo>
                  <a:lnTo>
                    <a:pt x="5934058" y="1436824"/>
                  </a:lnTo>
                  <a:lnTo>
                    <a:pt x="5935311" y="1436824"/>
                  </a:lnTo>
                  <a:lnTo>
                    <a:pt x="5936565" y="1436824"/>
                  </a:lnTo>
                  <a:lnTo>
                    <a:pt x="5937818" y="1436824"/>
                  </a:lnTo>
                  <a:lnTo>
                    <a:pt x="5939071" y="1436824"/>
                  </a:lnTo>
                  <a:lnTo>
                    <a:pt x="5940324" y="1436824"/>
                  </a:lnTo>
                  <a:lnTo>
                    <a:pt x="5941577" y="1436824"/>
                  </a:lnTo>
                  <a:lnTo>
                    <a:pt x="5942831" y="1436824"/>
                  </a:lnTo>
                  <a:lnTo>
                    <a:pt x="5944084" y="1436824"/>
                  </a:lnTo>
                  <a:lnTo>
                    <a:pt x="5945337" y="1436824"/>
                  </a:lnTo>
                  <a:lnTo>
                    <a:pt x="5946590" y="1436824"/>
                  </a:lnTo>
                  <a:lnTo>
                    <a:pt x="5947843" y="1436824"/>
                  </a:lnTo>
                  <a:lnTo>
                    <a:pt x="5949097" y="1436824"/>
                  </a:lnTo>
                  <a:lnTo>
                    <a:pt x="5950350" y="1436824"/>
                  </a:lnTo>
                  <a:lnTo>
                    <a:pt x="5951603" y="1436824"/>
                  </a:lnTo>
                  <a:lnTo>
                    <a:pt x="5952856" y="1436824"/>
                  </a:lnTo>
                  <a:lnTo>
                    <a:pt x="5954110" y="1436824"/>
                  </a:lnTo>
                  <a:lnTo>
                    <a:pt x="5955363" y="1436824"/>
                  </a:lnTo>
                  <a:lnTo>
                    <a:pt x="5956616" y="1436824"/>
                  </a:lnTo>
                  <a:lnTo>
                    <a:pt x="5957869" y="1436824"/>
                  </a:lnTo>
                  <a:lnTo>
                    <a:pt x="5959122" y="1436824"/>
                  </a:lnTo>
                  <a:lnTo>
                    <a:pt x="5960376" y="1436824"/>
                  </a:lnTo>
                  <a:lnTo>
                    <a:pt x="5961629" y="1436824"/>
                  </a:lnTo>
                  <a:lnTo>
                    <a:pt x="5962882" y="1436824"/>
                  </a:lnTo>
                  <a:lnTo>
                    <a:pt x="5964135" y="1436824"/>
                  </a:lnTo>
                  <a:lnTo>
                    <a:pt x="5965389" y="1436824"/>
                  </a:lnTo>
                  <a:lnTo>
                    <a:pt x="5966642" y="1436824"/>
                  </a:lnTo>
                  <a:lnTo>
                    <a:pt x="5967895" y="1436824"/>
                  </a:lnTo>
                  <a:lnTo>
                    <a:pt x="5969148" y="1436824"/>
                  </a:lnTo>
                  <a:lnTo>
                    <a:pt x="5970401" y="1436824"/>
                  </a:lnTo>
                  <a:lnTo>
                    <a:pt x="5971655" y="1436824"/>
                  </a:lnTo>
                  <a:lnTo>
                    <a:pt x="5972908" y="1436824"/>
                  </a:lnTo>
                  <a:lnTo>
                    <a:pt x="5974161" y="1436824"/>
                  </a:lnTo>
                  <a:lnTo>
                    <a:pt x="5975414" y="1436824"/>
                  </a:lnTo>
                  <a:lnTo>
                    <a:pt x="5976667" y="1436824"/>
                  </a:lnTo>
                  <a:lnTo>
                    <a:pt x="5977921" y="1436824"/>
                  </a:lnTo>
                  <a:lnTo>
                    <a:pt x="5979174" y="1436824"/>
                  </a:lnTo>
                  <a:lnTo>
                    <a:pt x="5980427" y="1436824"/>
                  </a:lnTo>
                  <a:lnTo>
                    <a:pt x="5981680" y="1436824"/>
                  </a:lnTo>
                  <a:lnTo>
                    <a:pt x="5982934" y="1436824"/>
                  </a:lnTo>
                  <a:lnTo>
                    <a:pt x="5984187" y="1436824"/>
                  </a:lnTo>
                  <a:lnTo>
                    <a:pt x="5985440" y="1436824"/>
                  </a:lnTo>
                  <a:lnTo>
                    <a:pt x="5986693" y="1436824"/>
                  </a:lnTo>
                  <a:lnTo>
                    <a:pt x="5987946" y="1436824"/>
                  </a:lnTo>
                  <a:lnTo>
                    <a:pt x="5989200" y="1436824"/>
                  </a:lnTo>
                  <a:lnTo>
                    <a:pt x="5990453" y="1436824"/>
                  </a:lnTo>
                  <a:lnTo>
                    <a:pt x="5991706" y="1436824"/>
                  </a:lnTo>
                  <a:lnTo>
                    <a:pt x="5992959" y="1436824"/>
                  </a:lnTo>
                  <a:lnTo>
                    <a:pt x="5994213" y="1436824"/>
                  </a:lnTo>
                  <a:lnTo>
                    <a:pt x="5995466" y="1436824"/>
                  </a:lnTo>
                  <a:lnTo>
                    <a:pt x="5996719" y="1436824"/>
                  </a:lnTo>
                  <a:lnTo>
                    <a:pt x="5997972" y="1436824"/>
                  </a:lnTo>
                  <a:lnTo>
                    <a:pt x="5999225" y="1436824"/>
                  </a:lnTo>
                  <a:lnTo>
                    <a:pt x="6000479" y="1436824"/>
                  </a:lnTo>
                  <a:lnTo>
                    <a:pt x="6001732" y="1436824"/>
                  </a:lnTo>
                  <a:lnTo>
                    <a:pt x="6002985" y="1436824"/>
                  </a:lnTo>
                  <a:lnTo>
                    <a:pt x="6004238" y="1436824"/>
                  </a:lnTo>
                  <a:lnTo>
                    <a:pt x="6005491" y="1436824"/>
                  </a:lnTo>
                  <a:lnTo>
                    <a:pt x="6006745" y="1436824"/>
                  </a:lnTo>
                  <a:lnTo>
                    <a:pt x="6007998" y="1436824"/>
                  </a:lnTo>
                  <a:lnTo>
                    <a:pt x="6009251" y="1436824"/>
                  </a:lnTo>
                  <a:lnTo>
                    <a:pt x="6010504" y="1436824"/>
                  </a:lnTo>
                  <a:lnTo>
                    <a:pt x="6011758" y="1436824"/>
                  </a:lnTo>
                  <a:lnTo>
                    <a:pt x="6013011" y="1436824"/>
                  </a:lnTo>
                  <a:lnTo>
                    <a:pt x="6014264" y="1436824"/>
                  </a:lnTo>
                  <a:lnTo>
                    <a:pt x="6015517" y="1436824"/>
                  </a:lnTo>
                  <a:lnTo>
                    <a:pt x="6016770" y="1436824"/>
                  </a:lnTo>
                  <a:lnTo>
                    <a:pt x="6018024" y="1436824"/>
                  </a:lnTo>
                  <a:lnTo>
                    <a:pt x="6019277" y="1436824"/>
                  </a:lnTo>
                  <a:lnTo>
                    <a:pt x="6020530" y="1436824"/>
                  </a:lnTo>
                  <a:lnTo>
                    <a:pt x="6021783" y="1436824"/>
                  </a:lnTo>
                  <a:lnTo>
                    <a:pt x="6023036" y="1436824"/>
                  </a:lnTo>
                  <a:lnTo>
                    <a:pt x="6024290" y="1436824"/>
                  </a:lnTo>
                  <a:lnTo>
                    <a:pt x="6025543" y="1436824"/>
                  </a:lnTo>
                  <a:lnTo>
                    <a:pt x="6026796" y="1436824"/>
                  </a:lnTo>
                  <a:lnTo>
                    <a:pt x="6028049" y="1436824"/>
                  </a:lnTo>
                  <a:lnTo>
                    <a:pt x="6029303" y="1436824"/>
                  </a:lnTo>
                  <a:lnTo>
                    <a:pt x="6030556" y="1436824"/>
                  </a:lnTo>
                  <a:lnTo>
                    <a:pt x="6031809" y="1436824"/>
                  </a:lnTo>
                  <a:lnTo>
                    <a:pt x="6033062" y="1436824"/>
                  </a:lnTo>
                  <a:lnTo>
                    <a:pt x="6034315" y="1436824"/>
                  </a:lnTo>
                  <a:lnTo>
                    <a:pt x="6035569" y="1436824"/>
                  </a:lnTo>
                  <a:lnTo>
                    <a:pt x="6036822" y="1436824"/>
                  </a:lnTo>
                  <a:lnTo>
                    <a:pt x="6038075" y="1436824"/>
                  </a:lnTo>
                  <a:lnTo>
                    <a:pt x="6039328" y="1436824"/>
                  </a:lnTo>
                  <a:lnTo>
                    <a:pt x="6040582" y="1436824"/>
                  </a:lnTo>
                  <a:lnTo>
                    <a:pt x="6041835" y="1436824"/>
                  </a:lnTo>
                  <a:lnTo>
                    <a:pt x="6043088" y="1436824"/>
                  </a:lnTo>
                  <a:lnTo>
                    <a:pt x="6044341" y="1436824"/>
                  </a:lnTo>
                  <a:lnTo>
                    <a:pt x="6045594" y="1436824"/>
                  </a:lnTo>
                  <a:lnTo>
                    <a:pt x="6046848" y="1436824"/>
                  </a:lnTo>
                  <a:lnTo>
                    <a:pt x="6048101" y="1436824"/>
                  </a:lnTo>
                  <a:lnTo>
                    <a:pt x="6049354" y="1436824"/>
                  </a:lnTo>
                  <a:lnTo>
                    <a:pt x="6050607" y="1436824"/>
                  </a:lnTo>
                  <a:lnTo>
                    <a:pt x="6051860" y="1436824"/>
                  </a:lnTo>
                  <a:lnTo>
                    <a:pt x="6053114" y="1436824"/>
                  </a:lnTo>
                  <a:lnTo>
                    <a:pt x="6054367" y="1436824"/>
                  </a:lnTo>
                  <a:lnTo>
                    <a:pt x="6055620" y="1436824"/>
                  </a:lnTo>
                  <a:lnTo>
                    <a:pt x="6056873" y="1436824"/>
                  </a:lnTo>
                  <a:lnTo>
                    <a:pt x="6058127" y="1436824"/>
                  </a:lnTo>
                  <a:lnTo>
                    <a:pt x="6059380" y="1436824"/>
                  </a:lnTo>
                  <a:lnTo>
                    <a:pt x="6060633" y="1436824"/>
                  </a:lnTo>
                  <a:lnTo>
                    <a:pt x="6061886" y="1436824"/>
                  </a:lnTo>
                  <a:lnTo>
                    <a:pt x="6063139" y="1436824"/>
                  </a:lnTo>
                  <a:lnTo>
                    <a:pt x="6064393" y="1436824"/>
                  </a:lnTo>
                  <a:lnTo>
                    <a:pt x="6065646" y="1436824"/>
                  </a:lnTo>
                  <a:lnTo>
                    <a:pt x="6066899" y="1436824"/>
                  </a:lnTo>
                  <a:lnTo>
                    <a:pt x="6068152" y="1436824"/>
                  </a:lnTo>
                  <a:lnTo>
                    <a:pt x="6069406" y="1436824"/>
                  </a:lnTo>
                  <a:lnTo>
                    <a:pt x="6070659" y="1436824"/>
                  </a:lnTo>
                  <a:lnTo>
                    <a:pt x="6071912" y="1436824"/>
                  </a:lnTo>
                  <a:lnTo>
                    <a:pt x="6073165" y="1436824"/>
                  </a:lnTo>
                  <a:lnTo>
                    <a:pt x="6074418" y="1436824"/>
                  </a:lnTo>
                  <a:lnTo>
                    <a:pt x="6075672" y="1436824"/>
                  </a:lnTo>
                  <a:lnTo>
                    <a:pt x="6076925" y="1436824"/>
                  </a:lnTo>
                  <a:lnTo>
                    <a:pt x="6078178" y="1436824"/>
                  </a:lnTo>
                  <a:lnTo>
                    <a:pt x="6079431" y="1436824"/>
                  </a:lnTo>
                  <a:lnTo>
                    <a:pt x="6080684" y="1436824"/>
                  </a:lnTo>
                  <a:lnTo>
                    <a:pt x="6081938" y="1436824"/>
                  </a:lnTo>
                  <a:lnTo>
                    <a:pt x="6083191" y="1436824"/>
                  </a:lnTo>
                  <a:lnTo>
                    <a:pt x="6084444" y="1436824"/>
                  </a:lnTo>
                  <a:lnTo>
                    <a:pt x="6085697" y="1436824"/>
                  </a:lnTo>
                  <a:lnTo>
                    <a:pt x="6086951" y="1436824"/>
                  </a:lnTo>
                  <a:lnTo>
                    <a:pt x="6088204" y="1436824"/>
                  </a:lnTo>
                  <a:lnTo>
                    <a:pt x="6089457" y="1436824"/>
                  </a:lnTo>
                  <a:lnTo>
                    <a:pt x="6090710" y="1436824"/>
                  </a:lnTo>
                  <a:lnTo>
                    <a:pt x="6091963" y="1436824"/>
                  </a:lnTo>
                  <a:lnTo>
                    <a:pt x="6093217" y="1436824"/>
                  </a:lnTo>
                  <a:lnTo>
                    <a:pt x="6094470" y="1436824"/>
                  </a:lnTo>
                  <a:lnTo>
                    <a:pt x="6095723" y="1436824"/>
                  </a:lnTo>
                  <a:lnTo>
                    <a:pt x="6096976" y="1436824"/>
                  </a:lnTo>
                  <a:lnTo>
                    <a:pt x="6098230" y="1436824"/>
                  </a:lnTo>
                  <a:lnTo>
                    <a:pt x="6099483" y="1436824"/>
                  </a:lnTo>
                  <a:lnTo>
                    <a:pt x="6100736" y="1436824"/>
                  </a:lnTo>
                  <a:lnTo>
                    <a:pt x="6101989" y="1436824"/>
                  </a:lnTo>
                  <a:lnTo>
                    <a:pt x="6103242" y="1436824"/>
                  </a:lnTo>
                  <a:lnTo>
                    <a:pt x="6104496" y="1436824"/>
                  </a:lnTo>
                  <a:lnTo>
                    <a:pt x="6105749" y="1436824"/>
                  </a:lnTo>
                  <a:lnTo>
                    <a:pt x="6107002" y="1436824"/>
                  </a:lnTo>
                  <a:lnTo>
                    <a:pt x="6108255" y="1436824"/>
                  </a:lnTo>
                  <a:lnTo>
                    <a:pt x="6109508" y="1436824"/>
                  </a:lnTo>
                  <a:lnTo>
                    <a:pt x="6110762" y="1436824"/>
                  </a:lnTo>
                  <a:lnTo>
                    <a:pt x="6112015" y="1436824"/>
                  </a:lnTo>
                  <a:lnTo>
                    <a:pt x="6113268" y="1436824"/>
                  </a:lnTo>
                  <a:lnTo>
                    <a:pt x="6114521" y="1436824"/>
                  </a:lnTo>
                  <a:lnTo>
                    <a:pt x="6115775" y="1436824"/>
                  </a:lnTo>
                  <a:lnTo>
                    <a:pt x="6117028" y="1436824"/>
                  </a:lnTo>
                  <a:lnTo>
                    <a:pt x="6118281" y="1436824"/>
                  </a:lnTo>
                  <a:lnTo>
                    <a:pt x="6119534" y="1436824"/>
                  </a:lnTo>
                  <a:lnTo>
                    <a:pt x="6120787" y="1436824"/>
                  </a:lnTo>
                  <a:lnTo>
                    <a:pt x="6122041" y="1436824"/>
                  </a:lnTo>
                  <a:lnTo>
                    <a:pt x="6123294" y="1436824"/>
                  </a:lnTo>
                  <a:lnTo>
                    <a:pt x="6124547" y="1436824"/>
                  </a:lnTo>
                  <a:lnTo>
                    <a:pt x="6125800" y="1436824"/>
                  </a:lnTo>
                  <a:lnTo>
                    <a:pt x="6127054" y="1436824"/>
                  </a:lnTo>
                  <a:lnTo>
                    <a:pt x="6128307" y="1436824"/>
                  </a:lnTo>
                  <a:lnTo>
                    <a:pt x="6129560" y="1436824"/>
                  </a:lnTo>
                  <a:lnTo>
                    <a:pt x="6130813" y="1436824"/>
                  </a:lnTo>
                  <a:lnTo>
                    <a:pt x="6132066" y="1436824"/>
                  </a:lnTo>
                  <a:lnTo>
                    <a:pt x="6133320" y="1436824"/>
                  </a:lnTo>
                  <a:lnTo>
                    <a:pt x="6134573" y="1436824"/>
                  </a:lnTo>
                  <a:lnTo>
                    <a:pt x="6135826" y="1436824"/>
                  </a:lnTo>
                  <a:lnTo>
                    <a:pt x="6137079" y="1436824"/>
                  </a:lnTo>
                  <a:lnTo>
                    <a:pt x="6138332" y="1436824"/>
                  </a:lnTo>
                  <a:lnTo>
                    <a:pt x="6139586" y="1436824"/>
                  </a:lnTo>
                  <a:lnTo>
                    <a:pt x="6140839" y="1436824"/>
                  </a:lnTo>
                  <a:lnTo>
                    <a:pt x="6142092" y="1436824"/>
                  </a:lnTo>
                  <a:lnTo>
                    <a:pt x="6143345" y="1436824"/>
                  </a:lnTo>
                  <a:lnTo>
                    <a:pt x="6144599" y="1436824"/>
                  </a:lnTo>
                  <a:lnTo>
                    <a:pt x="6145852" y="1436824"/>
                  </a:lnTo>
                  <a:lnTo>
                    <a:pt x="6147105" y="1436824"/>
                  </a:lnTo>
                  <a:lnTo>
                    <a:pt x="6148358" y="1436824"/>
                  </a:lnTo>
                  <a:lnTo>
                    <a:pt x="6149611" y="1436824"/>
                  </a:lnTo>
                  <a:lnTo>
                    <a:pt x="6150865" y="1436824"/>
                  </a:lnTo>
                  <a:lnTo>
                    <a:pt x="6152118" y="1436824"/>
                  </a:lnTo>
                  <a:lnTo>
                    <a:pt x="6153371" y="1436824"/>
                  </a:lnTo>
                  <a:lnTo>
                    <a:pt x="6154624" y="1436824"/>
                  </a:lnTo>
                  <a:lnTo>
                    <a:pt x="6155878" y="1436824"/>
                  </a:lnTo>
                  <a:lnTo>
                    <a:pt x="6157131" y="1436824"/>
                  </a:lnTo>
                  <a:lnTo>
                    <a:pt x="6158384" y="1436824"/>
                  </a:lnTo>
                  <a:lnTo>
                    <a:pt x="6159637" y="1436824"/>
                  </a:lnTo>
                  <a:lnTo>
                    <a:pt x="6160890" y="1436824"/>
                  </a:lnTo>
                  <a:lnTo>
                    <a:pt x="6162144" y="1436824"/>
                  </a:lnTo>
                  <a:lnTo>
                    <a:pt x="6163397" y="1436824"/>
                  </a:lnTo>
                  <a:lnTo>
                    <a:pt x="6164650" y="1436824"/>
                  </a:lnTo>
                  <a:lnTo>
                    <a:pt x="6165903" y="1436824"/>
                  </a:lnTo>
                  <a:lnTo>
                    <a:pt x="6167156" y="1436824"/>
                  </a:lnTo>
                  <a:lnTo>
                    <a:pt x="6168410" y="1436824"/>
                  </a:lnTo>
                  <a:lnTo>
                    <a:pt x="6169663" y="1436824"/>
                  </a:lnTo>
                  <a:lnTo>
                    <a:pt x="6170916" y="1436824"/>
                  </a:lnTo>
                  <a:lnTo>
                    <a:pt x="6172169" y="1436824"/>
                  </a:lnTo>
                  <a:lnTo>
                    <a:pt x="6173423" y="1436824"/>
                  </a:lnTo>
                  <a:lnTo>
                    <a:pt x="6174676" y="1436824"/>
                  </a:lnTo>
                  <a:lnTo>
                    <a:pt x="6175929" y="1436824"/>
                  </a:lnTo>
                  <a:lnTo>
                    <a:pt x="6177182" y="1436824"/>
                  </a:lnTo>
                  <a:lnTo>
                    <a:pt x="6178435" y="1436824"/>
                  </a:lnTo>
                  <a:lnTo>
                    <a:pt x="6179689" y="1436824"/>
                  </a:lnTo>
                  <a:lnTo>
                    <a:pt x="6180942" y="1436824"/>
                  </a:lnTo>
                  <a:lnTo>
                    <a:pt x="6182195" y="1436824"/>
                  </a:lnTo>
                  <a:lnTo>
                    <a:pt x="6183448" y="1436824"/>
                  </a:lnTo>
                  <a:lnTo>
                    <a:pt x="6184701" y="1436824"/>
                  </a:lnTo>
                  <a:lnTo>
                    <a:pt x="6185955" y="1436824"/>
                  </a:lnTo>
                  <a:lnTo>
                    <a:pt x="6187208" y="1436824"/>
                  </a:lnTo>
                  <a:lnTo>
                    <a:pt x="6188461" y="1436824"/>
                  </a:lnTo>
                  <a:lnTo>
                    <a:pt x="6189714" y="1436824"/>
                  </a:lnTo>
                  <a:lnTo>
                    <a:pt x="6190968" y="1436824"/>
                  </a:lnTo>
                  <a:lnTo>
                    <a:pt x="6192221" y="1436824"/>
                  </a:lnTo>
                  <a:lnTo>
                    <a:pt x="6193474" y="1436824"/>
                  </a:lnTo>
                  <a:lnTo>
                    <a:pt x="6194727" y="1436824"/>
                  </a:lnTo>
                  <a:lnTo>
                    <a:pt x="6195980" y="1436824"/>
                  </a:lnTo>
                  <a:lnTo>
                    <a:pt x="6197234" y="1436824"/>
                  </a:lnTo>
                  <a:lnTo>
                    <a:pt x="6198487" y="1436824"/>
                  </a:lnTo>
                  <a:lnTo>
                    <a:pt x="6199740" y="1436824"/>
                  </a:lnTo>
                  <a:lnTo>
                    <a:pt x="6200993" y="1436824"/>
                  </a:lnTo>
                  <a:lnTo>
                    <a:pt x="6202247" y="1436824"/>
                  </a:lnTo>
                  <a:lnTo>
                    <a:pt x="6203500" y="1436824"/>
                  </a:lnTo>
                  <a:lnTo>
                    <a:pt x="6204753" y="1436824"/>
                  </a:lnTo>
                  <a:lnTo>
                    <a:pt x="6204807" y="1551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88568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4885742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88568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68613" y="4074334"/>
              <a:ext cx="6204774" cy="1686068"/>
            </a:xfrm>
            <a:custGeom>
              <a:avLst/>
              <a:pathLst>
                <a:path w="6204774" h="1686068">
                  <a:moveTo>
                    <a:pt x="0" y="1686068"/>
                  </a:moveTo>
                  <a:lnTo>
                    <a:pt x="45" y="1597764"/>
                  </a:lnTo>
                  <a:lnTo>
                    <a:pt x="1298" y="1597797"/>
                  </a:lnTo>
                  <a:lnTo>
                    <a:pt x="2551" y="1597811"/>
                  </a:lnTo>
                  <a:lnTo>
                    <a:pt x="3805" y="1597802"/>
                  </a:lnTo>
                  <a:lnTo>
                    <a:pt x="5058" y="1597776"/>
                  </a:lnTo>
                  <a:lnTo>
                    <a:pt x="6311" y="1597733"/>
                  </a:lnTo>
                  <a:lnTo>
                    <a:pt x="7564" y="1597677"/>
                  </a:lnTo>
                  <a:lnTo>
                    <a:pt x="8818" y="1597606"/>
                  </a:lnTo>
                  <a:lnTo>
                    <a:pt x="10071" y="1597522"/>
                  </a:lnTo>
                  <a:lnTo>
                    <a:pt x="11324" y="1597425"/>
                  </a:lnTo>
                  <a:lnTo>
                    <a:pt x="12577" y="1597343"/>
                  </a:lnTo>
                  <a:lnTo>
                    <a:pt x="13830" y="1597272"/>
                  </a:lnTo>
                  <a:lnTo>
                    <a:pt x="15084" y="1597205"/>
                  </a:lnTo>
                  <a:lnTo>
                    <a:pt x="16337" y="1597154"/>
                  </a:lnTo>
                  <a:lnTo>
                    <a:pt x="17590" y="1597122"/>
                  </a:lnTo>
                  <a:lnTo>
                    <a:pt x="18843" y="1597112"/>
                  </a:lnTo>
                  <a:lnTo>
                    <a:pt x="20097" y="1597124"/>
                  </a:lnTo>
                  <a:lnTo>
                    <a:pt x="21350" y="1597154"/>
                  </a:lnTo>
                  <a:lnTo>
                    <a:pt x="22603" y="1597202"/>
                  </a:lnTo>
                  <a:lnTo>
                    <a:pt x="23856" y="1597265"/>
                  </a:lnTo>
                  <a:lnTo>
                    <a:pt x="25109" y="1597342"/>
                  </a:lnTo>
                  <a:lnTo>
                    <a:pt x="26363" y="1597429"/>
                  </a:lnTo>
                  <a:lnTo>
                    <a:pt x="27616" y="1597525"/>
                  </a:lnTo>
                  <a:lnTo>
                    <a:pt x="28869" y="1597629"/>
                  </a:lnTo>
                  <a:lnTo>
                    <a:pt x="30122" y="1597743"/>
                  </a:lnTo>
                  <a:lnTo>
                    <a:pt x="31375" y="1597866"/>
                  </a:lnTo>
                  <a:lnTo>
                    <a:pt x="32629" y="1597998"/>
                  </a:lnTo>
                  <a:lnTo>
                    <a:pt x="33882" y="1598140"/>
                  </a:lnTo>
                  <a:lnTo>
                    <a:pt x="35135" y="1598281"/>
                  </a:lnTo>
                  <a:lnTo>
                    <a:pt x="36388" y="1598422"/>
                  </a:lnTo>
                  <a:lnTo>
                    <a:pt x="37642" y="1598563"/>
                  </a:lnTo>
                  <a:lnTo>
                    <a:pt x="38895" y="1598704"/>
                  </a:lnTo>
                  <a:lnTo>
                    <a:pt x="40148" y="1598845"/>
                  </a:lnTo>
                  <a:lnTo>
                    <a:pt x="41401" y="1598981"/>
                  </a:lnTo>
                  <a:lnTo>
                    <a:pt x="42654" y="1599105"/>
                  </a:lnTo>
                  <a:lnTo>
                    <a:pt x="43908" y="1599217"/>
                  </a:lnTo>
                  <a:lnTo>
                    <a:pt x="45161" y="1599315"/>
                  </a:lnTo>
                  <a:lnTo>
                    <a:pt x="46414" y="1599394"/>
                  </a:lnTo>
                  <a:lnTo>
                    <a:pt x="47667" y="1599455"/>
                  </a:lnTo>
                  <a:lnTo>
                    <a:pt x="48921" y="1599498"/>
                  </a:lnTo>
                  <a:lnTo>
                    <a:pt x="50174" y="1599523"/>
                  </a:lnTo>
                  <a:lnTo>
                    <a:pt x="51427" y="1599529"/>
                  </a:lnTo>
                  <a:lnTo>
                    <a:pt x="52680" y="1599518"/>
                  </a:lnTo>
                  <a:lnTo>
                    <a:pt x="53933" y="1599488"/>
                  </a:lnTo>
                  <a:lnTo>
                    <a:pt x="55187" y="1599440"/>
                  </a:lnTo>
                  <a:lnTo>
                    <a:pt x="56440" y="1599374"/>
                  </a:lnTo>
                  <a:lnTo>
                    <a:pt x="57693" y="1599290"/>
                  </a:lnTo>
                  <a:lnTo>
                    <a:pt x="58946" y="1599188"/>
                  </a:lnTo>
                  <a:lnTo>
                    <a:pt x="60199" y="1599071"/>
                  </a:lnTo>
                  <a:lnTo>
                    <a:pt x="61453" y="1598942"/>
                  </a:lnTo>
                  <a:lnTo>
                    <a:pt x="62706" y="1598807"/>
                  </a:lnTo>
                  <a:lnTo>
                    <a:pt x="63959" y="1598673"/>
                  </a:lnTo>
                  <a:lnTo>
                    <a:pt x="65212" y="1598544"/>
                  </a:lnTo>
                  <a:lnTo>
                    <a:pt x="66466" y="1598424"/>
                  </a:lnTo>
                  <a:lnTo>
                    <a:pt x="67719" y="1598308"/>
                  </a:lnTo>
                  <a:lnTo>
                    <a:pt x="68972" y="1598189"/>
                  </a:lnTo>
                  <a:lnTo>
                    <a:pt x="70225" y="1598065"/>
                  </a:lnTo>
                  <a:lnTo>
                    <a:pt x="71478" y="1597931"/>
                  </a:lnTo>
                  <a:lnTo>
                    <a:pt x="72732" y="1597788"/>
                  </a:lnTo>
                  <a:lnTo>
                    <a:pt x="73985" y="1597637"/>
                  </a:lnTo>
                  <a:lnTo>
                    <a:pt x="75238" y="1597476"/>
                  </a:lnTo>
                  <a:lnTo>
                    <a:pt x="76491" y="1597306"/>
                  </a:lnTo>
                  <a:lnTo>
                    <a:pt x="77745" y="1597127"/>
                  </a:lnTo>
                  <a:lnTo>
                    <a:pt x="78998" y="1596938"/>
                  </a:lnTo>
                  <a:lnTo>
                    <a:pt x="80251" y="1596747"/>
                  </a:lnTo>
                  <a:lnTo>
                    <a:pt x="81504" y="1596549"/>
                  </a:lnTo>
                  <a:lnTo>
                    <a:pt x="82757" y="1596344"/>
                  </a:lnTo>
                  <a:lnTo>
                    <a:pt x="84011" y="1596133"/>
                  </a:lnTo>
                  <a:lnTo>
                    <a:pt x="85264" y="1595909"/>
                  </a:lnTo>
                  <a:lnTo>
                    <a:pt x="86517" y="1595679"/>
                  </a:lnTo>
                  <a:lnTo>
                    <a:pt x="87770" y="1595447"/>
                  </a:lnTo>
                  <a:lnTo>
                    <a:pt x="89023" y="1595219"/>
                  </a:lnTo>
                  <a:lnTo>
                    <a:pt x="90277" y="1594999"/>
                  </a:lnTo>
                  <a:lnTo>
                    <a:pt x="91530" y="1594789"/>
                  </a:lnTo>
                  <a:lnTo>
                    <a:pt x="92783" y="1594587"/>
                  </a:lnTo>
                  <a:lnTo>
                    <a:pt x="94036" y="1594395"/>
                  </a:lnTo>
                  <a:lnTo>
                    <a:pt x="95290" y="1594211"/>
                  </a:lnTo>
                  <a:lnTo>
                    <a:pt x="96543" y="1594037"/>
                  </a:lnTo>
                  <a:lnTo>
                    <a:pt x="97796" y="1593872"/>
                  </a:lnTo>
                  <a:lnTo>
                    <a:pt x="99049" y="1593713"/>
                  </a:lnTo>
                  <a:lnTo>
                    <a:pt x="100302" y="1593559"/>
                  </a:lnTo>
                  <a:lnTo>
                    <a:pt x="101556" y="1593411"/>
                  </a:lnTo>
                  <a:lnTo>
                    <a:pt x="102809" y="1593269"/>
                  </a:lnTo>
                  <a:lnTo>
                    <a:pt x="104062" y="1593133"/>
                  </a:lnTo>
                  <a:lnTo>
                    <a:pt x="105315" y="1593003"/>
                  </a:lnTo>
                  <a:lnTo>
                    <a:pt x="106568" y="1592878"/>
                  </a:lnTo>
                  <a:lnTo>
                    <a:pt x="107822" y="1592759"/>
                  </a:lnTo>
                  <a:lnTo>
                    <a:pt x="109075" y="1592649"/>
                  </a:lnTo>
                  <a:lnTo>
                    <a:pt x="110328" y="1592548"/>
                  </a:lnTo>
                  <a:lnTo>
                    <a:pt x="111581" y="1592456"/>
                  </a:lnTo>
                  <a:lnTo>
                    <a:pt x="112835" y="1592374"/>
                  </a:lnTo>
                  <a:lnTo>
                    <a:pt x="114088" y="1592300"/>
                  </a:lnTo>
                  <a:lnTo>
                    <a:pt x="115341" y="1592236"/>
                  </a:lnTo>
                  <a:lnTo>
                    <a:pt x="116594" y="1592180"/>
                  </a:lnTo>
                  <a:lnTo>
                    <a:pt x="117847" y="1592134"/>
                  </a:lnTo>
                  <a:lnTo>
                    <a:pt x="119101" y="1592097"/>
                  </a:lnTo>
                  <a:lnTo>
                    <a:pt x="120354" y="1592068"/>
                  </a:lnTo>
                  <a:lnTo>
                    <a:pt x="121607" y="1592049"/>
                  </a:lnTo>
                  <a:lnTo>
                    <a:pt x="122860" y="1592039"/>
                  </a:lnTo>
                  <a:lnTo>
                    <a:pt x="124114" y="1592035"/>
                  </a:lnTo>
                  <a:lnTo>
                    <a:pt x="125367" y="1592037"/>
                  </a:lnTo>
                  <a:lnTo>
                    <a:pt x="126620" y="1592044"/>
                  </a:lnTo>
                  <a:lnTo>
                    <a:pt x="127873" y="1592052"/>
                  </a:lnTo>
                  <a:lnTo>
                    <a:pt x="129126" y="1592059"/>
                  </a:lnTo>
                  <a:lnTo>
                    <a:pt x="130380" y="1592066"/>
                  </a:lnTo>
                  <a:lnTo>
                    <a:pt x="131633" y="1592079"/>
                  </a:lnTo>
                  <a:lnTo>
                    <a:pt x="132886" y="1592104"/>
                  </a:lnTo>
                  <a:lnTo>
                    <a:pt x="134139" y="1592147"/>
                  </a:lnTo>
                  <a:lnTo>
                    <a:pt x="135392" y="1592213"/>
                  </a:lnTo>
                  <a:lnTo>
                    <a:pt x="136646" y="1592298"/>
                  </a:lnTo>
                  <a:lnTo>
                    <a:pt x="137899" y="1592364"/>
                  </a:lnTo>
                  <a:lnTo>
                    <a:pt x="139152" y="1592410"/>
                  </a:lnTo>
                  <a:lnTo>
                    <a:pt x="140405" y="1592437"/>
                  </a:lnTo>
                  <a:lnTo>
                    <a:pt x="141659" y="1592445"/>
                  </a:lnTo>
                  <a:lnTo>
                    <a:pt x="142912" y="1592432"/>
                  </a:lnTo>
                  <a:lnTo>
                    <a:pt x="144165" y="1592392"/>
                  </a:lnTo>
                  <a:lnTo>
                    <a:pt x="145418" y="1592327"/>
                  </a:lnTo>
                  <a:lnTo>
                    <a:pt x="146671" y="1592235"/>
                  </a:lnTo>
                  <a:lnTo>
                    <a:pt x="147925" y="1592117"/>
                  </a:lnTo>
                  <a:lnTo>
                    <a:pt x="149178" y="1591975"/>
                  </a:lnTo>
                  <a:lnTo>
                    <a:pt x="150431" y="1591802"/>
                  </a:lnTo>
                  <a:lnTo>
                    <a:pt x="151684" y="1591593"/>
                  </a:lnTo>
                  <a:lnTo>
                    <a:pt x="152938" y="1591337"/>
                  </a:lnTo>
                  <a:lnTo>
                    <a:pt x="154191" y="1591030"/>
                  </a:lnTo>
                  <a:lnTo>
                    <a:pt x="155444" y="1590680"/>
                  </a:lnTo>
                  <a:lnTo>
                    <a:pt x="156697" y="1590312"/>
                  </a:lnTo>
                  <a:lnTo>
                    <a:pt x="157950" y="1589904"/>
                  </a:lnTo>
                  <a:lnTo>
                    <a:pt x="159204" y="1589436"/>
                  </a:lnTo>
                  <a:lnTo>
                    <a:pt x="160457" y="1588908"/>
                  </a:lnTo>
                  <a:lnTo>
                    <a:pt x="161710" y="1588314"/>
                  </a:lnTo>
                  <a:lnTo>
                    <a:pt x="162963" y="1587633"/>
                  </a:lnTo>
                  <a:lnTo>
                    <a:pt x="164216" y="1586867"/>
                  </a:lnTo>
                  <a:lnTo>
                    <a:pt x="165470" y="1586015"/>
                  </a:lnTo>
                  <a:lnTo>
                    <a:pt x="166723" y="1585076"/>
                  </a:lnTo>
                  <a:lnTo>
                    <a:pt x="167976" y="1584058"/>
                  </a:lnTo>
                  <a:lnTo>
                    <a:pt x="169229" y="1582965"/>
                  </a:lnTo>
                  <a:lnTo>
                    <a:pt x="170483" y="1581797"/>
                  </a:lnTo>
                  <a:lnTo>
                    <a:pt x="171736" y="1580556"/>
                  </a:lnTo>
                  <a:lnTo>
                    <a:pt x="172989" y="1579251"/>
                  </a:lnTo>
                  <a:lnTo>
                    <a:pt x="174242" y="1577871"/>
                  </a:lnTo>
                  <a:lnTo>
                    <a:pt x="175495" y="1576430"/>
                  </a:lnTo>
                  <a:lnTo>
                    <a:pt x="176749" y="1574942"/>
                  </a:lnTo>
                  <a:lnTo>
                    <a:pt x="178002" y="1573431"/>
                  </a:lnTo>
                  <a:lnTo>
                    <a:pt x="179255" y="1571895"/>
                  </a:lnTo>
                  <a:lnTo>
                    <a:pt x="180508" y="1570338"/>
                  </a:lnTo>
                  <a:lnTo>
                    <a:pt x="181762" y="1568795"/>
                  </a:lnTo>
                  <a:lnTo>
                    <a:pt x="183015" y="1567262"/>
                  </a:lnTo>
                  <a:lnTo>
                    <a:pt x="184268" y="1565737"/>
                  </a:lnTo>
                  <a:lnTo>
                    <a:pt x="185521" y="1564227"/>
                  </a:lnTo>
                  <a:lnTo>
                    <a:pt x="186774" y="1562725"/>
                  </a:lnTo>
                  <a:lnTo>
                    <a:pt x="188028" y="1561233"/>
                  </a:lnTo>
                  <a:lnTo>
                    <a:pt x="189281" y="1559750"/>
                  </a:lnTo>
                  <a:lnTo>
                    <a:pt x="190534" y="1558276"/>
                  </a:lnTo>
                  <a:lnTo>
                    <a:pt x="191787" y="1556808"/>
                  </a:lnTo>
                  <a:lnTo>
                    <a:pt x="193040" y="1555345"/>
                  </a:lnTo>
                  <a:lnTo>
                    <a:pt x="194294" y="1553889"/>
                  </a:lnTo>
                  <a:lnTo>
                    <a:pt x="195547" y="1552432"/>
                  </a:lnTo>
                  <a:lnTo>
                    <a:pt x="196800" y="1550966"/>
                  </a:lnTo>
                  <a:lnTo>
                    <a:pt x="198053" y="1549483"/>
                  </a:lnTo>
                  <a:lnTo>
                    <a:pt x="199307" y="1547981"/>
                  </a:lnTo>
                  <a:lnTo>
                    <a:pt x="200560" y="1546503"/>
                  </a:lnTo>
                  <a:lnTo>
                    <a:pt x="201813" y="1545092"/>
                  </a:lnTo>
                  <a:lnTo>
                    <a:pt x="203066" y="1543747"/>
                  </a:lnTo>
                  <a:lnTo>
                    <a:pt x="204319" y="1542465"/>
                  </a:lnTo>
                  <a:lnTo>
                    <a:pt x="205573" y="1541240"/>
                  </a:lnTo>
                  <a:lnTo>
                    <a:pt x="206826" y="1540079"/>
                  </a:lnTo>
                  <a:lnTo>
                    <a:pt x="208079" y="1538979"/>
                  </a:lnTo>
                  <a:lnTo>
                    <a:pt x="209332" y="1537942"/>
                  </a:lnTo>
                  <a:lnTo>
                    <a:pt x="210586" y="1536968"/>
                  </a:lnTo>
                  <a:lnTo>
                    <a:pt x="211839" y="1536050"/>
                  </a:lnTo>
                  <a:lnTo>
                    <a:pt x="213092" y="1535188"/>
                  </a:lnTo>
                  <a:lnTo>
                    <a:pt x="214345" y="1534385"/>
                  </a:lnTo>
                  <a:lnTo>
                    <a:pt x="215598" y="1533653"/>
                  </a:lnTo>
                  <a:lnTo>
                    <a:pt x="216852" y="1533001"/>
                  </a:lnTo>
                  <a:lnTo>
                    <a:pt x="218105" y="1532426"/>
                  </a:lnTo>
                  <a:lnTo>
                    <a:pt x="219358" y="1531898"/>
                  </a:lnTo>
                  <a:lnTo>
                    <a:pt x="220611" y="1531409"/>
                  </a:lnTo>
                  <a:lnTo>
                    <a:pt x="221864" y="1531003"/>
                  </a:lnTo>
                  <a:lnTo>
                    <a:pt x="223118" y="1530698"/>
                  </a:lnTo>
                  <a:lnTo>
                    <a:pt x="224371" y="1530505"/>
                  </a:lnTo>
                  <a:lnTo>
                    <a:pt x="225624" y="1530450"/>
                  </a:lnTo>
                  <a:lnTo>
                    <a:pt x="226877" y="1530555"/>
                  </a:lnTo>
                  <a:lnTo>
                    <a:pt x="228131" y="1530821"/>
                  </a:lnTo>
                  <a:lnTo>
                    <a:pt x="229384" y="1531247"/>
                  </a:lnTo>
                  <a:lnTo>
                    <a:pt x="230637" y="1531833"/>
                  </a:lnTo>
                  <a:lnTo>
                    <a:pt x="231890" y="1532574"/>
                  </a:lnTo>
                  <a:lnTo>
                    <a:pt x="233143" y="1533470"/>
                  </a:lnTo>
                  <a:lnTo>
                    <a:pt x="234397" y="1534520"/>
                  </a:lnTo>
                  <a:lnTo>
                    <a:pt x="235650" y="1535713"/>
                  </a:lnTo>
                  <a:lnTo>
                    <a:pt x="236903" y="1537053"/>
                  </a:lnTo>
                  <a:lnTo>
                    <a:pt x="238156" y="1538536"/>
                  </a:lnTo>
                  <a:lnTo>
                    <a:pt x="239410" y="1540132"/>
                  </a:lnTo>
                  <a:lnTo>
                    <a:pt x="240663" y="1541804"/>
                  </a:lnTo>
                  <a:lnTo>
                    <a:pt x="241916" y="1543530"/>
                  </a:lnTo>
                  <a:lnTo>
                    <a:pt x="243169" y="1545308"/>
                  </a:lnTo>
                  <a:lnTo>
                    <a:pt x="244422" y="1547098"/>
                  </a:lnTo>
                  <a:lnTo>
                    <a:pt x="245676" y="1548871"/>
                  </a:lnTo>
                  <a:lnTo>
                    <a:pt x="246929" y="1550631"/>
                  </a:lnTo>
                  <a:lnTo>
                    <a:pt x="248182" y="1552374"/>
                  </a:lnTo>
                  <a:lnTo>
                    <a:pt x="249435" y="1554103"/>
                  </a:lnTo>
                  <a:lnTo>
                    <a:pt x="250688" y="1555822"/>
                  </a:lnTo>
                  <a:lnTo>
                    <a:pt x="251942" y="1557532"/>
                  </a:lnTo>
                  <a:lnTo>
                    <a:pt x="253195" y="1559234"/>
                  </a:lnTo>
                  <a:lnTo>
                    <a:pt x="254448" y="1560929"/>
                  </a:lnTo>
                  <a:lnTo>
                    <a:pt x="255701" y="1562619"/>
                  </a:lnTo>
                  <a:lnTo>
                    <a:pt x="256955" y="1564306"/>
                  </a:lnTo>
                  <a:lnTo>
                    <a:pt x="258208" y="1565991"/>
                  </a:lnTo>
                  <a:lnTo>
                    <a:pt x="259461" y="1567679"/>
                  </a:lnTo>
                  <a:lnTo>
                    <a:pt x="260714" y="1569373"/>
                  </a:lnTo>
                  <a:lnTo>
                    <a:pt x="261967" y="1571080"/>
                  </a:lnTo>
                  <a:lnTo>
                    <a:pt x="263221" y="1572794"/>
                  </a:lnTo>
                  <a:lnTo>
                    <a:pt x="264474" y="1574479"/>
                  </a:lnTo>
                  <a:lnTo>
                    <a:pt x="265727" y="1576131"/>
                  </a:lnTo>
                  <a:lnTo>
                    <a:pt x="266980" y="1577755"/>
                  </a:lnTo>
                  <a:lnTo>
                    <a:pt x="268233" y="1579347"/>
                  </a:lnTo>
                  <a:lnTo>
                    <a:pt x="269487" y="1580916"/>
                  </a:lnTo>
                  <a:lnTo>
                    <a:pt x="270740" y="1582456"/>
                  </a:lnTo>
                  <a:lnTo>
                    <a:pt x="271993" y="1583969"/>
                  </a:lnTo>
                  <a:lnTo>
                    <a:pt x="273246" y="1585455"/>
                  </a:lnTo>
                  <a:lnTo>
                    <a:pt x="274500" y="1586913"/>
                  </a:lnTo>
                  <a:lnTo>
                    <a:pt x="275753" y="1588343"/>
                  </a:lnTo>
                  <a:lnTo>
                    <a:pt x="277006" y="1589746"/>
                  </a:lnTo>
                  <a:lnTo>
                    <a:pt x="278259" y="1591116"/>
                  </a:lnTo>
                  <a:lnTo>
                    <a:pt x="279512" y="1592449"/>
                  </a:lnTo>
                  <a:lnTo>
                    <a:pt x="280766" y="1593738"/>
                  </a:lnTo>
                  <a:lnTo>
                    <a:pt x="282019" y="1594989"/>
                  </a:lnTo>
                  <a:lnTo>
                    <a:pt x="283272" y="1596224"/>
                  </a:lnTo>
                  <a:lnTo>
                    <a:pt x="284525" y="1597423"/>
                  </a:lnTo>
                  <a:lnTo>
                    <a:pt x="285779" y="1598568"/>
                  </a:lnTo>
                  <a:lnTo>
                    <a:pt x="287032" y="1599659"/>
                  </a:lnTo>
                  <a:lnTo>
                    <a:pt x="288285" y="1600684"/>
                  </a:lnTo>
                  <a:lnTo>
                    <a:pt x="289538" y="1601628"/>
                  </a:lnTo>
                  <a:lnTo>
                    <a:pt x="290791" y="1602492"/>
                  </a:lnTo>
                  <a:lnTo>
                    <a:pt x="292045" y="1603279"/>
                  </a:lnTo>
                  <a:lnTo>
                    <a:pt x="293298" y="1603990"/>
                  </a:lnTo>
                  <a:lnTo>
                    <a:pt x="294551" y="1604628"/>
                  </a:lnTo>
                  <a:lnTo>
                    <a:pt x="295804" y="1605195"/>
                  </a:lnTo>
                  <a:lnTo>
                    <a:pt x="297057" y="1605691"/>
                  </a:lnTo>
                  <a:lnTo>
                    <a:pt x="298311" y="1606115"/>
                  </a:lnTo>
                  <a:lnTo>
                    <a:pt x="299564" y="1606475"/>
                  </a:lnTo>
                  <a:lnTo>
                    <a:pt x="300817" y="1606760"/>
                  </a:lnTo>
                  <a:lnTo>
                    <a:pt x="302070" y="1606986"/>
                  </a:lnTo>
                  <a:lnTo>
                    <a:pt x="303324" y="1607169"/>
                  </a:lnTo>
                  <a:lnTo>
                    <a:pt x="304577" y="1607330"/>
                  </a:lnTo>
                  <a:lnTo>
                    <a:pt x="305830" y="1607471"/>
                  </a:lnTo>
                  <a:lnTo>
                    <a:pt x="307083" y="1607592"/>
                  </a:lnTo>
                  <a:lnTo>
                    <a:pt x="308336" y="1607725"/>
                  </a:lnTo>
                  <a:lnTo>
                    <a:pt x="309590" y="1607865"/>
                  </a:lnTo>
                  <a:lnTo>
                    <a:pt x="310843" y="1608008"/>
                  </a:lnTo>
                  <a:lnTo>
                    <a:pt x="312096" y="1608157"/>
                  </a:lnTo>
                  <a:lnTo>
                    <a:pt x="313349" y="1608296"/>
                  </a:lnTo>
                  <a:lnTo>
                    <a:pt x="314603" y="1608427"/>
                  </a:lnTo>
                  <a:lnTo>
                    <a:pt x="315856" y="1608548"/>
                  </a:lnTo>
                  <a:lnTo>
                    <a:pt x="317109" y="1608660"/>
                  </a:lnTo>
                  <a:lnTo>
                    <a:pt x="318362" y="1608763"/>
                  </a:lnTo>
                  <a:lnTo>
                    <a:pt x="319615" y="1608857"/>
                  </a:lnTo>
                  <a:lnTo>
                    <a:pt x="320869" y="1608939"/>
                  </a:lnTo>
                  <a:lnTo>
                    <a:pt x="322122" y="1609008"/>
                  </a:lnTo>
                  <a:lnTo>
                    <a:pt x="323375" y="1609065"/>
                  </a:lnTo>
                  <a:lnTo>
                    <a:pt x="324628" y="1609109"/>
                  </a:lnTo>
                  <a:lnTo>
                    <a:pt x="325881" y="1609141"/>
                  </a:lnTo>
                  <a:lnTo>
                    <a:pt x="327135" y="1609161"/>
                  </a:lnTo>
                  <a:lnTo>
                    <a:pt x="328388" y="1609168"/>
                  </a:lnTo>
                  <a:lnTo>
                    <a:pt x="329641" y="1609163"/>
                  </a:lnTo>
                  <a:lnTo>
                    <a:pt x="330894" y="1609151"/>
                  </a:lnTo>
                  <a:lnTo>
                    <a:pt x="332148" y="1609135"/>
                  </a:lnTo>
                  <a:lnTo>
                    <a:pt x="333401" y="1609113"/>
                  </a:lnTo>
                  <a:lnTo>
                    <a:pt x="334654" y="1609087"/>
                  </a:lnTo>
                  <a:lnTo>
                    <a:pt x="335907" y="1609055"/>
                  </a:lnTo>
                  <a:lnTo>
                    <a:pt x="337160" y="1609018"/>
                  </a:lnTo>
                  <a:lnTo>
                    <a:pt x="338414" y="1608981"/>
                  </a:lnTo>
                  <a:lnTo>
                    <a:pt x="339667" y="1608949"/>
                  </a:lnTo>
                  <a:lnTo>
                    <a:pt x="340920" y="1608922"/>
                  </a:lnTo>
                  <a:lnTo>
                    <a:pt x="342173" y="1608901"/>
                  </a:lnTo>
                  <a:lnTo>
                    <a:pt x="343427" y="1608885"/>
                  </a:lnTo>
                  <a:lnTo>
                    <a:pt x="344680" y="1608874"/>
                  </a:lnTo>
                  <a:lnTo>
                    <a:pt x="345933" y="1608871"/>
                  </a:lnTo>
                  <a:lnTo>
                    <a:pt x="347186" y="1608876"/>
                  </a:lnTo>
                  <a:lnTo>
                    <a:pt x="348439" y="1608883"/>
                  </a:lnTo>
                  <a:lnTo>
                    <a:pt x="349693" y="1608898"/>
                  </a:lnTo>
                  <a:lnTo>
                    <a:pt x="350946" y="1608921"/>
                  </a:lnTo>
                  <a:lnTo>
                    <a:pt x="352199" y="1608923"/>
                  </a:lnTo>
                  <a:lnTo>
                    <a:pt x="353452" y="1608890"/>
                  </a:lnTo>
                  <a:lnTo>
                    <a:pt x="354705" y="1608820"/>
                  </a:lnTo>
                  <a:lnTo>
                    <a:pt x="355959" y="1608710"/>
                  </a:lnTo>
                  <a:lnTo>
                    <a:pt x="357212" y="1608557"/>
                  </a:lnTo>
                  <a:lnTo>
                    <a:pt x="358465" y="1608358"/>
                  </a:lnTo>
                  <a:lnTo>
                    <a:pt x="359718" y="1608065"/>
                  </a:lnTo>
                  <a:lnTo>
                    <a:pt x="360972" y="1607661"/>
                  </a:lnTo>
                  <a:lnTo>
                    <a:pt x="362225" y="1607146"/>
                  </a:lnTo>
                  <a:lnTo>
                    <a:pt x="363478" y="1606523"/>
                  </a:lnTo>
                  <a:lnTo>
                    <a:pt x="364731" y="1605785"/>
                  </a:lnTo>
                  <a:lnTo>
                    <a:pt x="365984" y="1604907"/>
                  </a:lnTo>
                  <a:lnTo>
                    <a:pt x="367238" y="1603893"/>
                  </a:lnTo>
                  <a:lnTo>
                    <a:pt x="368491" y="1602739"/>
                  </a:lnTo>
                  <a:lnTo>
                    <a:pt x="369744" y="1601446"/>
                  </a:lnTo>
                  <a:lnTo>
                    <a:pt x="370997" y="1600021"/>
                  </a:lnTo>
                  <a:lnTo>
                    <a:pt x="372251" y="1598456"/>
                  </a:lnTo>
                  <a:lnTo>
                    <a:pt x="373504" y="1596755"/>
                  </a:lnTo>
                  <a:lnTo>
                    <a:pt x="374757" y="1594920"/>
                  </a:lnTo>
                  <a:lnTo>
                    <a:pt x="376010" y="1592956"/>
                  </a:lnTo>
                  <a:lnTo>
                    <a:pt x="377263" y="1590862"/>
                  </a:lnTo>
                  <a:lnTo>
                    <a:pt x="378517" y="1588654"/>
                  </a:lnTo>
                  <a:lnTo>
                    <a:pt x="379770" y="1586348"/>
                  </a:lnTo>
                  <a:lnTo>
                    <a:pt x="381023" y="1583944"/>
                  </a:lnTo>
                  <a:lnTo>
                    <a:pt x="382276" y="1581439"/>
                  </a:lnTo>
                  <a:lnTo>
                    <a:pt x="383529" y="1578841"/>
                  </a:lnTo>
                  <a:lnTo>
                    <a:pt x="384783" y="1576178"/>
                  </a:lnTo>
                  <a:lnTo>
                    <a:pt x="386036" y="1573444"/>
                  </a:lnTo>
                  <a:lnTo>
                    <a:pt x="387289" y="1570645"/>
                  </a:lnTo>
                  <a:lnTo>
                    <a:pt x="388542" y="1567781"/>
                  </a:lnTo>
                  <a:lnTo>
                    <a:pt x="389796" y="1564859"/>
                  </a:lnTo>
                  <a:lnTo>
                    <a:pt x="391049" y="1561902"/>
                  </a:lnTo>
                  <a:lnTo>
                    <a:pt x="392302" y="1558908"/>
                  </a:lnTo>
                  <a:lnTo>
                    <a:pt x="393555" y="1555872"/>
                  </a:lnTo>
                  <a:lnTo>
                    <a:pt x="394808" y="1552786"/>
                  </a:lnTo>
                  <a:lnTo>
                    <a:pt x="396062" y="1549658"/>
                  </a:lnTo>
                  <a:lnTo>
                    <a:pt x="397315" y="1546525"/>
                  </a:lnTo>
                  <a:lnTo>
                    <a:pt x="398568" y="1543386"/>
                  </a:lnTo>
                  <a:lnTo>
                    <a:pt x="399821" y="1540243"/>
                  </a:lnTo>
                  <a:lnTo>
                    <a:pt x="401075" y="1537094"/>
                  </a:lnTo>
                  <a:lnTo>
                    <a:pt x="402328" y="1533934"/>
                  </a:lnTo>
                  <a:lnTo>
                    <a:pt x="403581" y="1530764"/>
                  </a:lnTo>
                  <a:lnTo>
                    <a:pt x="404834" y="1527584"/>
                  </a:lnTo>
                  <a:lnTo>
                    <a:pt x="406087" y="1524390"/>
                  </a:lnTo>
                  <a:lnTo>
                    <a:pt x="407341" y="1521182"/>
                  </a:lnTo>
                  <a:lnTo>
                    <a:pt x="408594" y="1517965"/>
                  </a:lnTo>
                  <a:lnTo>
                    <a:pt x="409847" y="1514742"/>
                  </a:lnTo>
                  <a:lnTo>
                    <a:pt x="411100" y="1511515"/>
                  </a:lnTo>
                  <a:lnTo>
                    <a:pt x="412353" y="1508285"/>
                  </a:lnTo>
                  <a:lnTo>
                    <a:pt x="413607" y="1505052"/>
                  </a:lnTo>
                  <a:lnTo>
                    <a:pt x="414860" y="1501840"/>
                  </a:lnTo>
                  <a:lnTo>
                    <a:pt x="416113" y="1498690"/>
                  </a:lnTo>
                  <a:lnTo>
                    <a:pt x="417366" y="1495608"/>
                  </a:lnTo>
                  <a:lnTo>
                    <a:pt x="418620" y="1492599"/>
                  </a:lnTo>
                  <a:lnTo>
                    <a:pt x="419873" y="1489656"/>
                  </a:lnTo>
                  <a:lnTo>
                    <a:pt x="421126" y="1486782"/>
                  </a:lnTo>
                  <a:lnTo>
                    <a:pt x="422379" y="1484022"/>
                  </a:lnTo>
                  <a:lnTo>
                    <a:pt x="423632" y="1481441"/>
                  </a:lnTo>
                  <a:lnTo>
                    <a:pt x="424886" y="1479056"/>
                  </a:lnTo>
                  <a:lnTo>
                    <a:pt x="426139" y="1476868"/>
                  </a:lnTo>
                  <a:lnTo>
                    <a:pt x="427392" y="1474856"/>
                  </a:lnTo>
                  <a:lnTo>
                    <a:pt x="428645" y="1473032"/>
                  </a:lnTo>
                  <a:lnTo>
                    <a:pt x="429898" y="1471389"/>
                  </a:lnTo>
                  <a:lnTo>
                    <a:pt x="431152" y="1469916"/>
                  </a:lnTo>
                  <a:lnTo>
                    <a:pt x="432405" y="1468618"/>
                  </a:lnTo>
                  <a:lnTo>
                    <a:pt x="433658" y="1467491"/>
                  </a:lnTo>
                  <a:lnTo>
                    <a:pt x="434911" y="1466533"/>
                  </a:lnTo>
                  <a:lnTo>
                    <a:pt x="436165" y="1465765"/>
                  </a:lnTo>
                  <a:lnTo>
                    <a:pt x="437418" y="1465185"/>
                  </a:lnTo>
                  <a:lnTo>
                    <a:pt x="438671" y="1464796"/>
                  </a:lnTo>
                  <a:lnTo>
                    <a:pt x="439924" y="1464604"/>
                  </a:lnTo>
                  <a:lnTo>
                    <a:pt x="441177" y="1464601"/>
                  </a:lnTo>
                  <a:lnTo>
                    <a:pt x="442431" y="1464754"/>
                  </a:lnTo>
                  <a:lnTo>
                    <a:pt x="443684" y="1465047"/>
                  </a:lnTo>
                  <a:lnTo>
                    <a:pt x="444937" y="1465448"/>
                  </a:lnTo>
                  <a:lnTo>
                    <a:pt x="446190" y="1465968"/>
                  </a:lnTo>
                  <a:lnTo>
                    <a:pt x="447444" y="1466591"/>
                  </a:lnTo>
                  <a:lnTo>
                    <a:pt x="448697" y="1467318"/>
                  </a:lnTo>
                  <a:lnTo>
                    <a:pt x="449950" y="1468164"/>
                  </a:lnTo>
                  <a:lnTo>
                    <a:pt x="451203" y="1469126"/>
                  </a:lnTo>
                  <a:lnTo>
                    <a:pt x="452456" y="1470189"/>
                  </a:lnTo>
                  <a:lnTo>
                    <a:pt x="453710" y="1471323"/>
                  </a:lnTo>
                  <a:lnTo>
                    <a:pt x="454963" y="1472484"/>
                  </a:lnTo>
                  <a:lnTo>
                    <a:pt x="456216" y="1473658"/>
                  </a:lnTo>
                  <a:lnTo>
                    <a:pt x="457469" y="1474844"/>
                  </a:lnTo>
                  <a:lnTo>
                    <a:pt x="458722" y="1476037"/>
                  </a:lnTo>
                  <a:lnTo>
                    <a:pt x="459976" y="1477192"/>
                  </a:lnTo>
                  <a:lnTo>
                    <a:pt x="461229" y="1478272"/>
                  </a:lnTo>
                  <a:lnTo>
                    <a:pt x="462482" y="1479278"/>
                  </a:lnTo>
                  <a:lnTo>
                    <a:pt x="463735" y="1480244"/>
                  </a:lnTo>
                  <a:lnTo>
                    <a:pt x="464989" y="1481172"/>
                  </a:lnTo>
                  <a:lnTo>
                    <a:pt x="466242" y="1482063"/>
                  </a:lnTo>
                  <a:lnTo>
                    <a:pt x="467495" y="1482916"/>
                  </a:lnTo>
                  <a:lnTo>
                    <a:pt x="468748" y="1483731"/>
                  </a:lnTo>
                  <a:lnTo>
                    <a:pt x="470001" y="1484516"/>
                  </a:lnTo>
                  <a:lnTo>
                    <a:pt x="471255" y="1485270"/>
                  </a:lnTo>
                  <a:lnTo>
                    <a:pt x="472508" y="1485987"/>
                  </a:lnTo>
                  <a:lnTo>
                    <a:pt x="473761" y="1486686"/>
                  </a:lnTo>
                  <a:lnTo>
                    <a:pt x="475014" y="1487385"/>
                  </a:lnTo>
                  <a:lnTo>
                    <a:pt x="476268" y="1488087"/>
                  </a:lnTo>
                  <a:lnTo>
                    <a:pt x="477521" y="1488789"/>
                  </a:lnTo>
                  <a:lnTo>
                    <a:pt x="478774" y="1489463"/>
                  </a:lnTo>
                  <a:lnTo>
                    <a:pt x="480027" y="1490103"/>
                  </a:lnTo>
                  <a:lnTo>
                    <a:pt x="481280" y="1490713"/>
                  </a:lnTo>
                  <a:lnTo>
                    <a:pt x="482534" y="1491291"/>
                  </a:lnTo>
                  <a:lnTo>
                    <a:pt x="483787" y="1491844"/>
                  </a:lnTo>
                  <a:lnTo>
                    <a:pt x="485040" y="1492369"/>
                  </a:lnTo>
                  <a:lnTo>
                    <a:pt x="486293" y="1492822"/>
                  </a:lnTo>
                  <a:lnTo>
                    <a:pt x="487546" y="1493184"/>
                  </a:lnTo>
                  <a:lnTo>
                    <a:pt x="488800" y="1493452"/>
                  </a:lnTo>
                  <a:lnTo>
                    <a:pt x="490053" y="1493650"/>
                  </a:lnTo>
                  <a:lnTo>
                    <a:pt x="491306" y="1493818"/>
                  </a:lnTo>
                  <a:lnTo>
                    <a:pt x="492559" y="1493973"/>
                  </a:lnTo>
                  <a:lnTo>
                    <a:pt x="493813" y="1494157"/>
                  </a:lnTo>
                  <a:lnTo>
                    <a:pt x="495066" y="1494378"/>
                  </a:lnTo>
                  <a:lnTo>
                    <a:pt x="496319" y="1494635"/>
                  </a:lnTo>
                  <a:lnTo>
                    <a:pt x="497572" y="1494940"/>
                  </a:lnTo>
                  <a:lnTo>
                    <a:pt x="498825" y="1495277"/>
                  </a:lnTo>
                  <a:lnTo>
                    <a:pt x="500079" y="1495634"/>
                  </a:lnTo>
                  <a:lnTo>
                    <a:pt x="501332" y="1496012"/>
                  </a:lnTo>
                  <a:lnTo>
                    <a:pt x="502585" y="1496406"/>
                  </a:lnTo>
                  <a:lnTo>
                    <a:pt x="503838" y="1496809"/>
                  </a:lnTo>
                  <a:lnTo>
                    <a:pt x="505092" y="1497243"/>
                  </a:lnTo>
                  <a:lnTo>
                    <a:pt x="506345" y="1497724"/>
                  </a:lnTo>
                  <a:lnTo>
                    <a:pt x="507598" y="1498284"/>
                  </a:lnTo>
                  <a:lnTo>
                    <a:pt x="508851" y="1498937"/>
                  </a:lnTo>
                  <a:lnTo>
                    <a:pt x="510104" y="1499657"/>
                  </a:lnTo>
                  <a:lnTo>
                    <a:pt x="511358" y="1500433"/>
                  </a:lnTo>
                  <a:lnTo>
                    <a:pt x="512611" y="1501220"/>
                  </a:lnTo>
                  <a:lnTo>
                    <a:pt x="513864" y="1502005"/>
                  </a:lnTo>
                  <a:lnTo>
                    <a:pt x="515117" y="1502790"/>
                  </a:lnTo>
                  <a:lnTo>
                    <a:pt x="516370" y="1503587"/>
                  </a:lnTo>
                  <a:lnTo>
                    <a:pt x="517624" y="1504438"/>
                  </a:lnTo>
                  <a:lnTo>
                    <a:pt x="518877" y="1505383"/>
                  </a:lnTo>
                  <a:lnTo>
                    <a:pt x="520130" y="1506437"/>
                  </a:lnTo>
                  <a:lnTo>
                    <a:pt x="521383" y="1507602"/>
                  </a:lnTo>
                  <a:lnTo>
                    <a:pt x="522637" y="1508888"/>
                  </a:lnTo>
                  <a:lnTo>
                    <a:pt x="523890" y="1510324"/>
                  </a:lnTo>
                  <a:lnTo>
                    <a:pt x="525143" y="1511911"/>
                  </a:lnTo>
                  <a:lnTo>
                    <a:pt x="526396" y="1513614"/>
                  </a:lnTo>
                  <a:lnTo>
                    <a:pt x="527649" y="1515395"/>
                  </a:lnTo>
                  <a:lnTo>
                    <a:pt x="528903" y="1517253"/>
                  </a:lnTo>
                  <a:lnTo>
                    <a:pt x="530156" y="1519187"/>
                  </a:lnTo>
                  <a:lnTo>
                    <a:pt x="531409" y="1521201"/>
                  </a:lnTo>
                  <a:lnTo>
                    <a:pt x="532662" y="1523292"/>
                  </a:lnTo>
                  <a:lnTo>
                    <a:pt x="533916" y="1525456"/>
                  </a:lnTo>
                  <a:lnTo>
                    <a:pt x="535169" y="1527693"/>
                  </a:lnTo>
                  <a:lnTo>
                    <a:pt x="536422" y="1529987"/>
                  </a:lnTo>
                  <a:lnTo>
                    <a:pt x="537675" y="1532296"/>
                  </a:lnTo>
                  <a:lnTo>
                    <a:pt x="538928" y="1534600"/>
                  </a:lnTo>
                  <a:lnTo>
                    <a:pt x="540182" y="1536899"/>
                  </a:lnTo>
                  <a:lnTo>
                    <a:pt x="541435" y="1539191"/>
                  </a:lnTo>
                  <a:lnTo>
                    <a:pt x="542688" y="1541478"/>
                  </a:lnTo>
                  <a:lnTo>
                    <a:pt x="543941" y="1543755"/>
                  </a:lnTo>
                  <a:lnTo>
                    <a:pt x="545194" y="1546020"/>
                  </a:lnTo>
                  <a:lnTo>
                    <a:pt x="546448" y="1548273"/>
                  </a:lnTo>
                  <a:lnTo>
                    <a:pt x="547701" y="1550514"/>
                  </a:lnTo>
                  <a:lnTo>
                    <a:pt x="548954" y="1552742"/>
                  </a:lnTo>
                  <a:lnTo>
                    <a:pt x="550207" y="1554957"/>
                  </a:lnTo>
                  <a:lnTo>
                    <a:pt x="551461" y="1557164"/>
                  </a:lnTo>
                  <a:lnTo>
                    <a:pt x="552714" y="1559365"/>
                  </a:lnTo>
                  <a:lnTo>
                    <a:pt x="553967" y="1561535"/>
                  </a:lnTo>
                  <a:lnTo>
                    <a:pt x="555220" y="1563657"/>
                  </a:lnTo>
                  <a:lnTo>
                    <a:pt x="556473" y="1565706"/>
                  </a:lnTo>
                  <a:lnTo>
                    <a:pt x="557727" y="1567669"/>
                  </a:lnTo>
                  <a:lnTo>
                    <a:pt x="558980" y="1569546"/>
                  </a:lnTo>
                  <a:lnTo>
                    <a:pt x="560233" y="1571338"/>
                  </a:lnTo>
                  <a:lnTo>
                    <a:pt x="561486" y="1573044"/>
                  </a:lnTo>
                  <a:lnTo>
                    <a:pt x="562740" y="1574676"/>
                  </a:lnTo>
                  <a:lnTo>
                    <a:pt x="563993" y="1576239"/>
                  </a:lnTo>
                  <a:lnTo>
                    <a:pt x="565246" y="1577734"/>
                  </a:lnTo>
                  <a:lnTo>
                    <a:pt x="566499" y="1579161"/>
                  </a:lnTo>
                  <a:lnTo>
                    <a:pt x="567752" y="1580513"/>
                  </a:lnTo>
                  <a:lnTo>
                    <a:pt x="569006" y="1581786"/>
                  </a:lnTo>
                  <a:lnTo>
                    <a:pt x="570259" y="1582979"/>
                  </a:lnTo>
                  <a:lnTo>
                    <a:pt x="571512" y="1584060"/>
                  </a:lnTo>
                  <a:lnTo>
                    <a:pt x="572765" y="1585050"/>
                  </a:lnTo>
                  <a:lnTo>
                    <a:pt x="574018" y="1585963"/>
                  </a:lnTo>
                  <a:lnTo>
                    <a:pt x="575272" y="1586833"/>
                  </a:lnTo>
                  <a:lnTo>
                    <a:pt x="576525" y="1587677"/>
                  </a:lnTo>
                  <a:lnTo>
                    <a:pt x="577778" y="1588494"/>
                  </a:lnTo>
                  <a:lnTo>
                    <a:pt x="579031" y="1589285"/>
                  </a:lnTo>
                  <a:lnTo>
                    <a:pt x="580285" y="1590046"/>
                  </a:lnTo>
                  <a:lnTo>
                    <a:pt x="581538" y="1590756"/>
                  </a:lnTo>
                  <a:lnTo>
                    <a:pt x="582791" y="1591398"/>
                  </a:lnTo>
                  <a:lnTo>
                    <a:pt x="584044" y="1591972"/>
                  </a:lnTo>
                  <a:lnTo>
                    <a:pt x="585297" y="1592478"/>
                  </a:lnTo>
                  <a:lnTo>
                    <a:pt x="586551" y="1592922"/>
                  </a:lnTo>
                  <a:lnTo>
                    <a:pt x="587804" y="1593309"/>
                  </a:lnTo>
                  <a:lnTo>
                    <a:pt x="589057" y="1593640"/>
                  </a:lnTo>
                  <a:lnTo>
                    <a:pt x="590310" y="1593954"/>
                  </a:lnTo>
                  <a:lnTo>
                    <a:pt x="591563" y="1594248"/>
                  </a:lnTo>
                  <a:lnTo>
                    <a:pt x="592817" y="1594524"/>
                  </a:lnTo>
                  <a:lnTo>
                    <a:pt x="594070" y="1594771"/>
                  </a:lnTo>
                  <a:lnTo>
                    <a:pt x="595323" y="1594987"/>
                  </a:lnTo>
                  <a:lnTo>
                    <a:pt x="596576" y="1595175"/>
                  </a:lnTo>
                  <a:lnTo>
                    <a:pt x="597830" y="1595335"/>
                  </a:lnTo>
                  <a:lnTo>
                    <a:pt x="599083" y="1595467"/>
                  </a:lnTo>
                  <a:lnTo>
                    <a:pt x="600336" y="1595588"/>
                  </a:lnTo>
                  <a:lnTo>
                    <a:pt x="601589" y="1595721"/>
                  </a:lnTo>
                  <a:lnTo>
                    <a:pt x="602842" y="1595869"/>
                  </a:lnTo>
                  <a:lnTo>
                    <a:pt x="604096" y="1596031"/>
                  </a:lnTo>
                  <a:lnTo>
                    <a:pt x="605349" y="1596209"/>
                  </a:lnTo>
                  <a:lnTo>
                    <a:pt x="606602" y="1596401"/>
                  </a:lnTo>
                  <a:lnTo>
                    <a:pt x="607855" y="1596612"/>
                  </a:lnTo>
                  <a:lnTo>
                    <a:pt x="609109" y="1596837"/>
                  </a:lnTo>
                  <a:lnTo>
                    <a:pt x="610362" y="1597077"/>
                  </a:lnTo>
                  <a:lnTo>
                    <a:pt x="611615" y="1597332"/>
                  </a:lnTo>
                  <a:lnTo>
                    <a:pt x="612868" y="1597605"/>
                  </a:lnTo>
                  <a:lnTo>
                    <a:pt x="614121" y="1597897"/>
                  </a:lnTo>
                  <a:lnTo>
                    <a:pt x="615375" y="1598203"/>
                  </a:lnTo>
                  <a:lnTo>
                    <a:pt x="616628" y="1598524"/>
                  </a:lnTo>
                  <a:lnTo>
                    <a:pt x="617881" y="1598860"/>
                  </a:lnTo>
                  <a:lnTo>
                    <a:pt x="619134" y="1599211"/>
                  </a:lnTo>
                  <a:lnTo>
                    <a:pt x="620387" y="1599576"/>
                  </a:lnTo>
                  <a:lnTo>
                    <a:pt x="621641" y="1599954"/>
                  </a:lnTo>
                  <a:lnTo>
                    <a:pt x="622894" y="1600342"/>
                  </a:lnTo>
                  <a:lnTo>
                    <a:pt x="624147" y="1600740"/>
                  </a:lnTo>
                  <a:lnTo>
                    <a:pt x="625400" y="1601141"/>
                  </a:lnTo>
                  <a:lnTo>
                    <a:pt x="626654" y="1601540"/>
                  </a:lnTo>
                  <a:lnTo>
                    <a:pt x="627907" y="1601936"/>
                  </a:lnTo>
                  <a:lnTo>
                    <a:pt x="629160" y="1602330"/>
                  </a:lnTo>
                  <a:lnTo>
                    <a:pt x="630413" y="1602721"/>
                  </a:lnTo>
                  <a:lnTo>
                    <a:pt x="631666" y="1603116"/>
                  </a:lnTo>
                  <a:lnTo>
                    <a:pt x="632920" y="1603513"/>
                  </a:lnTo>
                  <a:lnTo>
                    <a:pt x="634173" y="1603915"/>
                  </a:lnTo>
                  <a:lnTo>
                    <a:pt x="635426" y="1604316"/>
                  </a:lnTo>
                  <a:lnTo>
                    <a:pt x="636679" y="1604714"/>
                  </a:lnTo>
                  <a:lnTo>
                    <a:pt x="637933" y="1605098"/>
                  </a:lnTo>
                  <a:lnTo>
                    <a:pt x="639186" y="1605460"/>
                  </a:lnTo>
                  <a:lnTo>
                    <a:pt x="640439" y="1605798"/>
                  </a:lnTo>
                  <a:lnTo>
                    <a:pt x="641692" y="1606123"/>
                  </a:lnTo>
                  <a:lnTo>
                    <a:pt x="642945" y="1606440"/>
                  </a:lnTo>
                  <a:lnTo>
                    <a:pt x="644199" y="1606758"/>
                  </a:lnTo>
                  <a:lnTo>
                    <a:pt x="645452" y="1607092"/>
                  </a:lnTo>
                  <a:lnTo>
                    <a:pt x="646705" y="1607440"/>
                  </a:lnTo>
                  <a:lnTo>
                    <a:pt x="647958" y="1607804"/>
                  </a:lnTo>
                  <a:lnTo>
                    <a:pt x="649211" y="1608184"/>
                  </a:lnTo>
                  <a:lnTo>
                    <a:pt x="650465" y="1608565"/>
                  </a:lnTo>
                  <a:lnTo>
                    <a:pt x="651718" y="1608946"/>
                  </a:lnTo>
                  <a:lnTo>
                    <a:pt x="652971" y="1609325"/>
                  </a:lnTo>
                  <a:lnTo>
                    <a:pt x="654224" y="1609700"/>
                  </a:lnTo>
                  <a:lnTo>
                    <a:pt x="655478" y="1610076"/>
                  </a:lnTo>
                  <a:lnTo>
                    <a:pt x="656731" y="1610462"/>
                  </a:lnTo>
                  <a:lnTo>
                    <a:pt x="657984" y="1610866"/>
                  </a:lnTo>
                  <a:lnTo>
                    <a:pt x="659237" y="1611289"/>
                  </a:lnTo>
                  <a:lnTo>
                    <a:pt x="660490" y="1611719"/>
                  </a:lnTo>
                  <a:lnTo>
                    <a:pt x="661744" y="1612152"/>
                  </a:lnTo>
                  <a:lnTo>
                    <a:pt x="662997" y="1612583"/>
                  </a:lnTo>
                  <a:lnTo>
                    <a:pt x="664250" y="1613002"/>
                  </a:lnTo>
                  <a:lnTo>
                    <a:pt x="665503" y="1613406"/>
                  </a:lnTo>
                  <a:lnTo>
                    <a:pt x="666757" y="1613792"/>
                  </a:lnTo>
                  <a:lnTo>
                    <a:pt x="668010" y="1614160"/>
                  </a:lnTo>
                  <a:lnTo>
                    <a:pt x="669263" y="1614509"/>
                  </a:lnTo>
                  <a:lnTo>
                    <a:pt x="670516" y="1614841"/>
                  </a:lnTo>
                  <a:lnTo>
                    <a:pt x="671769" y="1615157"/>
                  </a:lnTo>
                  <a:lnTo>
                    <a:pt x="673023" y="1615462"/>
                  </a:lnTo>
                  <a:lnTo>
                    <a:pt x="674276" y="1615762"/>
                  </a:lnTo>
                  <a:lnTo>
                    <a:pt x="675529" y="1616052"/>
                  </a:lnTo>
                  <a:lnTo>
                    <a:pt x="676782" y="1616330"/>
                  </a:lnTo>
                  <a:lnTo>
                    <a:pt x="678035" y="1616595"/>
                  </a:lnTo>
                  <a:lnTo>
                    <a:pt x="679289" y="1616848"/>
                  </a:lnTo>
                  <a:lnTo>
                    <a:pt x="680542" y="1617092"/>
                  </a:lnTo>
                  <a:lnTo>
                    <a:pt x="681795" y="1617327"/>
                  </a:lnTo>
                  <a:lnTo>
                    <a:pt x="683048" y="1617553"/>
                  </a:lnTo>
                  <a:lnTo>
                    <a:pt x="684302" y="1617773"/>
                  </a:lnTo>
                  <a:lnTo>
                    <a:pt x="685555" y="1617996"/>
                  </a:lnTo>
                  <a:lnTo>
                    <a:pt x="686808" y="1618218"/>
                  </a:lnTo>
                  <a:lnTo>
                    <a:pt x="688061" y="1618442"/>
                  </a:lnTo>
                  <a:lnTo>
                    <a:pt x="689314" y="1618668"/>
                  </a:lnTo>
                  <a:lnTo>
                    <a:pt x="690568" y="1618896"/>
                  </a:lnTo>
                  <a:lnTo>
                    <a:pt x="691821" y="1619127"/>
                  </a:lnTo>
                  <a:lnTo>
                    <a:pt x="693074" y="1619353"/>
                  </a:lnTo>
                  <a:lnTo>
                    <a:pt x="694327" y="1619577"/>
                  </a:lnTo>
                  <a:lnTo>
                    <a:pt x="695581" y="1619797"/>
                  </a:lnTo>
                  <a:lnTo>
                    <a:pt x="696834" y="1620014"/>
                  </a:lnTo>
                  <a:lnTo>
                    <a:pt x="698087" y="1620227"/>
                  </a:lnTo>
                  <a:lnTo>
                    <a:pt x="699340" y="1620437"/>
                  </a:lnTo>
                  <a:lnTo>
                    <a:pt x="700593" y="1620644"/>
                  </a:lnTo>
                  <a:lnTo>
                    <a:pt x="701847" y="1620858"/>
                  </a:lnTo>
                  <a:lnTo>
                    <a:pt x="703100" y="1621078"/>
                  </a:lnTo>
                  <a:lnTo>
                    <a:pt x="704353" y="1621289"/>
                  </a:lnTo>
                  <a:lnTo>
                    <a:pt x="705606" y="1621481"/>
                  </a:lnTo>
                  <a:lnTo>
                    <a:pt x="706859" y="1621643"/>
                  </a:lnTo>
                  <a:lnTo>
                    <a:pt x="708113" y="1621758"/>
                  </a:lnTo>
                  <a:lnTo>
                    <a:pt x="709366" y="1621810"/>
                  </a:lnTo>
                  <a:lnTo>
                    <a:pt x="710619" y="1621800"/>
                  </a:lnTo>
                  <a:lnTo>
                    <a:pt x="711872" y="1621728"/>
                  </a:lnTo>
                  <a:lnTo>
                    <a:pt x="713126" y="1621602"/>
                  </a:lnTo>
                  <a:lnTo>
                    <a:pt x="714379" y="1621431"/>
                  </a:lnTo>
                  <a:lnTo>
                    <a:pt x="715632" y="1621214"/>
                  </a:lnTo>
                  <a:lnTo>
                    <a:pt x="716885" y="1620957"/>
                  </a:lnTo>
                  <a:lnTo>
                    <a:pt x="718138" y="1620654"/>
                  </a:lnTo>
                  <a:lnTo>
                    <a:pt x="719392" y="1620305"/>
                  </a:lnTo>
                  <a:lnTo>
                    <a:pt x="720645" y="1619903"/>
                  </a:lnTo>
                  <a:lnTo>
                    <a:pt x="721898" y="1619446"/>
                  </a:lnTo>
                  <a:lnTo>
                    <a:pt x="723151" y="1618947"/>
                  </a:lnTo>
                  <a:lnTo>
                    <a:pt x="724405" y="1618419"/>
                  </a:lnTo>
                  <a:lnTo>
                    <a:pt x="725658" y="1617880"/>
                  </a:lnTo>
                  <a:lnTo>
                    <a:pt x="726911" y="1617344"/>
                  </a:lnTo>
                  <a:lnTo>
                    <a:pt x="728164" y="1616818"/>
                  </a:lnTo>
                  <a:lnTo>
                    <a:pt x="729417" y="1616308"/>
                  </a:lnTo>
                  <a:lnTo>
                    <a:pt x="730671" y="1615813"/>
                  </a:lnTo>
                  <a:lnTo>
                    <a:pt x="731924" y="1615332"/>
                  </a:lnTo>
                  <a:lnTo>
                    <a:pt x="733177" y="1614866"/>
                  </a:lnTo>
                  <a:lnTo>
                    <a:pt x="734430" y="1614416"/>
                  </a:lnTo>
                  <a:lnTo>
                    <a:pt x="735683" y="1613976"/>
                  </a:lnTo>
                  <a:lnTo>
                    <a:pt x="736937" y="1613546"/>
                  </a:lnTo>
                  <a:lnTo>
                    <a:pt x="738190" y="1613119"/>
                  </a:lnTo>
                  <a:lnTo>
                    <a:pt x="739443" y="1612699"/>
                  </a:lnTo>
                  <a:lnTo>
                    <a:pt x="740696" y="1612285"/>
                  </a:lnTo>
                  <a:lnTo>
                    <a:pt x="741950" y="1611878"/>
                  </a:lnTo>
                  <a:lnTo>
                    <a:pt x="743203" y="1611474"/>
                  </a:lnTo>
                  <a:lnTo>
                    <a:pt x="744456" y="1611067"/>
                  </a:lnTo>
                  <a:lnTo>
                    <a:pt x="745709" y="1610660"/>
                  </a:lnTo>
                  <a:lnTo>
                    <a:pt x="746962" y="1610253"/>
                  </a:lnTo>
                  <a:lnTo>
                    <a:pt x="748216" y="1609838"/>
                  </a:lnTo>
                  <a:lnTo>
                    <a:pt x="749469" y="1609408"/>
                  </a:lnTo>
                  <a:lnTo>
                    <a:pt x="750722" y="1608968"/>
                  </a:lnTo>
                  <a:lnTo>
                    <a:pt x="751975" y="1608518"/>
                  </a:lnTo>
                  <a:lnTo>
                    <a:pt x="753228" y="1608057"/>
                  </a:lnTo>
                  <a:lnTo>
                    <a:pt x="754482" y="1607585"/>
                  </a:lnTo>
                  <a:lnTo>
                    <a:pt x="755735" y="1607062"/>
                  </a:lnTo>
                  <a:lnTo>
                    <a:pt x="756988" y="1606472"/>
                  </a:lnTo>
                  <a:lnTo>
                    <a:pt x="758241" y="1605802"/>
                  </a:lnTo>
                  <a:lnTo>
                    <a:pt x="759495" y="1605050"/>
                  </a:lnTo>
                  <a:lnTo>
                    <a:pt x="760748" y="1604190"/>
                  </a:lnTo>
                  <a:lnTo>
                    <a:pt x="762001" y="1603231"/>
                  </a:lnTo>
                  <a:lnTo>
                    <a:pt x="763254" y="1602147"/>
                  </a:lnTo>
                  <a:lnTo>
                    <a:pt x="764507" y="1600933"/>
                  </a:lnTo>
                  <a:lnTo>
                    <a:pt x="765761" y="1599581"/>
                  </a:lnTo>
                  <a:lnTo>
                    <a:pt x="767014" y="1598084"/>
                  </a:lnTo>
                  <a:lnTo>
                    <a:pt x="768267" y="1596455"/>
                  </a:lnTo>
                  <a:lnTo>
                    <a:pt x="769520" y="1594697"/>
                  </a:lnTo>
                  <a:lnTo>
                    <a:pt x="770774" y="1592804"/>
                  </a:lnTo>
                  <a:lnTo>
                    <a:pt x="772027" y="1590782"/>
                  </a:lnTo>
                  <a:lnTo>
                    <a:pt x="773280" y="1588617"/>
                  </a:lnTo>
                  <a:lnTo>
                    <a:pt x="774533" y="1586314"/>
                  </a:lnTo>
                  <a:lnTo>
                    <a:pt x="775786" y="1583887"/>
                  </a:lnTo>
                  <a:lnTo>
                    <a:pt x="777040" y="1581336"/>
                  </a:lnTo>
                  <a:lnTo>
                    <a:pt x="778293" y="1578661"/>
                  </a:lnTo>
                  <a:lnTo>
                    <a:pt x="779546" y="1575886"/>
                  </a:lnTo>
                  <a:lnTo>
                    <a:pt x="780799" y="1573002"/>
                  </a:lnTo>
                  <a:lnTo>
                    <a:pt x="782052" y="1570036"/>
                  </a:lnTo>
                  <a:lnTo>
                    <a:pt x="783306" y="1566989"/>
                  </a:lnTo>
                  <a:lnTo>
                    <a:pt x="784559" y="1563866"/>
                  </a:lnTo>
                  <a:lnTo>
                    <a:pt x="785812" y="1560685"/>
                  </a:lnTo>
                  <a:lnTo>
                    <a:pt x="787065" y="1557441"/>
                  </a:lnTo>
                  <a:lnTo>
                    <a:pt x="788319" y="1554130"/>
                  </a:lnTo>
                  <a:lnTo>
                    <a:pt x="789572" y="1550754"/>
                  </a:lnTo>
                  <a:lnTo>
                    <a:pt x="790825" y="1547316"/>
                  </a:lnTo>
                  <a:lnTo>
                    <a:pt x="792078" y="1543836"/>
                  </a:lnTo>
                  <a:lnTo>
                    <a:pt x="793331" y="1540364"/>
                  </a:lnTo>
                  <a:lnTo>
                    <a:pt x="794585" y="1536919"/>
                  </a:lnTo>
                  <a:lnTo>
                    <a:pt x="795838" y="1533465"/>
                  </a:lnTo>
                  <a:lnTo>
                    <a:pt x="797091" y="1530006"/>
                  </a:lnTo>
                  <a:lnTo>
                    <a:pt x="798344" y="1526532"/>
                  </a:lnTo>
                  <a:lnTo>
                    <a:pt x="799598" y="1523038"/>
                  </a:lnTo>
                  <a:lnTo>
                    <a:pt x="800851" y="1519485"/>
                  </a:lnTo>
                  <a:lnTo>
                    <a:pt x="802104" y="1515857"/>
                  </a:lnTo>
                  <a:lnTo>
                    <a:pt x="803357" y="1512135"/>
                  </a:lnTo>
                  <a:lnTo>
                    <a:pt x="804610" y="1508319"/>
                  </a:lnTo>
                  <a:lnTo>
                    <a:pt x="805864" y="1504384"/>
                  </a:lnTo>
                  <a:lnTo>
                    <a:pt x="807117" y="1500318"/>
                  </a:lnTo>
                  <a:lnTo>
                    <a:pt x="808370" y="1496124"/>
                  </a:lnTo>
                  <a:lnTo>
                    <a:pt x="809623" y="1491779"/>
                  </a:lnTo>
                  <a:lnTo>
                    <a:pt x="810876" y="1487266"/>
                  </a:lnTo>
                  <a:lnTo>
                    <a:pt x="812130" y="1482590"/>
                  </a:lnTo>
                  <a:lnTo>
                    <a:pt x="813383" y="1477709"/>
                  </a:lnTo>
                  <a:lnTo>
                    <a:pt x="814636" y="1472624"/>
                  </a:lnTo>
                  <a:lnTo>
                    <a:pt x="815889" y="1467350"/>
                  </a:lnTo>
                  <a:lnTo>
                    <a:pt x="817143" y="1461895"/>
                  </a:lnTo>
                  <a:lnTo>
                    <a:pt x="818396" y="1456306"/>
                  </a:lnTo>
                  <a:lnTo>
                    <a:pt x="819649" y="1450678"/>
                  </a:lnTo>
                  <a:lnTo>
                    <a:pt x="820902" y="1445047"/>
                  </a:lnTo>
                  <a:lnTo>
                    <a:pt x="822155" y="1439431"/>
                  </a:lnTo>
                  <a:lnTo>
                    <a:pt x="823409" y="1433880"/>
                  </a:lnTo>
                  <a:lnTo>
                    <a:pt x="824662" y="1428409"/>
                  </a:lnTo>
                  <a:lnTo>
                    <a:pt x="825915" y="1423045"/>
                  </a:lnTo>
                  <a:lnTo>
                    <a:pt x="827168" y="1417825"/>
                  </a:lnTo>
                  <a:lnTo>
                    <a:pt x="828422" y="1412761"/>
                  </a:lnTo>
                  <a:lnTo>
                    <a:pt x="829675" y="1407894"/>
                  </a:lnTo>
                  <a:lnTo>
                    <a:pt x="830928" y="1403245"/>
                  </a:lnTo>
                  <a:lnTo>
                    <a:pt x="832181" y="1398823"/>
                  </a:lnTo>
                  <a:lnTo>
                    <a:pt x="833434" y="1394677"/>
                  </a:lnTo>
                  <a:lnTo>
                    <a:pt x="834688" y="1390848"/>
                  </a:lnTo>
                  <a:lnTo>
                    <a:pt x="835941" y="1387361"/>
                  </a:lnTo>
                  <a:lnTo>
                    <a:pt x="837194" y="1384258"/>
                  </a:lnTo>
                  <a:lnTo>
                    <a:pt x="838447" y="1381515"/>
                  </a:lnTo>
                  <a:lnTo>
                    <a:pt x="839700" y="1379085"/>
                  </a:lnTo>
                  <a:lnTo>
                    <a:pt x="840954" y="1376969"/>
                  </a:lnTo>
                  <a:lnTo>
                    <a:pt x="842207" y="1375139"/>
                  </a:lnTo>
                  <a:lnTo>
                    <a:pt x="843460" y="1373605"/>
                  </a:lnTo>
                  <a:lnTo>
                    <a:pt x="844713" y="1372341"/>
                  </a:lnTo>
                  <a:lnTo>
                    <a:pt x="845967" y="1371311"/>
                  </a:lnTo>
                  <a:lnTo>
                    <a:pt x="847220" y="1370480"/>
                  </a:lnTo>
                  <a:lnTo>
                    <a:pt x="848473" y="1369823"/>
                  </a:lnTo>
                  <a:lnTo>
                    <a:pt x="849726" y="1369313"/>
                  </a:lnTo>
                  <a:lnTo>
                    <a:pt x="850979" y="1368937"/>
                  </a:lnTo>
                  <a:lnTo>
                    <a:pt x="852233" y="1368680"/>
                  </a:lnTo>
                  <a:lnTo>
                    <a:pt x="853486" y="1368519"/>
                  </a:lnTo>
                  <a:lnTo>
                    <a:pt x="854739" y="1368416"/>
                  </a:lnTo>
                  <a:lnTo>
                    <a:pt x="855992" y="1368301"/>
                  </a:lnTo>
                  <a:lnTo>
                    <a:pt x="857246" y="1368106"/>
                  </a:lnTo>
                  <a:lnTo>
                    <a:pt x="858499" y="1367847"/>
                  </a:lnTo>
                  <a:lnTo>
                    <a:pt x="859752" y="1367550"/>
                  </a:lnTo>
                  <a:lnTo>
                    <a:pt x="861005" y="1367205"/>
                  </a:lnTo>
                  <a:lnTo>
                    <a:pt x="862258" y="1366805"/>
                  </a:lnTo>
                  <a:lnTo>
                    <a:pt x="863512" y="1366398"/>
                  </a:lnTo>
                  <a:lnTo>
                    <a:pt x="864765" y="1366049"/>
                  </a:lnTo>
                  <a:lnTo>
                    <a:pt x="866018" y="1365821"/>
                  </a:lnTo>
                  <a:lnTo>
                    <a:pt x="867271" y="1365737"/>
                  </a:lnTo>
                  <a:lnTo>
                    <a:pt x="868524" y="1365821"/>
                  </a:lnTo>
                  <a:lnTo>
                    <a:pt x="869778" y="1366118"/>
                  </a:lnTo>
                  <a:lnTo>
                    <a:pt x="871031" y="1366644"/>
                  </a:lnTo>
                  <a:lnTo>
                    <a:pt x="872284" y="1367419"/>
                  </a:lnTo>
                  <a:lnTo>
                    <a:pt x="873537" y="1368480"/>
                  </a:lnTo>
                  <a:lnTo>
                    <a:pt x="874791" y="1369846"/>
                  </a:lnTo>
                  <a:lnTo>
                    <a:pt x="876044" y="1371556"/>
                  </a:lnTo>
                  <a:lnTo>
                    <a:pt x="877297" y="1373653"/>
                  </a:lnTo>
                  <a:lnTo>
                    <a:pt x="878550" y="1376121"/>
                  </a:lnTo>
                  <a:lnTo>
                    <a:pt x="879803" y="1378955"/>
                  </a:lnTo>
                  <a:lnTo>
                    <a:pt x="881057" y="1382170"/>
                  </a:lnTo>
                  <a:lnTo>
                    <a:pt x="882310" y="1385687"/>
                  </a:lnTo>
                  <a:lnTo>
                    <a:pt x="883563" y="1389446"/>
                  </a:lnTo>
                  <a:lnTo>
                    <a:pt x="884816" y="1393395"/>
                  </a:lnTo>
                  <a:lnTo>
                    <a:pt x="886070" y="1397506"/>
                  </a:lnTo>
                  <a:lnTo>
                    <a:pt x="887323" y="1401736"/>
                  </a:lnTo>
                  <a:lnTo>
                    <a:pt x="888576" y="1406091"/>
                  </a:lnTo>
                  <a:lnTo>
                    <a:pt x="889829" y="1410520"/>
                  </a:lnTo>
                  <a:lnTo>
                    <a:pt x="891082" y="1415020"/>
                  </a:lnTo>
                  <a:lnTo>
                    <a:pt x="892336" y="1419561"/>
                  </a:lnTo>
                  <a:lnTo>
                    <a:pt x="893589" y="1424099"/>
                  </a:lnTo>
                  <a:lnTo>
                    <a:pt x="894842" y="1428615"/>
                  </a:lnTo>
                  <a:lnTo>
                    <a:pt x="896095" y="1433063"/>
                  </a:lnTo>
                  <a:lnTo>
                    <a:pt x="897348" y="1437375"/>
                  </a:lnTo>
                  <a:lnTo>
                    <a:pt x="898602" y="1441516"/>
                  </a:lnTo>
                  <a:lnTo>
                    <a:pt x="899855" y="1445439"/>
                  </a:lnTo>
                  <a:lnTo>
                    <a:pt x="901108" y="1449120"/>
                  </a:lnTo>
                  <a:lnTo>
                    <a:pt x="902361" y="1452604"/>
                  </a:lnTo>
                  <a:lnTo>
                    <a:pt x="903615" y="1455950"/>
                  </a:lnTo>
                  <a:lnTo>
                    <a:pt x="904868" y="1459122"/>
                  </a:lnTo>
                  <a:lnTo>
                    <a:pt x="906121" y="1462073"/>
                  </a:lnTo>
                  <a:lnTo>
                    <a:pt x="907374" y="1464778"/>
                  </a:lnTo>
                  <a:lnTo>
                    <a:pt x="908627" y="1467251"/>
                  </a:lnTo>
                  <a:lnTo>
                    <a:pt x="909881" y="1469532"/>
                  </a:lnTo>
                  <a:lnTo>
                    <a:pt x="911134" y="1471656"/>
                  </a:lnTo>
                  <a:lnTo>
                    <a:pt x="912387" y="1473646"/>
                  </a:lnTo>
                  <a:lnTo>
                    <a:pt x="913640" y="1475507"/>
                  </a:lnTo>
                  <a:lnTo>
                    <a:pt x="914893" y="1477248"/>
                  </a:lnTo>
                  <a:lnTo>
                    <a:pt x="916147" y="1478875"/>
                  </a:lnTo>
                  <a:lnTo>
                    <a:pt x="917400" y="1480405"/>
                  </a:lnTo>
                  <a:lnTo>
                    <a:pt x="918653" y="1481864"/>
                  </a:lnTo>
                  <a:lnTo>
                    <a:pt x="919906" y="1483296"/>
                  </a:lnTo>
                  <a:lnTo>
                    <a:pt x="921160" y="1484719"/>
                  </a:lnTo>
                  <a:lnTo>
                    <a:pt x="922413" y="1486104"/>
                  </a:lnTo>
                  <a:lnTo>
                    <a:pt x="923666" y="1487496"/>
                  </a:lnTo>
                  <a:lnTo>
                    <a:pt x="924919" y="1488969"/>
                  </a:lnTo>
                  <a:lnTo>
                    <a:pt x="926172" y="1490539"/>
                  </a:lnTo>
                  <a:lnTo>
                    <a:pt x="927426" y="1492194"/>
                  </a:lnTo>
                  <a:lnTo>
                    <a:pt x="928679" y="1493886"/>
                  </a:lnTo>
                  <a:lnTo>
                    <a:pt x="929932" y="1495564"/>
                  </a:lnTo>
                  <a:lnTo>
                    <a:pt x="931185" y="1497222"/>
                  </a:lnTo>
                  <a:lnTo>
                    <a:pt x="932439" y="1498838"/>
                  </a:lnTo>
                  <a:lnTo>
                    <a:pt x="933692" y="1500386"/>
                  </a:lnTo>
                  <a:lnTo>
                    <a:pt x="934945" y="1501865"/>
                  </a:lnTo>
                  <a:lnTo>
                    <a:pt x="936198" y="1503259"/>
                  </a:lnTo>
                  <a:lnTo>
                    <a:pt x="937451" y="1504550"/>
                  </a:lnTo>
                  <a:lnTo>
                    <a:pt x="938705" y="1505740"/>
                  </a:lnTo>
                  <a:lnTo>
                    <a:pt x="939958" y="1506785"/>
                  </a:lnTo>
                  <a:lnTo>
                    <a:pt x="941211" y="1507686"/>
                  </a:lnTo>
                  <a:lnTo>
                    <a:pt x="942464" y="1508440"/>
                  </a:lnTo>
                  <a:lnTo>
                    <a:pt x="943717" y="1509014"/>
                  </a:lnTo>
                  <a:lnTo>
                    <a:pt x="944971" y="1509377"/>
                  </a:lnTo>
                  <a:lnTo>
                    <a:pt x="946224" y="1509569"/>
                  </a:lnTo>
                  <a:lnTo>
                    <a:pt x="947477" y="1509629"/>
                  </a:lnTo>
                  <a:lnTo>
                    <a:pt x="948730" y="1509593"/>
                  </a:lnTo>
                  <a:lnTo>
                    <a:pt x="949984" y="1509483"/>
                  </a:lnTo>
                  <a:lnTo>
                    <a:pt x="951237" y="1509296"/>
                  </a:lnTo>
                  <a:lnTo>
                    <a:pt x="952490" y="1509049"/>
                  </a:lnTo>
                  <a:lnTo>
                    <a:pt x="953743" y="1508756"/>
                  </a:lnTo>
                  <a:lnTo>
                    <a:pt x="954996" y="1508417"/>
                  </a:lnTo>
                  <a:lnTo>
                    <a:pt x="956250" y="1508050"/>
                  </a:lnTo>
                  <a:lnTo>
                    <a:pt x="957503" y="1507631"/>
                  </a:lnTo>
                  <a:lnTo>
                    <a:pt x="958756" y="1507149"/>
                  </a:lnTo>
                  <a:lnTo>
                    <a:pt x="960009" y="1506605"/>
                  </a:lnTo>
                  <a:lnTo>
                    <a:pt x="961263" y="1506018"/>
                  </a:lnTo>
                  <a:lnTo>
                    <a:pt x="962516" y="1505390"/>
                  </a:lnTo>
                  <a:lnTo>
                    <a:pt x="963769" y="1504755"/>
                  </a:lnTo>
                  <a:lnTo>
                    <a:pt x="965022" y="1504103"/>
                  </a:lnTo>
                  <a:lnTo>
                    <a:pt x="966275" y="1503374"/>
                  </a:lnTo>
                  <a:lnTo>
                    <a:pt x="967529" y="1502574"/>
                  </a:lnTo>
                  <a:lnTo>
                    <a:pt x="968782" y="1501778"/>
                  </a:lnTo>
                  <a:lnTo>
                    <a:pt x="970035" y="1501059"/>
                  </a:lnTo>
                  <a:lnTo>
                    <a:pt x="971288" y="1500438"/>
                  </a:lnTo>
                  <a:lnTo>
                    <a:pt x="972541" y="1499931"/>
                  </a:lnTo>
                  <a:lnTo>
                    <a:pt x="973795" y="1499503"/>
                  </a:lnTo>
                  <a:lnTo>
                    <a:pt x="975048" y="1499152"/>
                  </a:lnTo>
                  <a:lnTo>
                    <a:pt x="976301" y="1498907"/>
                  </a:lnTo>
                  <a:lnTo>
                    <a:pt x="977554" y="1498789"/>
                  </a:lnTo>
                  <a:lnTo>
                    <a:pt x="978808" y="1498839"/>
                  </a:lnTo>
                  <a:lnTo>
                    <a:pt x="980061" y="1499061"/>
                  </a:lnTo>
                  <a:lnTo>
                    <a:pt x="981314" y="1499452"/>
                  </a:lnTo>
                  <a:lnTo>
                    <a:pt x="982567" y="1500016"/>
                  </a:lnTo>
                  <a:lnTo>
                    <a:pt x="983820" y="1500759"/>
                  </a:lnTo>
                  <a:lnTo>
                    <a:pt x="985074" y="1501680"/>
                  </a:lnTo>
                  <a:lnTo>
                    <a:pt x="986327" y="1502755"/>
                  </a:lnTo>
                  <a:lnTo>
                    <a:pt x="987580" y="1503892"/>
                  </a:lnTo>
                  <a:lnTo>
                    <a:pt x="988833" y="1504986"/>
                  </a:lnTo>
                  <a:lnTo>
                    <a:pt x="990087" y="1506001"/>
                  </a:lnTo>
                  <a:lnTo>
                    <a:pt x="991340" y="1506902"/>
                  </a:lnTo>
                  <a:lnTo>
                    <a:pt x="992593" y="1507716"/>
                  </a:lnTo>
                  <a:lnTo>
                    <a:pt x="993846" y="1508446"/>
                  </a:lnTo>
                  <a:lnTo>
                    <a:pt x="995099" y="1509094"/>
                  </a:lnTo>
                  <a:lnTo>
                    <a:pt x="996353" y="1509659"/>
                  </a:lnTo>
                  <a:lnTo>
                    <a:pt x="997606" y="1510145"/>
                  </a:lnTo>
                  <a:lnTo>
                    <a:pt x="998859" y="1510556"/>
                  </a:lnTo>
                  <a:lnTo>
                    <a:pt x="1000112" y="1510888"/>
                  </a:lnTo>
                  <a:lnTo>
                    <a:pt x="1001365" y="1511144"/>
                  </a:lnTo>
                  <a:lnTo>
                    <a:pt x="1002619" y="1511326"/>
                  </a:lnTo>
                  <a:lnTo>
                    <a:pt x="1003872" y="1511400"/>
                  </a:lnTo>
                  <a:lnTo>
                    <a:pt x="1005125" y="1511348"/>
                  </a:lnTo>
                  <a:lnTo>
                    <a:pt x="1006378" y="1511185"/>
                  </a:lnTo>
                  <a:lnTo>
                    <a:pt x="1007632" y="1510933"/>
                  </a:lnTo>
                  <a:lnTo>
                    <a:pt x="1008885" y="1510565"/>
                  </a:lnTo>
                  <a:lnTo>
                    <a:pt x="1010138" y="1510079"/>
                  </a:lnTo>
                  <a:lnTo>
                    <a:pt x="1011391" y="1509439"/>
                  </a:lnTo>
                  <a:lnTo>
                    <a:pt x="1012644" y="1508647"/>
                  </a:lnTo>
                  <a:lnTo>
                    <a:pt x="1013898" y="1507703"/>
                  </a:lnTo>
                  <a:lnTo>
                    <a:pt x="1015151" y="1506558"/>
                  </a:lnTo>
                  <a:lnTo>
                    <a:pt x="1016404" y="1505193"/>
                  </a:lnTo>
                  <a:lnTo>
                    <a:pt x="1017657" y="1503604"/>
                  </a:lnTo>
                  <a:lnTo>
                    <a:pt x="1018911" y="1501789"/>
                  </a:lnTo>
                  <a:lnTo>
                    <a:pt x="1020164" y="1499778"/>
                  </a:lnTo>
                  <a:lnTo>
                    <a:pt x="1021417" y="1497621"/>
                  </a:lnTo>
                  <a:lnTo>
                    <a:pt x="1022670" y="1495388"/>
                  </a:lnTo>
                  <a:lnTo>
                    <a:pt x="1023923" y="1493130"/>
                  </a:lnTo>
                  <a:lnTo>
                    <a:pt x="1025177" y="1490854"/>
                  </a:lnTo>
                  <a:lnTo>
                    <a:pt x="1026430" y="1488588"/>
                  </a:lnTo>
                  <a:lnTo>
                    <a:pt x="1027683" y="1486366"/>
                  </a:lnTo>
                  <a:lnTo>
                    <a:pt x="1028936" y="1484190"/>
                  </a:lnTo>
                  <a:lnTo>
                    <a:pt x="1030189" y="1482088"/>
                  </a:lnTo>
                  <a:lnTo>
                    <a:pt x="1031443" y="1479975"/>
                  </a:lnTo>
                  <a:lnTo>
                    <a:pt x="1032696" y="1477802"/>
                  </a:lnTo>
                  <a:lnTo>
                    <a:pt x="1033949" y="1475622"/>
                  </a:lnTo>
                  <a:lnTo>
                    <a:pt x="1035202" y="1473420"/>
                  </a:lnTo>
                  <a:lnTo>
                    <a:pt x="1036456" y="1471173"/>
                  </a:lnTo>
                  <a:lnTo>
                    <a:pt x="1037709" y="1468879"/>
                  </a:lnTo>
                  <a:lnTo>
                    <a:pt x="1038962" y="1466487"/>
                  </a:lnTo>
                  <a:lnTo>
                    <a:pt x="1040215" y="1463949"/>
                  </a:lnTo>
                  <a:lnTo>
                    <a:pt x="1041468" y="1461213"/>
                  </a:lnTo>
                  <a:lnTo>
                    <a:pt x="1042722" y="1458225"/>
                  </a:lnTo>
                  <a:lnTo>
                    <a:pt x="1043975" y="1454949"/>
                  </a:lnTo>
                  <a:lnTo>
                    <a:pt x="1045228" y="1451381"/>
                  </a:lnTo>
                  <a:lnTo>
                    <a:pt x="1046481" y="1447491"/>
                  </a:lnTo>
                  <a:lnTo>
                    <a:pt x="1047735" y="1443269"/>
                  </a:lnTo>
                  <a:lnTo>
                    <a:pt x="1048988" y="1438717"/>
                  </a:lnTo>
                  <a:lnTo>
                    <a:pt x="1050241" y="1433894"/>
                  </a:lnTo>
                  <a:lnTo>
                    <a:pt x="1051494" y="1428881"/>
                  </a:lnTo>
                  <a:lnTo>
                    <a:pt x="1052747" y="1423713"/>
                  </a:lnTo>
                  <a:lnTo>
                    <a:pt x="1054001" y="1418430"/>
                  </a:lnTo>
                  <a:lnTo>
                    <a:pt x="1055254" y="1413054"/>
                  </a:lnTo>
                  <a:lnTo>
                    <a:pt x="1056507" y="1407590"/>
                  </a:lnTo>
                  <a:lnTo>
                    <a:pt x="1057760" y="1402059"/>
                  </a:lnTo>
                  <a:lnTo>
                    <a:pt x="1059013" y="1396459"/>
                  </a:lnTo>
                  <a:lnTo>
                    <a:pt x="1060267" y="1390792"/>
                  </a:lnTo>
                  <a:lnTo>
                    <a:pt x="1061520" y="1385061"/>
                  </a:lnTo>
                  <a:lnTo>
                    <a:pt x="1062773" y="1379307"/>
                  </a:lnTo>
                  <a:lnTo>
                    <a:pt x="1064026" y="1373526"/>
                  </a:lnTo>
                  <a:lnTo>
                    <a:pt x="1065280" y="1367726"/>
                  </a:lnTo>
                  <a:lnTo>
                    <a:pt x="1066533" y="1361959"/>
                  </a:lnTo>
                  <a:lnTo>
                    <a:pt x="1067786" y="1356276"/>
                  </a:lnTo>
                  <a:lnTo>
                    <a:pt x="1069039" y="1350713"/>
                  </a:lnTo>
                  <a:lnTo>
                    <a:pt x="1070292" y="1345296"/>
                  </a:lnTo>
                  <a:lnTo>
                    <a:pt x="1071546" y="1340059"/>
                  </a:lnTo>
                  <a:lnTo>
                    <a:pt x="1072799" y="1335030"/>
                  </a:lnTo>
                  <a:lnTo>
                    <a:pt x="1074052" y="1330217"/>
                  </a:lnTo>
                  <a:lnTo>
                    <a:pt x="1075305" y="1325617"/>
                  </a:lnTo>
                  <a:lnTo>
                    <a:pt x="1076558" y="1321204"/>
                  </a:lnTo>
                  <a:lnTo>
                    <a:pt x="1077812" y="1317012"/>
                  </a:lnTo>
                  <a:lnTo>
                    <a:pt x="1079065" y="1313095"/>
                  </a:lnTo>
                  <a:lnTo>
                    <a:pt x="1080318" y="1309465"/>
                  </a:lnTo>
                  <a:lnTo>
                    <a:pt x="1081571" y="1306126"/>
                  </a:lnTo>
                  <a:lnTo>
                    <a:pt x="1082825" y="1303089"/>
                  </a:lnTo>
                  <a:lnTo>
                    <a:pt x="1084078" y="1300359"/>
                  </a:lnTo>
                  <a:lnTo>
                    <a:pt x="1085331" y="1297900"/>
                  </a:lnTo>
                  <a:lnTo>
                    <a:pt x="1086584" y="1295643"/>
                  </a:lnTo>
                  <a:lnTo>
                    <a:pt x="1087837" y="1293573"/>
                  </a:lnTo>
                  <a:lnTo>
                    <a:pt x="1089091" y="1291652"/>
                  </a:lnTo>
                  <a:lnTo>
                    <a:pt x="1090344" y="1289820"/>
                  </a:lnTo>
                  <a:lnTo>
                    <a:pt x="1091597" y="1288043"/>
                  </a:lnTo>
                  <a:lnTo>
                    <a:pt x="1092850" y="1286327"/>
                  </a:lnTo>
                  <a:lnTo>
                    <a:pt x="1094104" y="1284740"/>
                  </a:lnTo>
                  <a:lnTo>
                    <a:pt x="1095357" y="1283368"/>
                  </a:lnTo>
                  <a:lnTo>
                    <a:pt x="1096610" y="1282162"/>
                  </a:lnTo>
                  <a:lnTo>
                    <a:pt x="1097863" y="1280986"/>
                  </a:lnTo>
                  <a:lnTo>
                    <a:pt x="1099116" y="1279861"/>
                  </a:lnTo>
                  <a:lnTo>
                    <a:pt x="1100370" y="1278821"/>
                  </a:lnTo>
                  <a:lnTo>
                    <a:pt x="1101623" y="1277896"/>
                  </a:lnTo>
                  <a:lnTo>
                    <a:pt x="1102876" y="1277137"/>
                  </a:lnTo>
                  <a:lnTo>
                    <a:pt x="1104129" y="1276559"/>
                  </a:lnTo>
                  <a:lnTo>
                    <a:pt x="1105382" y="1276215"/>
                  </a:lnTo>
                  <a:lnTo>
                    <a:pt x="1106636" y="1276121"/>
                  </a:lnTo>
                  <a:lnTo>
                    <a:pt x="1107889" y="1276316"/>
                  </a:lnTo>
                  <a:lnTo>
                    <a:pt x="1109142" y="1276830"/>
                  </a:lnTo>
                  <a:lnTo>
                    <a:pt x="1110395" y="1277696"/>
                  </a:lnTo>
                  <a:lnTo>
                    <a:pt x="1111649" y="1278920"/>
                  </a:lnTo>
                  <a:lnTo>
                    <a:pt x="1112902" y="1280462"/>
                  </a:lnTo>
                  <a:lnTo>
                    <a:pt x="1114155" y="1282270"/>
                  </a:lnTo>
                  <a:lnTo>
                    <a:pt x="1115408" y="1284309"/>
                  </a:lnTo>
                  <a:lnTo>
                    <a:pt x="1116661" y="1286584"/>
                  </a:lnTo>
                  <a:lnTo>
                    <a:pt x="1117915" y="1289073"/>
                  </a:lnTo>
                  <a:lnTo>
                    <a:pt x="1119168" y="1291750"/>
                  </a:lnTo>
                  <a:lnTo>
                    <a:pt x="1120421" y="1294589"/>
                  </a:lnTo>
                  <a:lnTo>
                    <a:pt x="1121674" y="1297572"/>
                  </a:lnTo>
                  <a:lnTo>
                    <a:pt x="1122928" y="1300697"/>
                  </a:lnTo>
                  <a:lnTo>
                    <a:pt x="1124181" y="1303952"/>
                  </a:lnTo>
                  <a:lnTo>
                    <a:pt x="1125434" y="1307285"/>
                  </a:lnTo>
                  <a:lnTo>
                    <a:pt x="1126687" y="1310645"/>
                  </a:lnTo>
                  <a:lnTo>
                    <a:pt x="1127940" y="1313991"/>
                  </a:lnTo>
                  <a:lnTo>
                    <a:pt x="1129194" y="1317282"/>
                  </a:lnTo>
                  <a:lnTo>
                    <a:pt x="1130447" y="1320453"/>
                  </a:lnTo>
                  <a:lnTo>
                    <a:pt x="1131700" y="1323462"/>
                  </a:lnTo>
                  <a:lnTo>
                    <a:pt x="1132953" y="1326289"/>
                  </a:lnTo>
                  <a:lnTo>
                    <a:pt x="1134206" y="1328926"/>
                  </a:lnTo>
                  <a:lnTo>
                    <a:pt x="1135460" y="1331383"/>
                  </a:lnTo>
                  <a:lnTo>
                    <a:pt x="1136713" y="1333654"/>
                  </a:lnTo>
                  <a:lnTo>
                    <a:pt x="1137966" y="1335708"/>
                  </a:lnTo>
                  <a:lnTo>
                    <a:pt x="1139219" y="1337573"/>
                  </a:lnTo>
                  <a:lnTo>
                    <a:pt x="1140473" y="1339267"/>
                  </a:lnTo>
                  <a:lnTo>
                    <a:pt x="1141726" y="1340756"/>
                  </a:lnTo>
                  <a:lnTo>
                    <a:pt x="1142979" y="1342033"/>
                  </a:lnTo>
                  <a:lnTo>
                    <a:pt x="1144232" y="1343118"/>
                  </a:lnTo>
                  <a:lnTo>
                    <a:pt x="1145485" y="1344013"/>
                  </a:lnTo>
                  <a:lnTo>
                    <a:pt x="1146739" y="1344695"/>
                  </a:lnTo>
                  <a:lnTo>
                    <a:pt x="1147992" y="1345131"/>
                  </a:lnTo>
                  <a:lnTo>
                    <a:pt x="1149245" y="1345353"/>
                  </a:lnTo>
                  <a:lnTo>
                    <a:pt x="1150498" y="1345372"/>
                  </a:lnTo>
                  <a:lnTo>
                    <a:pt x="1151752" y="1345180"/>
                  </a:lnTo>
                  <a:lnTo>
                    <a:pt x="1153005" y="1344806"/>
                  </a:lnTo>
                  <a:lnTo>
                    <a:pt x="1154258" y="1344284"/>
                  </a:lnTo>
                  <a:lnTo>
                    <a:pt x="1155511" y="1343615"/>
                  </a:lnTo>
                  <a:lnTo>
                    <a:pt x="1156764" y="1342815"/>
                  </a:lnTo>
                  <a:lnTo>
                    <a:pt x="1158018" y="1341794"/>
                  </a:lnTo>
                  <a:lnTo>
                    <a:pt x="1159271" y="1340544"/>
                  </a:lnTo>
                  <a:lnTo>
                    <a:pt x="1160524" y="1339189"/>
                  </a:lnTo>
                  <a:lnTo>
                    <a:pt x="1161777" y="1337790"/>
                  </a:lnTo>
                  <a:lnTo>
                    <a:pt x="1163030" y="1336318"/>
                  </a:lnTo>
                  <a:lnTo>
                    <a:pt x="1164284" y="1334709"/>
                  </a:lnTo>
                  <a:lnTo>
                    <a:pt x="1165537" y="1332957"/>
                  </a:lnTo>
                  <a:lnTo>
                    <a:pt x="1166790" y="1331070"/>
                  </a:lnTo>
                  <a:lnTo>
                    <a:pt x="1168043" y="1329014"/>
                  </a:lnTo>
                  <a:lnTo>
                    <a:pt x="1169297" y="1326813"/>
                  </a:lnTo>
                  <a:lnTo>
                    <a:pt x="1170550" y="1324470"/>
                  </a:lnTo>
                  <a:lnTo>
                    <a:pt x="1171803" y="1321977"/>
                  </a:lnTo>
                  <a:lnTo>
                    <a:pt x="1173056" y="1319291"/>
                  </a:lnTo>
                  <a:lnTo>
                    <a:pt x="1174309" y="1316413"/>
                  </a:lnTo>
                  <a:lnTo>
                    <a:pt x="1175563" y="1313357"/>
                  </a:lnTo>
                  <a:lnTo>
                    <a:pt x="1176816" y="1310180"/>
                  </a:lnTo>
                  <a:lnTo>
                    <a:pt x="1178069" y="1306907"/>
                  </a:lnTo>
                  <a:lnTo>
                    <a:pt x="1179322" y="1303535"/>
                  </a:lnTo>
                  <a:lnTo>
                    <a:pt x="1180576" y="1300061"/>
                  </a:lnTo>
                  <a:lnTo>
                    <a:pt x="1181829" y="1296499"/>
                  </a:lnTo>
                  <a:lnTo>
                    <a:pt x="1183082" y="1292906"/>
                  </a:lnTo>
                  <a:lnTo>
                    <a:pt x="1184335" y="1289296"/>
                  </a:lnTo>
                  <a:lnTo>
                    <a:pt x="1185588" y="1285675"/>
                  </a:lnTo>
                  <a:lnTo>
                    <a:pt x="1186842" y="1282087"/>
                  </a:lnTo>
                  <a:lnTo>
                    <a:pt x="1188095" y="1278560"/>
                  </a:lnTo>
                  <a:lnTo>
                    <a:pt x="1189348" y="1275151"/>
                  </a:lnTo>
                  <a:lnTo>
                    <a:pt x="1190601" y="1271907"/>
                  </a:lnTo>
                  <a:lnTo>
                    <a:pt x="1191854" y="1268913"/>
                  </a:lnTo>
                  <a:lnTo>
                    <a:pt x="1193108" y="1266204"/>
                  </a:lnTo>
                  <a:lnTo>
                    <a:pt x="1194361" y="1263801"/>
                  </a:lnTo>
                  <a:lnTo>
                    <a:pt x="1195614" y="1261712"/>
                  </a:lnTo>
                  <a:lnTo>
                    <a:pt x="1196867" y="1259925"/>
                  </a:lnTo>
                  <a:lnTo>
                    <a:pt x="1198121" y="1258401"/>
                  </a:lnTo>
                  <a:lnTo>
                    <a:pt x="1199374" y="1257120"/>
                  </a:lnTo>
                  <a:lnTo>
                    <a:pt x="1200627" y="1256113"/>
                  </a:lnTo>
                  <a:lnTo>
                    <a:pt x="1201880" y="1255406"/>
                  </a:lnTo>
                  <a:lnTo>
                    <a:pt x="1203133" y="1254990"/>
                  </a:lnTo>
                  <a:lnTo>
                    <a:pt x="1204387" y="1254873"/>
                  </a:lnTo>
                  <a:lnTo>
                    <a:pt x="1205640" y="1255056"/>
                  </a:lnTo>
                  <a:lnTo>
                    <a:pt x="1206893" y="1255514"/>
                  </a:lnTo>
                  <a:lnTo>
                    <a:pt x="1208146" y="1256215"/>
                  </a:lnTo>
                  <a:lnTo>
                    <a:pt x="1209400" y="1257138"/>
                  </a:lnTo>
                  <a:lnTo>
                    <a:pt x="1210653" y="1258294"/>
                  </a:lnTo>
                  <a:lnTo>
                    <a:pt x="1211906" y="1259674"/>
                  </a:lnTo>
                  <a:lnTo>
                    <a:pt x="1213159" y="1261268"/>
                  </a:lnTo>
                  <a:lnTo>
                    <a:pt x="1214412" y="1263090"/>
                  </a:lnTo>
                  <a:lnTo>
                    <a:pt x="1215666" y="1265152"/>
                  </a:lnTo>
                  <a:lnTo>
                    <a:pt x="1216919" y="1267451"/>
                  </a:lnTo>
                  <a:lnTo>
                    <a:pt x="1218172" y="1269988"/>
                  </a:lnTo>
                  <a:lnTo>
                    <a:pt x="1219425" y="1272733"/>
                  </a:lnTo>
                  <a:lnTo>
                    <a:pt x="1220678" y="1275661"/>
                  </a:lnTo>
                  <a:lnTo>
                    <a:pt x="1221932" y="1278742"/>
                  </a:lnTo>
                  <a:lnTo>
                    <a:pt x="1223185" y="1281908"/>
                  </a:lnTo>
                  <a:lnTo>
                    <a:pt x="1224438" y="1285076"/>
                  </a:lnTo>
                  <a:lnTo>
                    <a:pt x="1225691" y="1288264"/>
                  </a:lnTo>
                  <a:lnTo>
                    <a:pt x="1226945" y="1291526"/>
                  </a:lnTo>
                  <a:lnTo>
                    <a:pt x="1228198" y="1294899"/>
                  </a:lnTo>
                  <a:lnTo>
                    <a:pt x="1229451" y="1298360"/>
                  </a:lnTo>
                  <a:lnTo>
                    <a:pt x="1230704" y="1301930"/>
                  </a:lnTo>
                  <a:lnTo>
                    <a:pt x="1231957" y="1305618"/>
                  </a:lnTo>
                  <a:lnTo>
                    <a:pt x="1233211" y="1309366"/>
                  </a:lnTo>
                  <a:lnTo>
                    <a:pt x="1234464" y="1313169"/>
                  </a:lnTo>
                  <a:lnTo>
                    <a:pt x="1235717" y="1317052"/>
                  </a:lnTo>
                  <a:lnTo>
                    <a:pt x="1236970" y="1321025"/>
                  </a:lnTo>
                  <a:lnTo>
                    <a:pt x="1238223" y="1325076"/>
                  </a:lnTo>
                  <a:lnTo>
                    <a:pt x="1239477" y="1329199"/>
                  </a:lnTo>
                  <a:lnTo>
                    <a:pt x="1240730" y="1333397"/>
                  </a:lnTo>
                  <a:lnTo>
                    <a:pt x="1241983" y="1337701"/>
                  </a:lnTo>
                  <a:lnTo>
                    <a:pt x="1243236" y="1342155"/>
                  </a:lnTo>
                  <a:lnTo>
                    <a:pt x="1244490" y="1346763"/>
                  </a:lnTo>
                  <a:lnTo>
                    <a:pt x="1245743" y="1351482"/>
                  </a:lnTo>
                  <a:lnTo>
                    <a:pt x="1246996" y="1356267"/>
                  </a:lnTo>
                  <a:lnTo>
                    <a:pt x="1248249" y="1361117"/>
                  </a:lnTo>
                  <a:lnTo>
                    <a:pt x="1249502" y="1365986"/>
                  </a:lnTo>
                  <a:lnTo>
                    <a:pt x="1250756" y="1370844"/>
                  </a:lnTo>
                  <a:lnTo>
                    <a:pt x="1252009" y="1375693"/>
                  </a:lnTo>
                  <a:lnTo>
                    <a:pt x="1253262" y="1380515"/>
                  </a:lnTo>
                  <a:lnTo>
                    <a:pt x="1254515" y="1385246"/>
                  </a:lnTo>
                  <a:lnTo>
                    <a:pt x="1255769" y="1389845"/>
                  </a:lnTo>
                  <a:lnTo>
                    <a:pt x="1257022" y="1394314"/>
                  </a:lnTo>
                  <a:lnTo>
                    <a:pt x="1258275" y="1398643"/>
                  </a:lnTo>
                  <a:lnTo>
                    <a:pt x="1259528" y="1402847"/>
                  </a:lnTo>
                  <a:lnTo>
                    <a:pt x="1260781" y="1406923"/>
                  </a:lnTo>
                  <a:lnTo>
                    <a:pt x="1262035" y="1410877"/>
                  </a:lnTo>
                  <a:lnTo>
                    <a:pt x="1263288" y="1414687"/>
                  </a:lnTo>
                  <a:lnTo>
                    <a:pt x="1264541" y="1418328"/>
                  </a:lnTo>
                  <a:lnTo>
                    <a:pt x="1265794" y="1421801"/>
                  </a:lnTo>
                  <a:lnTo>
                    <a:pt x="1267047" y="1425087"/>
                  </a:lnTo>
                  <a:lnTo>
                    <a:pt x="1268301" y="1428186"/>
                  </a:lnTo>
                  <a:lnTo>
                    <a:pt x="1269554" y="1431098"/>
                  </a:lnTo>
                  <a:lnTo>
                    <a:pt x="1270807" y="1433848"/>
                  </a:lnTo>
                  <a:lnTo>
                    <a:pt x="1272060" y="1436443"/>
                  </a:lnTo>
                  <a:lnTo>
                    <a:pt x="1273314" y="1438903"/>
                  </a:lnTo>
                  <a:lnTo>
                    <a:pt x="1274567" y="1441227"/>
                  </a:lnTo>
                  <a:lnTo>
                    <a:pt x="1275820" y="1443426"/>
                  </a:lnTo>
                  <a:lnTo>
                    <a:pt x="1277073" y="1445499"/>
                  </a:lnTo>
                  <a:lnTo>
                    <a:pt x="1278326" y="1447435"/>
                  </a:lnTo>
                  <a:lnTo>
                    <a:pt x="1279580" y="1449236"/>
                  </a:lnTo>
                  <a:lnTo>
                    <a:pt x="1280833" y="1450900"/>
                  </a:lnTo>
                  <a:lnTo>
                    <a:pt x="1282086" y="1452430"/>
                  </a:lnTo>
                  <a:lnTo>
                    <a:pt x="1283339" y="1453852"/>
                  </a:lnTo>
                  <a:lnTo>
                    <a:pt x="1284593" y="1455205"/>
                  </a:lnTo>
                  <a:lnTo>
                    <a:pt x="1285846" y="1456588"/>
                  </a:lnTo>
                  <a:lnTo>
                    <a:pt x="1287099" y="1458072"/>
                  </a:lnTo>
                  <a:lnTo>
                    <a:pt x="1288352" y="1459666"/>
                  </a:lnTo>
                  <a:lnTo>
                    <a:pt x="1289605" y="1461373"/>
                  </a:lnTo>
                  <a:lnTo>
                    <a:pt x="1290859" y="1463140"/>
                  </a:lnTo>
                  <a:lnTo>
                    <a:pt x="1292112" y="1464980"/>
                  </a:lnTo>
                  <a:lnTo>
                    <a:pt x="1293365" y="1466904"/>
                  </a:lnTo>
                  <a:lnTo>
                    <a:pt x="1294618" y="1468899"/>
                  </a:lnTo>
                  <a:lnTo>
                    <a:pt x="1295871" y="1471001"/>
                  </a:lnTo>
                  <a:lnTo>
                    <a:pt x="1297125" y="1473230"/>
                  </a:lnTo>
                  <a:lnTo>
                    <a:pt x="1298378" y="1475582"/>
                  </a:lnTo>
                  <a:lnTo>
                    <a:pt x="1299631" y="1478036"/>
                  </a:lnTo>
                  <a:lnTo>
                    <a:pt x="1300884" y="1480602"/>
                  </a:lnTo>
                  <a:lnTo>
                    <a:pt x="1302138" y="1483279"/>
                  </a:lnTo>
                  <a:lnTo>
                    <a:pt x="1303391" y="1486043"/>
                  </a:lnTo>
                  <a:lnTo>
                    <a:pt x="1304644" y="1488835"/>
                  </a:lnTo>
                  <a:lnTo>
                    <a:pt x="1305897" y="1491582"/>
                  </a:lnTo>
                  <a:lnTo>
                    <a:pt x="1307150" y="1494253"/>
                  </a:lnTo>
                  <a:lnTo>
                    <a:pt x="1308404" y="1496843"/>
                  </a:lnTo>
                  <a:lnTo>
                    <a:pt x="1309657" y="1499399"/>
                  </a:lnTo>
                  <a:lnTo>
                    <a:pt x="1310910" y="1501918"/>
                  </a:lnTo>
                  <a:lnTo>
                    <a:pt x="1312163" y="1504406"/>
                  </a:lnTo>
                  <a:lnTo>
                    <a:pt x="1313417" y="1506877"/>
                  </a:lnTo>
                  <a:lnTo>
                    <a:pt x="1314670" y="1509300"/>
                  </a:lnTo>
                  <a:lnTo>
                    <a:pt x="1315923" y="1511657"/>
                  </a:lnTo>
                  <a:lnTo>
                    <a:pt x="1317176" y="1513956"/>
                  </a:lnTo>
                  <a:lnTo>
                    <a:pt x="1318429" y="1516227"/>
                  </a:lnTo>
                  <a:lnTo>
                    <a:pt x="1319683" y="1518464"/>
                  </a:lnTo>
                  <a:lnTo>
                    <a:pt x="1320936" y="1520663"/>
                  </a:lnTo>
                  <a:lnTo>
                    <a:pt x="1322189" y="1522826"/>
                  </a:lnTo>
                  <a:lnTo>
                    <a:pt x="1323442" y="1524952"/>
                  </a:lnTo>
                  <a:lnTo>
                    <a:pt x="1324695" y="1527059"/>
                  </a:lnTo>
                  <a:lnTo>
                    <a:pt x="1325949" y="1529166"/>
                  </a:lnTo>
                  <a:lnTo>
                    <a:pt x="1327202" y="1531273"/>
                  </a:lnTo>
                  <a:lnTo>
                    <a:pt x="1328455" y="1533380"/>
                  </a:lnTo>
                  <a:lnTo>
                    <a:pt x="1329708" y="1535487"/>
                  </a:lnTo>
                  <a:lnTo>
                    <a:pt x="1330962" y="1537594"/>
                  </a:lnTo>
                  <a:lnTo>
                    <a:pt x="1332215" y="1539701"/>
                  </a:lnTo>
                  <a:lnTo>
                    <a:pt x="1333468" y="1541808"/>
                  </a:lnTo>
                  <a:lnTo>
                    <a:pt x="1334721" y="1543915"/>
                  </a:lnTo>
                  <a:lnTo>
                    <a:pt x="1335974" y="1546022"/>
                  </a:lnTo>
                  <a:lnTo>
                    <a:pt x="1337228" y="1548129"/>
                  </a:lnTo>
                  <a:lnTo>
                    <a:pt x="1338481" y="1550236"/>
                  </a:lnTo>
                  <a:lnTo>
                    <a:pt x="1339734" y="1552343"/>
                  </a:lnTo>
                  <a:lnTo>
                    <a:pt x="1340987" y="1554450"/>
                  </a:lnTo>
                  <a:lnTo>
                    <a:pt x="1342241" y="1556557"/>
                  </a:lnTo>
                  <a:lnTo>
                    <a:pt x="1343494" y="1558663"/>
                  </a:lnTo>
                  <a:lnTo>
                    <a:pt x="1344747" y="1560770"/>
                  </a:lnTo>
                  <a:lnTo>
                    <a:pt x="1346000" y="1562877"/>
                  </a:lnTo>
                  <a:lnTo>
                    <a:pt x="1347253" y="1564984"/>
                  </a:lnTo>
                  <a:lnTo>
                    <a:pt x="1348507" y="1567056"/>
                  </a:lnTo>
                  <a:lnTo>
                    <a:pt x="1349760" y="1569054"/>
                  </a:lnTo>
                  <a:lnTo>
                    <a:pt x="1351013" y="1570956"/>
                  </a:lnTo>
                  <a:lnTo>
                    <a:pt x="1352266" y="1572759"/>
                  </a:lnTo>
                  <a:lnTo>
                    <a:pt x="1353519" y="1574465"/>
                  </a:lnTo>
                  <a:lnTo>
                    <a:pt x="1354773" y="1576077"/>
                  </a:lnTo>
                  <a:lnTo>
                    <a:pt x="1356026" y="1577594"/>
                  </a:lnTo>
                  <a:lnTo>
                    <a:pt x="1357279" y="1579016"/>
                  </a:lnTo>
                  <a:lnTo>
                    <a:pt x="1358532" y="1580326"/>
                  </a:lnTo>
                  <a:lnTo>
                    <a:pt x="1359786" y="1581512"/>
                  </a:lnTo>
                  <a:lnTo>
                    <a:pt x="1361039" y="1582575"/>
                  </a:lnTo>
                  <a:lnTo>
                    <a:pt x="1362292" y="1583514"/>
                  </a:lnTo>
                  <a:lnTo>
                    <a:pt x="1363545" y="1584329"/>
                  </a:lnTo>
                  <a:lnTo>
                    <a:pt x="1364798" y="1585020"/>
                  </a:lnTo>
                  <a:lnTo>
                    <a:pt x="1366052" y="1585588"/>
                  </a:lnTo>
                  <a:lnTo>
                    <a:pt x="1367305" y="1586056"/>
                  </a:lnTo>
                  <a:lnTo>
                    <a:pt x="1368558" y="1586459"/>
                  </a:lnTo>
                  <a:lnTo>
                    <a:pt x="1369811" y="1586823"/>
                  </a:lnTo>
                  <a:lnTo>
                    <a:pt x="1371065" y="1587150"/>
                  </a:lnTo>
                  <a:lnTo>
                    <a:pt x="1372318" y="1587440"/>
                  </a:lnTo>
                  <a:lnTo>
                    <a:pt x="1373571" y="1587688"/>
                  </a:lnTo>
                  <a:lnTo>
                    <a:pt x="1374824" y="1587892"/>
                  </a:lnTo>
                  <a:lnTo>
                    <a:pt x="1376077" y="1588054"/>
                  </a:lnTo>
                  <a:lnTo>
                    <a:pt x="1377331" y="1588197"/>
                  </a:lnTo>
                  <a:lnTo>
                    <a:pt x="1378584" y="1588341"/>
                  </a:lnTo>
                  <a:lnTo>
                    <a:pt x="1379837" y="1588484"/>
                  </a:lnTo>
                  <a:lnTo>
                    <a:pt x="1381090" y="1588628"/>
                  </a:lnTo>
                  <a:lnTo>
                    <a:pt x="1382343" y="1588772"/>
                  </a:lnTo>
                  <a:lnTo>
                    <a:pt x="1383597" y="1588915"/>
                  </a:lnTo>
                  <a:lnTo>
                    <a:pt x="1384850" y="1589059"/>
                  </a:lnTo>
                  <a:lnTo>
                    <a:pt x="1386103" y="1589202"/>
                  </a:lnTo>
                  <a:lnTo>
                    <a:pt x="1387356" y="1589346"/>
                  </a:lnTo>
                  <a:lnTo>
                    <a:pt x="1388610" y="1589490"/>
                  </a:lnTo>
                  <a:lnTo>
                    <a:pt x="1389863" y="1589633"/>
                  </a:lnTo>
                  <a:lnTo>
                    <a:pt x="1391116" y="1589777"/>
                  </a:lnTo>
                  <a:lnTo>
                    <a:pt x="1392369" y="1589920"/>
                  </a:lnTo>
                  <a:lnTo>
                    <a:pt x="1393622" y="1590064"/>
                  </a:lnTo>
                  <a:lnTo>
                    <a:pt x="1394876" y="1590208"/>
                  </a:lnTo>
                  <a:lnTo>
                    <a:pt x="1396129" y="1590351"/>
                  </a:lnTo>
                  <a:lnTo>
                    <a:pt x="1397382" y="1590495"/>
                  </a:lnTo>
                  <a:lnTo>
                    <a:pt x="1398635" y="1590639"/>
                  </a:lnTo>
                  <a:lnTo>
                    <a:pt x="1399888" y="1590782"/>
                  </a:lnTo>
                  <a:lnTo>
                    <a:pt x="1401142" y="1590926"/>
                  </a:lnTo>
                  <a:lnTo>
                    <a:pt x="1402395" y="1591070"/>
                  </a:lnTo>
                  <a:lnTo>
                    <a:pt x="1403648" y="1591213"/>
                  </a:lnTo>
                  <a:lnTo>
                    <a:pt x="1404901" y="1591357"/>
                  </a:lnTo>
                  <a:lnTo>
                    <a:pt x="1406155" y="1591500"/>
                  </a:lnTo>
                  <a:lnTo>
                    <a:pt x="1407408" y="1591644"/>
                  </a:lnTo>
                  <a:lnTo>
                    <a:pt x="1408661" y="1591788"/>
                  </a:lnTo>
                  <a:lnTo>
                    <a:pt x="1409914" y="1591931"/>
                  </a:lnTo>
                  <a:lnTo>
                    <a:pt x="1411167" y="1592075"/>
                  </a:lnTo>
                  <a:lnTo>
                    <a:pt x="1412421" y="1592219"/>
                  </a:lnTo>
                  <a:lnTo>
                    <a:pt x="1413674" y="1592357"/>
                  </a:lnTo>
                  <a:lnTo>
                    <a:pt x="1414927" y="1592483"/>
                  </a:lnTo>
                  <a:lnTo>
                    <a:pt x="1416180" y="1592598"/>
                  </a:lnTo>
                  <a:lnTo>
                    <a:pt x="1417434" y="1592698"/>
                  </a:lnTo>
                  <a:lnTo>
                    <a:pt x="1418687" y="1592779"/>
                  </a:lnTo>
                  <a:lnTo>
                    <a:pt x="1419940" y="1592843"/>
                  </a:lnTo>
                  <a:lnTo>
                    <a:pt x="1421193" y="1592888"/>
                  </a:lnTo>
                  <a:lnTo>
                    <a:pt x="1422446" y="1592916"/>
                  </a:lnTo>
                  <a:lnTo>
                    <a:pt x="1423700" y="1592925"/>
                  </a:lnTo>
                  <a:lnTo>
                    <a:pt x="1424953" y="1592916"/>
                  </a:lnTo>
                  <a:lnTo>
                    <a:pt x="1426206" y="1592889"/>
                  </a:lnTo>
                  <a:lnTo>
                    <a:pt x="1427459" y="1592843"/>
                  </a:lnTo>
                  <a:lnTo>
                    <a:pt x="1428712" y="1592780"/>
                  </a:lnTo>
                  <a:lnTo>
                    <a:pt x="1429966" y="1592698"/>
                  </a:lnTo>
                  <a:lnTo>
                    <a:pt x="1431219" y="1592598"/>
                  </a:lnTo>
                  <a:lnTo>
                    <a:pt x="1432472" y="1592483"/>
                  </a:lnTo>
                  <a:lnTo>
                    <a:pt x="1433725" y="1592357"/>
                  </a:lnTo>
                  <a:lnTo>
                    <a:pt x="1434979" y="1592219"/>
                  </a:lnTo>
                  <a:lnTo>
                    <a:pt x="1436232" y="1592075"/>
                  </a:lnTo>
                  <a:lnTo>
                    <a:pt x="1437485" y="1591910"/>
                  </a:lnTo>
                  <a:lnTo>
                    <a:pt x="1438738" y="1591701"/>
                  </a:lnTo>
                  <a:lnTo>
                    <a:pt x="1439991" y="1591455"/>
                  </a:lnTo>
                  <a:lnTo>
                    <a:pt x="1441245" y="1591172"/>
                  </a:lnTo>
                  <a:lnTo>
                    <a:pt x="1442498" y="1590817"/>
                  </a:lnTo>
                  <a:lnTo>
                    <a:pt x="1443751" y="1590388"/>
                  </a:lnTo>
                  <a:lnTo>
                    <a:pt x="1445004" y="1589884"/>
                  </a:lnTo>
                  <a:lnTo>
                    <a:pt x="1446258" y="1589307"/>
                  </a:lnTo>
                  <a:lnTo>
                    <a:pt x="1447511" y="1588655"/>
                  </a:lnTo>
                  <a:lnTo>
                    <a:pt x="1448764" y="1587929"/>
                  </a:lnTo>
                  <a:lnTo>
                    <a:pt x="1450017" y="1587132"/>
                  </a:lnTo>
                  <a:lnTo>
                    <a:pt x="1451270" y="1586264"/>
                  </a:lnTo>
                  <a:lnTo>
                    <a:pt x="1452524" y="1585326"/>
                  </a:lnTo>
                  <a:lnTo>
                    <a:pt x="1453777" y="1584317"/>
                  </a:lnTo>
                  <a:lnTo>
                    <a:pt x="1455030" y="1583181"/>
                  </a:lnTo>
                  <a:lnTo>
                    <a:pt x="1456283" y="1581904"/>
                  </a:lnTo>
                  <a:lnTo>
                    <a:pt x="1457536" y="1580500"/>
                  </a:lnTo>
                  <a:lnTo>
                    <a:pt x="1458790" y="1578963"/>
                  </a:lnTo>
                  <a:lnTo>
                    <a:pt x="1460043" y="1577293"/>
                  </a:lnTo>
                  <a:lnTo>
                    <a:pt x="1461296" y="1575518"/>
                  </a:lnTo>
                  <a:lnTo>
                    <a:pt x="1462549" y="1573640"/>
                  </a:lnTo>
                  <a:lnTo>
                    <a:pt x="1463803" y="1571658"/>
                  </a:lnTo>
                  <a:lnTo>
                    <a:pt x="1465056" y="1569577"/>
                  </a:lnTo>
                  <a:lnTo>
                    <a:pt x="1466309" y="1567399"/>
                  </a:lnTo>
                  <a:lnTo>
                    <a:pt x="1467562" y="1565119"/>
                  </a:lnTo>
                  <a:lnTo>
                    <a:pt x="1468815" y="1562697"/>
                  </a:lnTo>
                  <a:lnTo>
                    <a:pt x="1470069" y="1560117"/>
                  </a:lnTo>
                  <a:lnTo>
                    <a:pt x="1471322" y="1557377"/>
                  </a:lnTo>
                  <a:lnTo>
                    <a:pt x="1472575" y="1554479"/>
                  </a:lnTo>
                  <a:lnTo>
                    <a:pt x="1473828" y="1551472"/>
                  </a:lnTo>
                  <a:lnTo>
                    <a:pt x="1475082" y="1548391"/>
                  </a:lnTo>
                  <a:lnTo>
                    <a:pt x="1476335" y="1545235"/>
                  </a:lnTo>
                  <a:lnTo>
                    <a:pt x="1477588" y="1542012"/>
                  </a:lnTo>
                  <a:lnTo>
                    <a:pt x="1478841" y="1538723"/>
                  </a:lnTo>
                  <a:lnTo>
                    <a:pt x="1480094" y="1535368"/>
                  </a:lnTo>
                  <a:lnTo>
                    <a:pt x="1481348" y="1531942"/>
                  </a:lnTo>
                  <a:lnTo>
                    <a:pt x="1482601" y="1528417"/>
                  </a:lnTo>
                  <a:lnTo>
                    <a:pt x="1483854" y="1524771"/>
                  </a:lnTo>
                  <a:lnTo>
                    <a:pt x="1485107" y="1521021"/>
                  </a:lnTo>
                  <a:lnTo>
                    <a:pt x="1486360" y="1517164"/>
                  </a:lnTo>
                  <a:lnTo>
                    <a:pt x="1487614" y="1513249"/>
                  </a:lnTo>
                  <a:lnTo>
                    <a:pt x="1488867" y="1509285"/>
                  </a:lnTo>
                  <a:lnTo>
                    <a:pt x="1490120" y="1505260"/>
                  </a:lnTo>
                  <a:lnTo>
                    <a:pt x="1491373" y="1501165"/>
                  </a:lnTo>
                  <a:lnTo>
                    <a:pt x="1492627" y="1497002"/>
                  </a:lnTo>
                  <a:lnTo>
                    <a:pt x="1493880" y="1492769"/>
                  </a:lnTo>
                  <a:lnTo>
                    <a:pt x="1495133" y="1488461"/>
                  </a:lnTo>
                  <a:lnTo>
                    <a:pt x="1496386" y="1484062"/>
                  </a:lnTo>
                  <a:lnTo>
                    <a:pt x="1497639" y="1479571"/>
                  </a:lnTo>
                  <a:lnTo>
                    <a:pt x="1498893" y="1474999"/>
                  </a:lnTo>
                  <a:lnTo>
                    <a:pt x="1500146" y="1470357"/>
                  </a:lnTo>
                  <a:lnTo>
                    <a:pt x="1501399" y="1465713"/>
                  </a:lnTo>
                  <a:lnTo>
                    <a:pt x="1502652" y="1461103"/>
                  </a:lnTo>
                  <a:lnTo>
                    <a:pt x="1503906" y="1456513"/>
                  </a:lnTo>
                  <a:lnTo>
                    <a:pt x="1505159" y="1451974"/>
                  </a:lnTo>
                  <a:lnTo>
                    <a:pt x="1506412" y="1447520"/>
                  </a:lnTo>
                  <a:lnTo>
                    <a:pt x="1507665" y="1443159"/>
                  </a:lnTo>
                  <a:lnTo>
                    <a:pt x="1508918" y="1438914"/>
                  </a:lnTo>
                  <a:lnTo>
                    <a:pt x="1510172" y="1434793"/>
                  </a:lnTo>
                  <a:lnTo>
                    <a:pt x="1511425" y="1430793"/>
                  </a:lnTo>
                  <a:lnTo>
                    <a:pt x="1512678" y="1426909"/>
                  </a:lnTo>
                  <a:lnTo>
                    <a:pt x="1513931" y="1423152"/>
                  </a:lnTo>
                  <a:lnTo>
                    <a:pt x="1515184" y="1419538"/>
                  </a:lnTo>
                  <a:lnTo>
                    <a:pt x="1516438" y="1416064"/>
                  </a:lnTo>
                  <a:lnTo>
                    <a:pt x="1517691" y="1412788"/>
                  </a:lnTo>
                  <a:lnTo>
                    <a:pt x="1518944" y="1409779"/>
                  </a:lnTo>
                  <a:lnTo>
                    <a:pt x="1520197" y="1407039"/>
                  </a:lnTo>
                  <a:lnTo>
                    <a:pt x="1521451" y="1404559"/>
                  </a:lnTo>
                  <a:lnTo>
                    <a:pt x="1522704" y="1402345"/>
                  </a:lnTo>
                  <a:lnTo>
                    <a:pt x="1523957" y="1400368"/>
                  </a:lnTo>
                  <a:lnTo>
                    <a:pt x="1525210" y="1398606"/>
                  </a:lnTo>
                  <a:lnTo>
                    <a:pt x="1526463" y="1397058"/>
                  </a:lnTo>
                  <a:lnTo>
                    <a:pt x="1527717" y="1395720"/>
                  </a:lnTo>
                  <a:lnTo>
                    <a:pt x="1528970" y="1394597"/>
                  </a:lnTo>
                  <a:lnTo>
                    <a:pt x="1530223" y="1393713"/>
                  </a:lnTo>
                  <a:lnTo>
                    <a:pt x="1531476" y="1393109"/>
                  </a:lnTo>
                  <a:lnTo>
                    <a:pt x="1532730" y="1392876"/>
                  </a:lnTo>
                  <a:lnTo>
                    <a:pt x="1533983" y="1393030"/>
                  </a:lnTo>
                  <a:lnTo>
                    <a:pt x="1535236" y="1393529"/>
                  </a:lnTo>
                  <a:lnTo>
                    <a:pt x="1536489" y="1394323"/>
                  </a:lnTo>
                  <a:lnTo>
                    <a:pt x="1537742" y="1395327"/>
                  </a:lnTo>
                  <a:lnTo>
                    <a:pt x="1538996" y="1396523"/>
                  </a:lnTo>
                  <a:lnTo>
                    <a:pt x="1540249" y="1397910"/>
                  </a:lnTo>
                  <a:lnTo>
                    <a:pt x="1541502" y="1399485"/>
                  </a:lnTo>
                  <a:lnTo>
                    <a:pt x="1542755" y="1401247"/>
                  </a:lnTo>
                  <a:lnTo>
                    <a:pt x="1544008" y="1403203"/>
                  </a:lnTo>
                  <a:lnTo>
                    <a:pt x="1545262" y="1405391"/>
                  </a:lnTo>
                  <a:lnTo>
                    <a:pt x="1546515" y="1407860"/>
                  </a:lnTo>
                  <a:lnTo>
                    <a:pt x="1547768" y="1410563"/>
                  </a:lnTo>
                  <a:lnTo>
                    <a:pt x="1549021" y="1413465"/>
                  </a:lnTo>
                  <a:lnTo>
                    <a:pt x="1550275" y="1416520"/>
                  </a:lnTo>
                  <a:lnTo>
                    <a:pt x="1551528" y="1419639"/>
                  </a:lnTo>
                  <a:lnTo>
                    <a:pt x="1552781" y="1422827"/>
                  </a:lnTo>
                  <a:lnTo>
                    <a:pt x="1554034" y="1426135"/>
                  </a:lnTo>
                  <a:lnTo>
                    <a:pt x="1555287" y="1429571"/>
                  </a:lnTo>
                  <a:lnTo>
                    <a:pt x="1556541" y="1433135"/>
                  </a:lnTo>
                  <a:lnTo>
                    <a:pt x="1557794" y="1436832"/>
                  </a:lnTo>
                  <a:lnTo>
                    <a:pt x="1559047" y="1440688"/>
                  </a:lnTo>
                  <a:lnTo>
                    <a:pt x="1560300" y="1444720"/>
                  </a:lnTo>
                  <a:lnTo>
                    <a:pt x="1561553" y="1448918"/>
                  </a:lnTo>
                  <a:lnTo>
                    <a:pt x="1562807" y="1453272"/>
                  </a:lnTo>
                  <a:lnTo>
                    <a:pt x="1564060" y="1457734"/>
                  </a:lnTo>
                  <a:lnTo>
                    <a:pt x="1565313" y="1462242"/>
                  </a:lnTo>
                  <a:lnTo>
                    <a:pt x="1566566" y="1466793"/>
                  </a:lnTo>
                  <a:lnTo>
                    <a:pt x="1567820" y="1471392"/>
                  </a:lnTo>
                  <a:lnTo>
                    <a:pt x="1569073" y="1475984"/>
                  </a:lnTo>
                  <a:lnTo>
                    <a:pt x="1570326" y="1480563"/>
                  </a:lnTo>
                  <a:lnTo>
                    <a:pt x="1571579" y="1485100"/>
                  </a:lnTo>
                  <a:lnTo>
                    <a:pt x="1572832" y="1489576"/>
                  </a:lnTo>
                  <a:lnTo>
                    <a:pt x="1574086" y="1493990"/>
                  </a:lnTo>
                  <a:lnTo>
                    <a:pt x="1575339" y="1498344"/>
                  </a:lnTo>
                  <a:lnTo>
                    <a:pt x="1576592" y="1502620"/>
                  </a:lnTo>
                  <a:lnTo>
                    <a:pt x="1577845" y="1506783"/>
                  </a:lnTo>
                  <a:lnTo>
                    <a:pt x="1579099" y="1510786"/>
                  </a:lnTo>
                  <a:lnTo>
                    <a:pt x="1580352" y="1514631"/>
                  </a:lnTo>
                  <a:lnTo>
                    <a:pt x="1581605" y="1518262"/>
                  </a:lnTo>
                  <a:lnTo>
                    <a:pt x="1582858" y="1521663"/>
                  </a:lnTo>
                  <a:lnTo>
                    <a:pt x="1584111" y="1524843"/>
                  </a:lnTo>
                  <a:lnTo>
                    <a:pt x="1585365" y="1527826"/>
                  </a:lnTo>
                  <a:lnTo>
                    <a:pt x="1586618" y="1530619"/>
                  </a:lnTo>
                  <a:lnTo>
                    <a:pt x="1587871" y="1533257"/>
                  </a:lnTo>
                  <a:lnTo>
                    <a:pt x="1589124" y="1535714"/>
                  </a:lnTo>
                  <a:lnTo>
                    <a:pt x="1590377" y="1537970"/>
                  </a:lnTo>
                  <a:lnTo>
                    <a:pt x="1591631" y="1540002"/>
                  </a:lnTo>
                  <a:lnTo>
                    <a:pt x="1592884" y="1541769"/>
                  </a:lnTo>
                  <a:lnTo>
                    <a:pt x="1594137" y="1543231"/>
                  </a:lnTo>
                  <a:lnTo>
                    <a:pt x="1595390" y="1544316"/>
                  </a:lnTo>
                  <a:lnTo>
                    <a:pt x="1596644" y="1544975"/>
                  </a:lnTo>
                  <a:lnTo>
                    <a:pt x="1597897" y="1545279"/>
                  </a:lnTo>
                  <a:lnTo>
                    <a:pt x="1599150" y="1545240"/>
                  </a:lnTo>
                  <a:lnTo>
                    <a:pt x="1600403" y="1544895"/>
                  </a:lnTo>
                  <a:lnTo>
                    <a:pt x="1601656" y="1544231"/>
                  </a:lnTo>
                  <a:lnTo>
                    <a:pt x="1602910" y="1543233"/>
                  </a:lnTo>
                  <a:lnTo>
                    <a:pt x="1604163" y="1541901"/>
                  </a:lnTo>
                  <a:lnTo>
                    <a:pt x="1605416" y="1540238"/>
                  </a:lnTo>
                  <a:lnTo>
                    <a:pt x="1606669" y="1538233"/>
                  </a:lnTo>
                  <a:lnTo>
                    <a:pt x="1607923" y="1535888"/>
                  </a:lnTo>
                  <a:lnTo>
                    <a:pt x="1609176" y="1533187"/>
                  </a:lnTo>
                  <a:lnTo>
                    <a:pt x="1610429" y="1530168"/>
                  </a:lnTo>
                  <a:lnTo>
                    <a:pt x="1611682" y="1526931"/>
                  </a:lnTo>
                  <a:lnTo>
                    <a:pt x="1612935" y="1523511"/>
                  </a:lnTo>
                  <a:lnTo>
                    <a:pt x="1614189" y="1519985"/>
                  </a:lnTo>
                  <a:lnTo>
                    <a:pt x="1615442" y="1516367"/>
                  </a:lnTo>
                  <a:lnTo>
                    <a:pt x="1616695" y="1512599"/>
                  </a:lnTo>
                  <a:lnTo>
                    <a:pt x="1617948" y="1508651"/>
                  </a:lnTo>
                  <a:lnTo>
                    <a:pt x="1619201" y="1504543"/>
                  </a:lnTo>
                  <a:lnTo>
                    <a:pt x="1620455" y="1500311"/>
                  </a:lnTo>
                  <a:lnTo>
                    <a:pt x="1621708" y="1495942"/>
                  </a:lnTo>
                  <a:lnTo>
                    <a:pt x="1622961" y="1491416"/>
                  </a:lnTo>
                  <a:lnTo>
                    <a:pt x="1624214" y="1486724"/>
                  </a:lnTo>
                  <a:lnTo>
                    <a:pt x="1625468" y="1481917"/>
                  </a:lnTo>
                  <a:lnTo>
                    <a:pt x="1626721" y="1476976"/>
                  </a:lnTo>
                  <a:lnTo>
                    <a:pt x="1627974" y="1471926"/>
                  </a:lnTo>
                  <a:lnTo>
                    <a:pt x="1629227" y="1466751"/>
                  </a:lnTo>
                  <a:lnTo>
                    <a:pt x="1630480" y="1461440"/>
                  </a:lnTo>
                  <a:lnTo>
                    <a:pt x="1631734" y="1456027"/>
                  </a:lnTo>
                  <a:lnTo>
                    <a:pt x="1632987" y="1450538"/>
                  </a:lnTo>
                  <a:lnTo>
                    <a:pt x="1634240" y="1444983"/>
                  </a:lnTo>
                  <a:lnTo>
                    <a:pt x="1635493" y="1439378"/>
                  </a:lnTo>
                  <a:lnTo>
                    <a:pt x="1636747" y="1433734"/>
                  </a:lnTo>
                  <a:lnTo>
                    <a:pt x="1638000" y="1428047"/>
                  </a:lnTo>
                  <a:lnTo>
                    <a:pt x="1639253" y="1422324"/>
                  </a:lnTo>
                  <a:lnTo>
                    <a:pt x="1640506" y="1416596"/>
                  </a:lnTo>
                  <a:lnTo>
                    <a:pt x="1641759" y="1410914"/>
                  </a:lnTo>
                  <a:lnTo>
                    <a:pt x="1643013" y="1405264"/>
                  </a:lnTo>
                  <a:lnTo>
                    <a:pt x="1644266" y="1399631"/>
                  </a:lnTo>
                  <a:lnTo>
                    <a:pt x="1645519" y="1394015"/>
                  </a:lnTo>
                  <a:lnTo>
                    <a:pt x="1646772" y="1388419"/>
                  </a:lnTo>
                  <a:lnTo>
                    <a:pt x="1648025" y="1382841"/>
                  </a:lnTo>
                  <a:lnTo>
                    <a:pt x="1649279" y="1377249"/>
                  </a:lnTo>
                  <a:lnTo>
                    <a:pt x="1650532" y="1371623"/>
                  </a:lnTo>
                  <a:lnTo>
                    <a:pt x="1651785" y="1365975"/>
                  </a:lnTo>
                  <a:lnTo>
                    <a:pt x="1653038" y="1360367"/>
                  </a:lnTo>
                  <a:lnTo>
                    <a:pt x="1654292" y="1354842"/>
                  </a:lnTo>
                  <a:lnTo>
                    <a:pt x="1655545" y="1349436"/>
                  </a:lnTo>
                  <a:lnTo>
                    <a:pt x="1656798" y="1344192"/>
                  </a:lnTo>
                  <a:lnTo>
                    <a:pt x="1658051" y="1339129"/>
                  </a:lnTo>
                  <a:lnTo>
                    <a:pt x="1659304" y="1334278"/>
                  </a:lnTo>
                  <a:lnTo>
                    <a:pt x="1660558" y="1329611"/>
                  </a:lnTo>
                  <a:lnTo>
                    <a:pt x="1661811" y="1325145"/>
                  </a:lnTo>
                  <a:lnTo>
                    <a:pt x="1663064" y="1320906"/>
                  </a:lnTo>
                  <a:lnTo>
                    <a:pt x="1664317" y="1316962"/>
                  </a:lnTo>
                  <a:lnTo>
                    <a:pt x="1665571" y="1313308"/>
                  </a:lnTo>
                  <a:lnTo>
                    <a:pt x="1666824" y="1309942"/>
                  </a:lnTo>
                  <a:lnTo>
                    <a:pt x="1668077" y="1306867"/>
                  </a:lnTo>
                  <a:lnTo>
                    <a:pt x="1669330" y="1304100"/>
                  </a:lnTo>
                  <a:lnTo>
                    <a:pt x="1670583" y="1301644"/>
                  </a:lnTo>
                  <a:lnTo>
                    <a:pt x="1671837" y="1299428"/>
                  </a:lnTo>
                  <a:lnTo>
                    <a:pt x="1673090" y="1297372"/>
                  </a:lnTo>
                  <a:lnTo>
                    <a:pt x="1674343" y="1295420"/>
                  </a:lnTo>
                  <a:lnTo>
                    <a:pt x="1675596" y="1293487"/>
                  </a:lnTo>
                  <a:lnTo>
                    <a:pt x="1676849" y="1291528"/>
                  </a:lnTo>
                  <a:lnTo>
                    <a:pt x="1678103" y="1289507"/>
                  </a:lnTo>
                  <a:lnTo>
                    <a:pt x="1679356" y="1287463"/>
                  </a:lnTo>
                  <a:lnTo>
                    <a:pt x="1680609" y="1285442"/>
                  </a:lnTo>
                  <a:lnTo>
                    <a:pt x="1681862" y="1283424"/>
                  </a:lnTo>
                  <a:lnTo>
                    <a:pt x="1683116" y="1281347"/>
                  </a:lnTo>
                  <a:lnTo>
                    <a:pt x="1684369" y="1279175"/>
                  </a:lnTo>
                  <a:lnTo>
                    <a:pt x="1685622" y="1276901"/>
                  </a:lnTo>
                  <a:lnTo>
                    <a:pt x="1686875" y="1274526"/>
                  </a:lnTo>
                  <a:lnTo>
                    <a:pt x="1688128" y="1271998"/>
                  </a:lnTo>
                  <a:lnTo>
                    <a:pt x="1689382" y="1269298"/>
                  </a:lnTo>
                  <a:lnTo>
                    <a:pt x="1690635" y="1266446"/>
                  </a:lnTo>
                  <a:lnTo>
                    <a:pt x="1691888" y="1263502"/>
                  </a:lnTo>
                  <a:lnTo>
                    <a:pt x="1693141" y="1260495"/>
                  </a:lnTo>
                  <a:lnTo>
                    <a:pt x="1694395" y="1257450"/>
                  </a:lnTo>
                  <a:lnTo>
                    <a:pt x="1695648" y="1254364"/>
                  </a:lnTo>
                  <a:lnTo>
                    <a:pt x="1696901" y="1251273"/>
                  </a:lnTo>
                  <a:lnTo>
                    <a:pt x="1698154" y="1248166"/>
                  </a:lnTo>
                  <a:lnTo>
                    <a:pt x="1699407" y="1245033"/>
                  </a:lnTo>
                  <a:lnTo>
                    <a:pt x="1700661" y="1241857"/>
                  </a:lnTo>
                  <a:lnTo>
                    <a:pt x="1701914" y="1238652"/>
                  </a:lnTo>
                  <a:lnTo>
                    <a:pt x="1703167" y="1235450"/>
                  </a:lnTo>
                  <a:lnTo>
                    <a:pt x="1704420" y="1232255"/>
                  </a:lnTo>
                  <a:lnTo>
                    <a:pt x="1705673" y="1229090"/>
                  </a:lnTo>
                  <a:lnTo>
                    <a:pt x="1706927" y="1226007"/>
                  </a:lnTo>
                  <a:lnTo>
                    <a:pt x="1708180" y="1223024"/>
                  </a:lnTo>
                  <a:lnTo>
                    <a:pt x="1709433" y="1220203"/>
                  </a:lnTo>
                  <a:lnTo>
                    <a:pt x="1710686" y="1217547"/>
                  </a:lnTo>
                  <a:lnTo>
                    <a:pt x="1711940" y="1215060"/>
                  </a:lnTo>
                  <a:lnTo>
                    <a:pt x="1713193" y="1212744"/>
                  </a:lnTo>
                  <a:lnTo>
                    <a:pt x="1714446" y="1210614"/>
                  </a:lnTo>
                  <a:lnTo>
                    <a:pt x="1715699" y="1208626"/>
                  </a:lnTo>
                  <a:lnTo>
                    <a:pt x="1716952" y="1206734"/>
                  </a:lnTo>
                  <a:lnTo>
                    <a:pt x="1718206" y="1204914"/>
                  </a:lnTo>
                  <a:lnTo>
                    <a:pt x="1719459" y="1203163"/>
                  </a:lnTo>
                  <a:lnTo>
                    <a:pt x="1720712" y="1201466"/>
                  </a:lnTo>
                  <a:lnTo>
                    <a:pt x="1721965" y="1199825"/>
                  </a:lnTo>
                  <a:lnTo>
                    <a:pt x="1723218" y="1198238"/>
                  </a:lnTo>
                  <a:lnTo>
                    <a:pt x="1724472" y="1196683"/>
                  </a:lnTo>
                  <a:lnTo>
                    <a:pt x="1725725" y="1195127"/>
                  </a:lnTo>
                  <a:lnTo>
                    <a:pt x="1726978" y="1193549"/>
                  </a:lnTo>
                  <a:lnTo>
                    <a:pt x="1728231" y="1191948"/>
                  </a:lnTo>
                  <a:lnTo>
                    <a:pt x="1729485" y="1190375"/>
                  </a:lnTo>
                  <a:lnTo>
                    <a:pt x="1730738" y="1188831"/>
                  </a:lnTo>
                  <a:lnTo>
                    <a:pt x="1731991" y="1187305"/>
                  </a:lnTo>
                  <a:lnTo>
                    <a:pt x="1733244" y="1185778"/>
                  </a:lnTo>
                  <a:lnTo>
                    <a:pt x="1734497" y="1184304"/>
                  </a:lnTo>
                  <a:lnTo>
                    <a:pt x="1735751" y="1183007"/>
                  </a:lnTo>
                  <a:lnTo>
                    <a:pt x="1737004" y="1181940"/>
                  </a:lnTo>
                  <a:lnTo>
                    <a:pt x="1738257" y="1181137"/>
                  </a:lnTo>
                  <a:lnTo>
                    <a:pt x="1739510" y="1180684"/>
                  </a:lnTo>
                  <a:lnTo>
                    <a:pt x="1740764" y="1180638"/>
                  </a:lnTo>
                  <a:lnTo>
                    <a:pt x="1742017" y="1181008"/>
                  </a:lnTo>
                  <a:lnTo>
                    <a:pt x="1743270" y="1181771"/>
                  </a:lnTo>
                  <a:lnTo>
                    <a:pt x="1744523" y="1182915"/>
                  </a:lnTo>
                  <a:lnTo>
                    <a:pt x="1745776" y="1184461"/>
                  </a:lnTo>
                  <a:lnTo>
                    <a:pt x="1747030" y="1186449"/>
                  </a:lnTo>
                  <a:lnTo>
                    <a:pt x="1748283" y="1188891"/>
                  </a:lnTo>
                  <a:lnTo>
                    <a:pt x="1749536" y="1191805"/>
                  </a:lnTo>
                  <a:lnTo>
                    <a:pt x="1750789" y="1195216"/>
                  </a:lnTo>
                  <a:lnTo>
                    <a:pt x="1752042" y="1199178"/>
                  </a:lnTo>
                  <a:lnTo>
                    <a:pt x="1753296" y="1203670"/>
                  </a:lnTo>
                  <a:lnTo>
                    <a:pt x="1754549" y="1208665"/>
                  </a:lnTo>
                  <a:lnTo>
                    <a:pt x="1755802" y="1214118"/>
                  </a:lnTo>
                  <a:lnTo>
                    <a:pt x="1757055" y="1220005"/>
                  </a:lnTo>
                  <a:lnTo>
                    <a:pt x="1758309" y="1226266"/>
                  </a:lnTo>
                  <a:lnTo>
                    <a:pt x="1759562" y="1232837"/>
                  </a:lnTo>
                  <a:lnTo>
                    <a:pt x="1760815" y="1239679"/>
                  </a:lnTo>
                  <a:lnTo>
                    <a:pt x="1762068" y="1246801"/>
                  </a:lnTo>
                  <a:lnTo>
                    <a:pt x="1763321" y="1254223"/>
                  </a:lnTo>
                  <a:lnTo>
                    <a:pt x="1764575" y="1261927"/>
                  </a:lnTo>
                  <a:lnTo>
                    <a:pt x="1765828" y="1269860"/>
                  </a:lnTo>
                  <a:lnTo>
                    <a:pt x="1767081" y="1277971"/>
                  </a:lnTo>
                  <a:lnTo>
                    <a:pt x="1768334" y="1286242"/>
                  </a:lnTo>
                  <a:lnTo>
                    <a:pt x="1769588" y="1294584"/>
                  </a:lnTo>
                  <a:lnTo>
                    <a:pt x="1770841" y="1302988"/>
                  </a:lnTo>
                  <a:lnTo>
                    <a:pt x="1772094" y="1311392"/>
                  </a:lnTo>
                  <a:lnTo>
                    <a:pt x="1773347" y="1319703"/>
                  </a:lnTo>
                  <a:lnTo>
                    <a:pt x="1774600" y="1327918"/>
                  </a:lnTo>
                  <a:lnTo>
                    <a:pt x="1775854" y="1336040"/>
                  </a:lnTo>
                  <a:lnTo>
                    <a:pt x="1777107" y="1344069"/>
                  </a:lnTo>
                  <a:lnTo>
                    <a:pt x="1778360" y="1351959"/>
                  </a:lnTo>
                  <a:lnTo>
                    <a:pt x="1779613" y="1359706"/>
                  </a:lnTo>
                  <a:lnTo>
                    <a:pt x="1780866" y="1367289"/>
                  </a:lnTo>
                  <a:lnTo>
                    <a:pt x="1782120" y="1374710"/>
                  </a:lnTo>
                  <a:lnTo>
                    <a:pt x="1783373" y="1381961"/>
                  </a:lnTo>
                  <a:lnTo>
                    <a:pt x="1784626" y="1389044"/>
                  </a:lnTo>
                  <a:lnTo>
                    <a:pt x="1785879" y="1395958"/>
                  </a:lnTo>
                  <a:lnTo>
                    <a:pt x="1787133" y="1402696"/>
                  </a:lnTo>
                  <a:lnTo>
                    <a:pt x="1788386" y="1409303"/>
                  </a:lnTo>
                  <a:lnTo>
                    <a:pt x="1789639" y="1415726"/>
                  </a:lnTo>
                  <a:lnTo>
                    <a:pt x="1790892" y="1421985"/>
                  </a:lnTo>
                  <a:lnTo>
                    <a:pt x="1792145" y="1428033"/>
                  </a:lnTo>
                  <a:lnTo>
                    <a:pt x="1793399" y="1433865"/>
                  </a:lnTo>
                  <a:lnTo>
                    <a:pt x="1794652" y="1439485"/>
                  </a:lnTo>
                  <a:lnTo>
                    <a:pt x="1795905" y="1444909"/>
                  </a:lnTo>
                  <a:lnTo>
                    <a:pt x="1797158" y="1450182"/>
                  </a:lnTo>
                  <a:lnTo>
                    <a:pt x="1798412" y="1455284"/>
                  </a:lnTo>
                  <a:lnTo>
                    <a:pt x="1799665" y="1460196"/>
                  </a:lnTo>
                  <a:lnTo>
                    <a:pt x="1800918" y="1464932"/>
                  </a:lnTo>
                  <a:lnTo>
                    <a:pt x="1802171" y="1469453"/>
                  </a:lnTo>
                  <a:lnTo>
                    <a:pt x="1803424" y="1473730"/>
                  </a:lnTo>
                  <a:lnTo>
                    <a:pt x="1804678" y="1477732"/>
                  </a:lnTo>
                  <a:lnTo>
                    <a:pt x="1805931" y="1481457"/>
                  </a:lnTo>
                  <a:lnTo>
                    <a:pt x="1807184" y="1484917"/>
                  </a:lnTo>
                  <a:lnTo>
                    <a:pt x="1808437" y="1488120"/>
                  </a:lnTo>
                  <a:lnTo>
                    <a:pt x="1809690" y="1491063"/>
                  </a:lnTo>
                  <a:lnTo>
                    <a:pt x="1810944" y="1493749"/>
                  </a:lnTo>
                  <a:lnTo>
                    <a:pt x="1812197" y="1496164"/>
                  </a:lnTo>
                  <a:lnTo>
                    <a:pt x="1813450" y="1498302"/>
                  </a:lnTo>
                  <a:lnTo>
                    <a:pt x="1814703" y="1500137"/>
                  </a:lnTo>
                  <a:lnTo>
                    <a:pt x="1815957" y="1501664"/>
                  </a:lnTo>
                  <a:lnTo>
                    <a:pt x="1817210" y="1502887"/>
                  </a:lnTo>
                  <a:lnTo>
                    <a:pt x="1818463" y="1503805"/>
                  </a:lnTo>
                  <a:lnTo>
                    <a:pt x="1819716" y="1504389"/>
                  </a:lnTo>
                  <a:lnTo>
                    <a:pt x="1820969" y="1504672"/>
                  </a:lnTo>
                  <a:lnTo>
                    <a:pt x="1822223" y="1504680"/>
                  </a:lnTo>
                  <a:lnTo>
                    <a:pt x="1823476" y="1504454"/>
                  </a:lnTo>
                  <a:lnTo>
                    <a:pt x="1824729" y="1503996"/>
                  </a:lnTo>
                  <a:lnTo>
                    <a:pt x="1825982" y="1503300"/>
                  </a:lnTo>
                  <a:lnTo>
                    <a:pt x="1827236" y="1502370"/>
                  </a:lnTo>
                  <a:lnTo>
                    <a:pt x="1828489" y="1501193"/>
                  </a:lnTo>
                  <a:lnTo>
                    <a:pt x="1829742" y="1499790"/>
                  </a:lnTo>
                  <a:lnTo>
                    <a:pt x="1830995" y="1498139"/>
                  </a:lnTo>
                  <a:lnTo>
                    <a:pt x="1832248" y="1496272"/>
                  </a:lnTo>
                  <a:lnTo>
                    <a:pt x="1833502" y="1494225"/>
                  </a:lnTo>
                  <a:lnTo>
                    <a:pt x="1834755" y="1492000"/>
                  </a:lnTo>
                  <a:lnTo>
                    <a:pt x="1836008" y="1489657"/>
                  </a:lnTo>
                  <a:lnTo>
                    <a:pt x="1837261" y="1487240"/>
                  </a:lnTo>
                  <a:lnTo>
                    <a:pt x="1838514" y="1484763"/>
                  </a:lnTo>
                  <a:lnTo>
                    <a:pt x="1839768" y="1482183"/>
                  </a:lnTo>
                  <a:lnTo>
                    <a:pt x="1841021" y="1479522"/>
                  </a:lnTo>
                  <a:lnTo>
                    <a:pt x="1842274" y="1476801"/>
                  </a:lnTo>
                  <a:lnTo>
                    <a:pt x="1843527" y="1474053"/>
                  </a:lnTo>
                  <a:lnTo>
                    <a:pt x="1844781" y="1471271"/>
                  </a:lnTo>
                  <a:lnTo>
                    <a:pt x="1846034" y="1468444"/>
                  </a:lnTo>
                  <a:lnTo>
                    <a:pt x="1847287" y="1465571"/>
                  </a:lnTo>
                  <a:lnTo>
                    <a:pt x="1848540" y="1462646"/>
                  </a:lnTo>
                  <a:lnTo>
                    <a:pt x="1849793" y="1459669"/>
                  </a:lnTo>
                  <a:lnTo>
                    <a:pt x="1851047" y="1456620"/>
                  </a:lnTo>
                  <a:lnTo>
                    <a:pt x="1852300" y="1453514"/>
                  </a:lnTo>
                  <a:lnTo>
                    <a:pt x="1853553" y="1450351"/>
                  </a:lnTo>
                  <a:lnTo>
                    <a:pt x="1854806" y="1447132"/>
                  </a:lnTo>
                  <a:lnTo>
                    <a:pt x="1856060" y="1443856"/>
                  </a:lnTo>
                  <a:lnTo>
                    <a:pt x="1857313" y="1440505"/>
                  </a:lnTo>
                  <a:lnTo>
                    <a:pt x="1858566" y="1437053"/>
                  </a:lnTo>
                  <a:lnTo>
                    <a:pt x="1859819" y="1433435"/>
                  </a:lnTo>
                  <a:lnTo>
                    <a:pt x="1861072" y="1429607"/>
                  </a:lnTo>
                  <a:lnTo>
                    <a:pt x="1862326" y="1425464"/>
                  </a:lnTo>
                  <a:lnTo>
                    <a:pt x="1863579" y="1420966"/>
                  </a:lnTo>
                  <a:lnTo>
                    <a:pt x="1864832" y="1416103"/>
                  </a:lnTo>
                  <a:lnTo>
                    <a:pt x="1866085" y="1410871"/>
                  </a:lnTo>
                  <a:lnTo>
                    <a:pt x="1867338" y="1405249"/>
                  </a:lnTo>
                  <a:lnTo>
                    <a:pt x="1868592" y="1399241"/>
                  </a:lnTo>
                  <a:lnTo>
                    <a:pt x="1869845" y="1392852"/>
                  </a:lnTo>
                  <a:lnTo>
                    <a:pt x="1871098" y="1386067"/>
                  </a:lnTo>
                  <a:lnTo>
                    <a:pt x="1872351" y="1378882"/>
                  </a:lnTo>
                  <a:lnTo>
                    <a:pt x="1873605" y="1371284"/>
                  </a:lnTo>
                  <a:lnTo>
                    <a:pt x="1874858" y="1363272"/>
                  </a:lnTo>
                  <a:lnTo>
                    <a:pt x="1876111" y="1354826"/>
                  </a:lnTo>
                  <a:lnTo>
                    <a:pt x="1877364" y="1345946"/>
                  </a:lnTo>
                  <a:lnTo>
                    <a:pt x="1878617" y="1336631"/>
                  </a:lnTo>
                  <a:lnTo>
                    <a:pt x="1879871" y="1326858"/>
                  </a:lnTo>
                  <a:lnTo>
                    <a:pt x="1881124" y="1316674"/>
                  </a:lnTo>
                  <a:lnTo>
                    <a:pt x="1882377" y="1306133"/>
                  </a:lnTo>
                  <a:lnTo>
                    <a:pt x="1883630" y="1295260"/>
                  </a:lnTo>
                  <a:lnTo>
                    <a:pt x="1884883" y="1284076"/>
                  </a:lnTo>
                  <a:lnTo>
                    <a:pt x="1886137" y="1272605"/>
                  </a:lnTo>
                  <a:lnTo>
                    <a:pt x="1887390" y="1260823"/>
                  </a:lnTo>
                  <a:lnTo>
                    <a:pt x="1888643" y="1248725"/>
                  </a:lnTo>
                  <a:lnTo>
                    <a:pt x="1889896" y="1236316"/>
                  </a:lnTo>
                  <a:lnTo>
                    <a:pt x="1891150" y="1223617"/>
                  </a:lnTo>
                  <a:lnTo>
                    <a:pt x="1892403" y="1210658"/>
                  </a:lnTo>
                  <a:lnTo>
                    <a:pt x="1893656" y="1197477"/>
                  </a:lnTo>
                  <a:lnTo>
                    <a:pt x="1894909" y="1184142"/>
                  </a:lnTo>
                  <a:lnTo>
                    <a:pt x="1896162" y="1170670"/>
                  </a:lnTo>
                  <a:lnTo>
                    <a:pt x="1897416" y="1157105"/>
                  </a:lnTo>
                  <a:lnTo>
                    <a:pt x="1898669" y="1143463"/>
                  </a:lnTo>
                  <a:lnTo>
                    <a:pt x="1899922" y="1129732"/>
                  </a:lnTo>
                  <a:lnTo>
                    <a:pt x="1901175" y="1115886"/>
                  </a:lnTo>
                  <a:lnTo>
                    <a:pt x="1902429" y="1101954"/>
                  </a:lnTo>
                  <a:lnTo>
                    <a:pt x="1903682" y="1087989"/>
                  </a:lnTo>
                  <a:lnTo>
                    <a:pt x="1904935" y="1074026"/>
                  </a:lnTo>
                  <a:lnTo>
                    <a:pt x="1906188" y="1060127"/>
                  </a:lnTo>
                  <a:lnTo>
                    <a:pt x="1907441" y="1046300"/>
                  </a:lnTo>
                  <a:lnTo>
                    <a:pt x="1908695" y="1032582"/>
                  </a:lnTo>
                  <a:lnTo>
                    <a:pt x="1909948" y="1018982"/>
                  </a:lnTo>
                  <a:lnTo>
                    <a:pt x="1911201" y="1005528"/>
                  </a:lnTo>
                  <a:lnTo>
                    <a:pt x="1912454" y="992255"/>
                  </a:lnTo>
                  <a:lnTo>
                    <a:pt x="1913707" y="979187"/>
                  </a:lnTo>
                  <a:lnTo>
                    <a:pt x="1914961" y="966343"/>
                  </a:lnTo>
                  <a:lnTo>
                    <a:pt x="1916214" y="953711"/>
                  </a:lnTo>
                  <a:lnTo>
                    <a:pt x="1917467" y="941302"/>
                  </a:lnTo>
                  <a:lnTo>
                    <a:pt x="1918720" y="929128"/>
                  </a:lnTo>
                  <a:lnTo>
                    <a:pt x="1919974" y="917207"/>
                  </a:lnTo>
                  <a:lnTo>
                    <a:pt x="1921227" y="905557"/>
                  </a:lnTo>
                  <a:lnTo>
                    <a:pt x="1922480" y="894237"/>
                  </a:lnTo>
                  <a:lnTo>
                    <a:pt x="1923733" y="883276"/>
                  </a:lnTo>
                  <a:lnTo>
                    <a:pt x="1924986" y="872719"/>
                  </a:lnTo>
                  <a:lnTo>
                    <a:pt x="1926240" y="862672"/>
                  </a:lnTo>
                  <a:lnTo>
                    <a:pt x="1927493" y="853155"/>
                  </a:lnTo>
                  <a:lnTo>
                    <a:pt x="1928746" y="844204"/>
                  </a:lnTo>
                  <a:lnTo>
                    <a:pt x="1929999" y="835848"/>
                  </a:lnTo>
                  <a:lnTo>
                    <a:pt x="1931253" y="828083"/>
                  </a:lnTo>
                  <a:lnTo>
                    <a:pt x="1932506" y="820856"/>
                  </a:lnTo>
                  <a:lnTo>
                    <a:pt x="1933759" y="814173"/>
                  </a:lnTo>
                  <a:lnTo>
                    <a:pt x="1935012" y="808057"/>
                  </a:lnTo>
                  <a:lnTo>
                    <a:pt x="1936265" y="802533"/>
                  </a:lnTo>
                  <a:lnTo>
                    <a:pt x="1937519" y="797618"/>
                  </a:lnTo>
                  <a:lnTo>
                    <a:pt x="1938772" y="793352"/>
                  </a:lnTo>
                  <a:lnTo>
                    <a:pt x="1940025" y="789786"/>
                  </a:lnTo>
                  <a:lnTo>
                    <a:pt x="1941278" y="786925"/>
                  </a:lnTo>
                  <a:lnTo>
                    <a:pt x="1942531" y="784754"/>
                  </a:lnTo>
                  <a:lnTo>
                    <a:pt x="1943785" y="783285"/>
                  </a:lnTo>
                  <a:lnTo>
                    <a:pt x="1945038" y="782483"/>
                  </a:lnTo>
                  <a:lnTo>
                    <a:pt x="1946291" y="782293"/>
                  </a:lnTo>
                  <a:lnTo>
                    <a:pt x="1947544" y="782690"/>
                  </a:lnTo>
                  <a:lnTo>
                    <a:pt x="1948798" y="783624"/>
                  </a:lnTo>
                  <a:lnTo>
                    <a:pt x="1950051" y="785095"/>
                  </a:lnTo>
                  <a:lnTo>
                    <a:pt x="1951304" y="787129"/>
                  </a:lnTo>
                  <a:lnTo>
                    <a:pt x="1952557" y="789683"/>
                  </a:lnTo>
                  <a:lnTo>
                    <a:pt x="1953810" y="792690"/>
                  </a:lnTo>
                  <a:lnTo>
                    <a:pt x="1955064" y="796098"/>
                  </a:lnTo>
                  <a:lnTo>
                    <a:pt x="1956317" y="799914"/>
                  </a:lnTo>
                  <a:lnTo>
                    <a:pt x="1957570" y="804077"/>
                  </a:lnTo>
                  <a:lnTo>
                    <a:pt x="1958823" y="808495"/>
                  </a:lnTo>
                  <a:lnTo>
                    <a:pt x="1960077" y="813062"/>
                  </a:lnTo>
                  <a:lnTo>
                    <a:pt x="1961330" y="817709"/>
                  </a:lnTo>
                  <a:lnTo>
                    <a:pt x="1962583" y="822395"/>
                  </a:lnTo>
                  <a:lnTo>
                    <a:pt x="1963836" y="827093"/>
                  </a:lnTo>
                  <a:lnTo>
                    <a:pt x="1965089" y="831794"/>
                  </a:lnTo>
                  <a:lnTo>
                    <a:pt x="1966343" y="836442"/>
                  </a:lnTo>
                  <a:lnTo>
                    <a:pt x="1967596" y="840997"/>
                  </a:lnTo>
                  <a:lnTo>
                    <a:pt x="1968849" y="845389"/>
                  </a:lnTo>
                  <a:lnTo>
                    <a:pt x="1970102" y="849612"/>
                  </a:lnTo>
                  <a:lnTo>
                    <a:pt x="1971355" y="853673"/>
                  </a:lnTo>
                  <a:lnTo>
                    <a:pt x="1972609" y="857589"/>
                  </a:lnTo>
                  <a:lnTo>
                    <a:pt x="1973862" y="861349"/>
                  </a:lnTo>
                  <a:lnTo>
                    <a:pt x="1975115" y="864906"/>
                  </a:lnTo>
                  <a:lnTo>
                    <a:pt x="1976368" y="868213"/>
                  </a:lnTo>
                  <a:lnTo>
                    <a:pt x="1977622" y="871236"/>
                  </a:lnTo>
                  <a:lnTo>
                    <a:pt x="1978875" y="874006"/>
                  </a:lnTo>
                  <a:lnTo>
                    <a:pt x="1980128" y="876523"/>
                  </a:lnTo>
                  <a:lnTo>
                    <a:pt x="1981381" y="878780"/>
                  </a:lnTo>
                  <a:lnTo>
                    <a:pt x="1982634" y="880795"/>
                  </a:lnTo>
                  <a:lnTo>
                    <a:pt x="1983888" y="882604"/>
                  </a:lnTo>
                  <a:lnTo>
                    <a:pt x="1985141" y="884225"/>
                  </a:lnTo>
                  <a:lnTo>
                    <a:pt x="1986394" y="885648"/>
                  </a:lnTo>
                  <a:lnTo>
                    <a:pt x="1987647" y="886861"/>
                  </a:lnTo>
                  <a:lnTo>
                    <a:pt x="1988901" y="887754"/>
                  </a:lnTo>
                  <a:lnTo>
                    <a:pt x="1990154" y="888254"/>
                  </a:lnTo>
                  <a:lnTo>
                    <a:pt x="1991407" y="888314"/>
                  </a:lnTo>
                  <a:lnTo>
                    <a:pt x="1992660" y="887887"/>
                  </a:lnTo>
                  <a:lnTo>
                    <a:pt x="1993913" y="886968"/>
                  </a:lnTo>
                  <a:lnTo>
                    <a:pt x="1995167" y="885640"/>
                  </a:lnTo>
                  <a:lnTo>
                    <a:pt x="1996420" y="883924"/>
                  </a:lnTo>
                  <a:lnTo>
                    <a:pt x="1997673" y="881776"/>
                  </a:lnTo>
                  <a:lnTo>
                    <a:pt x="1998926" y="879147"/>
                  </a:lnTo>
                  <a:lnTo>
                    <a:pt x="2000179" y="875973"/>
                  </a:lnTo>
                  <a:lnTo>
                    <a:pt x="2001433" y="872199"/>
                  </a:lnTo>
                  <a:lnTo>
                    <a:pt x="2002686" y="867744"/>
                  </a:lnTo>
                  <a:lnTo>
                    <a:pt x="2003939" y="862576"/>
                  </a:lnTo>
                  <a:lnTo>
                    <a:pt x="2005192" y="856733"/>
                  </a:lnTo>
                  <a:lnTo>
                    <a:pt x="2006446" y="850231"/>
                  </a:lnTo>
                  <a:lnTo>
                    <a:pt x="2007699" y="843064"/>
                  </a:lnTo>
                  <a:lnTo>
                    <a:pt x="2008952" y="835232"/>
                  </a:lnTo>
                  <a:lnTo>
                    <a:pt x="2010205" y="826751"/>
                  </a:lnTo>
                  <a:lnTo>
                    <a:pt x="2011458" y="817611"/>
                  </a:lnTo>
                  <a:lnTo>
                    <a:pt x="2012712" y="807820"/>
                  </a:lnTo>
                  <a:lnTo>
                    <a:pt x="2013965" y="797332"/>
                  </a:lnTo>
                  <a:lnTo>
                    <a:pt x="2015218" y="786195"/>
                  </a:lnTo>
                  <a:lnTo>
                    <a:pt x="2016471" y="774536"/>
                  </a:lnTo>
                  <a:lnTo>
                    <a:pt x="2017725" y="762466"/>
                  </a:lnTo>
                  <a:lnTo>
                    <a:pt x="2018978" y="750029"/>
                  </a:lnTo>
                  <a:lnTo>
                    <a:pt x="2020231" y="737225"/>
                  </a:lnTo>
                  <a:lnTo>
                    <a:pt x="2021484" y="724097"/>
                  </a:lnTo>
                  <a:lnTo>
                    <a:pt x="2022737" y="710719"/>
                  </a:lnTo>
                  <a:lnTo>
                    <a:pt x="2023991" y="697152"/>
                  </a:lnTo>
                  <a:lnTo>
                    <a:pt x="2025244" y="683443"/>
                  </a:lnTo>
                  <a:lnTo>
                    <a:pt x="2026497" y="669635"/>
                  </a:lnTo>
                  <a:lnTo>
                    <a:pt x="2027750" y="655767"/>
                  </a:lnTo>
                  <a:lnTo>
                    <a:pt x="2029003" y="641886"/>
                  </a:lnTo>
                  <a:lnTo>
                    <a:pt x="2030257" y="628037"/>
                  </a:lnTo>
                  <a:lnTo>
                    <a:pt x="2031510" y="614256"/>
                  </a:lnTo>
                  <a:lnTo>
                    <a:pt x="2032763" y="600563"/>
                  </a:lnTo>
                  <a:lnTo>
                    <a:pt x="2034016" y="586916"/>
                  </a:lnTo>
                  <a:lnTo>
                    <a:pt x="2035270" y="573266"/>
                  </a:lnTo>
                  <a:lnTo>
                    <a:pt x="2036523" y="559572"/>
                  </a:lnTo>
                  <a:lnTo>
                    <a:pt x="2037776" y="545836"/>
                  </a:lnTo>
                  <a:lnTo>
                    <a:pt x="2039029" y="532105"/>
                  </a:lnTo>
                  <a:lnTo>
                    <a:pt x="2040282" y="518412"/>
                  </a:lnTo>
                  <a:lnTo>
                    <a:pt x="2041536" y="504763"/>
                  </a:lnTo>
                  <a:lnTo>
                    <a:pt x="2042789" y="491151"/>
                  </a:lnTo>
                  <a:lnTo>
                    <a:pt x="2044042" y="477575"/>
                  </a:lnTo>
                  <a:lnTo>
                    <a:pt x="2045295" y="464032"/>
                  </a:lnTo>
                  <a:lnTo>
                    <a:pt x="2046548" y="450465"/>
                  </a:lnTo>
                  <a:lnTo>
                    <a:pt x="2047802" y="436763"/>
                  </a:lnTo>
                  <a:lnTo>
                    <a:pt x="2049055" y="422894"/>
                  </a:lnTo>
                  <a:lnTo>
                    <a:pt x="2050308" y="408868"/>
                  </a:lnTo>
                  <a:lnTo>
                    <a:pt x="2051561" y="394759"/>
                  </a:lnTo>
                  <a:lnTo>
                    <a:pt x="2052815" y="380674"/>
                  </a:lnTo>
                  <a:lnTo>
                    <a:pt x="2054068" y="366684"/>
                  </a:lnTo>
                  <a:lnTo>
                    <a:pt x="2055321" y="352875"/>
                  </a:lnTo>
                  <a:lnTo>
                    <a:pt x="2056574" y="339290"/>
                  </a:lnTo>
                  <a:lnTo>
                    <a:pt x="2057827" y="325918"/>
                  </a:lnTo>
                  <a:lnTo>
                    <a:pt x="2059081" y="312748"/>
                  </a:lnTo>
                  <a:lnTo>
                    <a:pt x="2060334" y="299814"/>
                  </a:lnTo>
                  <a:lnTo>
                    <a:pt x="2061587" y="287167"/>
                  </a:lnTo>
                  <a:lnTo>
                    <a:pt x="2062840" y="274891"/>
                  </a:lnTo>
                  <a:lnTo>
                    <a:pt x="2064094" y="263058"/>
                  </a:lnTo>
                  <a:lnTo>
                    <a:pt x="2065347" y="251748"/>
                  </a:lnTo>
                  <a:lnTo>
                    <a:pt x="2066600" y="241066"/>
                  </a:lnTo>
                  <a:lnTo>
                    <a:pt x="2067853" y="231034"/>
                  </a:lnTo>
                  <a:lnTo>
                    <a:pt x="2069106" y="221618"/>
                  </a:lnTo>
                  <a:lnTo>
                    <a:pt x="2070360" y="212835"/>
                  </a:lnTo>
                  <a:lnTo>
                    <a:pt x="2071613" y="204696"/>
                  </a:lnTo>
                  <a:lnTo>
                    <a:pt x="2072866" y="197172"/>
                  </a:lnTo>
                  <a:lnTo>
                    <a:pt x="2074119" y="190298"/>
                  </a:lnTo>
                  <a:lnTo>
                    <a:pt x="2075372" y="184120"/>
                  </a:lnTo>
                  <a:lnTo>
                    <a:pt x="2076626" y="178686"/>
                  </a:lnTo>
                  <a:lnTo>
                    <a:pt x="2077879" y="174011"/>
                  </a:lnTo>
                  <a:lnTo>
                    <a:pt x="2079132" y="170059"/>
                  </a:lnTo>
                  <a:lnTo>
                    <a:pt x="2080385" y="166773"/>
                  </a:lnTo>
                  <a:lnTo>
                    <a:pt x="2081639" y="164106"/>
                  </a:lnTo>
                  <a:lnTo>
                    <a:pt x="2082892" y="162076"/>
                  </a:lnTo>
                  <a:lnTo>
                    <a:pt x="2084145" y="160685"/>
                  </a:lnTo>
                  <a:lnTo>
                    <a:pt x="2085398" y="159904"/>
                  </a:lnTo>
                  <a:lnTo>
                    <a:pt x="2086651" y="159726"/>
                  </a:lnTo>
                  <a:lnTo>
                    <a:pt x="2087905" y="160129"/>
                  </a:lnTo>
                  <a:lnTo>
                    <a:pt x="2089158" y="161099"/>
                  </a:lnTo>
                  <a:lnTo>
                    <a:pt x="2090411" y="162647"/>
                  </a:lnTo>
                  <a:lnTo>
                    <a:pt x="2091664" y="164808"/>
                  </a:lnTo>
                  <a:lnTo>
                    <a:pt x="2092918" y="167553"/>
                  </a:lnTo>
                  <a:lnTo>
                    <a:pt x="2094171" y="170834"/>
                  </a:lnTo>
                  <a:lnTo>
                    <a:pt x="2095424" y="174601"/>
                  </a:lnTo>
                  <a:lnTo>
                    <a:pt x="2096677" y="178802"/>
                  </a:lnTo>
                  <a:lnTo>
                    <a:pt x="2097930" y="183433"/>
                  </a:lnTo>
                  <a:lnTo>
                    <a:pt x="2099184" y="188529"/>
                  </a:lnTo>
                  <a:lnTo>
                    <a:pt x="2100437" y="194100"/>
                  </a:lnTo>
                  <a:lnTo>
                    <a:pt x="2101690" y="200101"/>
                  </a:lnTo>
                  <a:lnTo>
                    <a:pt x="2102943" y="206488"/>
                  </a:lnTo>
                  <a:lnTo>
                    <a:pt x="2104196" y="213210"/>
                  </a:lnTo>
                  <a:lnTo>
                    <a:pt x="2105450" y="220237"/>
                  </a:lnTo>
                  <a:lnTo>
                    <a:pt x="2106703" y="227505"/>
                  </a:lnTo>
                  <a:lnTo>
                    <a:pt x="2107956" y="234942"/>
                  </a:lnTo>
                  <a:lnTo>
                    <a:pt x="2109209" y="242521"/>
                  </a:lnTo>
                  <a:lnTo>
                    <a:pt x="2110463" y="250304"/>
                  </a:lnTo>
                  <a:lnTo>
                    <a:pt x="2111716" y="258316"/>
                  </a:lnTo>
                  <a:lnTo>
                    <a:pt x="2112969" y="266573"/>
                  </a:lnTo>
                  <a:lnTo>
                    <a:pt x="2114222" y="275047"/>
                  </a:lnTo>
                  <a:lnTo>
                    <a:pt x="2115475" y="283683"/>
                  </a:lnTo>
                  <a:lnTo>
                    <a:pt x="2116729" y="292411"/>
                  </a:lnTo>
                  <a:lnTo>
                    <a:pt x="2117982" y="301157"/>
                  </a:lnTo>
                  <a:lnTo>
                    <a:pt x="2119235" y="309852"/>
                  </a:lnTo>
                  <a:lnTo>
                    <a:pt x="2120488" y="318436"/>
                  </a:lnTo>
                  <a:lnTo>
                    <a:pt x="2121742" y="326870"/>
                  </a:lnTo>
                  <a:lnTo>
                    <a:pt x="2122995" y="335141"/>
                  </a:lnTo>
                  <a:lnTo>
                    <a:pt x="2124248" y="343244"/>
                  </a:lnTo>
                  <a:lnTo>
                    <a:pt x="2125501" y="351161"/>
                  </a:lnTo>
                  <a:lnTo>
                    <a:pt x="2126754" y="358829"/>
                  </a:lnTo>
                  <a:lnTo>
                    <a:pt x="2128008" y="366216"/>
                  </a:lnTo>
                  <a:lnTo>
                    <a:pt x="2129261" y="373239"/>
                  </a:lnTo>
                  <a:lnTo>
                    <a:pt x="2130514" y="379819"/>
                  </a:lnTo>
                  <a:lnTo>
                    <a:pt x="2131767" y="385927"/>
                  </a:lnTo>
                  <a:lnTo>
                    <a:pt x="2133020" y="391521"/>
                  </a:lnTo>
                  <a:lnTo>
                    <a:pt x="2134274" y="396606"/>
                  </a:lnTo>
                  <a:lnTo>
                    <a:pt x="2135527" y="401219"/>
                  </a:lnTo>
                  <a:lnTo>
                    <a:pt x="2136780" y="405377"/>
                  </a:lnTo>
                  <a:lnTo>
                    <a:pt x="2138033" y="409061"/>
                  </a:lnTo>
                  <a:lnTo>
                    <a:pt x="2139287" y="412234"/>
                  </a:lnTo>
                  <a:lnTo>
                    <a:pt x="2140540" y="414888"/>
                  </a:lnTo>
                  <a:lnTo>
                    <a:pt x="2141793" y="416993"/>
                  </a:lnTo>
                  <a:lnTo>
                    <a:pt x="2143046" y="418506"/>
                  </a:lnTo>
                  <a:lnTo>
                    <a:pt x="2144299" y="419406"/>
                  </a:lnTo>
                  <a:lnTo>
                    <a:pt x="2145553" y="419682"/>
                  </a:lnTo>
                  <a:lnTo>
                    <a:pt x="2146806" y="419304"/>
                  </a:lnTo>
                  <a:lnTo>
                    <a:pt x="2148059" y="418259"/>
                  </a:lnTo>
                  <a:lnTo>
                    <a:pt x="2149312" y="416588"/>
                  </a:lnTo>
                  <a:lnTo>
                    <a:pt x="2150566" y="414281"/>
                  </a:lnTo>
                  <a:lnTo>
                    <a:pt x="2151819" y="411381"/>
                  </a:lnTo>
                  <a:lnTo>
                    <a:pt x="2153072" y="407874"/>
                  </a:lnTo>
                  <a:lnTo>
                    <a:pt x="2154325" y="403720"/>
                  </a:lnTo>
                  <a:lnTo>
                    <a:pt x="2155578" y="398878"/>
                  </a:lnTo>
                  <a:lnTo>
                    <a:pt x="2156832" y="393355"/>
                  </a:lnTo>
                  <a:lnTo>
                    <a:pt x="2158085" y="387196"/>
                  </a:lnTo>
                  <a:lnTo>
                    <a:pt x="2159338" y="380487"/>
                  </a:lnTo>
                  <a:lnTo>
                    <a:pt x="2160591" y="373322"/>
                  </a:lnTo>
                  <a:lnTo>
                    <a:pt x="2161844" y="365734"/>
                  </a:lnTo>
                  <a:lnTo>
                    <a:pt x="2163098" y="357726"/>
                  </a:lnTo>
                  <a:lnTo>
                    <a:pt x="2164351" y="349320"/>
                  </a:lnTo>
                  <a:lnTo>
                    <a:pt x="2165604" y="340617"/>
                  </a:lnTo>
                  <a:lnTo>
                    <a:pt x="2166857" y="331698"/>
                  </a:lnTo>
                  <a:lnTo>
                    <a:pt x="2168111" y="322608"/>
                  </a:lnTo>
                  <a:lnTo>
                    <a:pt x="2169364" y="313401"/>
                  </a:lnTo>
                  <a:lnTo>
                    <a:pt x="2170617" y="304171"/>
                  </a:lnTo>
                  <a:lnTo>
                    <a:pt x="2171870" y="295014"/>
                  </a:lnTo>
                  <a:lnTo>
                    <a:pt x="2173123" y="285924"/>
                  </a:lnTo>
                  <a:lnTo>
                    <a:pt x="2174377" y="276881"/>
                  </a:lnTo>
                  <a:lnTo>
                    <a:pt x="2175630" y="267907"/>
                  </a:lnTo>
                  <a:lnTo>
                    <a:pt x="2176883" y="258999"/>
                  </a:lnTo>
                  <a:lnTo>
                    <a:pt x="2178136" y="250171"/>
                  </a:lnTo>
                  <a:lnTo>
                    <a:pt x="2179390" y="241427"/>
                  </a:lnTo>
                  <a:lnTo>
                    <a:pt x="2180643" y="232799"/>
                  </a:lnTo>
                  <a:lnTo>
                    <a:pt x="2181896" y="224318"/>
                  </a:lnTo>
                  <a:lnTo>
                    <a:pt x="2183149" y="216019"/>
                  </a:lnTo>
                  <a:lnTo>
                    <a:pt x="2184402" y="207930"/>
                  </a:lnTo>
                  <a:lnTo>
                    <a:pt x="2185656" y="200044"/>
                  </a:lnTo>
                  <a:lnTo>
                    <a:pt x="2186909" y="192335"/>
                  </a:lnTo>
                  <a:lnTo>
                    <a:pt x="2188162" y="184793"/>
                  </a:lnTo>
                  <a:lnTo>
                    <a:pt x="2189415" y="177443"/>
                  </a:lnTo>
                  <a:lnTo>
                    <a:pt x="2190668" y="170270"/>
                  </a:lnTo>
                  <a:lnTo>
                    <a:pt x="2191922" y="163260"/>
                  </a:lnTo>
                  <a:lnTo>
                    <a:pt x="2193175" y="156465"/>
                  </a:lnTo>
                  <a:lnTo>
                    <a:pt x="2194428" y="149903"/>
                  </a:lnTo>
                  <a:lnTo>
                    <a:pt x="2195681" y="143611"/>
                  </a:lnTo>
                  <a:lnTo>
                    <a:pt x="2196935" y="137614"/>
                  </a:lnTo>
                  <a:lnTo>
                    <a:pt x="2198188" y="131881"/>
                  </a:lnTo>
                  <a:lnTo>
                    <a:pt x="2199441" y="126392"/>
                  </a:lnTo>
                  <a:lnTo>
                    <a:pt x="2200694" y="121152"/>
                  </a:lnTo>
                  <a:lnTo>
                    <a:pt x="2201947" y="116155"/>
                  </a:lnTo>
                  <a:lnTo>
                    <a:pt x="2203201" y="111391"/>
                  </a:lnTo>
                  <a:lnTo>
                    <a:pt x="2204454" y="106870"/>
                  </a:lnTo>
                  <a:lnTo>
                    <a:pt x="2205707" y="102628"/>
                  </a:lnTo>
                  <a:lnTo>
                    <a:pt x="2206960" y="98668"/>
                  </a:lnTo>
                  <a:lnTo>
                    <a:pt x="2208213" y="94958"/>
                  </a:lnTo>
                  <a:lnTo>
                    <a:pt x="2209467" y="91490"/>
                  </a:lnTo>
                  <a:lnTo>
                    <a:pt x="2210720" y="88294"/>
                  </a:lnTo>
                  <a:lnTo>
                    <a:pt x="2211973" y="85367"/>
                  </a:lnTo>
                  <a:lnTo>
                    <a:pt x="2213226" y="82712"/>
                  </a:lnTo>
                  <a:lnTo>
                    <a:pt x="2214480" y="80307"/>
                  </a:lnTo>
                  <a:lnTo>
                    <a:pt x="2215733" y="78131"/>
                  </a:lnTo>
                  <a:lnTo>
                    <a:pt x="2216986" y="76165"/>
                  </a:lnTo>
                  <a:lnTo>
                    <a:pt x="2218239" y="74424"/>
                  </a:lnTo>
                  <a:lnTo>
                    <a:pt x="2219492" y="72889"/>
                  </a:lnTo>
                  <a:lnTo>
                    <a:pt x="2220746" y="71545"/>
                  </a:lnTo>
                  <a:lnTo>
                    <a:pt x="2221999" y="70364"/>
                  </a:lnTo>
                  <a:lnTo>
                    <a:pt x="2223252" y="69300"/>
                  </a:lnTo>
                  <a:lnTo>
                    <a:pt x="2224505" y="68320"/>
                  </a:lnTo>
                  <a:lnTo>
                    <a:pt x="2225759" y="67402"/>
                  </a:lnTo>
                  <a:lnTo>
                    <a:pt x="2227012" y="66580"/>
                  </a:lnTo>
                  <a:lnTo>
                    <a:pt x="2228265" y="65837"/>
                  </a:lnTo>
                  <a:lnTo>
                    <a:pt x="2229518" y="65097"/>
                  </a:lnTo>
                  <a:lnTo>
                    <a:pt x="2230771" y="64287"/>
                  </a:lnTo>
                  <a:lnTo>
                    <a:pt x="2232025" y="63429"/>
                  </a:lnTo>
                  <a:lnTo>
                    <a:pt x="2233278" y="62486"/>
                  </a:lnTo>
                  <a:lnTo>
                    <a:pt x="2234531" y="61408"/>
                  </a:lnTo>
                  <a:lnTo>
                    <a:pt x="2235784" y="60175"/>
                  </a:lnTo>
                  <a:lnTo>
                    <a:pt x="2237037" y="58848"/>
                  </a:lnTo>
                  <a:lnTo>
                    <a:pt x="2238291" y="57427"/>
                  </a:lnTo>
                  <a:lnTo>
                    <a:pt x="2239544" y="55931"/>
                  </a:lnTo>
                  <a:lnTo>
                    <a:pt x="2240797" y="54342"/>
                  </a:lnTo>
                  <a:lnTo>
                    <a:pt x="2242050" y="52653"/>
                  </a:lnTo>
                  <a:lnTo>
                    <a:pt x="2243304" y="50867"/>
                  </a:lnTo>
                  <a:lnTo>
                    <a:pt x="2244557" y="48975"/>
                  </a:lnTo>
                  <a:lnTo>
                    <a:pt x="2245810" y="46972"/>
                  </a:lnTo>
                  <a:lnTo>
                    <a:pt x="2247063" y="44814"/>
                  </a:lnTo>
                  <a:lnTo>
                    <a:pt x="2248316" y="42528"/>
                  </a:lnTo>
                  <a:lnTo>
                    <a:pt x="2249570" y="40159"/>
                  </a:lnTo>
                  <a:lnTo>
                    <a:pt x="2250823" y="37693"/>
                  </a:lnTo>
                  <a:lnTo>
                    <a:pt x="2252076" y="35148"/>
                  </a:lnTo>
                  <a:lnTo>
                    <a:pt x="2253329" y="32533"/>
                  </a:lnTo>
                  <a:lnTo>
                    <a:pt x="2254583" y="29917"/>
                  </a:lnTo>
                  <a:lnTo>
                    <a:pt x="2255836" y="27322"/>
                  </a:lnTo>
                  <a:lnTo>
                    <a:pt x="2257089" y="24741"/>
                  </a:lnTo>
                  <a:lnTo>
                    <a:pt x="2258342" y="22148"/>
                  </a:lnTo>
                  <a:lnTo>
                    <a:pt x="2259595" y="19557"/>
                  </a:lnTo>
                  <a:lnTo>
                    <a:pt x="2260849" y="16991"/>
                  </a:lnTo>
                  <a:lnTo>
                    <a:pt x="2262102" y="14496"/>
                  </a:lnTo>
                  <a:lnTo>
                    <a:pt x="2263355" y="12085"/>
                  </a:lnTo>
                  <a:lnTo>
                    <a:pt x="2264608" y="9810"/>
                  </a:lnTo>
                  <a:lnTo>
                    <a:pt x="2265861" y="7723"/>
                  </a:lnTo>
                  <a:lnTo>
                    <a:pt x="2267115" y="5857"/>
                  </a:lnTo>
                  <a:lnTo>
                    <a:pt x="2268368" y="4195"/>
                  </a:lnTo>
                  <a:lnTo>
                    <a:pt x="2269621" y="2729"/>
                  </a:lnTo>
                  <a:lnTo>
                    <a:pt x="2270874" y="1531"/>
                  </a:lnTo>
                  <a:lnTo>
                    <a:pt x="2272128" y="690"/>
                  </a:lnTo>
                  <a:lnTo>
                    <a:pt x="2273381" y="195"/>
                  </a:lnTo>
                  <a:lnTo>
                    <a:pt x="2274634" y="0"/>
                  </a:lnTo>
                  <a:lnTo>
                    <a:pt x="2275887" y="99"/>
                  </a:lnTo>
                  <a:lnTo>
                    <a:pt x="2277140" y="492"/>
                  </a:lnTo>
                  <a:lnTo>
                    <a:pt x="2278394" y="1168"/>
                  </a:lnTo>
                  <a:lnTo>
                    <a:pt x="2279647" y="2116"/>
                  </a:lnTo>
                  <a:lnTo>
                    <a:pt x="2280900" y="3341"/>
                  </a:lnTo>
                  <a:lnTo>
                    <a:pt x="2282153" y="4848"/>
                  </a:lnTo>
                  <a:lnTo>
                    <a:pt x="2283407" y="6639"/>
                  </a:lnTo>
                  <a:lnTo>
                    <a:pt x="2284660" y="8705"/>
                  </a:lnTo>
                  <a:lnTo>
                    <a:pt x="2285913" y="11009"/>
                  </a:lnTo>
                  <a:lnTo>
                    <a:pt x="2287166" y="13547"/>
                  </a:lnTo>
                  <a:lnTo>
                    <a:pt x="2288419" y="16328"/>
                  </a:lnTo>
                  <a:lnTo>
                    <a:pt x="2289673" y="19326"/>
                  </a:lnTo>
                  <a:lnTo>
                    <a:pt x="2290926" y="22444"/>
                  </a:lnTo>
                  <a:lnTo>
                    <a:pt x="2292179" y="25681"/>
                  </a:lnTo>
                  <a:lnTo>
                    <a:pt x="2293432" y="29066"/>
                  </a:lnTo>
                  <a:lnTo>
                    <a:pt x="2294685" y="32587"/>
                  </a:lnTo>
                  <a:lnTo>
                    <a:pt x="2295939" y="36198"/>
                  </a:lnTo>
                  <a:lnTo>
                    <a:pt x="2297192" y="39909"/>
                  </a:lnTo>
                  <a:lnTo>
                    <a:pt x="2298445" y="43737"/>
                  </a:lnTo>
                  <a:lnTo>
                    <a:pt x="2299698" y="47646"/>
                  </a:lnTo>
                  <a:lnTo>
                    <a:pt x="2300952" y="51584"/>
                  </a:lnTo>
                  <a:lnTo>
                    <a:pt x="2302205" y="55513"/>
                  </a:lnTo>
                  <a:lnTo>
                    <a:pt x="2303458" y="59446"/>
                  </a:lnTo>
                  <a:lnTo>
                    <a:pt x="2304711" y="63409"/>
                  </a:lnTo>
                  <a:lnTo>
                    <a:pt x="2305964" y="67389"/>
                  </a:lnTo>
                  <a:lnTo>
                    <a:pt x="2307218" y="71400"/>
                  </a:lnTo>
                  <a:lnTo>
                    <a:pt x="2308471" y="75449"/>
                  </a:lnTo>
                  <a:lnTo>
                    <a:pt x="2309724" y="79600"/>
                  </a:lnTo>
                  <a:lnTo>
                    <a:pt x="2310977" y="83879"/>
                  </a:lnTo>
                  <a:lnTo>
                    <a:pt x="2312231" y="88271"/>
                  </a:lnTo>
                  <a:lnTo>
                    <a:pt x="2313484" y="92782"/>
                  </a:lnTo>
                  <a:lnTo>
                    <a:pt x="2314737" y="97411"/>
                  </a:lnTo>
                  <a:lnTo>
                    <a:pt x="2315990" y="102144"/>
                  </a:lnTo>
                  <a:lnTo>
                    <a:pt x="2317243" y="106917"/>
                  </a:lnTo>
                  <a:lnTo>
                    <a:pt x="2318497" y="111694"/>
                  </a:lnTo>
                  <a:lnTo>
                    <a:pt x="2319750" y="116463"/>
                  </a:lnTo>
                  <a:lnTo>
                    <a:pt x="2321003" y="121260"/>
                  </a:lnTo>
                  <a:lnTo>
                    <a:pt x="2322256" y="126076"/>
                  </a:lnTo>
                  <a:lnTo>
                    <a:pt x="2323509" y="130871"/>
                  </a:lnTo>
                  <a:lnTo>
                    <a:pt x="2324763" y="135614"/>
                  </a:lnTo>
                  <a:lnTo>
                    <a:pt x="2326016" y="140255"/>
                  </a:lnTo>
                  <a:lnTo>
                    <a:pt x="2327269" y="144730"/>
                  </a:lnTo>
                  <a:lnTo>
                    <a:pt x="2328522" y="148920"/>
                  </a:lnTo>
                  <a:lnTo>
                    <a:pt x="2329776" y="152760"/>
                  </a:lnTo>
                  <a:lnTo>
                    <a:pt x="2331029" y="156238"/>
                  </a:lnTo>
                  <a:lnTo>
                    <a:pt x="2332282" y="159364"/>
                  </a:lnTo>
                  <a:lnTo>
                    <a:pt x="2333535" y="162139"/>
                  </a:lnTo>
                  <a:lnTo>
                    <a:pt x="2334788" y="164492"/>
                  </a:lnTo>
                  <a:lnTo>
                    <a:pt x="2336042" y="166402"/>
                  </a:lnTo>
                  <a:lnTo>
                    <a:pt x="2337295" y="167932"/>
                  </a:lnTo>
                  <a:lnTo>
                    <a:pt x="2338548" y="169146"/>
                  </a:lnTo>
                  <a:lnTo>
                    <a:pt x="2339801" y="170079"/>
                  </a:lnTo>
                  <a:lnTo>
                    <a:pt x="2341055" y="170754"/>
                  </a:lnTo>
                  <a:lnTo>
                    <a:pt x="2342308" y="171219"/>
                  </a:lnTo>
                  <a:lnTo>
                    <a:pt x="2343561" y="171492"/>
                  </a:lnTo>
                  <a:lnTo>
                    <a:pt x="2344814" y="171606"/>
                  </a:lnTo>
                  <a:lnTo>
                    <a:pt x="2346067" y="171588"/>
                  </a:lnTo>
                  <a:lnTo>
                    <a:pt x="2347321" y="171504"/>
                  </a:lnTo>
                  <a:lnTo>
                    <a:pt x="2348574" y="171418"/>
                  </a:lnTo>
                  <a:lnTo>
                    <a:pt x="2349827" y="171341"/>
                  </a:lnTo>
                  <a:lnTo>
                    <a:pt x="2351080" y="171258"/>
                  </a:lnTo>
                  <a:lnTo>
                    <a:pt x="2352333" y="171111"/>
                  </a:lnTo>
                  <a:lnTo>
                    <a:pt x="2353587" y="170926"/>
                  </a:lnTo>
                  <a:lnTo>
                    <a:pt x="2354840" y="170727"/>
                  </a:lnTo>
                  <a:lnTo>
                    <a:pt x="2356093" y="170505"/>
                  </a:lnTo>
                  <a:lnTo>
                    <a:pt x="2357346" y="170242"/>
                  </a:lnTo>
                  <a:lnTo>
                    <a:pt x="2358600" y="169989"/>
                  </a:lnTo>
                  <a:lnTo>
                    <a:pt x="2359853" y="169755"/>
                  </a:lnTo>
                  <a:lnTo>
                    <a:pt x="2361106" y="169558"/>
                  </a:lnTo>
                  <a:lnTo>
                    <a:pt x="2362359" y="169405"/>
                  </a:lnTo>
                  <a:lnTo>
                    <a:pt x="2363612" y="169354"/>
                  </a:lnTo>
                  <a:lnTo>
                    <a:pt x="2364866" y="169423"/>
                  </a:lnTo>
                  <a:lnTo>
                    <a:pt x="2366119" y="169608"/>
                  </a:lnTo>
                  <a:lnTo>
                    <a:pt x="2367372" y="169880"/>
                  </a:lnTo>
                  <a:lnTo>
                    <a:pt x="2368625" y="170256"/>
                  </a:lnTo>
                  <a:lnTo>
                    <a:pt x="2369878" y="170734"/>
                  </a:lnTo>
                  <a:lnTo>
                    <a:pt x="2371132" y="171314"/>
                  </a:lnTo>
                  <a:lnTo>
                    <a:pt x="2372385" y="172022"/>
                  </a:lnTo>
                  <a:lnTo>
                    <a:pt x="2373638" y="172827"/>
                  </a:lnTo>
                  <a:lnTo>
                    <a:pt x="2374891" y="173724"/>
                  </a:lnTo>
                  <a:lnTo>
                    <a:pt x="2376145" y="174728"/>
                  </a:lnTo>
                  <a:lnTo>
                    <a:pt x="2377398" y="175842"/>
                  </a:lnTo>
                  <a:lnTo>
                    <a:pt x="2378651" y="177073"/>
                  </a:lnTo>
                  <a:lnTo>
                    <a:pt x="2379904" y="178424"/>
                  </a:lnTo>
                  <a:lnTo>
                    <a:pt x="2381157" y="179932"/>
                  </a:lnTo>
                  <a:lnTo>
                    <a:pt x="2382411" y="181614"/>
                  </a:lnTo>
                  <a:lnTo>
                    <a:pt x="2383664" y="183482"/>
                  </a:lnTo>
                  <a:lnTo>
                    <a:pt x="2384917" y="185504"/>
                  </a:lnTo>
                  <a:lnTo>
                    <a:pt x="2386170" y="187713"/>
                  </a:lnTo>
                  <a:lnTo>
                    <a:pt x="2387424" y="190085"/>
                  </a:lnTo>
                  <a:lnTo>
                    <a:pt x="2388677" y="192634"/>
                  </a:lnTo>
                  <a:lnTo>
                    <a:pt x="2389930" y="195403"/>
                  </a:lnTo>
                  <a:lnTo>
                    <a:pt x="2391183" y="198424"/>
                  </a:lnTo>
                  <a:lnTo>
                    <a:pt x="2392436" y="201789"/>
                  </a:lnTo>
                  <a:lnTo>
                    <a:pt x="2393690" y="205546"/>
                  </a:lnTo>
                  <a:lnTo>
                    <a:pt x="2394943" y="209720"/>
                  </a:lnTo>
                  <a:lnTo>
                    <a:pt x="2396196" y="214259"/>
                  </a:lnTo>
                  <a:lnTo>
                    <a:pt x="2397449" y="219161"/>
                  </a:lnTo>
                  <a:lnTo>
                    <a:pt x="2398702" y="224449"/>
                  </a:lnTo>
                  <a:lnTo>
                    <a:pt x="2399956" y="230043"/>
                  </a:lnTo>
                  <a:lnTo>
                    <a:pt x="2401209" y="235859"/>
                  </a:lnTo>
                  <a:lnTo>
                    <a:pt x="2402462" y="241832"/>
                  </a:lnTo>
                  <a:lnTo>
                    <a:pt x="2403715" y="247950"/>
                  </a:lnTo>
                  <a:lnTo>
                    <a:pt x="2404969" y="254188"/>
                  </a:lnTo>
                  <a:lnTo>
                    <a:pt x="2406222" y="260552"/>
                  </a:lnTo>
                  <a:lnTo>
                    <a:pt x="2407475" y="267005"/>
                  </a:lnTo>
                  <a:lnTo>
                    <a:pt x="2408728" y="273521"/>
                  </a:lnTo>
                  <a:lnTo>
                    <a:pt x="2409981" y="280068"/>
                  </a:lnTo>
                  <a:lnTo>
                    <a:pt x="2411235" y="286552"/>
                  </a:lnTo>
                  <a:lnTo>
                    <a:pt x="2412488" y="292933"/>
                  </a:lnTo>
                  <a:lnTo>
                    <a:pt x="2413741" y="299201"/>
                  </a:lnTo>
                  <a:lnTo>
                    <a:pt x="2414994" y="305352"/>
                  </a:lnTo>
                  <a:lnTo>
                    <a:pt x="2416248" y="311416"/>
                  </a:lnTo>
                  <a:lnTo>
                    <a:pt x="2417501" y="317381"/>
                  </a:lnTo>
                  <a:lnTo>
                    <a:pt x="2418754" y="323277"/>
                  </a:lnTo>
                  <a:lnTo>
                    <a:pt x="2420007" y="329141"/>
                  </a:lnTo>
                  <a:lnTo>
                    <a:pt x="2421260" y="334988"/>
                  </a:lnTo>
                  <a:lnTo>
                    <a:pt x="2422514" y="340801"/>
                  </a:lnTo>
                  <a:lnTo>
                    <a:pt x="2423767" y="346571"/>
                  </a:lnTo>
                  <a:lnTo>
                    <a:pt x="2425020" y="352288"/>
                  </a:lnTo>
                  <a:lnTo>
                    <a:pt x="2426273" y="357945"/>
                  </a:lnTo>
                  <a:lnTo>
                    <a:pt x="2427526" y="363526"/>
                  </a:lnTo>
                  <a:lnTo>
                    <a:pt x="2428780" y="369041"/>
                  </a:lnTo>
                  <a:lnTo>
                    <a:pt x="2430033" y="374521"/>
                  </a:lnTo>
                  <a:lnTo>
                    <a:pt x="2431286" y="379943"/>
                  </a:lnTo>
                  <a:lnTo>
                    <a:pt x="2432539" y="385293"/>
                  </a:lnTo>
                  <a:lnTo>
                    <a:pt x="2433793" y="390586"/>
                  </a:lnTo>
                  <a:lnTo>
                    <a:pt x="2435046" y="395780"/>
                  </a:lnTo>
                  <a:lnTo>
                    <a:pt x="2436299" y="400832"/>
                  </a:lnTo>
                  <a:lnTo>
                    <a:pt x="2437552" y="405724"/>
                  </a:lnTo>
                  <a:lnTo>
                    <a:pt x="2438805" y="410428"/>
                  </a:lnTo>
                  <a:lnTo>
                    <a:pt x="2440059" y="414903"/>
                  </a:lnTo>
                  <a:lnTo>
                    <a:pt x="2441312" y="419114"/>
                  </a:lnTo>
                  <a:lnTo>
                    <a:pt x="2442565" y="423047"/>
                  </a:lnTo>
                  <a:lnTo>
                    <a:pt x="2443818" y="426688"/>
                  </a:lnTo>
                  <a:lnTo>
                    <a:pt x="2445072" y="430022"/>
                  </a:lnTo>
                  <a:lnTo>
                    <a:pt x="2446325" y="433002"/>
                  </a:lnTo>
                  <a:lnTo>
                    <a:pt x="2447578" y="435630"/>
                  </a:lnTo>
                  <a:lnTo>
                    <a:pt x="2448831" y="437886"/>
                  </a:lnTo>
                  <a:lnTo>
                    <a:pt x="2450084" y="439798"/>
                  </a:lnTo>
                  <a:lnTo>
                    <a:pt x="2451338" y="441386"/>
                  </a:lnTo>
                  <a:lnTo>
                    <a:pt x="2452591" y="442653"/>
                  </a:lnTo>
                  <a:lnTo>
                    <a:pt x="2453844" y="443637"/>
                  </a:lnTo>
                  <a:lnTo>
                    <a:pt x="2455097" y="444343"/>
                  </a:lnTo>
                  <a:lnTo>
                    <a:pt x="2456350" y="444720"/>
                  </a:lnTo>
                  <a:lnTo>
                    <a:pt x="2457604" y="444702"/>
                  </a:lnTo>
                  <a:lnTo>
                    <a:pt x="2458857" y="444305"/>
                  </a:lnTo>
                  <a:lnTo>
                    <a:pt x="2460110" y="443554"/>
                  </a:lnTo>
                  <a:lnTo>
                    <a:pt x="2461363" y="442472"/>
                  </a:lnTo>
                  <a:lnTo>
                    <a:pt x="2462617" y="441089"/>
                  </a:lnTo>
                  <a:lnTo>
                    <a:pt x="2463870" y="439469"/>
                  </a:lnTo>
                  <a:lnTo>
                    <a:pt x="2465123" y="437684"/>
                  </a:lnTo>
                  <a:lnTo>
                    <a:pt x="2466376" y="435761"/>
                  </a:lnTo>
                  <a:lnTo>
                    <a:pt x="2467629" y="433680"/>
                  </a:lnTo>
                  <a:lnTo>
                    <a:pt x="2468883" y="431407"/>
                  </a:lnTo>
                  <a:lnTo>
                    <a:pt x="2470136" y="428955"/>
                  </a:lnTo>
                  <a:lnTo>
                    <a:pt x="2471389" y="426353"/>
                  </a:lnTo>
                  <a:lnTo>
                    <a:pt x="2472642" y="423586"/>
                  </a:lnTo>
                  <a:lnTo>
                    <a:pt x="2473896" y="420682"/>
                  </a:lnTo>
                  <a:lnTo>
                    <a:pt x="2475149" y="417712"/>
                  </a:lnTo>
                  <a:lnTo>
                    <a:pt x="2476402" y="414750"/>
                  </a:lnTo>
                  <a:lnTo>
                    <a:pt x="2477655" y="411883"/>
                  </a:lnTo>
                  <a:lnTo>
                    <a:pt x="2478908" y="409207"/>
                  </a:lnTo>
                  <a:lnTo>
                    <a:pt x="2480162" y="406792"/>
                  </a:lnTo>
                  <a:lnTo>
                    <a:pt x="2481415" y="404684"/>
                  </a:lnTo>
                  <a:lnTo>
                    <a:pt x="2482668" y="402877"/>
                  </a:lnTo>
                  <a:lnTo>
                    <a:pt x="2483921" y="401357"/>
                  </a:lnTo>
                  <a:lnTo>
                    <a:pt x="2485174" y="400136"/>
                  </a:lnTo>
                  <a:lnTo>
                    <a:pt x="2486428" y="399239"/>
                  </a:lnTo>
                  <a:lnTo>
                    <a:pt x="2487681" y="398690"/>
                  </a:lnTo>
                  <a:lnTo>
                    <a:pt x="2488934" y="398489"/>
                  </a:lnTo>
                  <a:lnTo>
                    <a:pt x="2490187" y="398662"/>
                  </a:lnTo>
                  <a:lnTo>
                    <a:pt x="2491441" y="399241"/>
                  </a:lnTo>
                  <a:lnTo>
                    <a:pt x="2492694" y="400178"/>
                  </a:lnTo>
                  <a:lnTo>
                    <a:pt x="2493947" y="401444"/>
                  </a:lnTo>
                  <a:lnTo>
                    <a:pt x="2495200" y="403031"/>
                  </a:lnTo>
                  <a:lnTo>
                    <a:pt x="2496453" y="404881"/>
                  </a:lnTo>
                  <a:lnTo>
                    <a:pt x="2497707" y="406991"/>
                  </a:lnTo>
                  <a:lnTo>
                    <a:pt x="2498960" y="409390"/>
                  </a:lnTo>
                  <a:lnTo>
                    <a:pt x="2500213" y="412053"/>
                  </a:lnTo>
                  <a:lnTo>
                    <a:pt x="2501466" y="414967"/>
                  </a:lnTo>
                  <a:lnTo>
                    <a:pt x="2502720" y="418146"/>
                  </a:lnTo>
                  <a:lnTo>
                    <a:pt x="2503973" y="421616"/>
                  </a:lnTo>
                  <a:lnTo>
                    <a:pt x="2505226" y="425399"/>
                  </a:lnTo>
                  <a:lnTo>
                    <a:pt x="2506479" y="429482"/>
                  </a:lnTo>
                  <a:lnTo>
                    <a:pt x="2507732" y="433867"/>
                  </a:lnTo>
                  <a:lnTo>
                    <a:pt x="2508986" y="438568"/>
                  </a:lnTo>
                  <a:lnTo>
                    <a:pt x="2510239" y="443588"/>
                  </a:lnTo>
                  <a:lnTo>
                    <a:pt x="2511492" y="448943"/>
                  </a:lnTo>
                  <a:lnTo>
                    <a:pt x="2512745" y="454634"/>
                  </a:lnTo>
                  <a:lnTo>
                    <a:pt x="2513998" y="460632"/>
                  </a:lnTo>
                  <a:lnTo>
                    <a:pt x="2515252" y="466921"/>
                  </a:lnTo>
                  <a:lnTo>
                    <a:pt x="2516505" y="473449"/>
                  </a:lnTo>
                  <a:lnTo>
                    <a:pt x="2517758" y="480126"/>
                  </a:lnTo>
                  <a:lnTo>
                    <a:pt x="2519011" y="486956"/>
                  </a:lnTo>
                  <a:lnTo>
                    <a:pt x="2520265" y="493991"/>
                  </a:lnTo>
                  <a:lnTo>
                    <a:pt x="2521518" y="501246"/>
                  </a:lnTo>
                  <a:lnTo>
                    <a:pt x="2522771" y="508681"/>
                  </a:lnTo>
                  <a:lnTo>
                    <a:pt x="2524024" y="516311"/>
                  </a:lnTo>
                  <a:lnTo>
                    <a:pt x="2525277" y="524160"/>
                  </a:lnTo>
                  <a:lnTo>
                    <a:pt x="2526531" y="532215"/>
                  </a:lnTo>
                  <a:lnTo>
                    <a:pt x="2527784" y="540436"/>
                  </a:lnTo>
                  <a:lnTo>
                    <a:pt x="2529037" y="548773"/>
                  </a:lnTo>
                  <a:lnTo>
                    <a:pt x="2530290" y="557232"/>
                  </a:lnTo>
                  <a:lnTo>
                    <a:pt x="2531543" y="565817"/>
                  </a:lnTo>
                  <a:lnTo>
                    <a:pt x="2532797" y="574550"/>
                  </a:lnTo>
                  <a:lnTo>
                    <a:pt x="2534050" y="583430"/>
                  </a:lnTo>
                  <a:lnTo>
                    <a:pt x="2535303" y="592490"/>
                  </a:lnTo>
                  <a:lnTo>
                    <a:pt x="2536556" y="601771"/>
                  </a:lnTo>
                  <a:lnTo>
                    <a:pt x="2537810" y="611221"/>
                  </a:lnTo>
                  <a:lnTo>
                    <a:pt x="2539063" y="620784"/>
                  </a:lnTo>
                  <a:lnTo>
                    <a:pt x="2540316" y="630405"/>
                  </a:lnTo>
                  <a:lnTo>
                    <a:pt x="2541569" y="640018"/>
                  </a:lnTo>
                  <a:lnTo>
                    <a:pt x="2542822" y="649462"/>
                  </a:lnTo>
                  <a:lnTo>
                    <a:pt x="2544076" y="658633"/>
                  </a:lnTo>
                  <a:lnTo>
                    <a:pt x="2545329" y="667499"/>
                  </a:lnTo>
                  <a:lnTo>
                    <a:pt x="2546582" y="676021"/>
                  </a:lnTo>
                  <a:lnTo>
                    <a:pt x="2547835" y="684189"/>
                  </a:lnTo>
                  <a:lnTo>
                    <a:pt x="2549089" y="691938"/>
                  </a:lnTo>
                  <a:lnTo>
                    <a:pt x="2550342" y="699227"/>
                  </a:lnTo>
                  <a:lnTo>
                    <a:pt x="2551595" y="706033"/>
                  </a:lnTo>
                  <a:lnTo>
                    <a:pt x="2552848" y="712316"/>
                  </a:lnTo>
                  <a:lnTo>
                    <a:pt x="2554101" y="717988"/>
                  </a:lnTo>
                  <a:lnTo>
                    <a:pt x="2555355" y="723066"/>
                  </a:lnTo>
                  <a:lnTo>
                    <a:pt x="2556608" y="727654"/>
                  </a:lnTo>
                  <a:lnTo>
                    <a:pt x="2557861" y="731823"/>
                  </a:lnTo>
                  <a:lnTo>
                    <a:pt x="2559114" y="735656"/>
                  </a:lnTo>
                  <a:lnTo>
                    <a:pt x="2560367" y="739173"/>
                  </a:lnTo>
                  <a:lnTo>
                    <a:pt x="2561621" y="742380"/>
                  </a:lnTo>
                  <a:lnTo>
                    <a:pt x="2562874" y="745300"/>
                  </a:lnTo>
                  <a:lnTo>
                    <a:pt x="2564127" y="747971"/>
                  </a:lnTo>
                  <a:lnTo>
                    <a:pt x="2565380" y="750396"/>
                  </a:lnTo>
                  <a:lnTo>
                    <a:pt x="2566634" y="752571"/>
                  </a:lnTo>
                  <a:lnTo>
                    <a:pt x="2567887" y="754484"/>
                  </a:lnTo>
                  <a:lnTo>
                    <a:pt x="2569140" y="756158"/>
                  </a:lnTo>
                  <a:lnTo>
                    <a:pt x="2570393" y="757621"/>
                  </a:lnTo>
                  <a:lnTo>
                    <a:pt x="2571646" y="758871"/>
                  </a:lnTo>
                  <a:lnTo>
                    <a:pt x="2572900" y="759924"/>
                  </a:lnTo>
                  <a:lnTo>
                    <a:pt x="2574153" y="760780"/>
                  </a:lnTo>
                  <a:lnTo>
                    <a:pt x="2575406" y="761408"/>
                  </a:lnTo>
                  <a:lnTo>
                    <a:pt x="2576659" y="761815"/>
                  </a:lnTo>
                  <a:lnTo>
                    <a:pt x="2577913" y="761999"/>
                  </a:lnTo>
                  <a:lnTo>
                    <a:pt x="2579166" y="762003"/>
                  </a:lnTo>
                  <a:lnTo>
                    <a:pt x="2580419" y="761870"/>
                  </a:lnTo>
                  <a:lnTo>
                    <a:pt x="2581672" y="761609"/>
                  </a:lnTo>
                  <a:lnTo>
                    <a:pt x="2582925" y="761219"/>
                  </a:lnTo>
                  <a:lnTo>
                    <a:pt x="2584179" y="760685"/>
                  </a:lnTo>
                  <a:lnTo>
                    <a:pt x="2585432" y="760022"/>
                  </a:lnTo>
                  <a:lnTo>
                    <a:pt x="2586685" y="759221"/>
                  </a:lnTo>
                  <a:lnTo>
                    <a:pt x="2587938" y="758242"/>
                  </a:lnTo>
                  <a:lnTo>
                    <a:pt x="2589191" y="757033"/>
                  </a:lnTo>
                  <a:lnTo>
                    <a:pt x="2590445" y="755575"/>
                  </a:lnTo>
                  <a:lnTo>
                    <a:pt x="2591698" y="753875"/>
                  </a:lnTo>
                  <a:lnTo>
                    <a:pt x="2592951" y="751930"/>
                  </a:lnTo>
                  <a:lnTo>
                    <a:pt x="2594204" y="749741"/>
                  </a:lnTo>
                  <a:lnTo>
                    <a:pt x="2595458" y="747313"/>
                  </a:lnTo>
                  <a:lnTo>
                    <a:pt x="2596711" y="744630"/>
                  </a:lnTo>
                  <a:lnTo>
                    <a:pt x="2597964" y="741625"/>
                  </a:lnTo>
                  <a:lnTo>
                    <a:pt x="2599217" y="738237"/>
                  </a:lnTo>
                  <a:lnTo>
                    <a:pt x="2600470" y="734473"/>
                  </a:lnTo>
                  <a:lnTo>
                    <a:pt x="2601724" y="730357"/>
                  </a:lnTo>
                  <a:lnTo>
                    <a:pt x="2602977" y="725912"/>
                  </a:lnTo>
                  <a:lnTo>
                    <a:pt x="2604230" y="721138"/>
                  </a:lnTo>
                  <a:lnTo>
                    <a:pt x="2605483" y="716138"/>
                  </a:lnTo>
                  <a:lnTo>
                    <a:pt x="2606737" y="711055"/>
                  </a:lnTo>
                  <a:lnTo>
                    <a:pt x="2607990" y="705986"/>
                  </a:lnTo>
                  <a:lnTo>
                    <a:pt x="2609243" y="701004"/>
                  </a:lnTo>
                  <a:lnTo>
                    <a:pt x="2610496" y="696143"/>
                  </a:lnTo>
                  <a:lnTo>
                    <a:pt x="2611749" y="691439"/>
                  </a:lnTo>
                  <a:lnTo>
                    <a:pt x="2613003" y="686917"/>
                  </a:lnTo>
                  <a:lnTo>
                    <a:pt x="2614256" y="682582"/>
                  </a:lnTo>
                  <a:lnTo>
                    <a:pt x="2615509" y="678460"/>
                  </a:lnTo>
                  <a:lnTo>
                    <a:pt x="2616762" y="674617"/>
                  </a:lnTo>
                  <a:lnTo>
                    <a:pt x="2618015" y="671108"/>
                  </a:lnTo>
                  <a:lnTo>
                    <a:pt x="2619269" y="667851"/>
                  </a:lnTo>
                  <a:lnTo>
                    <a:pt x="2620522" y="664798"/>
                  </a:lnTo>
                  <a:lnTo>
                    <a:pt x="2621775" y="661879"/>
                  </a:lnTo>
                  <a:lnTo>
                    <a:pt x="2623028" y="659082"/>
                  </a:lnTo>
                  <a:lnTo>
                    <a:pt x="2624282" y="656389"/>
                  </a:lnTo>
                  <a:lnTo>
                    <a:pt x="2625535" y="653804"/>
                  </a:lnTo>
                  <a:lnTo>
                    <a:pt x="2626788" y="651321"/>
                  </a:lnTo>
                  <a:lnTo>
                    <a:pt x="2628041" y="648975"/>
                  </a:lnTo>
                  <a:lnTo>
                    <a:pt x="2629294" y="646824"/>
                  </a:lnTo>
                  <a:lnTo>
                    <a:pt x="2630548" y="644917"/>
                  </a:lnTo>
                  <a:lnTo>
                    <a:pt x="2631801" y="643273"/>
                  </a:lnTo>
                  <a:lnTo>
                    <a:pt x="2633054" y="641864"/>
                  </a:lnTo>
                  <a:lnTo>
                    <a:pt x="2634307" y="640663"/>
                  </a:lnTo>
                  <a:lnTo>
                    <a:pt x="2635561" y="639677"/>
                  </a:lnTo>
                  <a:lnTo>
                    <a:pt x="2636814" y="638895"/>
                  </a:lnTo>
                  <a:lnTo>
                    <a:pt x="2638067" y="638349"/>
                  </a:lnTo>
                  <a:lnTo>
                    <a:pt x="2639320" y="638046"/>
                  </a:lnTo>
                  <a:lnTo>
                    <a:pt x="2640573" y="637979"/>
                  </a:lnTo>
                  <a:lnTo>
                    <a:pt x="2641827" y="638154"/>
                  </a:lnTo>
                  <a:lnTo>
                    <a:pt x="2643080" y="638570"/>
                  </a:lnTo>
                  <a:lnTo>
                    <a:pt x="2644333" y="639198"/>
                  </a:lnTo>
                  <a:lnTo>
                    <a:pt x="2645586" y="640019"/>
                  </a:lnTo>
                  <a:lnTo>
                    <a:pt x="2646839" y="640988"/>
                  </a:lnTo>
                  <a:lnTo>
                    <a:pt x="2648093" y="642076"/>
                  </a:lnTo>
                  <a:lnTo>
                    <a:pt x="2649346" y="643250"/>
                  </a:lnTo>
                  <a:lnTo>
                    <a:pt x="2650599" y="644520"/>
                  </a:lnTo>
                  <a:lnTo>
                    <a:pt x="2651852" y="645912"/>
                  </a:lnTo>
                  <a:lnTo>
                    <a:pt x="2653106" y="647448"/>
                  </a:lnTo>
                  <a:lnTo>
                    <a:pt x="2654359" y="649136"/>
                  </a:lnTo>
                  <a:lnTo>
                    <a:pt x="2655612" y="651004"/>
                  </a:lnTo>
                  <a:lnTo>
                    <a:pt x="2656865" y="653081"/>
                  </a:lnTo>
                  <a:lnTo>
                    <a:pt x="2658118" y="655375"/>
                  </a:lnTo>
                  <a:lnTo>
                    <a:pt x="2659372" y="657860"/>
                  </a:lnTo>
                  <a:lnTo>
                    <a:pt x="2660625" y="660548"/>
                  </a:lnTo>
                  <a:lnTo>
                    <a:pt x="2661878" y="663484"/>
                  </a:lnTo>
                  <a:lnTo>
                    <a:pt x="2663131" y="666724"/>
                  </a:lnTo>
                  <a:lnTo>
                    <a:pt x="2664385" y="670289"/>
                  </a:lnTo>
                  <a:lnTo>
                    <a:pt x="2665638" y="674182"/>
                  </a:lnTo>
                  <a:lnTo>
                    <a:pt x="2666891" y="678416"/>
                  </a:lnTo>
                  <a:lnTo>
                    <a:pt x="2668144" y="682965"/>
                  </a:lnTo>
                  <a:lnTo>
                    <a:pt x="2669397" y="687773"/>
                  </a:lnTo>
                  <a:lnTo>
                    <a:pt x="2670651" y="692765"/>
                  </a:lnTo>
                  <a:lnTo>
                    <a:pt x="2671904" y="697839"/>
                  </a:lnTo>
                  <a:lnTo>
                    <a:pt x="2673157" y="702909"/>
                  </a:lnTo>
                  <a:lnTo>
                    <a:pt x="2674410" y="707992"/>
                  </a:lnTo>
                  <a:lnTo>
                    <a:pt x="2675663" y="713068"/>
                  </a:lnTo>
                  <a:lnTo>
                    <a:pt x="2676917" y="718187"/>
                  </a:lnTo>
                  <a:lnTo>
                    <a:pt x="2678170" y="723348"/>
                  </a:lnTo>
                  <a:lnTo>
                    <a:pt x="2679423" y="728555"/>
                  </a:lnTo>
                  <a:lnTo>
                    <a:pt x="2680676" y="733764"/>
                  </a:lnTo>
                  <a:lnTo>
                    <a:pt x="2681930" y="738945"/>
                  </a:lnTo>
                  <a:lnTo>
                    <a:pt x="2683183" y="744094"/>
                  </a:lnTo>
                  <a:lnTo>
                    <a:pt x="2684436" y="749141"/>
                  </a:lnTo>
                  <a:lnTo>
                    <a:pt x="2685689" y="754081"/>
                  </a:lnTo>
                  <a:lnTo>
                    <a:pt x="2686942" y="758942"/>
                  </a:lnTo>
                  <a:lnTo>
                    <a:pt x="2688196" y="763779"/>
                  </a:lnTo>
                  <a:lnTo>
                    <a:pt x="2689449" y="768580"/>
                  </a:lnTo>
                  <a:lnTo>
                    <a:pt x="2690702" y="773326"/>
                  </a:lnTo>
                  <a:lnTo>
                    <a:pt x="2691955" y="777972"/>
                  </a:lnTo>
                  <a:lnTo>
                    <a:pt x="2693208" y="782456"/>
                  </a:lnTo>
                  <a:lnTo>
                    <a:pt x="2694462" y="786733"/>
                  </a:lnTo>
                  <a:lnTo>
                    <a:pt x="2695715" y="790773"/>
                  </a:lnTo>
                  <a:lnTo>
                    <a:pt x="2696968" y="794614"/>
                  </a:lnTo>
                  <a:lnTo>
                    <a:pt x="2698221" y="798275"/>
                  </a:lnTo>
                  <a:lnTo>
                    <a:pt x="2699475" y="801758"/>
                  </a:lnTo>
                  <a:lnTo>
                    <a:pt x="2700728" y="805059"/>
                  </a:lnTo>
                  <a:lnTo>
                    <a:pt x="2701981" y="808188"/>
                  </a:lnTo>
                  <a:lnTo>
                    <a:pt x="2703234" y="811219"/>
                  </a:lnTo>
                  <a:lnTo>
                    <a:pt x="2704487" y="814179"/>
                  </a:lnTo>
                  <a:lnTo>
                    <a:pt x="2705741" y="817036"/>
                  </a:lnTo>
                  <a:lnTo>
                    <a:pt x="2706994" y="819792"/>
                  </a:lnTo>
                  <a:lnTo>
                    <a:pt x="2708247" y="822520"/>
                  </a:lnTo>
                  <a:lnTo>
                    <a:pt x="2709500" y="825309"/>
                  </a:lnTo>
                  <a:lnTo>
                    <a:pt x="2710754" y="828227"/>
                  </a:lnTo>
                  <a:lnTo>
                    <a:pt x="2712007" y="831310"/>
                  </a:lnTo>
                  <a:lnTo>
                    <a:pt x="2713260" y="834586"/>
                  </a:lnTo>
                  <a:lnTo>
                    <a:pt x="2714513" y="838095"/>
                  </a:lnTo>
                  <a:lnTo>
                    <a:pt x="2715766" y="841858"/>
                  </a:lnTo>
                  <a:lnTo>
                    <a:pt x="2717020" y="845906"/>
                  </a:lnTo>
                  <a:lnTo>
                    <a:pt x="2718273" y="850266"/>
                  </a:lnTo>
                  <a:lnTo>
                    <a:pt x="2719526" y="854917"/>
                  </a:lnTo>
                  <a:lnTo>
                    <a:pt x="2720779" y="859792"/>
                  </a:lnTo>
                  <a:lnTo>
                    <a:pt x="2722032" y="864880"/>
                  </a:lnTo>
                  <a:lnTo>
                    <a:pt x="2723286" y="870207"/>
                  </a:lnTo>
                  <a:lnTo>
                    <a:pt x="2724539" y="875785"/>
                  </a:lnTo>
                  <a:lnTo>
                    <a:pt x="2725792" y="881578"/>
                  </a:lnTo>
                  <a:lnTo>
                    <a:pt x="2727045" y="887511"/>
                  </a:lnTo>
                  <a:lnTo>
                    <a:pt x="2728299" y="893499"/>
                  </a:lnTo>
                  <a:lnTo>
                    <a:pt x="2729552" y="899461"/>
                  </a:lnTo>
                  <a:lnTo>
                    <a:pt x="2730805" y="905389"/>
                  </a:lnTo>
                  <a:lnTo>
                    <a:pt x="2732058" y="911239"/>
                  </a:lnTo>
                  <a:lnTo>
                    <a:pt x="2733311" y="916948"/>
                  </a:lnTo>
                  <a:lnTo>
                    <a:pt x="2734565" y="922557"/>
                  </a:lnTo>
                  <a:lnTo>
                    <a:pt x="2735818" y="928123"/>
                  </a:lnTo>
                  <a:lnTo>
                    <a:pt x="2737071" y="933620"/>
                  </a:lnTo>
                  <a:lnTo>
                    <a:pt x="2738324" y="939025"/>
                  </a:lnTo>
                  <a:lnTo>
                    <a:pt x="2739578" y="944323"/>
                  </a:lnTo>
                  <a:lnTo>
                    <a:pt x="2740831" y="949497"/>
                  </a:lnTo>
                  <a:lnTo>
                    <a:pt x="2742084" y="954526"/>
                  </a:lnTo>
                  <a:lnTo>
                    <a:pt x="2743337" y="959398"/>
                  </a:lnTo>
                  <a:lnTo>
                    <a:pt x="2744590" y="964161"/>
                  </a:lnTo>
                  <a:lnTo>
                    <a:pt x="2745844" y="968856"/>
                  </a:lnTo>
                  <a:lnTo>
                    <a:pt x="2747097" y="973614"/>
                  </a:lnTo>
                  <a:lnTo>
                    <a:pt x="2748350" y="978556"/>
                  </a:lnTo>
                  <a:lnTo>
                    <a:pt x="2749603" y="983696"/>
                  </a:lnTo>
                  <a:lnTo>
                    <a:pt x="2750856" y="988973"/>
                  </a:lnTo>
                  <a:lnTo>
                    <a:pt x="2752110" y="994387"/>
                  </a:lnTo>
                  <a:lnTo>
                    <a:pt x="2753363" y="999936"/>
                  </a:lnTo>
                  <a:lnTo>
                    <a:pt x="2754616" y="1005629"/>
                  </a:lnTo>
                  <a:lnTo>
                    <a:pt x="2755869" y="1011532"/>
                  </a:lnTo>
                  <a:lnTo>
                    <a:pt x="2757123" y="1017708"/>
                  </a:lnTo>
                  <a:lnTo>
                    <a:pt x="2758376" y="1024201"/>
                  </a:lnTo>
                  <a:lnTo>
                    <a:pt x="2759629" y="1031038"/>
                  </a:lnTo>
                  <a:lnTo>
                    <a:pt x="2760882" y="1038193"/>
                  </a:lnTo>
                  <a:lnTo>
                    <a:pt x="2762135" y="1045688"/>
                  </a:lnTo>
                  <a:lnTo>
                    <a:pt x="2763389" y="1053525"/>
                  </a:lnTo>
                  <a:lnTo>
                    <a:pt x="2764642" y="1061694"/>
                  </a:lnTo>
                  <a:lnTo>
                    <a:pt x="2765895" y="1070115"/>
                  </a:lnTo>
                  <a:lnTo>
                    <a:pt x="2767148" y="1078708"/>
                  </a:lnTo>
                  <a:lnTo>
                    <a:pt x="2768402" y="1087465"/>
                  </a:lnTo>
                  <a:lnTo>
                    <a:pt x="2769655" y="1096434"/>
                  </a:lnTo>
                  <a:lnTo>
                    <a:pt x="2770908" y="1105577"/>
                  </a:lnTo>
                  <a:lnTo>
                    <a:pt x="2772161" y="1114837"/>
                  </a:lnTo>
                  <a:lnTo>
                    <a:pt x="2773414" y="1124158"/>
                  </a:lnTo>
                  <a:lnTo>
                    <a:pt x="2774668" y="1133517"/>
                  </a:lnTo>
                  <a:lnTo>
                    <a:pt x="2775921" y="1142886"/>
                  </a:lnTo>
                  <a:lnTo>
                    <a:pt x="2777174" y="1152229"/>
                  </a:lnTo>
                  <a:lnTo>
                    <a:pt x="2778427" y="1161483"/>
                  </a:lnTo>
                  <a:lnTo>
                    <a:pt x="2779680" y="1170591"/>
                  </a:lnTo>
                  <a:lnTo>
                    <a:pt x="2780934" y="1179470"/>
                  </a:lnTo>
                  <a:lnTo>
                    <a:pt x="2782187" y="1188086"/>
                  </a:lnTo>
                  <a:lnTo>
                    <a:pt x="2783440" y="1196421"/>
                  </a:lnTo>
                  <a:lnTo>
                    <a:pt x="2784693" y="1204528"/>
                  </a:lnTo>
                  <a:lnTo>
                    <a:pt x="2785947" y="1212340"/>
                  </a:lnTo>
                  <a:lnTo>
                    <a:pt x="2787200" y="1219836"/>
                  </a:lnTo>
                  <a:lnTo>
                    <a:pt x="2788453" y="1226979"/>
                  </a:lnTo>
                  <a:lnTo>
                    <a:pt x="2789706" y="1233803"/>
                  </a:lnTo>
                  <a:lnTo>
                    <a:pt x="2790959" y="1240377"/>
                  </a:lnTo>
                  <a:lnTo>
                    <a:pt x="2792213" y="1246763"/>
                  </a:lnTo>
                  <a:lnTo>
                    <a:pt x="2793466" y="1253013"/>
                  </a:lnTo>
                  <a:lnTo>
                    <a:pt x="2794719" y="1259110"/>
                  </a:lnTo>
                  <a:lnTo>
                    <a:pt x="2795972" y="1265099"/>
                  </a:lnTo>
                  <a:lnTo>
                    <a:pt x="2797226" y="1271006"/>
                  </a:lnTo>
                  <a:lnTo>
                    <a:pt x="2798479" y="1276806"/>
                  </a:lnTo>
                  <a:lnTo>
                    <a:pt x="2799732" y="1282513"/>
                  </a:lnTo>
                  <a:lnTo>
                    <a:pt x="2800985" y="1288193"/>
                  </a:lnTo>
                  <a:lnTo>
                    <a:pt x="2802238" y="1293844"/>
                  </a:lnTo>
                  <a:lnTo>
                    <a:pt x="2803492" y="1299445"/>
                  </a:lnTo>
                  <a:lnTo>
                    <a:pt x="2804745" y="1305038"/>
                  </a:lnTo>
                  <a:lnTo>
                    <a:pt x="2805998" y="1310648"/>
                  </a:lnTo>
                  <a:lnTo>
                    <a:pt x="2807251" y="1316275"/>
                  </a:lnTo>
                  <a:lnTo>
                    <a:pt x="2808504" y="1321878"/>
                  </a:lnTo>
                  <a:lnTo>
                    <a:pt x="2809758" y="1327424"/>
                  </a:lnTo>
                  <a:lnTo>
                    <a:pt x="2811011" y="1332787"/>
                  </a:lnTo>
                  <a:lnTo>
                    <a:pt x="2812264" y="1337904"/>
                  </a:lnTo>
                  <a:lnTo>
                    <a:pt x="2813517" y="1342752"/>
                  </a:lnTo>
                  <a:lnTo>
                    <a:pt x="2814771" y="1347313"/>
                  </a:lnTo>
                  <a:lnTo>
                    <a:pt x="2816024" y="1351576"/>
                  </a:lnTo>
                  <a:lnTo>
                    <a:pt x="2817277" y="1355548"/>
                  </a:lnTo>
                  <a:lnTo>
                    <a:pt x="2818530" y="1359187"/>
                  </a:lnTo>
                  <a:lnTo>
                    <a:pt x="2819783" y="1362410"/>
                  </a:lnTo>
                  <a:lnTo>
                    <a:pt x="2821037" y="1365193"/>
                  </a:lnTo>
                  <a:lnTo>
                    <a:pt x="2822290" y="1367545"/>
                  </a:lnTo>
                  <a:lnTo>
                    <a:pt x="2823543" y="1369453"/>
                  </a:lnTo>
                  <a:lnTo>
                    <a:pt x="2824796" y="1370881"/>
                  </a:lnTo>
                  <a:lnTo>
                    <a:pt x="2826050" y="1371815"/>
                  </a:lnTo>
                  <a:lnTo>
                    <a:pt x="2827303" y="1372260"/>
                  </a:lnTo>
                  <a:lnTo>
                    <a:pt x="2828556" y="1372224"/>
                  </a:lnTo>
                  <a:lnTo>
                    <a:pt x="2829809" y="1371765"/>
                  </a:lnTo>
                  <a:lnTo>
                    <a:pt x="2831062" y="1370905"/>
                  </a:lnTo>
                  <a:lnTo>
                    <a:pt x="2832316" y="1369691"/>
                  </a:lnTo>
                  <a:lnTo>
                    <a:pt x="2833569" y="1368163"/>
                  </a:lnTo>
                  <a:lnTo>
                    <a:pt x="2834822" y="1366334"/>
                  </a:lnTo>
                  <a:lnTo>
                    <a:pt x="2836075" y="1364221"/>
                  </a:lnTo>
                  <a:lnTo>
                    <a:pt x="2837328" y="1361834"/>
                  </a:lnTo>
                  <a:lnTo>
                    <a:pt x="2838582" y="1359171"/>
                  </a:lnTo>
                  <a:lnTo>
                    <a:pt x="2839835" y="1356222"/>
                  </a:lnTo>
                  <a:lnTo>
                    <a:pt x="2841088" y="1353011"/>
                  </a:lnTo>
                  <a:lnTo>
                    <a:pt x="2842341" y="1349576"/>
                  </a:lnTo>
                  <a:lnTo>
                    <a:pt x="2843595" y="1345991"/>
                  </a:lnTo>
                  <a:lnTo>
                    <a:pt x="2844848" y="1342301"/>
                  </a:lnTo>
                  <a:lnTo>
                    <a:pt x="2846101" y="1338570"/>
                  </a:lnTo>
                  <a:lnTo>
                    <a:pt x="2847354" y="1334759"/>
                  </a:lnTo>
                  <a:lnTo>
                    <a:pt x="2848607" y="1330909"/>
                  </a:lnTo>
                  <a:lnTo>
                    <a:pt x="2849861" y="1327063"/>
                  </a:lnTo>
                  <a:lnTo>
                    <a:pt x="2851114" y="1323170"/>
                  </a:lnTo>
                  <a:lnTo>
                    <a:pt x="2852367" y="1319245"/>
                  </a:lnTo>
                  <a:lnTo>
                    <a:pt x="2853620" y="1315283"/>
                  </a:lnTo>
                  <a:lnTo>
                    <a:pt x="2854873" y="1311257"/>
                  </a:lnTo>
                  <a:lnTo>
                    <a:pt x="2856127" y="1307108"/>
                  </a:lnTo>
                  <a:lnTo>
                    <a:pt x="2857380" y="1302845"/>
                  </a:lnTo>
                  <a:lnTo>
                    <a:pt x="2858633" y="1298499"/>
                  </a:lnTo>
                  <a:lnTo>
                    <a:pt x="2859886" y="1294067"/>
                  </a:lnTo>
                  <a:lnTo>
                    <a:pt x="2861140" y="1289551"/>
                  </a:lnTo>
                  <a:lnTo>
                    <a:pt x="2862393" y="1284938"/>
                  </a:lnTo>
                  <a:lnTo>
                    <a:pt x="2863646" y="1280184"/>
                  </a:lnTo>
                  <a:lnTo>
                    <a:pt x="2864899" y="1275233"/>
                  </a:lnTo>
                  <a:lnTo>
                    <a:pt x="2866152" y="1270148"/>
                  </a:lnTo>
                  <a:lnTo>
                    <a:pt x="2867406" y="1264905"/>
                  </a:lnTo>
                  <a:lnTo>
                    <a:pt x="2868659" y="1259463"/>
                  </a:lnTo>
                  <a:lnTo>
                    <a:pt x="2869912" y="1253833"/>
                  </a:lnTo>
                  <a:lnTo>
                    <a:pt x="2871165" y="1248017"/>
                  </a:lnTo>
                  <a:lnTo>
                    <a:pt x="2872419" y="1242014"/>
                  </a:lnTo>
                  <a:lnTo>
                    <a:pt x="2873672" y="1235831"/>
                  </a:lnTo>
                  <a:lnTo>
                    <a:pt x="2874925" y="1229526"/>
                  </a:lnTo>
                  <a:lnTo>
                    <a:pt x="2876178" y="1223161"/>
                  </a:lnTo>
                  <a:lnTo>
                    <a:pt x="2877431" y="1216793"/>
                  </a:lnTo>
                  <a:lnTo>
                    <a:pt x="2878685" y="1210462"/>
                  </a:lnTo>
                  <a:lnTo>
                    <a:pt x="2879938" y="1204174"/>
                  </a:lnTo>
                  <a:lnTo>
                    <a:pt x="2881191" y="1197951"/>
                  </a:lnTo>
                  <a:lnTo>
                    <a:pt x="2882444" y="1191865"/>
                  </a:lnTo>
                  <a:lnTo>
                    <a:pt x="2883697" y="1185974"/>
                  </a:lnTo>
                  <a:lnTo>
                    <a:pt x="2884951" y="1180223"/>
                  </a:lnTo>
                  <a:lnTo>
                    <a:pt x="2886204" y="1174605"/>
                  </a:lnTo>
                  <a:lnTo>
                    <a:pt x="2887457" y="1169166"/>
                  </a:lnTo>
                  <a:lnTo>
                    <a:pt x="2888710" y="1163978"/>
                  </a:lnTo>
                  <a:lnTo>
                    <a:pt x="2889964" y="1159043"/>
                  </a:lnTo>
                  <a:lnTo>
                    <a:pt x="2891217" y="1154361"/>
                  </a:lnTo>
                  <a:lnTo>
                    <a:pt x="2892470" y="1149987"/>
                  </a:lnTo>
                  <a:lnTo>
                    <a:pt x="2893723" y="1145934"/>
                  </a:lnTo>
                  <a:lnTo>
                    <a:pt x="2894976" y="1142141"/>
                  </a:lnTo>
                  <a:lnTo>
                    <a:pt x="2896230" y="1138499"/>
                  </a:lnTo>
                  <a:lnTo>
                    <a:pt x="2897483" y="1134948"/>
                  </a:lnTo>
                  <a:lnTo>
                    <a:pt x="2898736" y="1131489"/>
                  </a:lnTo>
                  <a:lnTo>
                    <a:pt x="2899989" y="1128121"/>
                  </a:lnTo>
                  <a:lnTo>
                    <a:pt x="2901243" y="1124845"/>
                  </a:lnTo>
                  <a:lnTo>
                    <a:pt x="2902496" y="1121679"/>
                  </a:lnTo>
                  <a:lnTo>
                    <a:pt x="2903749" y="1118655"/>
                  </a:lnTo>
                  <a:lnTo>
                    <a:pt x="2905002" y="1115774"/>
                  </a:lnTo>
                  <a:lnTo>
                    <a:pt x="2906255" y="1112999"/>
                  </a:lnTo>
                  <a:lnTo>
                    <a:pt x="2907509" y="1110298"/>
                  </a:lnTo>
                  <a:lnTo>
                    <a:pt x="2908762" y="1107668"/>
                  </a:lnTo>
                  <a:lnTo>
                    <a:pt x="2910015" y="1105113"/>
                  </a:lnTo>
                  <a:lnTo>
                    <a:pt x="2911268" y="1102694"/>
                  </a:lnTo>
                  <a:lnTo>
                    <a:pt x="2912521" y="1100373"/>
                  </a:lnTo>
                  <a:lnTo>
                    <a:pt x="2913775" y="1098175"/>
                  </a:lnTo>
                  <a:lnTo>
                    <a:pt x="2915028" y="1096160"/>
                  </a:lnTo>
                  <a:lnTo>
                    <a:pt x="2916281" y="1094337"/>
                  </a:lnTo>
                  <a:lnTo>
                    <a:pt x="2917534" y="1092726"/>
                  </a:lnTo>
                  <a:lnTo>
                    <a:pt x="2918788" y="1091384"/>
                  </a:lnTo>
                  <a:lnTo>
                    <a:pt x="2920041" y="1090383"/>
                  </a:lnTo>
                  <a:lnTo>
                    <a:pt x="2921294" y="1089732"/>
                  </a:lnTo>
                  <a:lnTo>
                    <a:pt x="2922547" y="1089394"/>
                  </a:lnTo>
                  <a:lnTo>
                    <a:pt x="2923800" y="1089350"/>
                  </a:lnTo>
                  <a:lnTo>
                    <a:pt x="2925054" y="1089623"/>
                  </a:lnTo>
                  <a:lnTo>
                    <a:pt x="2926307" y="1090246"/>
                  </a:lnTo>
                  <a:lnTo>
                    <a:pt x="2927560" y="1091204"/>
                  </a:lnTo>
                  <a:lnTo>
                    <a:pt x="2928813" y="1092504"/>
                  </a:lnTo>
                  <a:lnTo>
                    <a:pt x="2930067" y="1094101"/>
                  </a:lnTo>
                  <a:lnTo>
                    <a:pt x="2931320" y="1096056"/>
                  </a:lnTo>
                  <a:lnTo>
                    <a:pt x="2932573" y="1098389"/>
                  </a:lnTo>
                  <a:lnTo>
                    <a:pt x="2933826" y="1101091"/>
                  </a:lnTo>
                  <a:lnTo>
                    <a:pt x="2935079" y="1104161"/>
                  </a:lnTo>
                  <a:lnTo>
                    <a:pt x="2936333" y="1107596"/>
                  </a:lnTo>
                  <a:lnTo>
                    <a:pt x="2937586" y="1111344"/>
                  </a:lnTo>
                  <a:lnTo>
                    <a:pt x="2938839" y="1115345"/>
                  </a:lnTo>
                  <a:lnTo>
                    <a:pt x="2940092" y="1119527"/>
                  </a:lnTo>
                  <a:lnTo>
                    <a:pt x="2941345" y="1123843"/>
                  </a:lnTo>
                  <a:lnTo>
                    <a:pt x="2942599" y="1128300"/>
                  </a:lnTo>
                  <a:lnTo>
                    <a:pt x="2943852" y="1132840"/>
                  </a:lnTo>
                  <a:lnTo>
                    <a:pt x="2945105" y="1137385"/>
                  </a:lnTo>
                  <a:lnTo>
                    <a:pt x="2946358" y="1141894"/>
                  </a:lnTo>
                  <a:lnTo>
                    <a:pt x="2947612" y="1146334"/>
                  </a:lnTo>
                  <a:lnTo>
                    <a:pt x="2948865" y="1150730"/>
                  </a:lnTo>
                  <a:lnTo>
                    <a:pt x="2950118" y="1155024"/>
                  </a:lnTo>
                  <a:lnTo>
                    <a:pt x="2951371" y="1159114"/>
                  </a:lnTo>
                  <a:lnTo>
                    <a:pt x="2952624" y="1162948"/>
                  </a:lnTo>
                  <a:lnTo>
                    <a:pt x="2953878" y="1166523"/>
                  </a:lnTo>
                  <a:lnTo>
                    <a:pt x="2955131" y="1169779"/>
                  </a:lnTo>
                  <a:lnTo>
                    <a:pt x="2956384" y="1172668"/>
                  </a:lnTo>
                  <a:lnTo>
                    <a:pt x="2957637" y="1175159"/>
                  </a:lnTo>
                  <a:lnTo>
                    <a:pt x="2958891" y="1177317"/>
                  </a:lnTo>
                  <a:lnTo>
                    <a:pt x="2960144" y="1179213"/>
                  </a:lnTo>
                  <a:lnTo>
                    <a:pt x="2961397" y="1180849"/>
                  </a:lnTo>
                  <a:lnTo>
                    <a:pt x="2962650" y="1182239"/>
                  </a:lnTo>
                  <a:lnTo>
                    <a:pt x="2963903" y="1183396"/>
                  </a:lnTo>
                  <a:lnTo>
                    <a:pt x="2965157" y="1184331"/>
                  </a:lnTo>
                  <a:lnTo>
                    <a:pt x="2966410" y="1185028"/>
                  </a:lnTo>
                  <a:lnTo>
                    <a:pt x="2967663" y="1185468"/>
                  </a:lnTo>
                  <a:lnTo>
                    <a:pt x="2968916" y="1185683"/>
                  </a:lnTo>
                  <a:lnTo>
                    <a:pt x="2970169" y="1185714"/>
                  </a:lnTo>
                  <a:lnTo>
                    <a:pt x="2971423" y="1185543"/>
                  </a:lnTo>
                  <a:lnTo>
                    <a:pt x="2972676" y="1185135"/>
                  </a:lnTo>
                  <a:lnTo>
                    <a:pt x="2973929" y="1184435"/>
                  </a:lnTo>
                  <a:lnTo>
                    <a:pt x="2975182" y="1183453"/>
                  </a:lnTo>
                  <a:lnTo>
                    <a:pt x="2976436" y="1182242"/>
                  </a:lnTo>
                  <a:lnTo>
                    <a:pt x="2977689" y="1180796"/>
                  </a:lnTo>
                  <a:lnTo>
                    <a:pt x="2978942" y="1179115"/>
                  </a:lnTo>
                  <a:lnTo>
                    <a:pt x="2980195" y="1177179"/>
                  </a:lnTo>
                  <a:lnTo>
                    <a:pt x="2981448" y="1174963"/>
                  </a:lnTo>
                  <a:lnTo>
                    <a:pt x="2982702" y="1172382"/>
                  </a:lnTo>
                  <a:lnTo>
                    <a:pt x="2983955" y="1169378"/>
                  </a:lnTo>
                  <a:lnTo>
                    <a:pt x="2985208" y="1165977"/>
                  </a:lnTo>
                  <a:lnTo>
                    <a:pt x="2986461" y="1162226"/>
                  </a:lnTo>
                  <a:lnTo>
                    <a:pt x="2987715" y="1158138"/>
                  </a:lnTo>
                  <a:lnTo>
                    <a:pt x="2988968" y="1153687"/>
                  </a:lnTo>
                  <a:lnTo>
                    <a:pt x="2990221" y="1148904"/>
                  </a:lnTo>
                  <a:lnTo>
                    <a:pt x="2991474" y="1143820"/>
                  </a:lnTo>
                  <a:lnTo>
                    <a:pt x="2992727" y="1138469"/>
                  </a:lnTo>
                  <a:lnTo>
                    <a:pt x="2993981" y="1132842"/>
                  </a:lnTo>
                  <a:lnTo>
                    <a:pt x="2995234" y="1126859"/>
                  </a:lnTo>
                  <a:lnTo>
                    <a:pt x="2996487" y="1120488"/>
                  </a:lnTo>
                  <a:lnTo>
                    <a:pt x="2997740" y="1113709"/>
                  </a:lnTo>
                  <a:lnTo>
                    <a:pt x="2998993" y="1106523"/>
                  </a:lnTo>
                  <a:lnTo>
                    <a:pt x="3000247" y="1098941"/>
                  </a:lnTo>
                  <a:lnTo>
                    <a:pt x="3001500" y="1091014"/>
                  </a:lnTo>
                  <a:lnTo>
                    <a:pt x="3002753" y="1082783"/>
                  </a:lnTo>
                  <a:lnTo>
                    <a:pt x="3004006" y="1074268"/>
                  </a:lnTo>
                  <a:lnTo>
                    <a:pt x="3005260" y="1065461"/>
                  </a:lnTo>
                  <a:lnTo>
                    <a:pt x="3006513" y="1056360"/>
                  </a:lnTo>
                  <a:lnTo>
                    <a:pt x="3007766" y="1047020"/>
                  </a:lnTo>
                  <a:lnTo>
                    <a:pt x="3009019" y="1037441"/>
                  </a:lnTo>
                  <a:lnTo>
                    <a:pt x="3010272" y="1027618"/>
                  </a:lnTo>
                  <a:lnTo>
                    <a:pt x="3011526" y="1017522"/>
                  </a:lnTo>
                  <a:lnTo>
                    <a:pt x="3012779" y="1007154"/>
                  </a:lnTo>
                  <a:lnTo>
                    <a:pt x="3014032" y="996554"/>
                  </a:lnTo>
                  <a:lnTo>
                    <a:pt x="3015285" y="985788"/>
                  </a:lnTo>
                  <a:lnTo>
                    <a:pt x="3016538" y="974860"/>
                  </a:lnTo>
                  <a:lnTo>
                    <a:pt x="3017792" y="963740"/>
                  </a:lnTo>
                  <a:lnTo>
                    <a:pt x="3019045" y="952483"/>
                  </a:lnTo>
                  <a:lnTo>
                    <a:pt x="3020298" y="941112"/>
                  </a:lnTo>
                  <a:lnTo>
                    <a:pt x="3021551" y="929628"/>
                  </a:lnTo>
                  <a:lnTo>
                    <a:pt x="3022805" y="917973"/>
                  </a:lnTo>
                  <a:lnTo>
                    <a:pt x="3024058" y="906107"/>
                  </a:lnTo>
                  <a:lnTo>
                    <a:pt x="3025311" y="894007"/>
                  </a:lnTo>
                  <a:lnTo>
                    <a:pt x="3026564" y="881644"/>
                  </a:lnTo>
                  <a:lnTo>
                    <a:pt x="3027817" y="869006"/>
                  </a:lnTo>
                  <a:lnTo>
                    <a:pt x="3029071" y="856094"/>
                  </a:lnTo>
                  <a:lnTo>
                    <a:pt x="3030324" y="842935"/>
                  </a:lnTo>
                  <a:lnTo>
                    <a:pt x="3031577" y="829530"/>
                  </a:lnTo>
                  <a:lnTo>
                    <a:pt x="3032830" y="815866"/>
                  </a:lnTo>
                  <a:lnTo>
                    <a:pt x="3034084" y="801944"/>
                  </a:lnTo>
                  <a:lnTo>
                    <a:pt x="3035337" y="787821"/>
                  </a:lnTo>
                  <a:lnTo>
                    <a:pt x="3036590" y="773581"/>
                  </a:lnTo>
                  <a:lnTo>
                    <a:pt x="3037843" y="759249"/>
                  </a:lnTo>
                  <a:lnTo>
                    <a:pt x="3039096" y="744832"/>
                  </a:lnTo>
                  <a:lnTo>
                    <a:pt x="3040350" y="730321"/>
                  </a:lnTo>
                  <a:lnTo>
                    <a:pt x="3041603" y="715762"/>
                  </a:lnTo>
                  <a:lnTo>
                    <a:pt x="3042856" y="701211"/>
                  </a:lnTo>
                  <a:lnTo>
                    <a:pt x="3044109" y="686725"/>
                  </a:lnTo>
                  <a:lnTo>
                    <a:pt x="3045362" y="672370"/>
                  </a:lnTo>
                  <a:lnTo>
                    <a:pt x="3046616" y="658211"/>
                  </a:lnTo>
                  <a:lnTo>
                    <a:pt x="3047869" y="644318"/>
                  </a:lnTo>
                  <a:lnTo>
                    <a:pt x="3049122" y="630704"/>
                  </a:lnTo>
                  <a:lnTo>
                    <a:pt x="3050375" y="617395"/>
                  </a:lnTo>
                  <a:lnTo>
                    <a:pt x="3051629" y="604459"/>
                  </a:lnTo>
                  <a:lnTo>
                    <a:pt x="3052882" y="591941"/>
                  </a:lnTo>
                  <a:lnTo>
                    <a:pt x="3054135" y="579853"/>
                  </a:lnTo>
                  <a:lnTo>
                    <a:pt x="3055388" y="568188"/>
                  </a:lnTo>
                  <a:lnTo>
                    <a:pt x="3056641" y="556915"/>
                  </a:lnTo>
                  <a:lnTo>
                    <a:pt x="3057895" y="546095"/>
                  </a:lnTo>
                  <a:lnTo>
                    <a:pt x="3059148" y="535842"/>
                  </a:lnTo>
                  <a:lnTo>
                    <a:pt x="3060401" y="526184"/>
                  </a:lnTo>
                  <a:lnTo>
                    <a:pt x="3061654" y="517147"/>
                  </a:lnTo>
                  <a:lnTo>
                    <a:pt x="3062908" y="508750"/>
                  </a:lnTo>
                  <a:lnTo>
                    <a:pt x="3064161" y="500977"/>
                  </a:lnTo>
                  <a:lnTo>
                    <a:pt x="3065414" y="493784"/>
                  </a:lnTo>
                  <a:lnTo>
                    <a:pt x="3066667" y="487127"/>
                  </a:lnTo>
                  <a:lnTo>
                    <a:pt x="3067920" y="480959"/>
                  </a:lnTo>
                  <a:lnTo>
                    <a:pt x="3069174" y="475314"/>
                  </a:lnTo>
                  <a:lnTo>
                    <a:pt x="3070427" y="470193"/>
                  </a:lnTo>
                  <a:lnTo>
                    <a:pt x="3071680" y="465575"/>
                  </a:lnTo>
                  <a:lnTo>
                    <a:pt x="3072933" y="461468"/>
                  </a:lnTo>
                  <a:lnTo>
                    <a:pt x="3074186" y="457863"/>
                  </a:lnTo>
                  <a:lnTo>
                    <a:pt x="3075440" y="454770"/>
                  </a:lnTo>
                  <a:lnTo>
                    <a:pt x="3076693" y="452152"/>
                  </a:lnTo>
                  <a:lnTo>
                    <a:pt x="3077946" y="449988"/>
                  </a:lnTo>
                  <a:lnTo>
                    <a:pt x="3079199" y="448271"/>
                  </a:lnTo>
                  <a:lnTo>
                    <a:pt x="3080453" y="447016"/>
                  </a:lnTo>
                  <a:lnTo>
                    <a:pt x="3081706" y="446227"/>
                  </a:lnTo>
                  <a:lnTo>
                    <a:pt x="3082959" y="445887"/>
                  </a:lnTo>
                  <a:lnTo>
                    <a:pt x="3084212" y="445965"/>
                  </a:lnTo>
                  <a:lnTo>
                    <a:pt x="3085465" y="446480"/>
                  </a:lnTo>
                  <a:lnTo>
                    <a:pt x="3086719" y="447479"/>
                  </a:lnTo>
                  <a:lnTo>
                    <a:pt x="3087972" y="448969"/>
                  </a:lnTo>
                  <a:lnTo>
                    <a:pt x="3089225" y="450967"/>
                  </a:lnTo>
                  <a:lnTo>
                    <a:pt x="3090478" y="453473"/>
                  </a:lnTo>
                  <a:lnTo>
                    <a:pt x="3091732" y="456482"/>
                  </a:lnTo>
                  <a:lnTo>
                    <a:pt x="3092985" y="459970"/>
                  </a:lnTo>
                  <a:lnTo>
                    <a:pt x="3094238" y="463909"/>
                  </a:lnTo>
                  <a:lnTo>
                    <a:pt x="3095491" y="468303"/>
                  </a:lnTo>
                  <a:lnTo>
                    <a:pt x="3096744" y="473151"/>
                  </a:lnTo>
                  <a:lnTo>
                    <a:pt x="3097998" y="478453"/>
                  </a:lnTo>
                  <a:lnTo>
                    <a:pt x="3099251" y="484151"/>
                  </a:lnTo>
                  <a:lnTo>
                    <a:pt x="3100504" y="490192"/>
                  </a:lnTo>
                  <a:lnTo>
                    <a:pt x="3101757" y="496560"/>
                  </a:lnTo>
                  <a:lnTo>
                    <a:pt x="3103010" y="503228"/>
                  </a:lnTo>
                  <a:lnTo>
                    <a:pt x="3104264" y="510169"/>
                  </a:lnTo>
                  <a:lnTo>
                    <a:pt x="3105517" y="517372"/>
                  </a:lnTo>
                  <a:lnTo>
                    <a:pt x="3106770" y="524810"/>
                  </a:lnTo>
                  <a:lnTo>
                    <a:pt x="3108023" y="532431"/>
                  </a:lnTo>
                  <a:lnTo>
                    <a:pt x="3109277" y="540179"/>
                  </a:lnTo>
                  <a:lnTo>
                    <a:pt x="3110530" y="548002"/>
                  </a:lnTo>
                  <a:lnTo>
                    <a:pt x="3111783" y="555879"/>
                  </a:lnTo>
                  <a:lnTo>
                    <a:pt x="3113036" y="563743"/>
                  </a:lnTo>
                  <a:lnTo>
                    <a:pt x="3114289" y="571540"/>
                  </a:lnTo>
                  <a:lnTo>
                    <a:pt x="3115543" y="579202"/>
                  </a:lnTo>
                  <a:lnTo>
                    <a:pt x="3116796" y="586636"/>
                  </a:lnTo>
                  <a:lnTo>
                    <a:pt x="3118049" y="593761"/>
                  </a:lnTo>
                  <a:lnTo>
                    <a:pt x="3119302" y="600558"/>
                  </a:lnTo>
                  <a:lnTo>
                    <a:pt x="3120556" y="607011"/>
                  </a:lnTo>
                  <a:lnTo>
                    <a:pt x="3121809" y="613031"/>
                  </a:lnTo>
                  <a:lnTo>
                    <a:pt x="3123062" y="618566"/>
                  </a:lnTo>
                  <a:lnTo>
                    <a:pt x="3124315" y="623581"/>
                  </a:lnTo>
                  <a:lnTo>
                    <a:pt x="3125568" y="628055"/>
                  </a:lnTo>
                  <a:lnTo>
                    <a:pt x="3126822" y="631977"/>
                  </a:lnTo>
                  <a:lnTo>
                    <a:pt x="3128075" y="635446"/>
                  </a:lnTo>
                  <a:lnTo>
                    <a:pt x="3129328" y="638559"/>
                  </a:lnTo>
                  <a:lnTo>
                    <a:pt x="3130581" y="641387"/>
                  </a:lnTo>
                  <a:lnTo>
                    <a:pt x="3131834" y="643985"/>
                  </a:lnTo>
                  <a:lnTo>
                    <a:pt x="3133088" y="646348"/>
                  </a:lnTo>
                  <a:lnTo>
                    <a:pt x="3134341" y="648474"/>
                  </a:lnTo>
                  <a:lnTo>
                    <a:pt x="3135594" y="650423"/>
                  </a:lnTo>
                  <a:lnTo>
                    <a:pt x="3136847" y="652295"/>
                  </a:lnTo>
                  <a:lnTo>
                    <a:pt x="3138101" y="654150"/>
                  </a:lnTo>
                  <a:lnTo>
                    <a:pt x="3139354" y="656062"/>
                  </a:lnTo>
                  <a:lnTo>
                    <a:pt x="3140607" y="658068"/>
                  </a:lnTo>
                  <a:lnTo>
                    <a:pt x="3141860" y="660164"/>
                  </a:lnTo>
                  <a:lnTo>
                    <a:pt x="3143113" y="662367"/>
                  </a:lnTo>
                  <a:lnTo>
                    <a:pt x="3144367" y="664665"/>
                  </a:lnTo>
                  <a:lnTo>
                    <a:pt x="3145620" y="667063"/>
                  </a:lnTo>
                  <a:lnTo>
                    <a:pt x="3146873" y="669561"/>
                  </a:lnTo>
                  <a:lnTo>
                    <a:pt x="3148126" y="672173"/>
                  </a:lnTo>
                  <a:lnTo>
                    <a:pt x="3149380" y="674900"/>
                  </a:lnTo>
                  <a:lnTo>
                    <a:pt x="3150633" y="677734"/>
                  </a:lnTo>
                  <a:lnTo>
                    <a:pt x="3151886" y="680660"/>
                  </a:lnTo>
                  <a:lnTo>
                    <a:pt x="3153139" y="683679"/>
                  </a:lnTo>
                  <a:lnTo>
                    <a:pt x="3154392" y="686789"/>
                  </a:lnTo>
                  <a:lnTo>
                    <a:pt x="3155646" y="689986"/>
                  </a:lnTo>
                  <a:lnTo>
                    <a:pt x="3156899" y="693281"/>
                  </a:lnTo>
                  <a:lnTo>
                    <a:pt x="3158152" y="696651"/>
                  </a:lnTo>
                  <a:lnTo>
                    <a:pt x="3159405" y="700107"/>
                  </a:lnTo>
                  <a:lnTo>
                    <a:pt x="3160658" y="703644"/>
                  </a:lnTo>
                  <a:lnTo>
                    <a:pt x="3161912" y="707255"/>
                  </a:lnTo>
                  <a:lnTo>
                    <a:pt x="3163165" y="710952"/>
                  </a:lnTo>
                  <a:lnTo>
                    <a:pt x="3164418" y="714743"/>
                  </a:lnTo>
                  <a:lnTo>
                    <a:pt x="3165671" y="718620"/>
                  </a:lnTo>
                  <a:lnTo>
                    <a:pt x="3166925" y="722559"/>
                  </a:lnTo>
                  <a:lnTo>
                    <a:pt x="3168178" y="726493"/>
                  </a:lnTo>
                  <a:lnTo>
                    <a:pt x="3169431" y="730378"/>
                  </a:lnTo>
                  <a:lnTo>
                    <a:pt x="3170684" y="734243"/>
                  </a:lnTo>
                  <a:lnTo>
                    <a:pt x="3171937" y="738130"/>
                  </a:lnTo>
                  <a:lnTo>
                    <a:pt x="3173191" y="742057"/>
                  </a:lnTo>
                  <a:lnTo>
                    <a:pt x="3174444" y="746043"/>
                  </a:lnTo>
                  <a:lnTo>
                    <a:pt x="3175697" y="750091"/>
                  </a:lnTo>
                  <a:lnTo>
                    <a:pt x="3176950" y="754217"/>
                  </a:lnTo>
                  <a:lnTo>
                    <a:pt x="3178203" y="758423"/>
                  </a:lnTo>
                  <a:lnTo>
                    <a:pt x="3179457" y="762723"/>
                  </a:lnTo>
                  <a:lnTo>
                    <a:pt x="3180710" y="767195"/>
                  </a:lnTo>
                  <a:lnTo>
                    <a:pt x="3181963" y="771901"/>
                  </a:lnTo>
                  <a:lnTo>
                    <a:pt x="3183216" y="776875"/>
                  </a:lnTo>
                  <a:lnTo>
                    <a:pt x="3184470" y="782148"/>
                  </a:lnTo>
                  <a:lnTo>
                    <a:pt x="3185723" y="787756"/>
                  </a:lnTo>
                  <a:lnTo>
                    <a:pt x="3186976" y="793732"/>
                  </a:lnTo>
                  <a:lnTo>
                    <a:pt x="3188229" y="800021"/>
                  </a:lnTo>
                  <a:lnTo>
                    <a:pt x="3189482" y="806589"/>
                  </a:lnTo>
                  <a:lnTo>
                    <a:pt x="3190736" y="813349"/>
                  </a:lnTo>
                  <a:lnTo>
                    <a:pt x="3191989" y="820151"/>
                  </a:lnTo>
                  <a:lnTo>
                    <a:pt x="3193242" y="826939"/>
                  </a:lnTo>
                  <a:lnTo>
                    <a:pt x="3194495" y="833651"/>
                  </a:lnTo>
                  <a:lnTo>
                    <a:pt x="3195749" y="840210"/>
                  </a:lnTo>
                  <a:lnTo>
                    <a:pt x="3197002" y="846588"/>
                  </a:lnTo>
                  <a:lnTo>
                    <a:pt x="3198255" y="852737"/>
                  </a:lnTo>
                  <a:lnTo>
                    <a:pt x="3199508" y="858578"/>
                  </a:lnTo>
                  <a:lnTo>
                    <a:pt x="3200761" y="864050"/>
                  </a:lnTo>
                  <a:lnTo>
                    <a:pt x="3202015" y="869096"/>
                  </a:lnTo>
                  <a:lnTo>
                    <a:pt x="3203268" y="873661"/>
                  </a:lnTo>
                  <a:lnTo>
                    <a:pt x="3204521" y="877756"/>
                  </a:lnTo>
                  <a:lnTo>
                    <a:pt x="3205774" y="881378"/>
                  </a:lnTo>
                  <a:lnTo>
                    <a:pt x="3207027" y="884506"/>
                  </a:lnTo>
                  <a:lnTo>
                    <a:pt x="3208281" y="887164"/>
                  </a:lnTo>
                  <a:lnTo>
                    <a:pt x="3209534" y="889415"/>
                  </a:lnTo>
                  <a:lnTo>
                    <a:pt x="3210787" y="891315"/>
                  </a:lnTo>
                  <a:lnTo>
                    <a:pt x="3212040" y="892865"/>
                  </a:lnTo>
                  <a:lnTo>
                    <a:pt x="3213294" y="894090"/>
                  </a:lnTo>
                  <a:lnTo>
                    <a:pt x="3214547" y="895059"/>
                  </a:lnTo>
                  <a:lnTo>
                    <a:pt x="3215800" y="895818"/>
                  </a:lnTo>
                  <a:lnTo>
                    <a:pt x="3217053" y="896390"/>
                  </a:lnTo>
                  <a:lnTo>
                    <a:pt x="3218306" y="896805"/>
                  </a:lnTo>
                  <a:lnTo>
                    <a:pt x="3219560" y="897067"/>
                  </a:lnTo>
                  <a:lnTo>
                    <a:pt x="3220813" y="897193"/>
                  </a:lnTo>
                  <a:lnTo>
                    <a:pt x="3222066" y="897207"/>
                  </a:lnTo>
                  <a:lnTo>
                    <a:pt x="3223319" y="897111"/>
                  </a:lnTo>
                  <a:lnTo>
                    <a:pt x="3224573" y="896910"/>
                  </a:lnTo>
                  <a:lnTo>
                    <a:pt x="3225826" y="896645"/>
                  </a:lnTo>
                  <a:lnTo>
                    <a:pt x="3227079" y="896332"/>
                  </a:lnTo>
                  <a:lnTo>
                    <a:pt x="3228332" y="895947"/>
                  </a:lnTo>
                  <a:lnTo>
                    <a:pt x="3229585" y="895481"/>
                  </a:lnTo>
                  <a:lnTo>
                    <a:pt x="3230839" y="894978"/>
                  </a:lnTo>
                  <a:lnTo>
                    <a:pt x="3232092" y="894465"/>
                  </a:lnTo>
                  <a:lnTo>
                    <a:pt x="3233345" y="893897"/>
                  </a:lnTo>
                  <a:lnTo>
                    <a:pt x="3234598" y="893233"/>
                  </a:lnTo>
                  <a:lnTo>
                    <a:pt x="3235851" y="892432"/>
                  </a:lnTo>
                  <a:lnTo>
                    <a:pt x="3237105" y="891425"/>
                  </a:lnTo>
                  <a:lnTo>
                    <a:pt x="3238358" y="890162"/>
                  </a:lnTo>
                  <a:lnTo>
                    <a:pt x="3239611" y="888598"/>
                  </a:lnTo>
                  <a:lnTo>
                    <a:pt x="3240864" y="886741"/>
                  </a:lnTo>
                  <a:lnTo>
                    <a:pt x="3242118" y="884541"/>
                  </a:lnTo>
                  <a:lnTo>
                    <a:pt x="3243371" y="881940"/>
                  </a:lnTo>
                  <a:lnTo>
                    <a:pt x="3244624" y="878876"/>
                  </a:lnTo>
                  <a:lnTo>
                    <a:pt x="3245877" y="875284"/>
                  </a:lnTo>
                  <a:lnTo>
                    <a:pt x="3247130" y="871137"/>
                  </a:lnTo>
                  <a:lnTo>
                    <a:pt x="3248384" y="866447"/>
                  </a:lnTo>
                  <a:lnTo>
                    <a:pt x="3249637" y="861211"/>
                  </a:lnTo>
                  <a:lnTo>
                    <a:pt x="3250890" y="855480"/>
                  </a:lnTo>
                  <a:lnTo>
                    <a:pt x="3252143" y="849391"/>
                  </a:lnTo>
                  <a:lnTo>
                    <a:pt x="3253397" y="843017"/>
                  </a:lnTo>
                  <a:lnTo>
                    <a:pt x="3254650" y="836465"/>
                  </a:lnTo>
                  <a:lnTo>
                    <a:pt x="3255903" y="829800"/>
                  </a:lnTo>
                  <a:lnTo>
                    <a:pt x="3257156" y="823047"/>
                  </a:lnTo>
                  <a:lnTo>
                    <a:pt x="3258409" y="816280"/>
                  </a:lnTo>
                  <a:lnTo>
                    <a:pt x="3259663" y="809597"/>
                  </a:lnTo>
                  <a:lnTo>
                    <a:pt x="3260916" y="803101"/>
                  </a:lnTo>
                  <a:lnTo>
                    <a:pt x="3262169" y="796868"/>
                  </a:lnTo>
                  <a:lnTo>
                    <a:pt x="3263422" y="790975"/>
                  </a:lnTo>
                  <a:lnTo>
                    <a:pt x="3264675" y="785468"/>
                  </a:lnTo>
                  <a:lnTo>
                    <a:pt x="3265929" y="780420"/>
                  </a:lnTo>
                  <a:lnTo>
                    <a:pt x="3267182" y="775852"/>
                  </a:lnTo>
                  <a:lnTo>
                    <a:pt x="3268435" y="771747"/>
                  </a:lnTo>
                  <a:lnTo>
                    <a:pt x="3269688" y="768119"/>
                  </a:lnTo>
                  <a:lnTo>
                    <a:pt x="3270942" y="764958"/>
                  </a:lnTo>
                  <a:lnTo>
                    <a:pt x="3272195" y="762237"/>
                  </a:lnTo>
                  <a:lnTo>
                    <a:pt x="3273448" y="759967"/>
                  </a:lnTo>
                  <a:lnTo>
                    <a:pt x="3274701" y="758171"/>
                  </a:lnTo>
                  <a:lnTo>
                    <a:pt x="3275954" y="756804"/>
                  </a:lnTo>
                  <a:lnTo>
                    <a:pt x="3277208" y="755771"/>
                  </a:lnTo>
                  <a:lnTo>
                    <a:pt x="3278461" y="754965"/>
                  </a:lnTo>
                  <a:lnTo>
                    <a:pt x="3279714" y="754342"/>
                  </a:lnTo>
                  <a:lnTo>
                    <a:pt x="3280967" y="753857"/>
                  </a:lnTo>
                  <a:lnTo>
                    <a:pt x="3282221" y="753460"/>
                  </a:lnTo>
                  <a:lnTo>
                    <a:pt x="3283474" y="753127"/>
                  </a:lnTo>
                  <a:lnTo>
                    <a:pt x="3284727" y="752821"/>
                  </a:lnTo>
                  <a:lnTo>
                    <a:pt x="3285980" y="752516"/>
                  </a:lnTo>
                  <a:lnTo>
                    <a:pt x="3287233" y="752186"/>
                  </a:lnTo>
                  <a:lnTo>
                    <a:pt x="3288487" y="751757"/>
                  </a:lnTo>
                  <a:lnTo>
                    <a:pt x="3289740" y="751135"/>
                  </a:lnTo>
                  <a:lnTo>
                    <a:pt x="3290993" y="750276"/>
                  </a:lnTo>
                  <a:lnTo>
                    <a:pt x="3292246" y="749161"/>
                  </a:lnTo>
                  <a:lnTo>
                    <a:pt x="3293499" y="747740"/>
                  </a:lnTo>
                  <a:lnTo>
                    <a:pt x="3294753" y="746005"/>
                  </a:lnTo>
                  <a:lnTo>
                    <a:pt x="3296006" y="743965"/>
                  </a:lnTo>
                  <a:lnTo>
                    <a:pt x="3297259" y="741644"/>
                  </a:lnTo>
                  <a:lnTo>
                    <a:pt x="3298512" y="739022"/>
                  </a:lnTo>
                  <a:lnTo>
                    <a:pt x="3299766" y="736118"/>
                  </a:lnTo>
                  <a:lnTo>
                    <a:pt x="3301019" y="733026"/>
                  </a:lnTo>
                  <a:lnTo>
                    <a:pt x="3302272" y="729790"/>
                  </a:lnTo>
                  <a:lnTo>
                    <a:pt x="3303525" y="726430"/>
                  </a:lnTo>
                  <a:lnTo>
                    <a:pt x="3304778" y="723006"/>
                  </a:lnTo>
                  <a:lnTo>
                    <a:pt x="3306032" y="719640"/>
                  </a:lnTo>
                  <a:lnTo>
                    <a:pt x="3307285" y="716434"/>
                  </a:lnTo>
                  <a:lnTo>
                    <a:pt x="3308538" y="713488"/>
                  </a:lnTo>
                  <a:lnTo>
                    <a:pt x="3309791" y="710875"/>
                  </a:lnTo>
                  <a:lnTo>
                    <a:pt x="3311045" y="708626"/>
                  </a:lnTo>
                  <a:lnTo>
                    <a:pt x="3312298" y="706762"/>
                  </a:lnTo>
                  <a:lnTo>
                    <a:pt x="3313551" y="705282"/>
                  </a:lnTo>
                  <a:lnTo>
                    <a:pt x="3314804" y="704085"/>
                  </a:lnTo>
                  <a:lnTo>
                    <a:pt x="3316057" y="703113"/>
                  </a:lnTo>
                  <a:lnTo>
                    <a:pt x="3317311" y="702325"/>
                  </a:lnTo>
                  <a:lnTo>
                    <a:pt x="3318564" y="701684"/>
                  </a:lnTo>
                  <a:lnTo>
                    <a:pt x="3319817" y="701168"/>
                  </a:lnTo>
                  <a:lnTo>
                    <a:pt x="3321070" y="700762"/>
                  </a:lnTo>
                  <a:lnTo>
                    <a:pt x="3322323" y="700405"/>
                  </a:lnTo>
                  <a:lnTo>
                    <a:pt x="3323577" y="699999"/>
                  </a:lnTo>
                  <a:lnTo>
                    <a:pt x="3324830" y="699439"/>
                  </a:lnTo>
                  <a:lnTo>
                    <a:pt x="3326083" y="698614"/>
                  </a:lnTo>
                  <a:lnTo>
                    <a:pt x="3327336" y="697454"/>
                  </a:lnTo>
                  <a:lnTo>
                    <a:pt x="3328590" y="695859"/>
                  </a:lnTo>
                  <a:lnTo>
                    <a:pt x="3329843" y="693764"/>
                  </a:lnTo>
                  <a:lnTo>
                    <a:pt x="3331096" y="691184"/>
                  </a:lnTo>
                  <a:lnTo>
                    <a:pt x="3332349" y="688141"/>
                  </a:lnTo>
                  <a:lnTo>
                    <a:pt x="3333602" y="684685"/>
                  </a:lnTo>
                  <a:lnTo>
                    <a:pt x="3334856" y="680832"/>
                  </a:lnTo>
                  <a:lnTo>
                    <a:pt x="3336109" y="676535"/>
                  </a:lnTo>
                  <a:lnTo>
                    <a:pt x="3337362" y="671706"/>
                  </a:lnTo>
                  <a:lnTo>
                    <a:pt x="3338615" y="666317"/>
                  </a:lnTo>
                  <a:lnTo>
                    <a:pt x="3339868" y="660448"/>
                  </a:lnTo>
                  <a:lnTo>
                    <a:pt x="3341122" y="654214"/>
                  </a:lnTo>
                  <a:lnTo>
                    <a:pt x="3342375" y="647688"/>
                  </a:lnTo>
                  <a:lnTo>
                    <a:pt x="3343628" y="640905"/>
                  </a:lnTo>
                  <a:lnTo>
                    <a:pt x="3344881" y="633920"/>
                  </a:lnTo>
                  <a:lnTo>
                    <a:pt x="3346135" y="626794"/>
                  </a:lnTo>
                  <a:lnTo>
                    <a:pt x="3347388" y="619559"/>
                  </a:lnTo>
                  <a:lnTo>
                    <a:pt x="3348641" y="612250"/>
                  </a:lnTo>
                  <a:lnTo>
                    <a:pt x="3349894" y="604881"/>
                  </a:lnTo>
                  <a:lnTo>
                    <a:pt x="3351147" y="597473"/>
                  </a:lnTo>
                  <a:lnTo>
                    <a:pt x="3352401" y="590120"/>
                  </a:lnTo>
                  <a:lnTo>
                    <a:pt x="3353654" y="582883"/>
                  </a:lnTo>
                  <a:lnTo>
                    <a:pt x="3354907" y="575813"/>
                  </a:lnTo>
                  <a:lnTo>
                    <a:pt x="3356160" y="569025"/>
                  </a:lnTo>
                  <a:lnTo>
                    <a:pt x="3357414" y="562557"/>
                  </a:lnTo>
                  <a:lnTo>
                    <a:pt x="3358667" y="556414"/>
                  </a:lnTo>
                  <a:lnTo>
                    <a:pt x="3359920" y="550593"/>
                  </a:lnTo>
                  <a:lnTo>
                    <a:pt x="3361173" y="545128"/>
                  </a:lnTo>
                  <a:lnTo>
                    <a:pt x="3362426" y="539996"/>
                  </a:lnTo>
                  <a:lnTo>
                    <a:pt x="3363680" y="535186"/>
                  </a:lnTo>
                  <a:lnTo>
                    <a:pt x="3364933" y="530675"/>
                  </a:lnTo>
                  <a:lnTo>
                    <a:pt x="3366186" y="526448"/>
                  </a:lnTo>
                  <a:lnTo>
                    <a:pt x="3367439" y="522520"/>
                  </a:lnTo>
                  <a:lnTo>
                    <a:pt x="3368692" y="518846"/>
                  </a:lnTo>
                  <a:lnTo>
                    <a:pt x="3369946" y="515357"/>
                  </a:lnTo>
                  <a:lnTo>
                    <a:pt x="3371199" y="511972"/>
                  </a:lnTo>
                  <a:lnTo>
                    <a:pt x="3372452" y="508620"/>
                  </a:lnTo>
                  <a:lnTo>
                    <a:pt x="3373705" y="505236"/>
                  </a:lnTo>
                  <a:lnTo>
                    <a:pt x="3374959" y="501748"/>
                  </a:lnTo>
                  <a:lnTo>
                    <a:pt x="3376212" y="498135"/>
                  </a:lnTo>
                  <a:lnTo>
                    <a:pt x="3377465" y="494398"/>
                  </a:lnTo>
                  <a:lnTo>
                    <a:pt x="3378718" y="490584"/>
                  </a:lnTo>
                  <a:lnTo>
                    <a:pt x="3379971" y="486713"/>
                  </a:lnTo>
                  <a:lnTo>
                    <a:pt x="3381225" y="482812"/>
                  </a:lnTo>
                  <a:lnTo>
                    <a:pt x="3382478" y="478870"/>
                  </a:lnTo>
                  <a:lnTo>
                    <a:pt x="3383731" y="474913"/>
                  </a:lnTo>
                  <a:lnTo>
                    <a:pt x="3384984" y="470968"/>
                  </a:lnTo>
                  <a:lnTo>
                    <a:pt x="3386238" y="467064"/>
                  </a:lnTo>
                  <a:lnTo>
                    <a:pt x="3387491" y="463248"/>
                  </a:lnTo>
                  <a:lnTo>
                    <a:pt x="3388744" y="459564"/>
                  </a:lnTo>
                  <a:lnTo>
                    <a:pt x="3389997" y="456080"/>
                  </a:lnTo>
                  <a:lnTo>
                    <a:pt x="3391250" y="452850"/>
                  </a:lnTo>
                  <a:lnTo>
                    <a:pt x="3392504" y="449936"/>
                  </a:lnTo>
                  <a:lnTo>
                    <a:pt x="3393757" y="447388"/>
                  </a:lnTo>
                  <a:lnTo>
                    <a:pt x="3395010" y="445178"/>
                  </a:lnTo>
                  <a:lnTo>
                    <a:pt x="3396263" y="443267"/>
                  </a:lnTo>
                  <a:lnTo>
                    <a:pt x="3397516" y="441578"/>
                  </a:lnTo>
                  <a:lnTo>
                    <a:pt x="3398770" y="440080"/>
                  </a:lnTo>
                  <a:lnTo>
                    <a:pt x="3400023" y="438789"/>
                  </a:lnTo>
                  <a:lnTo>
                    <a:pt x="3401276" y="437773"/>
                  </a:lnTo>
                  <a:lnTo>
                    <a:pt x="3402529" y="436990"/>
                  </a:lnTo>
                  <a:lnTo>
                    <a:pt x="3403783" y="436384"/>
                  </a:lnTo>
                  <a:lnTo>
                    <a:pt x="3405036" y="435893"/>
                  </a:lnTo>
                  <a:lnTo>
                    <a:pt x="3406289" y="435489"/>
                  </a:lnTo>
                  <a:lnTo>
                    <a:pt x="3407542" y="435167"/>
                  </a:lnTo>
                  <a:lnTo>
                    <a:pt x="3408795" y="434894"/>
                  </a:lnTo>
                  <a:lnTo>
                    <a:pt x="3410049" y="434644"/>
                  </a:lnTo>
                  <a:lnTo>
                    <a:pt x="3411302" y="434400"/>
                  </a:lnTo>
                  <a:lnTo>
                    <a:pt x="3412555" y="434134"/>
                  </a:lnTo>
                  <a:lnTo>
                    <a:pt x="3413808" y="433858"/>
                  </a:lnTo>
                  <a:lnTo>
                    <a:pt x="3415062" y="433574"/>
                  </a:lnTo>
                  <a:lnTo>
                    <a:pt x="3416315" y="433276"/>
                  </a:lnTo>
                  <a:lnTo>
                    <a:pt x="3417568" y="432957"/>
                  </a:lnTo>
                  <a:lnTo>
                    <a:pt x="3418821" y="432564"/>
                  </a:lnTo>
                  <a:lnTo>
                    <a:pt x="3420074" y="432020"/>
                  </a:lnTo>
                  <a:lnTo>
                    <a:pt x="3421328" y="431330"/>
                  </a:lnTo>
                  <a:lnTo>
                    <a:pt x="3422581" y="430508"/>
                  </a:lnTo>
                  <a:lnTo>
                    <a:pt x="3423834" y="429549"/>
                  </a:lnTo>
                  <a:lnTo>
                    <a:pt x="3425087" y="428487"/>
                  </a:lnTo>
                  <a:lnTo>
                    <a:pt x="3426340" y="427346"/>
                  </a:lnTo>
                  <a:lnTo>
                    <a:pt x="3427594" y="426083"/>
                  </a:lnTo>
                  <a:lnTo>
                    <a:pt x="3428847" y="424699"/>
                  </a:lnTo>
                  <a:lnTo>
                    <a:pt x="3430100" y="423201"/>
                  </a:lnTo>
                  <a:lnTo>
                    <a:pt x="3431353" y="421563"/>
                  </a:lnTo>
                  <a:lnTo>
                    <a:pt x="3432607" y="419761"/>
                  </a:lnTo>
                  <a:lnTo>
                    <a:pt x="3433860" y="417796"/>
                  </a:lnTo>
                  <a:lnTo>
                    <a:pt x="3435113" y="415691"/>
                  </a:lnTo>
                  <a:lnTo>
                    <a:pt x="3436366" y="413470"/>
                  </a:lnTo>
                  <a:lnTo>
                    <a:pt x="3437619" y="411153"/>
                  </a:lnTo>
                  <a:lnTo>
                    <a:pt x="3438873" y="408785"/>
                  </a:lnTo>
                  <a:lnTo>
                    <a:pt x="3440126" y="406376"/>
                  </a:lnTo>
                  <a:lnTo>
                    <a:pt x="3441379" y="403917"/>
                  </a:lnTo>
                  <a:lnTo>
                    <a:pt x="3442632" y="401413"/>
                  </a:lnTo>
                  <a:lnTo>
                    <a:pt x="3443886" y="398865"/>
                  </a:lnTo>
                  <a:lnTo>
                    <a:pt x="3445139" y="396287"/>
                  </a:lnTo>
                  <a:lnTo>
                    <a:pt x="3446392" y="393693"/>
                  </a:lnTo>
                  <a:lnTo>
                    <a:pt x="3447645" y="391089"/>
                  </a:lnTo>
                  <a:lnTo>
                    <a:pt x="3448898" y="388445"/>
                  </a:lnTo>
                  <a:lnTo>
                    <a:pt x="3450152" y="385738"/>
                  </a:lnTo>
                  <a:lnTo>
                    <a:pt x="3451405" y="383004"/>
                  </a:lnTo>
                  <a:lnTo>
                    <a:pt x="3452658" y="380247"/>
                  </a:lnTo>
                  <a:lnTo>
                    <a:pt x="3453911" y="377449"/>
                  </a:lnTo>
                  <a:lnTo>
                    <a:pt x="3455164" y="374596"/>
                  </a:lnTo>
                  <a:lnTo>
                    <a:pt x="3456418" y="371650"/>
                  </a:lnTo>
                  <a:lnTo>
                    <a:pt x="3457671" y="368613"/>
                  </a:lnTo>
                  <a:lnTo>
                    <a:pt x="3458924" y="365509"/>
                  </a:lnTo>
                  <a:lnTo>
                    <a:pt x="3460177" y="362385"/>
                  </a:lnTo>
                  <a:lnTo>
                    <a:pt x="3461431" y="359283"/>
                  </a:lnTo>
                  <a:lnTo>
                    <a:pt x="3462684" y="356271"/>
                  </a:lnTo>
                  <a:lnTo>
                    <a:pt x="3463937" y="353386"/>
                  </a:lnTo>
                  <a:lnTo>
                    <a:pt x="3465190" y="350628"/>
                  </a:lnTo>
                  <a:lnTo>
                    <a:pt x="3466443" y="348036"/>
                  </a:lnTo>
                  <a:lnTo>
                    <a:pt x="3467697" y="345649"/>
                  </a:lnTo>
                  <a:lnTo>
                    <a:pt x="3468950" y="343541"/>
                  </a:lnTo>
                  <a:lnTo>
                    <a:pt x="3470203" y="341737"/>
                  </a:lnTo>
                  <a:lnTo>
                    <a:pt x="3471456" y="340210"/>
                  </a:lnTo>
                  <a:lnTo>
                    <a:pt x="3472710" y="339010"/>
                  </a:lnTo>
                  <a:lnTo>
                    <a:pt x="3473963" y="338172"/>
                  </a:lnTo>
                  <a:lnTo>
                    <a:pt x="3475216" y="337726"/>
                  </a:lnTo>
                  <a:lnTo>
                    <a:pt x="3476469" y="337645"/>
                  </a:lnTo>
                  <a:lnTo>
                    <a:pt x="3477722" y="337886"/>
                  </a:lnTo>
                  <a:lnTo>
                    <a:pt x="3478976" y="338445"/>
                  </a:lnTo>
                  <a:lnTo>
                    <a:pt x="3480229" y="339307"/>
                  </a:lnTo>
                  <a:lnTo>
                    <a:pt x="3481482" y="340460"/>
                  </a:lnTo>
                  <a:lnTo>
                    <a:pt x="3482735" y="341926"/>
                  </a:lnTo>
                  <a:lnTo>
                    <a:pt x="3483988" y="343700"/>
                  </a:lnTo>
                  <a:lnTo>
                    <a:pt x="3485242" y="345738"/>
                  </a:lnTo>
                  <a:lnTo>
                    <a:pt x="3486495" y="348017"/>
                  </a:lnTo>
                  <a:lnTo>
                    <a:pt x="3487748" y="350563"/>
                  </a:lnTo>
                  <a:lnTo>
                    <a:pt x="3489001" y="353315"/>
                  </a:lnTo>
                  <a:lnTo>
                    <a:pt x="3490255" y="356339"/>
                  </a:lnTo>
                  <a:lnTo>
                    <a:pt x="3491508" y="359662"/>
                  </a:lnTo>
                  <a:lnTo>
                    <a:pt x="3492761" y="363258"/>
                  </a:lnTo>
                  <a:lnTo>
                    <a:pt x="3494014" y="367147"/>
                  </a:lnTo>
                  <a:lnTo>
                    <a:pt x="3495267" y="371378"/>
                  </a:lnTo>
                  <a:lnTo>
                    <a:pt x="3496521" y="375970"/>
                  </a:lnTo>
                  <a:lnTo>
                    <a:pt x="3497774" y="380860"/>
                  </a:lnTo>
                  <a:lnTo>
                    <a:pt x="3499027" y="385971"/>
                  </a:lnTo>
                  <a:lnTo>
                    <a:pt x="3500280" y="391280"/>
                  </a:lnTo>
                  <a:lnTo>
                    <a:pt x="3501533" y="396805"/>
                  </a:lnTo>
                  <a:lnTo>
                    <a:pt x="3502787" y="402567"/>
                  </a:lnTo>
                  <a:lnTo>
                    <a:pt x="3504040" y="408541"/>
                  </a:lnTo>
                  <a:lnTo>
                    <a:pt x="3505293" y="414708"/>
                  </a:lnTo>
                  <a:lnTo>
                    <a:pt x="3506546" y="420998"/>
                  </a:lnTo>
                  <a:lnTo>
                    <a:pt x="3507800" y="427394"/>
                  </a:lnTo>
                  <a:lnTo>
                    <a:pt x="3509053" y="433838"/>
                  </a:lnTo>
                  <a:lnTo>
                    <a:pt x="3510306" y="440299"/>
                  </a:lnTo>
                  <a:lnTo>
                    <a:pt x="3511559" y="446766"/>
                  </a:lnTo>
                  <a:lnTo>
                    <a:pt x="3512812" y="453274"/>
                  </a:lnTo>
                  <a:lnTo>
                    <a:pt x="3514066" y="459813"/>
                  </a:lnTo>
                  <a:lnTo>
                    <a:pt x="3515319" y="466341"/>
                  </a:lnTo>
                  <a:lnTo>
                    <a:pt x="3516572" y="472857"/>
                  </a:lnTo>
                  <a:lnTo>
                    <a:pt x="3517825" y="479410"/>
                  </a:lnTo>
                  <a:lnTo>
                    <a:pt x="3519079" y="486000"/>
                  </a:lnTo>
                  <a:lnTo>
                    <a:pt x="3520332" y="492607"/>
                  </a:lnTo>
                  <a:lnTo>
                    <a:pt x="3521585" y="499159"/>
                  </a:lnTo>
                  <a:lnTo>
                    <a:pt x="3522838" y="505627"/>
                  </a:lnTo>
                  <a:lnTo>
                    <a:pt x="3524091" y="512005"/>
                  </a:lnTo>
                  <a:lnTo>
                    <a:pt x="3525345" y="518262"/>
                  </a:lnTo>
                  <a:lnTo>
                    <a:pt x="3526598" y="524342"/>
                  </a:lnTo>
                  <a:lnTo>
                    <a:pt x="3527851" y="530224"/>
                  </a:lnTo>
                  <a:lnTo>
                    <a:pt x="3529104" y="535850"/>
                  </a:lnTo>
                  <a:lnTo>
                    <a:pt x="3530357" y="541143"/>
                  </a:lnTo>
                  <a:lnTo>
                    <a:pt x="3531611" y="545995"/>
                  </a:lnTo>
                  <a:lnTo>
                    <a:pt x="3532864" y="550313"/>
                  </a:lnTo>
                  <a:lnTo>
                    <a:pt x="3534117" y="554100"/>
                  </a:lnTo>
                  <a:lnTo>
                    <a:pt x="3535370" y="557345"/>
                  </a:lnTo>
                  <a:lnTo>
                    <a:pt x="3536624" y="559982"/>
                  </a:lnTo>
                  <a:lnTo>
                    <a:pt x="3537877" y="561981"/>
                  </a:lnTo>
                  <a:lnTo>
                    <a:pt x="3539130" y="563389"/>
                  </a:lnTo>
                  <a:lnTo>
                    <a:pt x="3540383" y="564291"/>
                  </a:lnTo>
                  <a:lnTo>
                    <a:pt x="3541636" y="564730"/>
                  </a:lnTo>
                  <a:lnTo>
                    <a:pt x="3542890" y="564695"/>
                  </a:lnTo>
                  <a:lnTo>
                    <a:pt x="3544143" y="564171"/>
                  </a:lnTo>
                  <a:lnTo>
                    <a:pt x="3545396" y="563174"/>
                  </a:lnTo>
                  <a:lnTo>
                    <a:pt x="3546649" y="561747"/>
                  </a:lnTo>
                  <a:lnTo>
                    <a:pt x="3547903" y="559953"/>
                  </a:lnTo>
                  <a:lnTo>
                    <a:pt x="3549156" y="557920"/>
                  </a:lnTo>
                  <a:lnTo>
                    <a:pt x="3550409" y="555692"/>
                  </a:lnTo>
                  <a:lnTo>
                    <a:pt x="3551662" y="553326"/>
                  </a:lnTo>
                  <a:lnTo>
                    <a:pt x="3552915" y="550832"/>
                  </a:lnTo>
                  <a:lnTo>
                    <a:pt x="3554169" y="548136"/>
                  </a:lnTo>
                  <a:lnTo>
                    <a:pt x="3555422" y="545256"/>
                  </a:lnTo>
                  <a:lnTo>
                    <a:pt x="3556675" y="542177"/>
                  </a:lnTo>
                  <a:lnTo>
                    <a:pt x="3557928" y="538885"/>
                  </a:lnTo>
                  <a:lnTo>
                    <a:pt x="3559181" y="535351"/>
                  </a:lnTo>
                  <a:lnTo>
                    <a:pt x="3560435" y="531648"/>
                  </a:lnTo>
                  <a:lnTo>
                    <a:pt x="3561688" y="527921"/>
                  </a:lnTo>
                  <a:lnTo>
                    <a:pt x="3562941" y="524304"/>
                  </a:lnTo>
                  <a:lnTo>
                    <a:pt x="3564194" y="520814"/>
                  </a:lnTo>
                  <a:lnTo>
                    <a:pt x="3565448" y="517437"/>
                  </a:lnTo>
                  <a:lnTo>
                    <a:pt x="3566701" y="514160"/>
                  </a:lnTo>
                  <a:lnTo>
                    <a:pt x="3567954" y="511009"/>
                  </a:lnTo>
                  <a:lnTo>
                    <a:pt x="3569207" y="508030"/>
                  </a:lnTo>
                  <a:lnTo>
                    <a:pt x="3570460" y="505256"/>
                  </a:lnTo>
                  <a:lnTo>
                    <a:pt x="3571714" y="502714"/>
                  </a:lnTo>
                  <a:lnTo>
                    <a:pt x="3572967" y="500504"/>
                  </a:lnTo>
                  <a:lnTo>
                    <a:pt x="3574220" y="498698"/>
                  </a:lnTo>
                  <a:lnTo>
                    <a:pt x="3575473" y="497343"/>
                  </a:lnTo>
                  <a:lnTo>
                    <a:pt x="3576727" y="496438"/>
                  </a:lnTo>
                  <a:lnTo>
                    <a:pt x="3577980" y="496014"/>
                  </a:lnTo>
                  <a:lnTo>
                    <a:pt x="3579233" y="496084"/>
                  </a:lnTo>
                  <a:lnTo>
                    <a:pt x="3580486" y="496589"/>
                  </a:lnTo>
                  <a:lnTo>
                    <a:pt x="3581739" y="497514"/>
                  </a:lnTo>
                  <a:lnTo>
                    <a:pt x="3582993" y="498835"/>
                  </a:lnTo>
                  <a:lnTo>
                    <a:pt x="3584246" y="500605"/>
                  </a:lnTo>
                  <a:lnTo>
                    <a:pt x="3585499" y="502869"/>
                  </a:lnTo>
                  <a:lnTo>
                    <a:pt x="3586752" y="505623"/>
                  </a:lnTo>
                  <a:lnTo>
                    <a:pt x="3588005" y="508812"/>
                  </a:lnTo>
                  <a:lnTo>
                    <a:pt x="3589259" y="512420"/>
                  </a:lnTo>
                  <a:lnTo>
                    <a:pt x="3590512" y="516444"/>
                  </a:lnTo>
                  <a:lnTo>
                    <a:pt x="3591765" y="520870"/>
                  </a:lnTo>
                  <a:lnTo>
                    <a:pt x="3593018" y="525697"/>
                  </a:lnTo>
                  <a:lnTo>
                    <a:pt x="3594272" y="530974"/>
                  </a:lnTo>
                  <a:lnTo>
                    <a:pt x="3595525" y="536765"/>
                  </a:lnTo>
                  <a:lnTo>
                    <a:pt x="3596778" y="543054"/>
                  </a:lnTo>
                  <a:lnTo>
                    <a:pt x="3598031" y="549782"/>
                  </a:lnTo>
                  <a:lnTo>
                    <a:pt x="3599284" y="556982"/>
                  </a:lnTo>
                  <a:lnTo>
                    <a:pt x="3600538" y="564650"/>
                  </a:lnTo>
                  <a:lnTo>
                    <a:pt x="3601791" y="572766"/>
                  </a:lnTo>
                  <a:lnTo>
                    <a:pt x="3603044" y="581243"/>
                  </a:lnTo>
                  <a:lnTo>
                    <a:pt x="3604297" y="590026"/>
                  </a:lnTo>
                  <a:lnTo>
                    <a:pt x="3605551" y="599106"/>
                  </a:lnTo>
                  <a:lnTo>
                    <a:pt x="3606804" y="608509"/>
                  </a:lnTo>
                  <a:lnTo>
                    <a:pt x="3608057" y="618254"/>
                  </a:lnTo>
                  <a:lnTo>
                    <a:pt x="3609310" y="628327"/>
                  </a:lnTo>
                  <a:lnTo>
                    <a:pt x="3610563" y="638690"/>
                  </a:lnTo>
                  <a:lnTo>
                    <a:pt x="3611817" y="649264"/>
                  </a:lnTo>
                  <a:lnTo>
                    <a:pt x="3613070" y="659956"/>
                  </a:lnTo>
                  <a:lnTo>
                    <a:pt x="3614323" y="670705"/>
                  </a:lnTo>
                  <a:lnTo>
                    <a:pt x="3615576" y="681496"/>
                  </a:lnTo>
                  <a:lnTo>
                    <a:pt x="3616829" y="692432"/>
                  </a:lnTo>
                  <a:lnTo>
                    <a:pt x="3618083" y="703543"/>
                  </a:lnTo>
                  <a:lnTo>
                    <a:pt x="3619336" y="714899"/>
                  </a:lnTo>
                  <a:lnTo>
                    <a:pt x="3620589" y="726527"/>
                  </a:lnTo>
                  <a:lnTo>
                    <a:pt x="3621842" y="738465"/>
                  </a:lnTo>
                  <a:lnTo>
                    <a:pt x="3623096" y="750691"/>
                  </a:lnTo>
                  <a:lnTo>
                    <a:pt x="3624349" y="763166"/>
                  </a:lnTo>
                  <a:lnTo>
                    <a:pt x="3625602" y="775784"/>
                  </a:lnTo>
                  <a:lnTo>
                    <a:pt x="3626855" y="788494"/>
                  </a:lnTo>
                  <a:lnTo>
                    <a:pt x="3628108" y="801277"/>
                  </a:lnTo>
                  <a:lnTo>
                    <a:pt x="3629362" y="814138"/>
                  </a:lnTo>
                  <a:lnTo>
                    <a:pt x="3630615" y="827036"/>
                  </a:lnTo>
                  <a:lnTo>
                    <a:pt x="3631868" y="839939"/>
                  </a:lnTo>
                  <a:lnTo>
                    <a:pt x="3633121" y="852822"/>
                  </a:lnTo>
                  <a:lnTo>
                    <a:pt x="3634375" y="865672"/>
                  </a:lnTo>
                  <a:lnTo>
                    <a:pt x="3635628" y="878362"/>
                  </a:lnTo>
                  <a:lnTo>
                    <a:pt x="3636881" y="890749"/>
                  </a:lnTo>
                  <a:lnTo>
                    <a:pt x="3638134" y="902709"/>
                  </a:lnTo>
                  <a:lnTo>
                    <a:pt x="3639387" y="914136"/>
                  </a:lnTo>
                  <a:lnTo>
                    <a:pt x="3640641" y="924925"/>
                  </a:lnTo>
                  <a:lnTo>
                    <a:pt x="3641894" y="935015"/>
                  </a:lnTo>
                  <a:lnTo>
                    <a:pt x="3643147" y="944386"/>
                  </a:lnTo>
                  <a:lnTo>
                    <a:pt x="3644400" y="953031"/>
                  </a:lnTo>
                  <a:lnTo>
                    <a:pt x="3645653" y="960948"/>
                  </a:lnTo>
                  <a:lnTo>
                    <a:pt x="3646907" y="968137"/>
                  </a:lnTo>
                  <a:lnTo>
                    <a:pt x="3648160" y="974584"/>
                  </a:lnTo>
                  <a:lnTo>
                    <a:pt x="3649413" y="980269"/>
                  </a:lnTo>
                  <a:lnTo>
                    <a:pt x="3650666" y="985232"/>
                  </a:lnTo>
                  <a:lnTo>
                    <a:pt x="3651920" y="989542"/>
                  </a:lnTo>
                  <a:lnTo>
                    <a:pt x="3653173" y="993244"/>
                  </a:lnTo>
                  <a:lnTo>
                    <a:pt x="3654426" y="996389"/>
                  </a:lnTo>
                  <a:lnTo>
                    <a:pt x="3655679" y="999044"/>
                  </a:lnTo>
                  <a:lnTo>
                    <a:pt x="3656932" y="1001257"/>
                  </a:lnTo>
                  <a:lnTo>
                    <a:pt x="3658186" y="1003065"/>
                  </a:lnTo>
                  <a:lnTo>
                    <a:pt x="3659439" y="1004555"/>
                  </a:lnTo>
                  <a:lnTo>
                    <a:pt x="3660692" y="1005835"/>
                  </a:lnTo>
                  <a:lnTo>
                    <a:pt x="3661945" y="1006955"/>
                  </a:lnTo>
                  <a:lnTo>
                    <a:pt x="3663198" y="1007960"/>
                  </a:lnTo>
                  <a:lnTo>
                    <a:pt x="3664452" y="1008893"/>
                  </a:lnTo>
                  <a:lnTo>
                    <a:pt x="3665705" y="1009798"/>
                  </a:lnTo>
                  <a:lnTo>
                    <a:pt x="3666958" y="1010688"/>
                  </a:lnTo>
                  <a:lnTo>
                    <a:pt x="3668211" y="1011594"/>
                  </a:lnTo>
                  <a:lnTo>
                    <a:pt x="3669465" y="1012470"/>
                  </a:lnTo>
                  <a:lnTo>
                    <a:pt x="3670718" y="1013236"/>
                  </a:lnTo>
                  <a:lnTo>
                    <a:pt x="3671971" y="1013854"/>
                  </a:lnTo>
                  <a:lnTo>
                    <a:pt x="3673224" y="1014320"/>
                  </a:lnTo>
                  <a:lnTo>
                    <a:pt x="3674477" y="1014629"/>
                  </a:lnTo>
                  <a:lnTo>
                    <a:pt x="3675731" y="1014799"/>
                  </a:lnTo>
                  <a:lnTo>
                    <a:pt x="3676984" y="1014832"/>
                  </a:lnTo>
                  <a:lnTo>
                    <a:pt x="3678237" y="1014700"/>
                  </a:lnTo>
                  <a:lnTo>
                    <a:pt x="3679490" y="1014296"/>
                  </a:lnTo>
                  <a:lnTo>
                    <a:pt x="3680744" y="1013509"/>
                  </a:lnTo>
                  <a:lnTo>
                    <a:pt x="3681997" y="1012244"/>
                  </a:lnTo>
                  <a:lnTo>
                    <a:pt x="3683250" y="1010380"/>
                  </a:lnTo>
                  <a:lnTo>
                    <a:pt x="3684503" y="1007879"/>
                  </a:lnTo>
                  <a:lnTo>
                    <a:pt x="3685756" y="1004721"/>
                  </a:lnTo>
                  <a:lnTo>
                    <a:pt x="3687010" y="1000867"/>
                  </a:lnTo>
                  <a:lnTo>
                    <a:pt x="3688263" y="996323"/>
                  </a:lnTo>
                  <a:lnTo>
                    <a:pt x="3689516" y="991147"/>
                  </a:lnTo>
                  <a:lnTo>
                    <a:pt x="3690769" y="985369"/>
                  </a:lnTo>
                  <a:lnTo>
                    <a:pt x="3692022" y="978980"/>
                  </a:lnTo>
                  <a:lnTo>
                    <a:pt x="3693276" y="972005"/>
                  </a:lnTo>
                  <a:lnTo>
                    <a:pt x="3694529" y="964498"/>
                  </a:lnTo>
                  <a:lnTo>
                    <a:pt x="3695782" y="956475"/>
                  </a:lnTo>
                  <a:lnTo>
                    <a:pt x="3697035" y="947924"/>
                  </a:lnTo>
                  <a:lnTo>
                    <a:pt x="3698289" y="938872"/>
                  </a:lnTo>
                  <a:lnTo>
                    <a:pt x="3699542" y="929465"/>
                  </a:lnTo>
                  <a:lnTo>
                    <a:pt x="3700795" y="919837"/>
                  </a:lnTo>
                  <a:lnTo>
                    <a:pt x="3702048" y="910119"/>
                  </a:lnTo>
                  <a:lnTo>
                    <a:pt x="3703301" y="900409"/>
                  </a:lnTo>
                  <a:lnTo>
                    <a:pt x="3704555" y="890838"/>
                  </a:lnTo>
                  <a:lnTo>
                    <a:pt x="3705808" y="881495"/>
                  </a:lnTo>
                  <a:lnTo>
                    <a:pt x="3707061" y="872400"/>
                  </a:lnTo>
                  <a:lnTo>
                    <a:pt x="3708314" y="863610"/>
                  </a:lnTo>
                  <a:lnTo>
                    <a:pt x="3709568" y="855111"/>
                  </a:lnTo>
                  <a:lnTo>
                    <a:pt x="3710821" y="846893"/>
                  </a:lnTo>
                  <a:lnTo>
                    <a:pt x="3712074" y="838971"/>
                  </a:lnTo>
                  <a:lnTo>
                    <a:pt x="3713327" y="831364"/>
                  </a:lnTo>
                  <a:lnTo>
                    <a:pt x="3714580" y="824041"/>
                  </a:lnTo>
                  <a:lnTo>
                    <a:pt x="3715834" y="816998"/>
                  </a:lnTo>
                  <a:lnTo>
                    <a:pt x="3717087" y="810250"/>
                  </a:lnTo>
                  <a:lnTo>
                    <a:pt x="3718340" y="803767"/>
                  </a:lnTo>
                  <a:lnTo>
                    <a:pt x="3719593" y="797486"/>
                  </a:lnTo>
                  <a:lnTo>
                    <a:pt x="3720846" y="791369"/>
                  </a:lnTo>
                  <a:lnTo>
                    <a:pt x="3722100" y="785376"/>
                  </a:lnTo>
                  <a:lnTo>
                    <a:pt x="3723353" y="779405"/>
                  </a:lnTo>
                  <a:lnTo>
                    <a:pt x="3724606" y="773377"/>
                  </a:lnTo>
                  <a:lnTo>
                    <a:pt x="3725859" y="767278"/>
                  </a:lnTo>
                  <a:lnTo>
                    <a:pt x="3727113" y="761059"/>
                  </a:lnTo>
                  <a:lnTo>
                    <a:pt x="3728366" y="754704"/>
                  </a:lnTo>
                  <a:lnTo>
                    <a:pt x="3729619" y="748239"/>
                  </a:lnTo>
                  <a:lnTo>
                    <a:pt x="3730872" y="741649"/>
                  </a:lnTo>
                  <a:lnTo>
                    <a:pt x="3732125" y="734945"/>
                  </a:lnTo>
                  <a:lnTo>
                    <a:pt x="3733379" y="728231"/>
                  </a:lnTo>
                  <a:lnTo>
                    <a:pt x="3734632" y="721584"/>
                  </a:lnTo>
                  <a:lnTo>
                    <a:pt x="3735885" y="715028"/>
                  </a:lnTo>
                  <a:lnTo>
                    <a:pt x="3737138" y="708591"/>
                  </a:lnTo>
                  <a:lnTo>
                    <a:pt x="3738392" y="702314"/>
                  </a:lnTo>
                  <a:lnTo>
                    <a:pt x="3739645" y="696216"/>
                  </a:lnTo>
                  <a:lnTo>
                    <a:pt x="3740898" y="690311"/>
                  </a:lnTo>
                  <a:lnTo>
                    <a:pt x="3742151" y="684651"/>
                  </a:lnTo>
                  <a:lnTo>
                    <a:pt x="3743404" y="679328"/>
                  </a:lnTo>
                  <a:lnTo>
                    <a:pt x="3744658" y="674385"/>
                  </a:lnTo>
                  <a:lnTo>
                    <a:pt x="3745911" y="669904"/>
                  </a:lnTo>
                  <a:lnTo>
                    <a:pt x="3747164" y="665925"/>
                  </a:lnTo>
                  <a:lnTo>
                    <a:pt x="3748417" y="662459"/>
                  </a:lnTo>
                  <a:lnTo>
                    <a:pt x="3749670" y="659518"/>
                  </a:lnTo>
                  <a:lnTo>
                    <a:pt x="3750924" y="657138"/>
                  </a:lnTo>
                  <a:lnTo>
                    <a:pt x="3752177" y="655250"/>
                  </a:lnTo>
                  <a:lnTo>
                    <a:pt x="3753430" y="653779"/>
                  </a:lnTo>
                  <a:lnTo>
                    <a:pt x="3754683" y="652712"/>
                  </a:lnTo>
                  <a:lnTo>
                    <a:pt x="3755937" y="652046"/>
                  </a:lnTo>
                  <a:lnTo>
                    <a:pt x="3757190" y="651738"/>
                  </a:lnTo>
                  <a:lnTo>
                    <a:pt x="3758443" y="651758"/>
                  </a:lnTo>
                  <a:lnTo>
                    <a:pt x="3759696" y="652140"/>
                  </a:lnTo>
                  <a:lnTo>
                    <a:pt x="3760949" y="652924"/>
                  </a:lnTo>
                  <a:lnTo>
                    <a:pt x="3762203" y="654104"/>
                  </a:lnTo>
                  <a:lnTo>
                    <a:pt x="3763456" y="655591"/>
                  </a:lnTo>
                  <a:lnTo>
                    <a:pt x="3764709" y="657315"/>
                  </a:lnTo>
                  <a:lnTo>
                    <a:pt x="3765962" y="659252"/>
                  </a:lnTo>
                  <a:lnTo>
                    <a:pt x="3767216" y="661370"/>
                  </a:lnTo>
                  <a:lnTo>
                    <a:pt x="3768469" y="663613"/>
                  </a:lnTo>
                  <a:lnTo>
                    <a:pt x="3769722" y="665959"/>
                  </a:lnTo>
                  <a:lnTo>
                    <a:pt x="3770975" y="668409"/>
                  </a:lnTo>
                  <a:lnTo>
                    <a:pt x="3772228" y="670992"/>
                  </a:lnTo>
                  <a:lnTo>
                    <a:pt x="3773482" y="673733"/>
                  </a:lnTo>
                  <a:lnTo>
                    <a:pt x="3774735" y="676675"/>
                  </a:lnTo>
                  <a:lnTo>
                    <a:pt x="3775988" y="679828"/>
                  </a:lnTo>
                  <a:lnTo>
                    <a:pt x="3777241" y="683232"/>
                  </a:lnTo>
                  <a:lnTo>
                    <a:pt x="3778494" y="686870"/>
                  </a:lnTo>
                  <a:lnTo>
                    <a:pt x="3779748" y="690680"/>
                  </a:lnTo>
                  <a:lnTo>
                    <a:pt x="3781001" y="694641"/>
                  </a:lnTo>
                  <a:lnTo>
                    <a:pt x="3782254" y="698810"/>
                  </a:lnTo>
                  <a:lnTo>
                    <a:pt x="3783507" y="703256"/>
                  </a:lnTo>
                  <a:lnTo>
                    <a:pt x="3784761" y="707998"/>
                  </a:lnTo>
                  <a:lnTo>
                    <a:pt x="3786014" y="713056"/>
                  </a:lnTo>
                  <a:lnTo>
                    <a:pt x="3787267" y="718482"/>
                  </a:lnTo>
                  <a:lnTo>
                    <a:pt x="3788520" y="724266"/>
                  </a:lnTo>
                  <a:lnTo>
                    <a:pt x="3789773" y="730382"/>
                  </a:lnTo>
                  <a:lnTo>
                    <a:pt x="3791027" y="736796"/>
                  </a:lnTo>
                  <a:lnTo>
                    <a:pt x="3792280" y="743472"/>
                  </a:lnTo>
                  <a:lnTo>
                    <a:pt x="3793533" y="750357"/>
                  </a:lnTo>
                  <a:lnTo>
                    <a:pt x="3794786" y="757472"/>
                  </a:lnTo>
                  <a:lnTo>
                    <a:pt x="3796040" y="764774"/>
                  </a:lnTo>
                  <a:lnTo>
                    <a:pt x="3797293" y="772143"/>
                  </a:lnTo>
                  <a:lnTo>
                    <a:pt x="3798546" y="779552"/>
                  </a:lnTo>
                  <a:lnTo>
                    <a:pt x="3799799" y="786930"/>
                  </a:lnTo>
                  <a:lnTo>
                    <a:pt x="3801052" y="794147"/>
                  </a:lnTo>
                  <a:lnTo>
                    <a:pt x="3802306" y="801139"/>
                  </a:lnTo>
                  <a:lnTo>
                    <a:pt x="3803559" y="807873"/>
                  </a:lnTo>
                  <a:lnTo>
                    <a:pt x="3804812" y="814297"/>
                  </a:lnTo>
                  <a:lnTo>
                    <a:pt x="3806065" y="820360"/>
                  </a:lnTo>
                  <a:lnTo>
                    <a:pt x="3807318" y="826010"/>
                  </a:lnTo>
                  <a:lnTo>
                    <a:pt x="3808572" y="831237"/>
                  </a:lnTo>
                  <a:lnTo>
                    <a:pt x="3809825" y="836042"/>
                  </a:lnTo>
                  <a:lnTo>
                    <a:pt x="3811078" y="840427"/>
                  </a:lnTo>
                  <a:lnTo>
                    <a:pt x="3812331" y="844382"/>
                  </a:lnTo>
                  <a:lnTo>
                    <a:pt x="3813585" y="847865"/>
                  </a:lnTo>
                  <a:lnTo>
                    <a:pt x="3814838" y="850854"/>
                  </a:lnTo>
                  <a:lnTo>
                    <a:pt x="3816091" y="853413"/>
                  </a:lnTo>
                  <a:lnTo>
                    <a:pt x="3817344" y="855577"/>
                  </a:lnTo>
                  <a:lnTo>
                    <a:pt x="3818597" y="857357"/>
                  </a:lnTo>
                  <a:lnTo>
                    <a:pt x="3819851" y="858782"/>
                  </a:lnTo>
                  <a:lnTo>
                    <a:pt x="3821104" y="859875"/>
                  </a:lnTo>
                  <a:lnTo>
                    <a:pt x="3822357" y="860644"/>
                  </a:lnTo>
                  <a:lnTo>
                    <a:pt x="3823610" y="861070"/>
                  </a:lnTo>
                  <a:lnTo>
                    <a:pt x="3824863" y="861113"/>
                  </a:lnTo>
                  <a:lnTo>
                    <a:pt x="3826117" y="860771"/>
                  </a:lnTo>
                  <a:lnTo>
                    <a:pt x="3827370" y="860081"/>
                  </a:lnTo>
                  <a:lnTo>
                    <a:pt x="3828623" y="859040"/>
                  </a:lnTo>
                  <a:lnTo>
                    <a:pt x="3829876" y="857605"/>
                  </a:lnTo>
                  <a:lnTo>
                    <a:pt x="3831130" y="855758"/>
                  </a:lnTo>
                  <a:lnTo>
                    <a:pt x="3832383" y="853511"/>
                  </a:lnTo>
                  <a:lnTo>
                    <a:pt x="3833636" y="850861"/>
                  </a:lnTo>
                  <a:lnTo>
                    <a:pt x="3834889" y="847787"/>
                  </a:lnTo>
                  <a:lnTo>
                    <a:pt x="3836142" y="844268"/>
                  </a:lnTo>
                  <a:lnTo>
                    <a:pt x="3837396" y="840267"/>
                  </a:lnTo>
                  <a:lnTo>
                    <a:pt x="3838649" y="835780"/>
                  </a:lnTo>
                  <a:lnTo>
                    <a:pt x="3839902" y="830764"/>
                  </a:lnTo>
                  <a:lnTo>
                    <a:pt x="3841155" y="825185"/>
                  </a:lnTo>
                  <a:lnTo>
                    <a:pt x="3842409" y="819120"/>
                  </a:lnTo>
                  <a:lnTo>
                    <a:pt x="3843662" y="812669"/>
                  </a:lnTo>
                  <a:lnTo>
                    <a:pt x="3844915" y="805851"/>
                  </a:lnTo>
                  <a:lnTo>
                    <a:pt x="3846168" y="798608"/>
                  </a:lnTo>
                  <a:lnTo>
                    <a:pt x="3847421" y="790910"/>
                  </a:lnTo>
                  <a:lnTo>
                    <a:pt x="3848675" y="782802"/>
                  </a:lnTo>
                  <a:lnTo>
                    <a:pt x="3849928" y="774284"/>
                  </a:lnTo>
                  <a:lnTo>
                    <a:pt x="3851181" y="765334"/>
                  </a:lnTo>
                  <a:lnTo>
                    <a:pt x="3852434" y="756023"/>
                  </a:lnTo>
                  <a:lnTo>
                    <a:pt x="3853687" y="746375"/>
                  </a:lnTo>
                  <a:lnTo>
                    <a:pt x="3854941" y="736361"/>
                  </a:lnTo>
                  <a:lnTo>
                    <a:pt x="3856194" y="725978"/>
                  </a:lnTo>
                  <a:lnTo>
                    <a:pt x="3857447" y="715225"/>
                  </a:lnTo>
                  <a:lnTo>
                    <a:pt x="3858700" y="704122"/>
                  </a:lnTo>
                  <a:lnTo>
                    <a:pt x="3859954" y="692753"/>
                  </a:lnTo>
                  <a:lnTo>
                    <a:pt x="3861207" y="681181"/>
                  </a:lnTo>
                  <a:lnTo>
                    <a:pt x="3862460" y="669408"/>
                  </a:lnTo>
                  <a:lnTo>
                    <a:pt x="3863713" y="657538"/>
                  </a:lnTo>
                  <a:lnTo>
                    <a:pt x="3864966" y="645716"/>
                  </a:lnTo>
                  <a:lnTo>
                    <a:pt x="3866220" y="633981"/>
                  </a:lnTo>
                  <a:lnTo>
                    <a:pt x="3867473" y="622410"/>
                  </a:lnTo>
                  <a:lnTo>
                    <a:pt x="3868726" y="611072"/>
                  </a:lnTo>
                  <a:lnTo>
                    <a:pt x="3869979" y="600077"/>
                  </a:lnTo>
                  <a:lnTo>
                    <a:pt x="3871233" y="589432"/>
                  </a:lnTo>
                  <a:lnTo>
                    <a:pt x="3872486" y="579132"/>
                  </a:lnTo>
                  <a:lnTo>
                    <a:pt x="3873739" y="569210"/>
                  </a:lnTo>
                  <a:lnTo>
                    <a:pt x="3874992" y="559683"/>
                  </a:lnTo>
                  <a:lnTo>
                    <a:pt x="3876245" y="550595"/>
                  </a:lnTo>
                  <a:lnTo>
                    <a:pt x="3877499" y="542021"/>
                  </a:lnTo>
                  <a:lnTo>
                    <a:pt x="3878752" y="533965"/>
                  </a:lnTo>
                  <a:lnTo>
                    <a:pt x="3880005" y="526405"/>
                  </a:lnTo>
                  <a:lnTo>
                    <a:pt x="3881258" y="519376"/>
                  </a:lnTo>
                  <a:lnTo>
                    <a:pt x="3882511" y="512868"/>
                  </a:lnTo>
                  <a:lnTo>
                    <a:pt x="3883765" y="506899"/>
                  </a:lnTo>
                  <a:lnTo>
                    <a:pt x="3885018" y="501436"/>
                  </a:lnTo>
                  <a:lnTo>
                    <a:pt x="3886271" y="496481"/>
                  </a:lnTo>
                  <a:lnTo>
                    <a:pt x="3887524" y="492072"/>
                  </a:lnTo>
                  <a:lnTo>
                    <a:pt x="3888778" y="488190"/>
                  </a:lnTo>
                  <a:lnTo>
                    <a:pt x="3890031" y="484853"/>
                  </a:lnTo>
                  <a:lnTo>
                    <a:pt x="3891284" y="482084"/>
                  </a:lnTo>
                  <a:lnTo>
                    <a:pt x="3892537" y="479890"/>
                  </a:lnTo>
                  <a:lnTo>
                    <a:pt x="3893790" y="478326"/>
                  </a:lnTo>
                  <a:lnTo>
                    <a:pt x="3895044" y="477398"/>
                  </a:lnTo>
                  <a:lnTo>
                    <a:pt x="3896297" y="477052"/>
                  </a:lnTo>
                  <a:lnTo>
                    <a:pt x="3897550" y="477262"/>
                  </a:lnTo>
                  <a:lnTo>
                    <a:pt x="3898803" y="478001"/>
                  </a:lnTo>
                  <a:lnTo>
                    <a:pt x="3900057" y="479230"/>
                  </a:lnTo>
                  <a:lnTo>
                    <a:pt x="3901310" y="480925"/>
                  </a:lnTo>
                  <a:lnTo>
                    <a:pt x="3902563" y="483045"/>
                  </a:lnTo>
                  <a:lnTo>
                    <a:pt x="3903816" y="485606"/>
                  </a:lnTo>
                  <a:lnTo>
                    <a:pt x="3905069" y="488559"/>
                  </a:lnTo>
                  <a:lnTo>
                    <a:pt x="3906323" y="491801"/>
                  </a:lnTo>
                  <a:lnTo>
                    <a:pt x="3907576" y="495242"/>
                  </a:lnTo>
                  <a:lnTo>
                    <a:pt x="3908829" y="498817"/>
                  </a:lnTo>
                  <a:lnTo>
                    <a:pt x="3910082" y="502475"/>
                  </a:lnTo>
                  <a:lnTo>
                    <a:pt x="3911335" y="506126"/>
                  </a:lnTo>
                  <a:lnTo>
                    <a:pt x="3912589" y="509676"/>
                  </a:lnTo>
                  <a:lnTo>
                    <a:pt x="3913842" y="513149"/>
                  </a:lnTo>
                  <a:lnTo>
                    <a:pt x="3915095" y="516524"/>
                  </a:lnTo>
                  <a:lnTo>
                    <a:pt x="3916348" y="519769"/>
                  </a:lnTo>
                  <a:lnTo>
                    <a:pt x="3917602" y="522964"/>
                  </a:lnTo>
                  <a:lnTo>
                    <a:pt x="3918855" y="526242"/>
                  </a:lnTo>
                  <a:lnTo>
                    <a:pt x="3920108" y="529642"/>
                  </a:lnTo>
                  <a:lnTo>
                    <a:pt x="3921361" y="533162"/>
                  </a:lnTo>
                  <a:lnTo>
                    <a:pt x="3922614" y="536785"/>
                  </a:lnTo>
                  <a:lnTo>
                    <a:pt x="3923868" y="540451"/>
                  </a:lnTo>
                  <a:lnTo>
                    <a:pt x="3925121" y="544200"/>
                  </a:lnTo>
                  <a:lnTo>
                    <a:pt x="3926374" y="548091"/>
                  </a:lnTo>
                  <a:lnTo>
                    <a:pt x="3927627" y="552064"/>
                  </a:lnTo>
                  <a:lnTo>
                    <a:pt x="3928881" y="556107"/>
                  </a:lnTo>
                  <a:lnTo>
                    <a:pt x="3930134" y="560206"/>
                  </a:lnTo>
                  <a:lnTo>
                    <a:pt x="3931387" y="564335"/>
                  </a:lnTo>
                  <a:lnTo>
                    <a:pt x="3932640" y="568477"/>
                  </a:lnTo>
                  <a:lnTo>
                    <a:pt x="3933893" y="572600"/>
                  </a:lnTo>
                  <a:lnTo>
                    <a:pt x="3935147" y="576743"/>
                  </a:lnTo>
                  <a:lnTo>
                    <a:pt x="3936400" y="580882"/>
                  </a:lnTo>
                  <a:lnTo>
                    <a:pt x="3937653" y="584995"/>
                  </a:lnTo>
                  <a:lnTo>
                    <a:pt x="3938906" y="589028"/>
                  </a:lnTo>
                  <a:lnTo>
                    <a:pt x="3940159" y="592903"/>
                  </a:lnTo>
                  <a:lnTo>
                    <a:pt x="3941413" y="596597"/>
                  </a:lnTo>
                  <a:lnTo>
                    <a:pt x="3942666" y="600133"/>
                  </a:lnTo>
                  <a:lnTo>
                    <a:pt x="3943919" y="603473"/>
                  </a:lnTo>
                  <a:lnTo>
                    <a:pt x="3945172" y="606563"/>
                  </a:lnTo>
                  <a:lnTo>
                    <a:pt x="3946426" y="609400"/>
                  </a:lnTo>
                  <a:lnTo>
                    <a:pt x="3947679" y="612001"/>
                  </a:lnTo>
                  <a:lnTo>
                    <a:pt x="3948932" y="614401"/>
                  </a:lnTo>
                  <a:lnTo>
                    <a:pt x="3950185" y="616598"/>
                  </a:lnTo>
                  <a:lnTo>
                    <a:pt x="3951438" y="618590"/>
                  </a:lnTo>
                  <a:lnTo>
                    <a:pt x="3952692" y="620406"/>
                  </a:lnTo>
                  <a:lnTo>
                    <a:pt x="3953945" y="622059"/>
                  </a:lnTo>
                  <a:lnTo>
                    <a:pt x="3955198" y="623537"/>
                  </a:lnTo>
                  <a:lnTo>
                    <a:pt x="3956451" y="624790"/>
                  </a:lnTo>
                  <a:lnTo>
                    <a:pt x="3957705" y="625757"/>
                  </a:lnTo>
                  <a:lnTo>
                    <a:pt x="3958958" y="626464"/>
                  </a:lnTo>
                  <a:lnTo>
                    <a:pt x="3960211" y="626951"/>
                  </a:lnTo>
                  <a:lnTo>
                    <a:pt x="3961464" y="627257"/>
                  </a:lnTo>
                  <a:lnTo>
                    <a:pt x="3962717" y="627450"/>
                  </a:lnTo>
                  <a:lnTo>
                    <a:pt x="3963971" y="627557"/>
                  </a:lnTo>
                  <a:lnTo>
                    <a:pt x="3965224" y="627604"/>
                  </a:lnTo>
                  <a:lnTo>
                    <a:pt x="3966477" y="627595"/>
                  </a:lnTo>
                  <a:lnTo>
                    <a:pt x="3967730" y="627520"/>
                  </a:lnTo>
                  <a:lnTo>
                    <a:pt x="3968983" y="627375"/>
                  </a:lnTo>
                  <a:lnTo>
                    <a:pt x="3970237" y="627193"/>
                  </a:lnTo>
                  <a:lnTo>
                    <a:pt x="3971490" y="626997"/>
                  </a:lnTo>
                  <a:lnTo>
                    <a:pt x="3972743" y="626834"/>
                  </a:lnTo>
                  <a:lnTo>
                    <a:pt x="3973996" y="626779"/>
                  </a:lnTo>
                  <a:lnTo>
                    <a:pt x="3975250" y="626932"/>
                  </a:lnTo>
                  <a:lnTo>
                    <a:pt x="3976503" y="627352"/>
                  </a:lnTo>
                  <a:lnTo>
                    <a:pt x="3977756" y="628038"/>
                  </a:lnTo>
                  <a:lnTo>
                    <a:pt x="3979009" y="629036"/>
                  </a:lnTo>
                  <a:lnTo>
                    <a:pt x="3980262" y="630308"/>
                  </a:lnTo>
                  <a:lnTo>
                    <a:pt x="3981516" y="631765"/>
                  </a:lnTo>
                  <a:lnTo>
                    <a:pt x="3982769" y="633353"/>
                  </a:lnTo>
                  <a:lnTo>
                    <a:pt x="3984022" y="635079"/>
                  </a:lnTo>
                  <a:lnTo>
                    <a:pt x="3985275" y="636973"/>
                  </a:lnTo>
                  <a:lnTo>
                    <a:pt x="3986528" y="639064"/>
                  </a:lnTo>
                  <a:lnTo>
                    <a:pt x="3987782" y="641393"/>
                  </a:lnTo>
                  <a:lnTo>
                    <a:pt x="3989035" y="643872"/>
                  </a:lnTo>
                  <a:lnTo>
                    <a:pt x="3990288" y="646477"/>
                  </a:lnTo>
                  <a:lnTo>
                    <a:pt x="3991541" y="649211"/>
                  </a:lnTo>
                  <a:lnTo>
                    <a:pt x="3992795" y="652048"/>
                  </a:lnTo>
                  <a:lnTo>
                    <a:pt x="3994048" y="654981"/>
                  </a:lnTo>
                  <a:lnTo>
                    <a:pt x="3995301" y="657945"/>
                  </a:lnTo>
                  <a:lnTo>
                    <a:pt x="3996554" y="660919"/>
                  </a:lnTo>
                  <a:lnTo>
                    <a:pt x="3997807" y="663865"/>
                  </a:lnTo>
                  <a:lnTo>
                    <a:pt x="3999061" y="666791"/>
                  </a:lnTo>
                  <a:lnTo>
                    <a:pt x="4000314" y="669733"/>
                  </a:lnTo>
                  <a:lnTo>
                    <a:pt x="4001567" y="672718"/>
                  </a:lnTo>
                  <a:lnTo>
                    <a:pt x="4002820" y="675828"/>
                  </a:lnTo>
                  <a:lnTo>
                    <a:pt x="4004074" y="679106"/>
                  </a:lnTo>
                  <a:lnTo>
                    <a:pt x="4005327" y="682541"/>
                  </a:lnTo>
                  <a:lnTo>
                    <a:pt x="4006580" y="686125"/>
                  </a:lnTo>
                  <a:lnTo>
                    <a:pt x="4007833" y="689918"/>
                  </a:lnTo>
                  <a:lnTo>
                    <a:pt x="4009086" y="693923"/>
                  </a:lnTo>
                  <a:lnTo>
                    <a:pt x="4010340" y="698170"/>
                  </a:lnTo>
                  <a:lnTo>
                    <a:pt x="4011593" y="702613"/>
                  </a:lnTo>
                  <a:lnTo>
                    <a:pt x="4012846" y="707184"/>
                  </a:lnTo>
                  <a:lnTo>
                    <a:pt x="4014099" y="711882"/>
                  </a:lnTo>
                  <a:lnTo>
                    <a:pt x="4015352" y="716664"/>
                  </a:lnTo>
                  <a:lnTo>
                    <a:pt x="4016606" y="721479"/>
                  </a:lnTo>
                  <a:lnTo>
                    <a:pt x="4017859" y="726291"/>
                  </a:lnTo>
                  <a:lnTo>
                    <a:pt x="4019112" y="731082"/>
                  </a:lnTo>
                  <a:lnTo>
                    <a:pt x="4020365" y="735910"/>
                  </a:lnTo>
                  <a:lnTo>
                    <a:pt x="4021619" y="740801"/>
                  </a:lnTo>
                  <a:lnTo>
                    <a:pt x="4022872" y="745730"/>
                  </a:lnTo>
                  <a:lnTo>
                    <a:pt x="4024125" y="750683"/>
                  </a:lnTo>
                  <a:lnTo>
                    <a:pt x="4025378" y="755624"/>
                  </a:lnTo>
                  <a:lnTo>
                    <a:pt x="4026631" y="760545"/>
                  </a:lnTo>
                  <a:lnTo>
                    <a:pt x="4027885" y="765451"/>
                  </a:lnTo>
                  <a:lnTo>
                    <a:pt x="4029138" y="770360"/>
                  </a:lnTo>
                  <a:lnTo>
                    <a:pt x="4030391" y="775310"/>
                  </a:lnTo>
                  <a:lnTo>
                    <a:pt x="4031644" y="780366"/>
                  </a:lnTo>
                  <a:lnTo>
                    <a:pt x="4032898" y="785549"/>
                  </a:lnTo>
                  <a:lnTo>
                    <a:pt x="4034151" y="790869"/>
                  </a:lnTo>
                  <a:lnTo>
                    <a:pt x="4035404" y="796334"/>
                  </a:lnTo>
                  <a:lnTo>
                    <a:pt x="4036657" y="801891"/>
                  </a:lnTo>
                  <a:lnTo>
                    <a:pt x="4037910" y="807493"/>
                  </a:lnTo>
                  <a:lnTo>
                    <a:pt x="4039164" y="813084"/>
                  </a:lnTo>
                  <a:lnTo>
                    <a:pt x="4040417" y="818604"/>
                  </a:lnTo>
                  <a:lnTo>
                    <a:pt x="4041670" y="823969"/>
                  </a:lnTo>
                  <a:lnTo>
                    <a:pt x="4042923" y="829164"/>
                  </a:lnTo>
                  <a:lnTo>
                    <a:pt x="4044176" y="834225"/>
                  </a:lnTo>
                  <a:lnTo>
                    <a:pt x="4045430" y="839138"/>
                  </a:lnTo>
                  <a:lnTo>
                    <a:pt x="4046683" y="843841"/>
                  </a:lnTo>
                  <a:lnTo>
                    <a:pt x="4047936" y="848270"/>
                  </a:lnTo>
                  <a:lnTo>
                    <a:pt x="4049189" y="852360"/>
                  </a:lnTo>
                  <a:lnTo>
                    <a:pt x="4050443" y="856029"/>
                  </a:lnTo>
                  <a:lnTo>
                    <a:pt x="4051696" y="859248"/>
                  </a:lnTo>
                  <a:lnTo>
                    <a:pt x="4052949" y="862044"/>
                  </a:lnTo>
                  <a:lnTo>
                    <a:pt x="4054202" y="864398"/>
                  </a:lnTo>
                  <a:lnTo>
                    <a:pt x="4055455" y="866306"/>
                  </a:lnTo>
                  <a:lnTo>
                    <a:pt x="4056709" y="867755"/>
                  </a:lnTo>
                  <a:lnTo>
                    <a:pt x="4057962" y="868749"/>
                  </a:lnTo>
                  <a:lnTo>
                    <a:pt x="4059215" y="869327"/>
                  </a:lnTo>
                  <a:lnTo>
                    <a:pt x="4060468" y="869517"/>
                  </a:lnTo>
                  <a:lnTo>
                    <a:pt x="4061722" y="869306"/>
                  </a:lnTo>
                  <a:lnTo>
                    <a:pt x="4062975" y="868647"/>
                  </a:lnTo>
                  <a:lnTo>
                    <a:pt x="4064228" y="867495"/>
                  </a:lnTo>
                  <a:lnTo>
                    <a:pt x="4065481" y="865830"/>
                  </a:lnTo>
                  <a:lnTo>
                    <a:pt x="4066734" y="863620"/>
                  </a:lnTo>
                  <a:lnTo>
                    <a:pt x="4067988" y="860876"/>
                  </a:lnTo>
                  <a:lnTo>
                    <a:pt x="4069241" y="857586"/>
                  </a:lnTo>
                  <a:lnTo>
                    <a:pt x="4070494" y="853754"/>
                  </a:lnTo>
                  <a:lnTo>
                    <a:pt x="4071747" y="849360"/>
                  </a:lnTo>
                  <a:lnTo>
                    <a:pt x="4073000" y="844386"/>
                  </a:lnTo>
                  <a:lnTo>
                    <a:pt x="4074254" y="838830"/>
                  </a:lnTo>
                  <a:lnTo>
                    <a:pt x="4075507" y="832766"/>
                  </a:lnTo>
                  <a:lnTo>
                    <a:pt x="4076760" y="826276"/>
                  </a:lnTo>
                  <a:lnTo>
                    <a:pt x="4078013" y="819386"/>
                  </a:lnTo>
                  <a:lnTo>
                    <a:pt x="4079267" y="812100"/>
                  </a:lnTo>
                  <a:lnTo>
                    <a:pt x="4080520" y="804465"/>
                  </a:lnTo>
                  <a:lnTo>
                    <a:pt x="4081773" y="796490"/>
                  </a:lnTo>
                  <a:lnTo>
                    <a:pt x="4083026" y="788226"/>
                  </a:lnTo>
                  <a:lnTo>
                    <a:pt x="4084279" y="779695"/>
                  </a:lnTo>
                  <a:lnTo>
                    <a:pt x="4085533" y="770919"/>
                  </a:lnTo>
                  <a:lnTo>
                    <a:pt x="4086786" y="761943"/>
                  </a:lnTo>
                  <a:lnTo>
                    <a:pt x="4088039" y="752830"/>
                  </a:lnTo>
                  <a:lnTo>
                    <a:pt x="4089292" y="743571"/>
                  </a:lnTo>
                  <a:lnTo>
                    <a:pt x="4090546" y="734161"/>
                  </a:lnTo>
                  <a:lnTo>
                    <a:pt x="4091799" y="724572"/>
                  </a:lnTo>
                  <a:lnTo>
                    <a:pt x="4093052" y="714769"/>
                  </a:lnTo>
                  <a:lnTo>
                    <a:pt x="4094305" y="704680"/>
                  </a:lnTo>
                  <a:lnTo>
                    <a:pt x="4095558" y="694270"/>
                  </a:lnTo>
                  <a:lnTo>
                    <a:pt x="4096812" y="683559"/>
                  </a:lnTo>
                  <a:lnTo>
                    <a:pt x="4098065" y="672539"/>
                  </a:lnTo>
                  <a:lnTo>
                    <a:pt x="4099318" y="661247"/>
                  </a:lnTo>
                  <a:lnTo>
                    <a:pt x="4100571" y="649734"/>
                  </a:lnTo>
                  <a:lnTo>
                    <a:pt x="4101824" y="638004"/>
                  </a:lnTo>
                  <a:lnTo>
                    <a:pt x="4103078" y="626082"/>
                  </a:lnTo>
                  <a:lnTo>
                    <a:pt x="4104331" y="614051"/>
                  </a:lnTo>
                  <a:lnTo>
                    <a:pt x="4105584" y="601944"/>
                  </a:lnTo>
                  <a:lnTo>
                    <a:pt x="4106837" y="589712"/>
                  </a:lnTo>
                  <a:lnTo>
                    <a:pt x="4108091" y="577372"/>
                  </a:lnTo>
                  <a:lnTo>
                    <a:pt x="4109344" y="564989"/>
                  </a:lnTo>
                  <a:lnTo>
                    <a:pt x="4110597" y="552626"/>
                  </a:lnTo>
                  <a:lnTo>
                    <a:pt x="4111850" y="540352"/>
                  </a:lnTo>
                  <a:lnTo>
                    <a:pt x="4113103" y="528238"/>
                  </a:lnTo>
                  <a:lnTo>
                    <a:pt x="4114357" y="516335"/>
                  </a:lnTo>
                  <a:lnTo>
                    <a:pt x="4115610" y="504628"/>
                  </a:lnTo>
                  <a:lnTo>
                    <a:pt x="4116863" y="493156"/>
                  </a:lnTo>
                  <a:lnTo>
                    <a:pt x="4118116" y="481923"/>
                  </a:lnTo>
                  <a:lnTo>
                    <a:pt x="4119369" y="470963"/>
                  </a:lnTo>
                  <a:lnTo>
                    <a:pt x="4120623" y="460335"/>
                  </a:lnTo>
                  <a:lnTo>
                    <a:pt x="4121876" y="450037"/>
                  </a:lnTo>
                  <a:lnTo>
                    <a:pt x="4123129" y="440051"/>
                  </a:lnTo>
                  <a:lnTo>
                    <a:pt x="4124382" y="430360"/>
                  </a:lnTo>
                  <a:lnTo>
                    <a:pt x="4125636" y="420971"/>
                  </a:lnTo>
                  <a:lnTo>
                    <a:pt x="4126889" y="411928"/>
                  </a:lnTo>
                  <a:lnTo>
                    <a:pt x="4128142" y="403254"/>
                  </a:lnTo>
                  <a:lnTo>
                    <a:pt x="4129395" y="394961"/>
                  </a:lnTo>
                  <a:lnTo>
                    <a:pt x="4130648" y="387076"/>
                  </a:lnTo>
                  <a:lnTo>
                    <a:pt x="4131902" y="379604"/>
                  </a:lnTo>
                  <a:lnTo>
                    <a:pt x="4133155" y="372537"/>
                  </a:lnTo>
                  <a:lnTo>
                    <a:pt x="4134408" y="365873"/>
                  </a:lnTo>
                  <a:lnTo>
                    <a:pt x="4135661" y="359572"/>
                  </a:lnTo>
                  <a:lnTo>
                    <a:pt x="4136915" y="353627"/>
                  </a:lnTo>
                  <a:lnTo>
                    <a:pt x="4138168" y="347965"/>
                  </a:lnTo>
                  <a:lnTo>
                    <a:pt x="4139421" y="342492"/>
                  </a:lnTo>
                  <a:lnTo>
                    <a:pt x="4140674" y="337156"/>
                  </a:lnTo>
                  <a:lnTo>
                    <a:pt x="4141927" y="331947"/>
                  </a:lnTo>
                  <a:lnTo>
                    <a:pt x="4143181" y="326884"/>
                  </a:lnTo>
                  <a:lnTo>
                    <a:pt x="4144434" y="322023"/>
                  </a:lnTo>
                  <a:lnTo>
                    <a:pt x="4145687" y="317334"/>
                  </a:lnTo>
                  <a:lnTo>
                    <a:pt x="4146940" y="312747"/>
                  </a:lnTo>
                  <a:lnTo>
                    <a:pt x="4148193" y="308204"/>
                  </a:lnTo>
                  <a:lnTo>
                    <a:pt x="4149447" y="303648"/>
                  </a:lnTo>
                  <a:lnTo>
                    <a:pt x="4150700" y="298986"/>
                  </a:lnTo>
                  <a:lnTo>
                    <a:pt x="4151953" y="294193"/>
                  </a:lnTo>
                  <a:lnTo>
                    <a:pt x="4153206" y="289288"/>
                  </a:lnTo>
                  <a:lnTo>
                    <a:pt x="4154460" y="284296"/>
                  </a:lnTo>
                  <a:lnTo>
                    <a:pt x="4155713" y="279283"/>
                  </a:lnTo>
                  <a:lnTo>
                    <a:pt x="4156966" y="274331"/>
                  </a:lnTo>
                  <a:lnTo>
                    <a:pt x="4158219" y="269523"/>
                  </a:lnTo>
                  <a:lnTo>
                    <a:pt x="4159472" y="264884"/>
                  </a:lnTo>
                  <a:lnTo>
                    <a:pt x="4160726" y="260447"/>
                  </a:lnTo>
                  <a:lnTo>
                    <a:pt x="4161979" y="256211"/>
                  </a:lnTo>
                  <a:lnTo>
                    <a:pt x="4163232" y="252127"/>
                  </a:lnTo>
                  <a:lnTo>
                    <a:pt x="4164485" y="248200"/>
                  </a:lnTo>
                  <a:lnTo>
                    <a:pt x="4165739" y="244491"/>
                  </a:lnTo>
                  <a:lnTo>
                    <a:pt x="4166992" y="241056"/>
                  </a:lnTo>
                  <a:lnTo>
                    <a:pt x="4168245" y="237900"/>
                  </a:lnTo>
                  <a:lnTo>
                    <a:pt x="4169498" y="235107"/>
                  </a:lnTo>
                  <a:lnTo>
                    <a:pt x="4170751" y="232729"/>
                  </a:lnTo>
                  <a:lnTo>
                    <a:pt x="4172005" y="230725"/>
                  </a:lnTo>
                  <a:lnTo>
                    <a:pt x="4173258" y="229054"/>
                  </a:lnTo>
                  <a:lnTo>
                    <a:pt x="4174511" y="227686"/>
                  </a:lnTo>
                  <a:lnTo>
                    <a:pt x="4175764" y="226582"/>
                  </a:lnTo>
                  <a:lnTo>
                    <a:pt x="4177017" y="225719"/>
                  </a:lnTo>
                  <a:lnTo>
                    <a:pt x="4178271" y="225110"/>
                  </a:lnTo>
                  <a:lnTo>
                    <a:pt x="4179524" y="224760"/>
                  </a:lnTo>
                  <a:lnTo>
                    <a:pt x="4180777" y="224708"/>
                  </a:lnTo>
                  <a:lnTo>
                    <a:pt x="4182030" y="224974"/>
                  </a:lnTo>
                  <a:lnTo>
                    <a:pt x="4183284" y="225458"/>
                  </a:lnTo>
                  <a:lnTo>
                    <a:pt x="4184537" y="226105"/>
                  </a:lnTo>
                  <a:lnTo>
                    <a:pt x="4185790" y="226918"/>
                  </a:lnTo>
                  <a:lnTo>
                    <a:pt x="4187043" y="227918"/>
                  </a:lnTo>
                  <a:lnTo>
                    <a:pt x="4188296" y="229113"/>
                  </a:lnTo>
                  <a:lnTo>
                    <a:pt x="4189550" y="230504"/>
                  </a:lnTo>
                  <a:lnTo>
                    <a:pt x="4190803" y="232064"/>
                  </a:lnTo>
                  <a:lnTo>
                    <a:pt x="4192056" y="233770"/>
                  </a:lnTo>
                  <a:lnTo>
                    <a:pt x="4193309" y="235572"/>
                  </a:lnTo>
                  <a:lnTo>
                    <a:pt x="4194563" y="237437"/>
                  </a:lnTo>
                  <a:lnTo>
                    <a:pt x="4195816" y="239344"/>
                  </a:lnTo>
                  <a:lnTo>
                    <a:pt x="4197069" y="241268"/>
                  </a:lnTo>
                  <a:lnTo>
                    <a:pt x="4198322" y="243206"/>
                  </a:lnTo>
                  <a:lnTo>
                    <a:pt x="4199575" y="245181"/>
                  </a:lnTo>
                  <a:lnTo>
                    <a:pt x="4200829" y="247227"/>
                  </a:lnTo>
                  <a:lnTo>
                    <a:pt x="4202082" y="249398"/>
                  </a:lnTo>
                  <a:lnTo>
                    <a:pt x="4203335" y="251733"/>
                  </a:lnTo>
                  <a:lnTo>
                    <a:pt x="4204588" y="254226"/>
                  </a:lnTo>
                  <a:lnTo>
                    <a:pt x="4205841" y="256844"/>
                  </a:lnTo>
                  <a:lnTo>
                    <a:pt x="4207095" y="259530"/>
                  </a:lnTo>
                  <a:lnTo>
                    <a:pt x="4208348" y="262229"/>
                  </a:lnTo>
                  <a:lnTo>
                    <a:pt x="4209601" y="264976"/>
                  </a:lnTo>
                  <a:lnTo>
                    <a:pt x="4210854" y="267826"/>
                  </a:lnTo>
                  <a:lnTo>
                    <a:pt x="4212108" y="270815"/>
                  </a:lnTo>
                  <a:lnTo>
                    <a:pt x="4213361" y="273983"/>
                  </a:lnTo>
                  <a:lnTo>
                    <a:pt x="4214614" y="277354"/>
                  </a:lnTo>
                  <a:lnTo>
                    <a:pt x="4215867" y="280898"/>
                  </a:lnTo>
                  <a:lnTo>
                    <a:pt x="4217120" y="284625"/>
                  </a:lnTo>
                  <a:lnTo>
                    <a:pt x="4218374" y="288475"/>
                  </a:lnTo>
                  <a:lnTo>
                    <a:pt x="4219627" y="292386"/>
                  </a:lnTo>
                  <a:lnTo>
                    <a:pt x="4220880" y="296281"/>
                  </a:lnTo>
                  <a:lnTo>
                    <a:pt x="4222133" y="300102"/>
                  </a:lnTo>
                  <a:lnTo>
                    <a:pt x="4223387" y="303822"/>
                  </a:lnTo>
                  <a:lnTo>
                    <a:pt x="4224640" y="307419"/>
                  </a:lnTo>
                  <a:lnTo>
                    <a:pt x="4225893" y="310911"/>
                  </a:lnTo>
                  <a:lnTo>
                    <a:pt x="4227146" y="314319"/>
                  </a:lnTo>
                  <a:lnTo>
                    <a:pt x="4228399" y="317578"/>
                  </a:lnTo>
                  <a:lnTo>
                    <a:pt x="4229653" y="320588"/>
                  </a:lnTo>
                  <a:lnTo>
                    <a:pt x="4230906" y="323270"/>
                  </a:lnTo>
                  <a:lnTo>
                    <a:pt x="4232159" y="325557"/>
                  </a:lnTo>
                  <a:lnTo>
                    <a:pt x="4233412" y="327365"/>
                  </a:lnTo>
                  <a:lnTo>
                    <a:pt x="4234665" y="328702"/>
                  </a:lnTo>
                  <a:lnTo>
                    <a:pt x="4235919" y="329613"/>
                  </a:lnTo>
                  <a:lnTo>
                    <a:pt x="4237172" y="330125"/>
                  </a:lnTo>
                  <a:lnTo>
                    <a:pt x="4238425" y="330264"/>
                  </a:lnTo>
                  <a:lnTo>
                    <a:pt x="4239678" y="330069"/>
                  </a:lnTo>
                  <a:lnTo>
                    <a:pt x="4240932" y="329525"/>
                  </a:lnTo>
                  <a:lnTo>
                    <a:pt x="4242185" y="328602"/>
                  </a:lnTo>
                  <a:lnTo>
                    <a:pt x="4243438" y="327260"/>
                  </a:lnTo>
                  <a:lnTo>
                    <a:pt x="4244691" y="325419"/>
                  </a:lnTo>
                  <a:lnTo>
                    <a:pt x="4245944" y="323127"/>
                  </a:lnTo>
                  <a:lnTo>
                    <a:pt x="4247198" y="320531"/>
                  </a:lnTo>
                  <a:lnTo>
                    <a:pt x="4248451" y="317657"/>
                  </a:lnTo>
                  <a:lnTo>
                    <a:pt x="4249704" y="314523"/>
                  </a:lnTo>
                  <a:lnTo>
                    <a:pt x="4250957" y="311143"/>
                  </a:lnTo>
                  <a:lnTo>
                    <a:pt x="4252211" y="307559"/>
                  </a:lnTo>
                  <a:lnTo>
                    <a:pt x="4253464" y="303781"/>
                  </a:lnTo>
                  <a:lnTo>
                    <a:pt x="4254717" y="299796"/>
                  </a:lnTo>
                  <a:lnTo>
                    <a:pt x="4255970" y="295617"/>
                  </a:lnTo>
                  <a:lnTo>
                    <a:pt x="4257223" y="291277"/>
                  </a:lnTo>
                  <a:lnTo>
                    <a:pt x="4258477" y="286820"/>
                  </a:lnTo>
                  <a:lnTo>
                    <a:pt x="4259730" y="282309"/>
                  </a:lnTo>
                  <a:lnTo>
                    <a:pt x="4260983" y="277839"/>
                  </a:lnTo>
                  <a:lnTo>
                    <a:pt x="4262236" y="273446"/>
                  </a:lnTo>
                  <a:lnTo>
                    <a:pt x="4263489" y="269188"/>
                  </a:lnTo>
                  <a:lnTo>
                    <a:pt x="4264743" y="265072"/>
                  </a:lnTo>
                  <a:lnTo>
                    <a:pt x="4265996" y="261081"/>
                  </a:lnTo>
                  <a:lnTo>
                    <a:pt x="4267249" y="257241"/>
                  </a:lnTo>
                  <a:lnTo>
                    <a:pt x="4268502" y="253602"/>
                  </a:lnTo>
                  <a:lnTo>
                    <a:pt x="4269756" y="250190"/>
                  </a:lnTo>
                  <a:lnTo>
                    <a:pt x="4271009" y="247043"/>
                  </a:lnTo>
                  <a:lnTo>
                    <a:pt x="4272262" y="244218"/>
                  </a:lnTo>
                  <a:lnTo>
                    <a:pt x="4273515" y="241754"/>
                  </a:lnTo>
                  <a:lnTo>
                    <a:pt x="4274768" y="239671"/>
                  </a:lnTo>
                  <a:lnTo>
                    <a:pt x="4276022" y="238000"/>
                  </a:lnTo>
                  <a:lnTo>
                    <a:pt x="4277275" y="236761"/>
                  </a:lnTo>
                  <a:lnTo>
                    <a:pt x="4278528" y="235972"/>
                  </a:lnTo>
                  <a:lnTo>
                    <a:pt x="4279781" y="235623"/>
                  </a:lnTo>
                  <a:lnTo>
                    <a:pt x="4281034" y="235729"/>
                  </a:lnTo>
                  <a:lnTo>
                    <a:pt x="4282288" y="236335"/>
                  </a:lnTo>
                  <a:lnTo>
                    <a:pt x="4283541" y="237459"/>
                  </a:lnTo>
                  <a:lnTo>
                    <a:pt x="4284794" y="239122"/>
                  </a:lnTo>
                  <a:lnTo>
                    <a:pt x="4286047" y="241306"/>
                  </a:lnTo>
                  <a:lnTo>
                    <a:pt x="4287301" y="244004"/>
                  </a:lnTo>
                  <a:lnTo>
                    <a:pt x="4288554" y="247219"/>
                  </a:lnTo>
                  <a:lnTo>
                    <a:pt x="4289807" y="250927"/>
                  </a:lnTo>
                  <a:lnTo>
                    <a:pt x="4291060" y="255145"/>
                  </a:lnTo>
                  <a:lnTo>
                    <a:pt x="4292313" y="259956"/>
                  </a:lnTo>
                  <a:lnTo>
                    <a:pt x="4293567" y="265430"/>
                  </a:lnTo>
                  <a:lnTo>
                    <a:pt x="4294820" y="271575"/>
                  </a:lnTo>
                  <a:lnTo>
                    <a:pt x="4296073" y="278386"/>
                  </a:lnTo>
                  <a:lnTo>
                    <a:pt x="4297326" y="285853"/>
                  </a:lnTo>
                  <a:lnTo>
                    <a:pt x="4298580" y="293919"/>
                  </a:lnTo>
                  <a:lnTo>
                    <a:pt x="4299833" y="302542"/>
                  </a:lnTo>
                  <a:lnTo>
                    <a:pt x="4301086" y="311700"/>
                  </a:lnTo>
                  <a:lnTo>
                    <a:pt x="4302339" y="321366"/>
                  </a:lnTo>
                  <a:lnTo>
                    <a:pt x="4303592" y="331534"/>
                  </a:lnTo>
                  <a:lnTo>
                    <a:pt x="4304846" y="342246"/>
                  </a:lnTo>
                  <a:lnTo>
                    <a:pt x="4306099" y="353482"/>
                  </a:lnTo>
                  <a:lnTo>
                    <a:pt x="4307352" y="365228"/>
                  </a:lnTo>
                  <a:lnTo>
                    <a:pt x="4308605" y="377454"/>
                  </a:lnTo>
                  <a:lnTo>
                    <a:pt x="4309858" y="390068"/>
                  </a:lnTo>
                  <a:lnTo>
                    <a:pt x="4311112" y="402985"/>
                  </a:lnTo>
                  <a:lnTo>
                    <a:pt x="4312365" y="416165"/>
                  </a:lnTo>
                  <a:lnTo>
                    <a:pt x="4313618" y="429589"/>
                  </a:lnTo>
                  <a:lnTo>
                    <a:pt x="4314871" y="443206"/>
                  </a:lnTo>
                  <a:lnTo>
                    <a:pt x="4316125" y="456979"/>
                  </a:lnTo>
                  <a:lnTo>
                    <a:pt x="4317378" y="470932"/>
                  </a:lnTo>
                  <a:lnTo>
                    <a:pt x="4318631" y="485054"/>
                  </a:lnTo>
                  <a:lnTo>
                    <a:pt x="4319884" y="499317"/>
                  </a:lnTo>
                  <a:lnTo>
                    <a:pt x="4321137" y="513671"/>
                  </a:lnTo>
                  <a:lnTo>
                    <a:pt x="4322391" y="528047"/>
                  </a:lnTo>
                  <a:lnTo>
                    <a:pt x="4323644" y="542349"/>
                  </a:lnTo>
                  <a:lnTo>
                    <a:pt x="4324897" y="556503"/>
                  </a:lnTo>
                  <a:lnTo>
                    <a:pt x="4326150" y="570444"/>
                  </a:lnTo>
                  <a:lnTo>
                    <a:pt x="4327404" y="584126"/>
                  </a:lnTo>
                  <a:lnTo>
                    <a:pt x="4328657" y="597524"/>
                  </a:lnTo>
                  <a:lnTo>
                    <a:pt x="4329910" y="610633"/>
                  </a:lnTo>
                  <a:lnTo>
                    <a:pt x="4331163" y="623402"/>
                  </a:lnTo>
                  <a:lnTo>
                    <a:pt x="4332416" y="635817"/>
                  </a:lnTo>
                  <a:lnTo>
                    <a:pt x="4333670" y="647907"/>
                  </a:lnTo>
                  <a:lnTo>
                    <a:pt x="4334923" y="659614"/>
                  </a:lnTo>
                  <a:lnTo>
                    <a:pt x="4336176" y="670832"/>
                  </a:lnTo>
                  <a:lnTo>
                    <a:pt x="4337429" y="681499"/>
                  </a:lnTo>
                  <a:lnTo>
                    <a:pt x="4338682" y="691560"/>
                  </a:lnTo>
                  <a:lnTo>
                    <a:pt x="4339936" y="700967"/>
                  </a:lnTo>
                  <a:lnTo>
                    <a:pt x="4341189" y="709732"/>
                  </a:lnTo>
                  <a:lnTo>
                    <a:pt x="4342442" y="717910"/>
                  </a:lnTo>
                  <a:lnTo>
                    <a:pt x="4343695" y="725480"/>
                  </a:lnTo>
                  <a:lnTo>
                    <a:pt x="4344949" y="732414"/>
                  </a:lnTo>
                  <a:lnTo>
                    <a:pt x="4346202" y="738687"/>
                  </a:lnTo>
                  <a:lnTo>
                    <a:pt x="4347455" y="744271"/>
                  </a:lnTo>
                  <a:lnTo>
                    <a:pt x="4348708" y="749197"/>
                  </a:lnTo>
                  <a:lnTo>
                    <a:pt x="4349961" y="753516"/>
                  </a:lnTo>
                  <a:lnTo>
                    <a:pt x="4351215" y="757218"/>
                  </a:lnTo>
                  <a:lnTo>
                    <a:pt x="4352468" y="760301"/>
                  </a:lnTo>
                  <a:lnTo>
                    <a:pt x="4353721" y="762758"/>
                  </a:lnTo>
                  <a:lnTo>
                    <a:pt x="4354974" y="764524"/>
                  </a:lnTo>
                  <a:lnTo>
                    <a:pt x="4356228" y="765539"/>
                  </a:lnTo>
                  <a:lnTo>
                    <a:pt x="4357481" y="765792"/>
                  </a:lnTo>
                  <a:lnTo>
                    <a:pt x="4358734" y="765332"/>
                  </a:lnTo>
                  <a:lnTo>
                    <a:pt x="4359987" y="764216"/>
                  </a:lnTo>
                  <a:lnTo>
                    <a:pt x="4361240" y="762501"/>
                  </a:lnTo>
                  <a:lnTo>
                    <a:pt x="4362494" y="760232"/>
                  </a:lnTo>
                  <a:lnTo>
                    <a:pt x="4363747" y="757411"/>
                  </a:lnTo>
                  <a:lnTo>
                    <a:pt x="4365000" y="754056"/>
                  </a:lnTo>
                  <a:lnTo>
                    <a:pt x="4366253" y="750189"/>
                  </a:lnTo>
                  <a:lnTo>
                    <a:pt x="4367506" y="745770"/>
                  </a:lnTo>
                  <a:lnTo>
                    <a:pt x="4368760" y="740786"/>
                  </a:lnTo>
                  <a:lnTo>
                    <a:pt x="4370013" y="735357"/>
                  </a:lnTo>
                  <a:lnTo>
                    <a:pt x="4371266" y="729589"/>
                  </a:lnTo>
                  <a:lnTo>
                    <a:pt x="4372519" y="723539"/>
                  </a:lnTo>
                  <a:lnTo>
                    <a:pt x="4373773" y="717287"/>
                  </a:lnTo>
                  <a:lnTo>
                    <a:pt x="4375026" y="710882"/>
                  </a:lnTo>
                  <a:lnTo>
                    <a:pt x="4376279" y="704351"/>
                  </a:lnTo>
                  <a:lnTo>
                    <a:pt x="4377532" y="697700"/>
                  </a:lnTo>
                  <a:lnTo>
                    <a:pt x="4378785" y="690949"/>
                  </a:lnTo>
                  <a:lnTo>
                    <a:pt x="4380039" y="684100"/>
                  </a:lnTo>
                  <a:lnTo>
                    <a:pt x="4381292" y="677194"/>
                  </a:lnTo>
                  <a:lnTo>
                    <a:pt x="4382545" y="670303"/>
                  </a:lnTo>
                  <a:lnTo>
                    <a:pt x="4383798" y="663474"/>
                  </a:lnTo>
                  <a:lnTo>
                    <a:pt x="4385052" y="656780"/>
                  </a:lnTo>
                  <a:lnTo>
                    <a:pt x="4386305" y="650287"/>
                  </a:lnTo>
                  <a:lnTo>
                    <a:pt x="4387558" y="644068"/>
                  </a:lnTo>
                  <a:lnTo>
                    <a:pt x="4388811" y="638152"/>
                  </a:lnTo>
                  <a:lnTo>
                    <a:pt x="4390064" y="632595"/>
                  </a:lnTo>
                  <a:lnTo>
                    <a:pt x="4391318" y="627434"/>
                  </a:lnTo>
                  <a:lnTo>
                    <a:pt x="4392571" y="622684"/>
                  </a:lnTo>
                  <a:lnTo>
                    <a:pt x="4393824" y="618371"/>
                  </a:lnTo>
                  <a:lnTo>
                    <a:pt x="4395077" y="614530"/>
                  </a:lnTo>
                  <a:lnTo>
                    <a:pt x="4396330" y="611122"/>
                  </a:lnTo>
                  <a:lnTo>
                    <a:pt x="4397584" y="608129"/>
                  </a:lnTo>
                  <a:lnTo>
                    <a:pt x="4398837" y="605597"/>
                  </a:lnTo>
                  <a:lnTo>
                    <a:pt x="4400090" y="603557"/>
                  </a:lnTo>
                  <a:lnTo>
                    <a:pt x="4401343" y="602019"/>
                  </a:lnTo>
                  <a:lnTo>
                    <a:pt x="4402597" y="601037"/>
                  </a:lnTo>
                  <a:lnTo>
                    <a:pt x="4403850" y="600634"/>
                  </a:lnTo>
                  <a:lnTo>
                    <a:pt x="4405103" y="600755"/>
                  </a:lnTo>
                  <a:lnTo>
                    <a:pt x="4406356" y="601409"/>
                  </a:lnTo>
                  <a:lnTo>
                    <a:pt x="4407609" y="602646"/>
                  </a:lnTo>
                  <a:lnTo>
                    <a:pt x="4408863" y="604476"/>
                  </a:lnTo>
                  <a:lnTo>
                    <a:pt x="4410116" y="606884"/>
                  </a:lnTo>
                  <a:lnTo>
                    <a:pt x="4411369" y="609837"/>
                  </a:lnTo>
                  <a:lnTo>
                    <a:pt x="4412622" y="613285"/>
                  </a:lnTo>
                  <a:lnTo>
                    <a:pt x="4413876" y="617225"/>
                  </a:lnTo>
                  <a:lnTo>
                    <a:pt x="4415129" y="621655"/>
                  </a:lnTo>
                  <a:lnTo>
                    <a:pt x="4416382" y="626576"/>
                  </a:lnTo>
                  <a:lnTo>
                    <a:pt x="4417635" y="632044"/>
                  </a:lnTo>
                  <a:lnTo>
                    <a:pt x="4418888" y="638136"/>
                  </a:lnTo>
                  <a:lnTo>
                    <a:pt x="4420142" y="644876"/>
                  </a:lnTo>
                  <a:lnTo>
                    <a:pt x="4421395" y="652245"/>
                  </a:lnTo>
                  <a:lnTo>
                    <a:pt x="4422648" y="660167"/>
                  </a:lnTo>
                  <a:lnTo>
                    <a:pt x="4423901" y="668572"/>
                  </a:lnTo>
                  <a:lnTo>
                    <a:pt x="4425154" y="677419"/>
                  </a:lnTo>
                  <a:lnTo>
                    <a:pt x="4426408" y="686703"/>
                  </a:lnTo>
                  <a:lnTo>
                    <a:pt x="4427661" y="696415"/>
                  </a:lnTo>
                  <a:lnTo>
                    <a:pt x="4428914" y="706541"/>
                  </a:lnTo>
                  <a:lnTo>
                    <a:pt x="4430167" y="717118"/>
                  </a:lnTo>
                  <a:lnTo>
                    <a:pt x="4431421" y="728191"/>
                  </a:lnTo>
                  <a:lnTo>
                    <a:pt x="4432674" y="739710"/>
                  </a:lnTo>
                  <a:lnTo>
                    <a:pt x="4433927" y="751585"/>
                  </a:lnTo>
                  <a:lnTo>
                    <a:pt x="4435180" y="763716"/>
                  </a:lnTo>
                  <a:lnTo>
                    <a:pt x="4436433" y="776041"/>
                  </a:lnTo>
                  <a:lnTo>
                    <a:pt x="4437687" y="788509"/>
                  </a:lnTo>
                  <a:lnTo>
                    <a:pt x="4438940" y="801081"/>
                  </a:lnTo>
                  <a:lnTo>
                    <a:pt x="4440193" y="813757"/>
                  </a:lnTo>
                  <a:lnTo>
                    <a:pt x="4441446" y="826570"/>
                  </a:lnTo>
                  <a:lnTo>
                    <a:pt x="4442699" y="839544"/>
                  </a:lnTo>
                  <a:lnTo>
                    <a:pt x="4443953" y="852643"/>
                  </a:lnTo>
                  <a:lnTo>
                    <a:pt x="4445206" y="865787"/>
                  </a:lnTo>
                  <a:lnTo>
                    <a:pt x="4446459" y="878941"/>
                  </a:lnTo>
                  <a:lnTo>
                    <a:pt x="4447712" y="892074"/>
                  </a:lnTo>
                  <a:lnTo>
                    <a:pt x="4448966" y="905139"/>
                  </a:lnTo>
                  <a:lnTo>
                    <a:pt x="4450219" y="918076"/>
                  </a:lnTo>
                  <a:lnTo>
                    <a:pt x="4451472" y="930842"/>
                  </a:lnTo>
                  <a:lnTo>
                    <a:pt x="4452725" y="943384"/>
                  </a:lnTo>
                  <a:lnTo>
                    <a:pt x="4453978" y="955682"/>
                  </a:lnTo>
                  <a:lnTo>
                    <a:pt x="4455232" y="967696"/>
                  </a:lnTo>
                  <a:lnTo>
                    <a:pt x="4456485" y="979392"/>
                  </a:lnTo>
                  <a:lnTo>
                    <a:pt x="4457738" y="990737"/>
                  </a:lnTo>
                  <a:lnTo>
                    <a:pt x="4458991" y="1001714"/>
                  </a:lnTo>
                  <a:lnTo>
                    <a:pt x="4460245" y="1012342"/>
                  </a:lnTo>
                  <a:lnTo>
                    <a:pt x="4461498" y="1022625"/>
                  </a:lnTo>
                  <a:lnTo>
                    <a:pt x="4462751" y="1032569"/>
                  </a:lnTo>
                  <a:lnTo>
                    <a:pt x="4464004" y="1042184"/>
                  </a:lnTo>
                  <a:lnTo>
                    <a:pt x="4465257" y="1051392"/>
                  </a:lnTo>
                  <a:lnTo>
                    <a:pt x="4466511" y="1060099"/>
                  </a:lnTo>
                  <a:lnTo>
                    <a:pt x="4467764" y="1068262"/>
                  </a:lnTo>
                  <a:lnTo>
                    <a:pt x="4469017" y="1075870"/>
                  </a:lnTo>
                  <a:lnTo>
                    <a:pt x="4470270" y="1082842"/>
                  </a:lnTo>
                  <a:lnTo>
                    <a:pt x="4471523" y="1089167"/>
                  </a:lnTo>
                  <a:lnTo>
                    <a:pt x="4472777" y="1094879"/>
                  </a:lnTo>
                  <a:lnTo>
                    <a:pt x="4474030" y="1100056"/>
                  </a:lnTo>
                  <a:lnTo>
                    <a:pt x="4475283" y="1104785"/>
                  </a:lnTo>
                  <a:lnTo>
                    <a:pt x="4476536" y="1109103"/>
                  </a:lnTo>
                  <a:lnTo>
                    <a:pt x="4477790" y="1113038"/>
                  </a:lnTo>
                  <a:lnTo>
                    <a:pt x="4479043" y="1116610"/>
                  </a:lnTo>
                  <a:lnTo>
                    <a:pt x="4480296" y="1119787"/>
                  </a:lnTo>
                  <a:lnTo>
                    <a:pt x="4481549" y="1122527"/>
                  </a:lnTo>
                  <a:lnTo>
                    <a:pt x="4482802" y="1124795"/>
                  </a:lnTo>
                  <a:lnTo>
                    <a:pt x="4484056" y="1126666"/>
                  </a:lnTo>
                  <a:lnTo>
                    <a:pt x="4485309" y="1128205"/>
                  </a:lnTo>
                  <a:lnTo>
                    <a:pt x="4486562" y="1129488"/>
                  </a:lnTo>
                  <a:lnTo>
                    <a:pt x="4487815" y="1130566"/>
                  </a:lnTo>
                  <a:lnTo>
                    <a:pt x="4489069" y="1131450"/>
                  </a:lnTo>
                  <a:lnTo>
                    <a:pt x="4490322" y="1132139"/>
                  </a:lnTo>
                  <a:lnTo>
                    <a:pt x="4491575" y="1132642"/>
                  </a:lnTo>
                  <a:lnTo>
                    <a:pt x="4492828" y="1132938"/>
                  </a:lnTo>
                  <a:lnTo>
                    <a:pt x="4494081" y="1133005"/>
                  </a:lnTo>
                  <a:lnTo>
                    <a:pt x="4495335" y="1132845"/>
                  </a:lnTo>
                  <a:lnTo>
                    <a:pt x="4496588" y="1132476"/>
                  </a:lnTo>
                  <a:lnTo>
                    <a:pt x="4497841" y="1131956"/>
                  </a:lnTo>
                  <a:lnTo>
                    <a:pt x="4499094" y="1131343"/>
                  </a:lnTo>
                  <a:lnTo>
                    <a:pt x="4500347" y="1130685"/>
                  </a:lnTo>
                  <a:lnTo>
                    <a:pt x="4501601" y="1130038"/>
                  </a:lnTo>
                  <a:lnTo>
                    <a:pt x="4502854" y="1129428"/>
                  </a:lnTo>
                  <a:lnTo>
                    <a:pt x="4504107" y="1128865"/>
                  </a:lnTo>
                  <a:lnTo>
                    <a:pt x="4505360" y="1128296"/>
                  </a:lnTo>
                  <a:lnTo>
                    <a:pt x="4506614" y="1127704"/>
                  </a:lnTo>
                  <a:lnTo>
                    <a:pt x="4507867" y="1127120"/>
                  </a:lnTo>
                  <a:lnTo>
                    <a:pt x="4509120" y="1126582"/>
                  </a:lnTo>
                  <a:lnTo>
                    <a:pt x="4510373" y="1126070"/>
                  </a:lnTo>
                  <a:lnTo>
                    <a:pt x="4511626" y="1125599"/>
                  </a:lnTo>
                  <a:lnTo>
                    <a:pt x="4512880" y="1125147"/>
                  </a:lnTo>
                  <a:lnTo>
                    <a:pt x="4514133" y="1124738"/>
                  </a:lnTo>
                  <a:lnTo>
                    <a:pt x="4515386" y="1124394"/>
                  </a:lnTo>
                  <a:lnTo>
                    <a:pt x="4516639" y="1124140"/>
                  </a:lnTo>
                  <a:lnTo>
                    <a:pt x="4517893" y="1123978"/>
                  </a:lnTo>
                  <a:lnTo>
                    <a:pt x="4519146" y="1123955"/>
                  </a:lnTo>
                  <a:lnTo>
                    <a:pt x="4520399" y="1124082"/>
                  </a:lnTo>
                  <a:lnTo>
                    <a:pt x="4521652" y="1124312"/>
                  </a:lnTo>
                  <a:lnTo>
                    <a:pt x="4522905" y="1124626"/>
                  </a:lnTo>
                  <a:lnTo>
                    <a:pt x="4524159" y="1125040"/>
                  </a:lnTo>
                  <a:lnTo>
                    <a:pt x="4525412" y="1125543"/>
                  </a:lnTo>
                  <a:lnTo>
                    <a:pt x="4526665" y="1126145"/>
                  </a:lnTo>
                  <a:lnTo>
                    <a:pt x="4527918" y="1126895"/>
                  </a:lnTo>
                  <a:lnTo>
                    <a:pt x="4529171" y="1127912"/>
                  </a:lnTo>
                  <a:lnTo>
                    <a:pt x="4530425" y="1129251"/>
                  </a:lnTo>
                  <a:lnTo>
                    <a:pt x="4531678" y="1130961"/>
                  </a:lnTo>
                  <a:lnTo>
                    <a:pt x="4532931" y="1133122"/>
                  </a:lnTo>
                  <a:lnTo>
                    <a:pt x="4534184" y="1135762"/>
                  </a:lnTo>
                  <a:lnTo>
                    <a:pt x="4535438" y="1138862"/>
                  </a:lnTo>
                  <a:lnTo>
                    <a:pt x="4536691" y="1142355"/>
                  </a:lnTo>
                  <a:lnTo>
                    <a:pt x="4537944" y="1146204"/>
                  </a:lnTo>
                  <a:lnTo>
                    <a:pt x="4539197" y="1150354"/>
                  </a:lnTo>
                  <a:lnTo>
                    <a:pt x="4540450" y="1154785"/>
                  </a:lnTo>
                  <a:lnTo>
                    <a:pt x="4541704" y="1159478"/>
                  </a:lnTo>
                  <a:lnTo>
                    <a:pt x="4542957" y="1164427"/>
                  </a:lnTo>
                  <a:lnTo>
                    <a:pt x="4544210" y="1169636"/>
                  </a:lnTo>
                  <a:lnTo>
                    <a:pt x="4545463" y="1175096"/>
                  </a:lnTo>
                  <a:lnTo>
                    <a:pt x="4546717" y="1180763"/>
                  </a:lnTo>
                  <a:lnTo>
                    <a:pt x="4547970" y="1186566"/>
                  </a:lnTo>
                  <a:lnTo>
                    <a:pt x="4549223" y="1192469"/>
                  </a:lnTo>
                  <a:lnTo>
                    <a:pt x="4550476" y="1198466"/>
                  </a:lnTo>
                  <a:lnTo>
                    <a:pt x="4551729" y="1204508"/>
                  </a:lnTo>
                  <a:lnTo>
                    <a:pt x="4552983" y="1210596"/>
                  </a:lnTo>
                  <a:lnTo>
                    <a:pt x="4554236" y="1216748"/>
                  </a:lnTo>
                  <a:lnTo>
                    <a:pt x="4555489" y="1223010"/>
                  </a:lnTo>
                  <a:lnTo>
                    <a:pt x="4556742" y="1229301"/>
                  </a:lnTo>
                  <a:lnTo>
                    <a:pt x="4557995" y="1235637"/>
                  </a:lnTo>
                  <a:lnTo>
                    <a:pt x="4559249" y="1242020"/>
                  </a:lnTo>
                  <a:lnTo>
                    <a:pt x="4560502" y="1248449"/>
                  </a:lnTo>
                  <a:lnTo>
                    <a:pt x="4561755" y="1254885"/>
                  </a:lnTo>
                  <a:lnTo>
                    <a:pt x="4563008" y="1261279"/>
                  </a:lnTo>
                  <a:lnTo>
                    <a:pt x="4564262" y="1267591"/>
                  </a:lnTo>
                  <a:lnTo>
                    <a:pt x="4565515" y="1273763"/>
                  </a:lnTo>
                  <a:lnTo>
                    <a:pt x="4566768" y="1279726"/>
                  </a:lnTo>
                  <a:lnTo>
                    <a:pt x="4568021" y="1285456"/>
                  </a:lnTo>
                  <a:lnTo>
                    <a:pt x="4569274" y="1290968"/>
                  </a:lnTo>
                  <a:lnTo>
                    <a:pt x="4570528" y="1296254"/>
                  </a:lnTo>
                  <a:lnTo>
                    <a:pt x="4571781" y="1301316"/>
                  </a:lnTo>
                  <a:lnTo>
                    <a:pt x="4573034" y="1306156"/>
                  </a:lnTo>
                  <a:lnTo>
                    <a:pt x="4574287" y="1310777"/>
                  </a:lnTo>
                  <a:lnTo>
                    <a:pt x="4575541" y="1315215"/>
                  </a:lnTo>
                  <a:lnTo>
                    <a:pt x="4576794" y="1319481"/>
                  </a:lnTo>
                  <a:lnTo>
                    <a:pt x="4578047" y="1323573"/>
                  </a:lnTo>
                  <a:lnTo>
                    <a:pt x="4579300" y="1327481"/>
                  </a:lnTo>
                  <a:lnTo>
                    <a:pt x="4580553" y="1331220"/>
                  </a:lnTo>
                  <a:lnTo>
                    <a:pt x="4581807" y="1334798"/>
                  </a:lnTo>
                  <a:lnTo>
                    <a:pt x="4583060" y="1338203"/>
                  </a:lnTo>
                  <a:lnTo>
                    <a:pt x="4584313" y="1341527"/>
                  </a:lnTo>
                  <a:lnTo>
                    <a:pt x="4585566" y="1344879"/>
                  </a:lnTo>
                  <a:lnTo>
                    <a:pt x="4586819" y="1348285"/>
                  </a:lnTo>
                  <a:lnTo>
                    <a:pt x="4588073" y="1351744"/>
                  </a:lnTo>
                  <a:lnTo>
                    <a:pt x="4589326" y="1355263"/>
                  </a:lnTo>
                  <a:lnTo>
                    <a:pt x="4590579" y="1358848"/>
                  </a:lnTo>
                  <a:lnTo>
                    <a:pt x="4591832" y="1362440"/>
                  </a:lnTo>
                  <a:lnTo>
                    <a:pt x="4593086" y="1366003"/>
                  </a:lnTo>
                  <a:lnTo>
                    <a:pt x="4594339" y="1369505"/>
                  </a:lnTo>
                  <a:lnTo>
                    <a:pt x="4595592" y="1372912"/>
                  </a:lnTo>
                  <a:lnTo>
                    <a:pt x="4596845" y="1376181"/>
                  </a:lnTo>
                  <a:lnTo>
                    <a:pt x="4598098" y="1379334"/>
                  </a:lnTo>
                  <a:lnTo>
                    <a:pt x="4599352" y="1382417"/>
                  </a:lnTo>
                  <a:lnTo>
                    <a:pt x="4600605" y="1385432"/>
                  </a:lnTo>
                  <a:lnTo>
                    <a:pt x="4601858" y="1388367"/>
                  </a:lnTo>
                  <a:lnTo>
                    <a:pt x="4603111" y="1391221"/>
                  </a:lnTo>
                  <a:lnTo>
                    <a:pt x="4604364" y="1393974"/>
                  </a:lnTo>
                  <a:lnTo>
                    <a:pt x="4605618" y="1396625"/>
                  </a:lnTo>
                  <a:lnTo>
                    <a:pt x="4606871" y="1399169"/>
                  </a:lnTo>
                  <a:lnTo>
                    <a:pt x="4608124" y="1401644"/>
                  </a:lnTo>
                  <a:lnTo>
                    <a:pt x="4609377" y="1404069"/>
                  </a:lnTo>
                  <a:lnTo>
                    <a:pt x="4610631" y="1406490"/>
                  </a:lnTo>
                  <a:lnTo>
                    <a:pt x="4611884" y="1408904"/>
                  </a:lnTo>
                  <a:lnTo>
                    <a:pt x="4613137" y="1411284"/>
                  </a:lnTo>
                  <a:lnTo>
                    <a:pt x="4614390" y="1413639"/>
                  </a:lnTo>
                  <a:lnTo>
                    <a:pt x="4615643" y="1416010"/>
                  </a:lnTo>
                  <a:lnTo>
                    <a:pt x="4616897" y="1418366"/>
                  </a:lnTo>
                  <a:lnTo>
                    <a:pt x="4618150" y="1420623"/>
                  </a:lnTo>
                  <a:lnTo>
                    <a:pt x="4619403" y="1422819"/>
                  </a:lnTo>
                  <a:lnTo>
                    <a:pt x="4620656" y="1425004"/>
                  </a:lnTo>
                  <a:lnTo>
                    <a:pt x="4621910" y="1427137"/>
                  </a:lnTo>
                  <a:lnTo>
                    <a:pt x="4623163" y="1429208"/>
                  </a:lnTo>
                  <a:lnTo>
                    <a:pt x="4624416" y="1431212"/>
                  </a:lnTo>
                  <a:lnTo>
                    <a:pt x="4625669" y="1433176"/>
                  </a:lnTo>
                  <a:lnTo>
                    <a:pt x="4626922" y="1435137"/>
                  </a:lnTo>
                  <a:lnTo>
                    <a:pt x="4628176" y="1437133"/>
                  </a:lnTo>
                  <a:lnTo>
                    <a:pt x="4629429" y="1439189"/>
                  </a:lnTo>
                  <a:lnTo>
                    <a:pt x="4630682" y="1441379"/>
                  </a:lnTo>
                  <a:lnTo>
                    <a:pt x="4631935" y="1443732"/>
                  </a:lnTo>
                  <a:lnTo>
                    <a:pt x="4633188" y="1446281"/>
                  </a:lnTo>
                  <a:lnTo>
                    <a:pt x="4634442" y="1449015"/>
                  </a:lnTo>
                  <a:lnTo>
                    <a:pt x="4635695" y="1451922"/>
                  </a:lnTo>
                  <a:lnTo>
                    <a:pt x="4636948" y="1454997"/>
                  </a:lnTo>
                  <a:lnTo>
                    <a:pt x="4638201" y="1458245"/>
                  </a:lnTo>
                  <a:lnTo>
                    <a:pt x="4639455" y="1461658"/>
                  </a:lnTo>
                  <a:lnTo>
                    <a:pt x="4640708" y="1465259"/>
                  </a:lnTo>
                  <a:lnTo>
                    <a:pt x="4641961" y="1469050"/>
                  </a:lnTo>
                  <a:lnTo>
                    <a:pt x="4643214" y="1473038"/>
                  </a:lnTo>
                  <a:lnTo>
                    <a:pt x="4644467" y="1477205"/>
                  </a:lnTo>
                  <a:lnTo>
                    <a:pt x="4645721" y="1481529"/>
                  </a:lnTo>
                  <a:lnTo>
                    <a:pt x="4646974" y="1485986"/>
                  </a:lnTo>
                  <a:lnTo>
                    <a:pt x="4648227" y="1490484"/>
                  </a:lnTo>
                  <a:lnTo>
                    <a:pt x="4649480" y="1494971"/>
                  </a:lnTo>
                  <a:lnTo>
                    <a:pt x="4650734" y="1499428"/>
                  </a:lnTo>
                  <a:lnTo>
                    <a:pt x="4651987" y="1503831"/>
                  </a:lnTo>
                  <a:lnTo>
                    <a:pt x="4653240" y="1508157"/>
                  </a:lnTo>
                  <a:lnTo>
                    <a:pt x="4654493" y="1512395"/>
                  </a:lnTo>
                  <a:lnTo>
                    <a:pt x="4655746" y="1516566"/>
                  </a:lnTo>
                  <a:lnTo>
                    <a:pt x="4657000" y="1520671"/>
                  </a:lnTo>
                  <a:lnTo>
                    <a:pt x="4658253" y="1524700"/>
                  </a:lnTo>
                  <a:lnTo>
                    <a:pt x="4659506" y="1528649"/>
                  </a:lnTo>
                  <a:lnTo>
                    <a:pt x="4660759" y="1532520"/>
                  </a:lnTo>
                  <a:lnTo>
                    <a:pt x="4662012" y="1536280"/>
                  </a:lnTo>
                  <a:lnTo>
                    <a:pt x="4663266" y="1539898"/>
                  </a:lnTo>
                  <a:lnTo>
                    <a:pt x="4664519" y="1543403"/>
                  </a:lnTo>
                  <a:lnTo>
                    <a:pt x="4665772" y="1546782"/>
                  </a:lnTo>
                  <a:lnTo>
                    <a:pt x="4667025" y="1550069"/>
                  </a:lnTo>
                  <a:lnTo>
                    <a:pt x="4668279" y="1553268"/>
                  </a:lnTo>
                  <a:lnTo>
                    <a:pt x="4669532" y="1556382"/>
                  </a:lnTo>
                  <a:lnTo>
                    <a:pt x="4670785" y="1559413"/>
                  </a:lnTo>
                  <a:lnTo>
                    <a:pt x="4672038" y="1562333"/>
                  </a:lnTo>
                  <a:lnTo>
                    <a:pt x="4673291" y="1565136"/>
                  </a:lnTo>
                  <a:lnTo>
                    <a:pt x="4674545" y="1567821"/>
                  </a:lnTo>
                  <a:lnTo>
                    <a:pt x="4675798" y="1570388"/>
                  </a:lnTo>
                  <a:lnTo>
                    <a:pt x="4677051" y="1572870"/>
                  </a:lnTo>
                  <a:lnTo>
                    <a:pt x="4678304" y="1575228"/>
                  </a:lnTo>
                  <a:lnTo>
                    <a:pt x="4679558" y="1577466"/>
                  </a:lnTo>
                  <a:lnTo>
                    <a:pt x="4680811" y="1579618"/>
                  </a:lnTo>
                  <a:lnTo>
                    <a:pt x="4682064" y="1581747"/>
                  </a:lnTo>
                  <a:lnTo>
                    <a:pt x="4683317" y="1583786"/>
                  </a:lnTo>
                  <a:lnTo>
                    <a:pt x="4684570" y="1585776"/>
                  </a:lnTo>
                  <a:lnTo>
                    <a:pt x="4685824" y="1587724"/>
                  </a:lnTo>
                  <a:lnTo>
                    <a:pt x="4687077" y="1589636"/>
                  </a:lnTo>
                  <a:lnTo>
                    <a:pt x="4688330" y="1591515"/>
                  </a:lnTo>
                  <a:lnTo>
                    <a:pt x="4689583" y="1593335"/>
                  </a:lnTo>
                  <a:lnTo>
                    <a:pt x="4690836" y="1595090"/>
                  </a:lnTo>
                  <a:lnTo>
                    <a:pt x="4692090" y="1596787"/>
                  </a:lnTo>
                  <a:lnTo>
                    <a:pt x="4693343" y="1598398"/>
                  </a:lnTo>
                  <a:lnTo>
                    <a:pt x="4694596" y="1599913"/>
                  </a:lnTo>
                  <a:lnTo>
                    <a:pt x="4695849" y="1601315"/>
                  </a:lnTo>
                  <a:lnTo>
                    <a:pt x="4697103" y="1602588"/>
                  </a:lnTo>
                  <a:lnTo>
                    <a:pt x="4698356" y="1603754"/>
                  </a:lnTo>
                  <a:lnTo>
                    <a:pt x="4699609" y="1604812"/>
                  </a:lnTo>
                  <a:lnTo>
                    <a:pt x="4700862" y="1605758"/>
                  </a:lnTo>
                  <a:lnTo>
                    <a:pt x="4702115" y="1606548"/>
                  </a:lnTo>
                  <a:lnTo>
                    <a:pt x="4703369" y="1607157"/>
                  </a:lnTo>
                  <a:lnTo>
                    <a:pt x="4704622" y="1607590"/>
                  </a:lnTo>
                  <a:lnTo>
                    <a:pt x="4705875" y="1607844"/>
                  </a:lnTo>
                  <a:lnTo>
                    <a:pt x="4707128" y="1607920"/>
                  </a:lnTo>
                  <a:lnTo>
                    <a:pt x="4708382" y="1607836"/>
                  </a:lnTo>
                  <a:lnTo>
                    <a:pt x="4709635" y="1607570"/>
                  </a:lnTo>
                  <a:lnTo>
                    <a:pt x="4710888" y="1607112"/>
                  </a:lnTo>
                  <a:lnTo>
                    <a:pt x="4712141" y="1606476"/>
                  </a:lnTo>
                  <a:lnTo>
                    <a:pt x="4713394" y="1605674"/>
                  </a:lnTo>
                  <a:lnTo>
                    <a:pt x="4714648" y="1604681"/>
                  </a:lnTo>
                  <a:lnTo>
                    <a:pt x="4715901" y="1603516"/>
                  </a:lnTo>
                  <a:lnTo>
                    <a:pt x="4717154" y="1602192"/>
                  </a:lnTo>
                  <a:lnTo>
                    <a:pt x="4718407" y="1600709"/>
                  </a:lnTo>
                  <a:lnTo>
                    <a:pt x="4719660" y="1599071"/>
                  </a:lnTo>
                  <a:lnTo>
                    <a:pt x="4720914" y="1597310"/>
                  </a:lnTo>
                  <a:lnTo>
                    <a:pt x="4722167" y="1595471"/>
                  </a:lnTo>
                  <a:lnTo>
                    <a:pt x="4723420" y="1593558"/>
                  </a:lnTo>
                  <a:lnTo>
                    <a:pt x="4724673" y="1591567"/>
                  </a:lnTo>
                  <a:lnTo>
                    <a:pt x="4725927" y="1589476"/>
                  </a:lnTo>
                  <a:lnTo>
                    <a:pt x="4727180" y="1587289"/>
                  </a:lnTo>
                  <a:lnTo>
                    <a:pt x="4728433" y="1585033"/>
                  </a:lnTo>
                  <a:lnTo>
                    <a:pt x="4729686" y="1582721"/>
                  </a:lnTo>
                  <a:lnTo>
                    <a:pt x="4730939" y="1580360"/>
                  </a:lnTo>
                  <a:lnTo>
                    <a:pt x="4732193" y="1577960"/>
                  </a:lnTo>
                  <a:lnTo>
                    <a:pt x="4733446" y="1575551"/>
                  </a:lnTo>
                  <a:lnTo>
                    <a:pt x="4734699" y="1573132"/>
                  </a:lnTo>
                  <a:lnTo>
                    <a:pt x="4735952" y="1570710"/>
                  </a:lnTo>
                  <a:lnTo>
                    <a:pt x="4737206" y="1568284"/>
                  </a:lnTo>
                  <a:lnTo>
                    <a:pt x="4738459" y="1565850"/>
                  </a:lnTo>
                  <a:lnTo>
                    <a:pt x="4739712" y="1563410"/>
                  </a:lnTo>
                  <a:lnTo>
                    <a:pt x="4740965" y="1560957"/>
                  </a:lnTo>
                  <a:lnTo>
                    <a:pt x="4742218" y="1558491"/>
                  </a:lnTo>
                  <a:lnTo>
                    <a:pt x="4743472" y="1556019"/>
                  </a:lnTo>
                  <a:lnTo>
                    <a:pt x="4744725" y="1553572"/>
                  </a:lnTo>
                  <a:lnTo>
                    <a:pt x="4745978" y="1551139"/>
                  </a:lnTo>
                  <a:lnTo>
                    <a:pt x="4747231" y="1548715"/>
                  </a:lnTo>
                  <a:lnTo>
                    <a:pt x="4748484" y="1546299"/>
                  </a:lnTo>
                  <a:lnTo>
                    <a:pt x="4749738" y="1543893"/>
                  </a:lnTo>
                  <a:lnTo>
                    <a:pt x="4750991" y="1541483"/>
                  </a:lnTo>
                  <a:lnTo>
                    <a:pt x="4752244" y="1539070"/>
                  </a:lnTo>
                  <a:lnTo>
                    <a:pt x="4753497" y="1536653"/>
                  </a:lnTo>
                  <a:lnTo>
                    <a:pt x="4754751" y="1534226"/>
                  </a:lnTo>
                  <a:lnTo>
                    <a:pt x="4756004" y="1531791"/>
                  </a:lnTo>
                  <a:lnTo>
                    <a:pt x="4757257" y="1529346"/>
                  </a:lnTo>
                  <a:lnTo>
                    <a:pt x="4758510" y="1526892"/>
                  </a:lnTo>
                  <a:lnTo>
                    <a:pt x="4759763" y="1524430"/>
                  </a:lnTo>
                  <a:lnTo>
                    <a:pt x="4761017" y="1521958"/>
                  </a:lnTo>
                  <a:lnTo>
                    <a:pt x="4762270" y="1519477"/>
                  </a:lnTo>
                  <a:lnTo>
                    <a:pt x="4763523" y="1516987"/>
                  </a:lnTo>
                  <a:lnTo>
                    <a:pt x="4764776" y="1514530"/>
                  </a:lnTo>
                  <a:lnTo>
                    <a:pt x="4766029" y="1512152"/>
                  </a:lnTo>
                  <a:lnTo>
                    <a:pt x="4767283" y="1509854"/>
                  </a:lnTo>
                  <a:lnTo>
                    <a:pt x="4768536" y="1507636"/>
                  </a:lnTo>
                  <a:lnTo>
                    <a:pt x="4769789" y="1505504"/>
                  </a:lnTo>
                  <a:lnTo>
                    <a:pt x="4771042" y="1503458"/>
                  </a:lnTo>
                  <a:lnTo>
                    <a:pt x="4772296" y="1501523"/>
                  </a:lnTo>
                  <a:lnTo>
                    <a:pt x="4773549" y="1499744"/>
                  </a:lnTo>
                  <a:lnTo>
                    <a:pt x="4774802" y="1498133"/>
                  </a:lnTo>
                  <a:lnTo>
                    <a:pt x="4776055" y="1496693"/>
                  </a:lnTo>
                  <a:lnTo>
                    <a:pt x="4777308" y="1495457"/>
                  </a:lnTo>
                  <a:lnTo>
                    <a:pt x="4778562" y="1494454"/>
                  </a:lnTo>
                  <a:lnTo>
                    <a:pt x="4779815" y="1493687"/>
                  </a:lnTo>
                  <a:lnTo>
                    <a:pt x="4781068" y="1493153"/>
                  </a:lnTo>
                  <a:lnTo>
                    <a:pt x="4782321" y="1492849"/>
                  </a:lnTo>
                  <a:lnTo>
                    <a:pt x="4783575" y="1492737"/>
                  </a:lnTo>
                  <a:lnTo>
                    <a:pt x="4784828" y="1492787"/>
                  </a:lnTo>
                  <a:lnTo>
                    <a:pt x="4786081" y="1492994"/>
                  </a:lnTo>
                  <a:lnTo>
                    <a:pt x="4787334" y="1493364"/>
                  </a:lnTo>
                  <a:lnTo>
                    <a:pt x="4788587" y="1493929"/>
                  </a:lnTo>
                  <a:lnTo>
                    <a:pt x="4789841" y="1494716"/>
                  </a:lnTo>
                  <a:lnTo>
                    <a:pt x="4791094" y="1495704"/>
                  </a:lnTo>
                  <a:lnTo>
                    <a:pt x="4792347" y="1496857"/>
                  </a:lnTo>
                  <a:lnTo>
                    <a:pt x="4793600" y="1498157"/>
                  </a:lnTo>
                  <a:lnTo>
                    <a:pt x="4794853" y="1499601"/>
                  </a:lnTo>
                  <a:lnTo>
                    <a:pt x="4796107" y="1501148"/>
                  </a:lnTo>
                  <a:lnTo>
                    <a:pt x="4797360" y="1502762"/>
                  </a:lnTo>
                  <a:lnTo>
                    <a:pt x="4798613" y="1504444"/>
                  </a:lnTo>
                  <a:lnTo>
                    <a:pt x="4799866" y="1506193"/>
                  </a:lnTo>
                  <a:lnTo>
                    <a:pt x="4801120" y="1508013"/>
                  </a:lnTo>
                  <a:lnTo>
                    <a:pt x="4802373" y="1509907"/>
                  </a:lnTo>
                  <a:lnTo>
                    <a:pt x="4803626" y="1511876"/>
                  </a:lnTo>
                  <a:lnTo>
                    <a:pt x="4804879" y="1513918"/>
                  </a:lnTo>
                  <a:lnTo>
                    <a:pt x="4806132" y="1516028"/>
                  </a:lnTo>
                  <a:lnTo>
                    <a:pt x="4807386" y="1518164"/>
                  </a:lnTo>
                  <a:lnTo>
                    <a:pt x="4808639" y="1520288"/>
                  </a:lnTo>
                  <a:lnTo>
                    <a:pt x="4809892" y="1522407"/>
                  </a:lnTo>
                  <a:lnTo>
                    <a:pt x="4811145" y="1524519"/>
                  </a:lnTo>
                  <a:lnTo>
                    <a:pt x="4812399" y="1526626"/>
                  </a:lnTo>
                  <a:lnTo>
                    <a:pt x="4813652" y="1528736"/>
                  </a:lnTo>
                  <a:lnTo>
                    <a:pt x="4814905" y="1530856"/>
                  </a:lnTo>
                  <a:lnTo>
                    <a:pt x="4816158" y="1532984"/>
                  </a:lnTo>
                  <a:lnTo>
                    <a:pt x="4817411" y="1535121"/>
                  </a:lnTo>
                  <a:lnTo>
                    <a:pt x="4818665" y="1537268"/>
                  </a:lnTo>
                  <a:lnTo>
                    <a:pt x="4819918" y="1539424"/>
                  </a:lnTo>
                  <a:lnTo>
                    <a:pt x="4821171" y="1541588"/>
                  </a:lnTo>
                  <a:lnTo>
                    <a:pt x="4822424" y="1543762"/>
                  </a:lnTo>
                  <a:lnTo>
                    <a:pt x="4823677" y="1545945"/>
                  </a:lnTo>
                  <a:lnTo>
                    <a:pt x="4824931" y="1548137"/>
                  </a:lnTo>
                  <a:lnTo>
                    <a:pt x="4826184" y="1550338"/>
                  </a:lnTo>
                  <a:lnTo>
                    <a:pt x="4827437" y="1552548"/>
                  </a:lnTo>
                  <a:lnTo>
                    <a:pt x="4828690" y="1554725"/>
                  </a:lnTo>
                  <a:lnTo>
                    <a:pt x="4829944" y="1556865"/>
                  </a:lnTo>
                  <a:lnTo>
                    <a:pt x="4831197" y="1558968"/>
                  </a:lnTo>
                  <a:lnTo>
                    <a:pt x="4832450" y="1561028"/>
                  </a:lnTo>
                  <a:lnTo>
                    <a:pt x="4833703" y="1563045"/>
                  </a:lnTo>
                  <a:lnTo>
                    <a:pt x="4834956" y="1565020"/>
                  </a:lnTo>
                  <a:lnTo>
                    <a:pt x="4836210" y="1566925"/>
                  </a:lnTo>
                  <a:lnTo>
                    <a:pt x="4837463" y="1568750"/>
                  </a:lnTo>
                  <a:lnTo>
                    <a:pt x="4838716" y="1570495"/>
                  </a:lnTo>
                  <a:lnTo>
                    <a:pt x="4839969" y="1572159"/>
                  </a:lnTo>
                  <a:lnTo>
                    <a:pt x="4841223" y="1573710"/>
                  </a:lnTo>
                  <a:lnTo>
                    <a:pt x="4842476" y="1575148"/>
                  </a:lnTo>
                  <a:lnTo>
                    <a:pt x="4843729" y="1576474"/>
                  </a:lnTo>
                  <a:lnTo>
                    <a:pt x="4844982" y="1577687"/>
                  </a:lnTo>
                  <a:lnTo>
                    <a:pt x="4846235" y="1578793"/>
                  </a:lnTo>
                  <a:lnTo>
                    <a:pt x="4847489" y="1579822"/>
                  </a:lnTo>
                  <a:lnTo>
                    <a:pt x="4848742" y="1580776"/>
                  </a:lnTo>
                  <a:lnTo>
                    <a:pt x="4849995" y="1581656"/>
                  </a:lnTo>
                  <a:lnTo>
                    <a:pt x="4851248" y="1582457"/>
                  </a:lnTo>
                  <a:lnTo>
                    <a:pt x="4852501" y="1583151"/>
                  </a:lnTo>
                  <a:lnTo>
                    <a:pt x="4853755" y="1583739"/>
                  </a:lnTo>
                  <a:lnTo>
                    <a:pt x="4855008" y="1584241"/>
                  </a:lnTo>
                  <a:lnTo>
                    <a:pt x="4856261" y="1584670"/>
                  </a:lnTo>
                  <a:lnTo>
                    <a:pt x="4857514" y="1585024"/>
                  </a:lnTo>
                  <a:lnTo>
                    <a:pt x="4858768" y="1585310"/>
                  </a:lnTo>
                  <a:lnTo>
                    <a:pt x="4860021" y="1585561"/>
                  </a:lnTo>
                  <a:lnTo>
                    <a:pt x="4861274" y="1585779"/>
                  </a:lnTo>
                  <a:lnTo>
                    <a:pt x="4862527" y="1585964"/>
                  </a:lnTo>
                  <a:lnTo>
                    <a:pt x="4863780" y="1586114"/>
                  </a:lnTo>
                  <a:lnTo>
                    <a:pt x="4865034" y="1586227"/>
                  </a:lnTo>
                  <a:lnTo>
                    <a:pt x="4866287" y="1586304"/>
                  </a:lnTo>
                  <a:lnTo>
                    <a:pt x="4867540" y="1586343"/>
                  </a:lnTo>
                  <a:lnTo>
                    <a:pt x="4868793" y="1586345"/>
                  </a:lnTo>
                  <a:lnTo>
                    <a:pt x="4870047" y="1586316"/>
                  </a:lnTo>
                  <a:lnTo>
                    <a:pt x="4871300" y="1586293"/>
                  </a:lnTo>
                  <a:lnTo>
                    <a:pt x="4872553" y="1586276"/>
                  </a:lnTo>
                  <a:lnTo>
                    <a:pt x="4873806" y="1586264"/>
                  </a:lnTo>
                  <a:lnTo>
                    <a:pt x="4875059" y="1586258"/>
                  </a:lnTo>
                  <a:lnTo>
                    <a:pt x="4876313" y="1586258"/>
                  </a:lnTo>
                  <a:lnTo>
                    <a:pt x="4877566" y="1586258"/>
                  </a:lnTo>
                  <a:lnTo>
                    <a:pt x="4878819" y="1586258"/>
                  </a:lnTo>
                  <a:lnTo>
                    <a:pt x="4880072" y="1586258"/>
                  </a:lnTo>
                  <a:lnTo>
                    <a:pt x="4881325" y="1586258"/>
                  </a:lnTo>
                  <a:lnTo>
                    <a:pt x="4882579" y="1586258"/>
                  </a:lnTo>
                  <a:lnTo>
                    <a:pt x="4883832" y="1586258"/>
                  </a:lnTo>
                  <a:lnTo>
                    <a:pt x="4885085" y="1586258"/>
                  </a:lnTo>
                  <a:lnTo>
                    <a:pt x="4886338" y="1586258"/>
                  </a:lnTo>
                  <a:lnTo>
                    <a:pt x="4887592" y="1586258"/>
                  </a:lnTo>
                  <a:lnTo>
                    <a:pt x="4888845" y="1586258"/>
                  </a:lnTo>
                  <a:lnTo>
                    <a:pt x="4890098" y="1586258"/>
                  </a:lnTo>
                  <a:lnTo>
                    <a:pt x="4891351" y="1586258"/>
                  </a:lnTo>
                  <a:lnTo>
                    <a:pt x="4892604" y="1586258"/>
                  </a:lnTo>
                  <a:lnTo>
                    <a:pt x="4893858" y="1586258"/>
                  </a:lnTo>
                  <a:lnTo>
                    <a:pt x="4895111" y="1586258"/>
                  </a:lnTo>
                  <a:lnTo>
                    <a:pt x="4896364" y="1586258"/>
                  </a:lnTo>
                  <a:lnTo>
                    <a:pt x="4897617" y="1586258"/>
                  </a:lnTo>
                  <a:lnTo>
                    <a:pt x="4898871" y="1586258"/>
                  </a:lnTo>
                  <a:lnTo>
                    <a:pt x="4900124" y="1586258"/>
                  </a:lnTo>
                  <a:lnTo>
                    <a:pt x="4901377" y="1586258"/>
                  </a:lnTo>
                  <a:lnTo>
                    <a:pt x="4902630" y="1586258"/>
                  </a:lnTo>
                  <a:lnTo>
                    <a:pt x="4903883" y="1586258"/>
                  </a:lnTo>
                  <a:lnTo>
                    <a:pt x="4905137" y="1586258"/>
                  </a:lnTo>
                  <a:lnTo>
                    <a:pt x="4906390" y="1586258"/>
                  </a:lnTo>
                  <a:lnTo>
                    <a:pt x="4907643" y="1586258"/>
                  </a:lnTo>
                  <a:lnTo>
                    <a:pt x="4908896" y="1586258"/>
                  </a:lnTo>
                  <a:lnTo>
                    <a:pt x="4910149" y="1586258"/>
                  </a:lnTo>
                  <a:lnTo>
                    <a:pt x="4911403" y="1586258"/>
                  </a:lnTo>
                  <a:lnTo>
                    <a:pt x="4912656" y="1586258"/>
                  </a:lnTo>
                  <a:lnTo>
                    <a:pt x="4913909" y="1586258"/>
                  </a:lnTo>
                  <a:lnTo>
                    <a:pt x="4915162" y="1586258"/>
                  </a:lnTo>
                  <a:lnTo>
                    <a:pt x="4916416" y="1586258"/>
                  </a:lnTo>
                  <a:lnTo>
                    <a:pt x="4917669" y="1586258"/>
                  </a:lnTo>
                  <a:lnTo>
                    <a:pt x="4918922" y="1586258"/>
                  </a:lnTo>
                  <a:lnTo>
                    <a:pt x="4920175" y="1586258"/>
                  </a:lnTo>
                  <a:lnTo>
                    <a:pt x="4921428" y="1586258"/>
                  </a:lnTo>
                  <a:lnTo>
                    <a:pt x="4922682" y="1586258"/>
                  </a:lnTo>
                  <a:lnTo>
                    <a:pt x="4923935" y="1586258"/>
                  </a:lnTo>
                  <a:lnTo>
                    <a:pt x="4925188" y="1586258"/>
                  </a:lnTo>
                  <a:lnTo>
                    <a:pt x="4926441" y="1586258"/>
                  </a:lnTo>
                  <a:lnTo>
                    <a:pt x="4927694" y="1586258"/>
                  </a:lnTo>
                  <a:lnTo>
                    <a:pt x="4928948" y="1586258"/>
                  </a:lnTo>
                  <a:lnTo>
                    <a:pt x="4930201" y="1586258"/>
                  </a:lnTo>
                  <a:lnTo>
                    <a:pt x="4931454" y="1586258"/>
                  </a:lnTo>
                  <a:lnTo>
                    <a:pt x="4932707" y="1586258"/>
                  </a:lnTo>
                  <a:lnTo>
                    <a:pt x="4933961" y="1586258"/>
                  </a:lnTo>
                  <a:lnTo>
                    <a:pt x="4935214" y="1586258"/>
                  </a:lnTo>
                  <a:lnTo>
                    <a:pt x="4936467" y="1586258"/>
                  </a:lnTo>
                  <a:lnTo>
                    <a:pt x="4937720" y="1586258"/>
                  </a:lnTo>
                  <a:lnTo>
                    <a:pt x="4938973" y="1586258"/>
                  </a:lnTo>
                  <a:lnTo>
                    <a:pt x="4940227" y="1586258"/>
                  </a:lnTo>
                  <a:lnTo>
                    <a:pt x="4941480" y="1586258"/>
                  </a:lnTo>
                  <a:lnTo>
                    <a:pt x="4942733" y="1586258"/>
                  </a:lnTo>
                  <a:lnTo>
                    <a:pt x="4943986" y="1586258"/>
                  </a:lnTo>
                  <a:lnTo>
                    <a:pt x="4945240" y="1586258"/>
                  </a:lnTo>
                  <a:lnTo>
                    <a:pt x="4946493" y="1586258"/>
                  </a:lnTo>
                  <a:lnTo>
                    <a:pt x="4947746" y="1586258"/>
                  </a:lnTo>
                  <a:lnTo>
                    <a:pt x="4948999" y="1586258"/>
                  </a:lnTo>
                  <a:lnTo>
                    <a:pt x="4950252" y="1586258"/>
                  </a:lnTo>
                  <a:lnTo>
                    <a:pt x="4951506" y="1586258"/>
                  </a:lnTo>
                  <a:lnTo>
                    <a:pt x="4952759" y="1586258"/>
                  </a:lnTo>
                  <a:lnTo>
                    <a:pt x="4954012" y="1586258"/>
                  </a:lnTo>
                  <a:lnTo>
                    <a:pt x="4955265" y="1586258"/>
                  </a:lnTo>
                  <a:lnTo>
                    <a:pt x="4956518" y="1586258"/>
                  </a:lnTo>
                  <a:lnTo>
                    <a:pt x="4957772" y="1586258"/>
                  </a:lnTo>
                  <a:lnTo>
                    <a:pt x="4959025" y="1586258"/>
                  </a:lnTo>
                  <a:lnTo>
                    <a:pt x="4960278" y="1586258"/>
                  </a:lnTo>
                  <a:lnTo>
                    <a:pt x="4961531" y="1586258"/>
                  </a:lnTo>
                  <a:lnTo>
                    <a:pt x="4962785" y="1586258"/>
                  </a:lnTo>
                  <a:lnTo>
                    <a:pt x="4964038" y="1586258"/>
                  </a:lnTo>
                  <a:lnTo>
                    <a:pt x="4965291" y="1586258"/>
                  </a:lnTo>
                  <a:lnTo>
                    <a:pt x="4966544" y="1586258"/>
                  </a:lnTo>
                  <a:lnTo>
                    <a:pt x="4967797" y="1586258"/>
                  </a:lnTo>
                  <a:lnTo>
                    <a:pt x="4969051" y="1586258"/>
                  </a:lnTo>
                  <a:lnTo>
                    <a:pt x="4970304" y="1586258"/>
                  </a:lnTo>
                  <a:lnTo>
                    <a:pt x="4971557" y="1586258"/>
                  </a:lnTo>
                  <a:lnTo>
                    <a:pt x="4972810" y="1586258"/>
                  </a:lnTo>
                  <a:lnTo>
                    <a:pt x="4974064" y="1586258"/>
                  </a:lnTo>
                  <a:lnTo>
                    <a:pt x="4975317" y="1586258"/>
                  </a:lnTo>
                  <a:lnTo>
                    <a:pt x="4976570" y="1586258"/>
                  </a:lnTo>
                  <a:lnTo>
                    <a:pt x="4977823" y="1586258"/>
                  </a:lnTo>
                  <a:lnTo>
                    <a:pt x="4979076" y="1586258"/>
                  </a:lnTo>
                  <a:lnTo>
                    <a:pt x="4980330" y="1586258"/>
                  </a:lnTo>
                  <a:lnTo>
                    <a:pt x="4981583" y="1586258"/>
                  </a:lnTo>
                  <a:lnTo>
                    <a:pt x="4982836" y="1586258"/>
                  </a:lnTo>
                  <a:lnTo>
                    <a:pt x="4984089" y="1586258"/>
                  </a:lnTo>
                  <a:lnTo>
                    <a:pt x="4985342" y="1586258"/>
                  </a:lnTo>
                  <a:lnTo>
                    <a:pt x="4986596" y="1586258"/>
                  </a:lnTo>
                  <a:lnTo>
                    <a:pt x="4987849" y="1586258"/>
                  </a:lnTo>
                  <a:lnTo>
                    <a:pt x="4989102" y="1586258"/>
                  </a:lnTo>
                  <a:lnTo>
                    <a:pt x="4990355" y="1586258"/>
                  </a:lnTo>
                  <a:lnTo>
                    <a:pt x="4991609" y="1586258"/>
                  </a:lnTo>
                  <a:lnTo>
                    <a:pt x="4992862" y="1586258"/>
                  </a:lnTo>
                  <a:lnTo>
                    <a:pt x="4994115" y="1586258"/>
                  </a:lnTo>
                  <a:lnTo>
                    <a:pt x="4995368" y="1586258"/>
                  </a:lnTo>
                  <a:lnTo>
                    <a:pt x="4996621" y="1586258"/>
                  </a:lnTo>
                  <a:lnTo>
                    <a:pt x="4997875" y="1586258"/>
                  </a:lnTo>
                  <a:lnTo>
                    <a:pt x="4999128" y="1586258"/>
                  </a:lnTo>
                  <a:lnTo>
                    <a:pt x="5000381" y="1586258"/>
                  </a:lnTo>
                  <a:lnTo>
                    <a:pt x="5001634" y="1586258"/>
                  </a:lnTo>
                  <a:lnTo>
                    <a:pt x="5002888" y="1586258"/>
                  </a:lnTo>
                  <a:lnTo>
                    <a:pt x="5004141" y="1586258"/>
                  </a:lnTo>
                  <a:lnTo>
                    <a:pt x="5005394" y="1586258"/>
                  </a:lnTo>
                  <a:lnTo>
                    <a:pt x="5006647" y="1586258"/>
                  </a:lnTo>
                  <a:lnTo>
                    <a:pt x="5007900" y="1586258"/>
                  </a:lnTo>
                  <a:lnTo>
                    <a:pt x="5009154" y="1586258"/>
                  </a:lnTo>
                  <a:lnTo>
                    <a:pt x="5010407" y="1586258"/>
                  </a:lnTo>
                  <a:lnTo>
                    <a:pt x="5011660" y="1586258"/>
                  </a:lnTo>
                  <a:lnTo>
                    <a:pt x="5012913" y="1586258"/>
                  </a:lnTo>
                  <a:lnTo>
                    <a:pt x="5014166" y="1586258"/>
                  </a:lnTo>
                  <a:lnTo>
                    <a:pt x="5015420" y="1586258"/>
                  </a:lnTo>
                  <a:lnTo>
                    <a:pt x="5016673" y="1586258"/>
                  </a:lnTo>
                  <a:lnTo>
                    <a:pt x="5017926" y="1586258"/>
                  </a:lnTo>
                  <a:lnTo>
                    <a:pt x="5019179" y="1586258"/>
                  </a:lnTo>
                  <a:lnTo>
                    <a:pt x="5020433" y="1586258"/>
                  </a:lnTo>
                  <a:lnTo>
                    <a:pt x="5021686" y="1586258"/>
                  </a:lnTo>
                  <a:lnTo>
                    <a:pt x="5022939" y="1586258"/>
                  </a:lnTo>
                  <a:lnTo>
                    <a:pt x="5024192" y="1586258"/>
                  </a:lnTo>
                  <a:lnTo>
                    <a:pt x="5025445" y="1586258"/>
                  </a:lnTo>
                  <a:lnTo>
                    <a:pt x="5026699" y="1586258"/>
                  </a:lnTo>
                  <a:lnTo>
                    <a:pt x="5027952" y="1586258"/>
                  </a:lnTo>
                  <a:lnTo>
                    <a:pt x="5029205" y="1586258"/>
                  </a:lnTo>
                  <a:lnTo>
                    <a:pt x="5030458" y="1586258"/>
                  </a:lnTo>
                  <a:lnTo>
                    <a:pt x="5031712" y="1586258"/>
                  </a:lnTo>
                  <a:lnTo>
                    <a:pt x="5032965" y="1586258"/>
                  </a:lnTo>
                  <a:lnTo>
                    <a:pt x="5034218" y="1586258"/>
                  </a:lnTo>
                  <a:lnTo>
                    <a:pt x="5035471" y="1586258"/>
                  </a:lnTo>
                  <a:lnTo>
                    <a:pt x="5036724" y="1586258"/>
                  </a:lnTo>
                  <a:lnTo>
                    <a:pt x="5037978" y="1586258"/>
                  </a:lnTo>
                  <a:lnTo>
                    <a:pt x="5039231" y="1586258"/>
                  </a:lnTo>
                  <a:lnTo>
                    <a:pt x="5040484" y="1586258"/>
                  </a:lnTo>
                  <a:lnTo>
                    <a:pt x="5041737" y="1586258"/>
                  </a:lnTo>
                  <a:lnTo>
                    <a:pt x="5042990" y="1586258"/>
                  </a:lnTo>
                  <a:lnTo>
                    <a:pt x="5044244" y="1586258"/>
                  </a:lnTo>
                  <a:lnTo>
                    <a:pt x="5045497" y="1586258"/>
                  </a:lnTo>
                  <a:lnTo>
                    <a:pt x="5046750" y="1586258"/>
                  </a:lnTo>
                  <a:lnTo>
                    <a:pt x="5048003" y="1586258"/>
                  </a:lnTo>
                  <a:lnTo>
                    <a:pt x="5049257" y="1586258"/>
                  </a:lnTo>
                  <a:lnTo>
                    <a:pt x="5050510" y="1586258"/>
                  </a:lnTo>
                  <a:lnTo>
                    <a:pt x="5051763" y="1586258"/>
                  </a:lnTo>
                  <a:lnTo>
                    <a:pt x="5053016" y="1586258"/>
                  </a:lnTo>
                  <a:lnTo>
                    <a:pt x="5054269" y="1586258"/>
                  </a:lnTo>
                  <a:lnTo>
                    <a:pt x="5055523" y="1586258"/>
                  </a:lnTo>
                  <a:lnTo>
                    <a:pt x="5056776" y="1586258"/>
                  </a:lnTo>
                  <a:lnTo>
                    <a:pt x="5058029" y="1586258"/>
                  </a:lnTo>
                  <a:lnTo>
                    <a:pt x="5059282" y="1586258"/>
                  </a:lnTo>
                  <a:lnTo>
                    <a:pt x="5060536" y="1586258"/>
                  </a:lnTo>
                  <a:lnTo>
                    <a:pt x="5061789" y="1586258"/>
                  </a:lnTo>
                  <a:lnTo>
                    <a:pt x="5063042" y="1586258"/>
                  </a:lnTo>
                  <a:lnTo>
                    <a:pt x="5064295" y="1586258"/>
                  </a:lnTo>
                  <a:lnTo>
                    <a:pt x="5065548" y="1586258"/>
                  </a:lnTo>
                  <a:lnTo>
                    <a:pt x="5066802" y="1586258"/>
                  </a:lnTo>
                  <a:lnTo>
                    <a:pt x="5068055" y="1586258"/>
                  </a:lnTo>
                  <a:lnTo>
                    <a:pt x="5069308" y="1586258"/>
                  </a:lnTo>
                  <a:lnTo>
                    <a:pt x="5070561" y="1586258"/>
                  </a:lnTo>
                  <a:lnTo>
                    <a:pt x="5071814" y="1586258"/>
                  </a:lnTo>
                  <a:lnTo>
                    <a:pt x="5073068" y="1586258"/>
                  </a:lnTo>
                  <a:lnTo>
                    <a:pt x="5074321" y="1586258"/>
                  </a:lnTo>
                  <a:lnTo>
                    <a:pt x="5075574" y="1586258"/>
                  </a:lnTo>
                  <a:lnTo>
                    <a:pt x="5076827" y="1586258"/>
                  </a:lnTo>
                  <a:lnTo>
                    <a:pt x="5078081" y="1586258"/>
                  </a:lnTo>
                  <a:lnTo>
                    <a:pt x="5079334" y="1586258"/>
                  </a:lnTo>
                  <a:lnTo>
                    <a:pt x="5080587" y="1586258"/>
                  </a:lnTo>
                  <a:lnTo>
                    <a:pt x="5081840" y="1586258"/>
                  </a:lnTo>
                  <a:lnTo>
                    <a:pt x="5083093" y="1586258"/>
                  </a:lnTo>
                  <a:lnTo>
                    <a:pt x="5084347" y="1586258"/>
                  </a:lnTo>
                  <a:lnTo>
                    <a:pt x="5085600" y="1586258"/>
                  </a:lnTo>
                  <a:lnTo>
                    <a:pt x="5086853" y="1586258"/>
                  </a:lnTo>
                  <a:lnTo>
                    <a:pt x="5088106" y="1586258"/>
                  </a:lnTo>
                  <a:lnTo>
                    <a:pt x="5089359" y="1586258"/>
                  </a:lnTo>
                  <a:lnTo>
                    <a:pt x="5090613" y="1586258"/>
                  </a:lnTo>
                  <a:lnTo>
                    <a:pt x="5091866" y="1586258"/>
                  </a:lnTo>
                  <a:lnTo>
                    <a:pt x="5093119" y="1586258"/>
                  </a:lnTo>
                  <a:lnTo>
                    <a:pt x="5094372" y="1586258"/>
                  </a:lnTo>
                  <a:lnTo>
                    <a:pt x="5095626" y="1586258"/>
                  </a:lnTo>
                  <a:lnTo>
                    <a:pt x="5096879" y="1586258"/>
                  </a:lnTo>
                  <a:lnTo>
                    <a:pt x="5098132" y="1586258"/>
                  </a:lnTo>
                  <a:lnTo>
                    <a:pt x="5099385" y="1586258"/>
                  </a:lnTo>
                  <a:lnTo>
                    <a:pt x="5100638" y="1586258"/>
                  </a:lnTo>
                  <a:lnTo>
                    <a:pt x="5101892" y="1586258"/>
                  </a:lnTo>
                  <a:lnTo>
                    <a:pt x="5103145" y="1586258"/>
                  </a:lnTo>
                  <a:lnTo>
                    <a:pt x="5104398" y="1586258"/>
                  </a:lnTo>
                  <a:lnTo>
                    <a:pt x="5105651" y="1586258"/>
                  </a:lnTo>
                  <a:lnTo>
                    <a:pt x="5106905" y="1586258"/>
                  </a:lnTo>
                  <a:lnTo>
                    <a:pt x="5108158" y="1586258"/>
                  </a:lnTo>
                  <a:lnTo>
                    <a:pt x="5109411" y="1586258"/>
                  </a:lnTo>
                  <a:lnTo>
                    <a:pt x="5110664" y="1586258"/>
                  </a:lnTo>
                  <a:lnTo>
                    <a:pt x="5111917" y="1586258"/>
                  </a:lnTo>
                  <a:lnTo>
                    <a:pt x="5113171" y="1586258"/>
                  </a:lnTo>
                  <a:lnTo>
                    <a:pt x="5114424" y="1586258"/>
                  </a:lnTo>
                  <a:lnTo>
                    <a:pt x="5115677" y="1586258"/>
                  </a:lnTo>
                  <a:lnTo>
                    <a:pt x="5116930" y="1586258"/>
                  </a:lnTo>
                  <a:lnTo>
                    <a:pt x="5118183" y="1586258"/>
                  </a:lnTo>
                  <a:lnTo>
                    <a:pt x="5119437" y="1586258"/>
                  </a:lnTo>
                  <a:lnTo>
                    <a:pt x="5120690" y="1586258"/>
                  </a:lnTo>
                  <a:lnTo>
                    <a:pt x="5121943" y="1586258"/>
                  </a:lnTo>
                  <a:lnTo>
                    <a:pt x="5123196" y="1586258"/>
                  </a:lnTo>
                  <a:lnTo>
                    <a:pt x="5124450" y="1586258"/>
                  </a:lnTo>
                  <a:lnTo>
                    <a:pt x="5125703" y="1586258"/>
                  </a:lnTo>
                  <a:lnTo>
                    <a:pt x="5126956" y="1586258"/>
                  </a:lnTo>
                  <a:lnTo>
                    <a:pt x="5128209" y="1586258"/>
                  </a:lnTo>
                  <a:lnTo>
                    <a:pt x="5129462" y="1586258"/>
                  </a:lnTo>
                  <a:lnTo>
                    <a:pt x="5130716" y="1586258"/>
                  </a:lnTo>
                  <a:lnTo>
                    <a:pt x="5131969" y="1586258"/>
                  </a:lnTo>
                  <a:lnTo>
                    <a:pt x="5133222" y="1586258"/>
                  </a:lnTo>
                  <a:lnTo>
                    <a:pt x="5134475" y="1586258"/>
                  </a:lnTo>
                  <a:lnTo>
                    <a:pt x="5135729" y="1586258"/>
                  </a:lnTo>
                  <a:lnTo>
                    <a:pt x="5136982" y="1586258"/>
                  </a:lnTo>
                  <a:lnTo>
                    <a:pt x="5138235" y="1586258"/>
                  </a:lnTo>
                  <a:lnTo>
                    <a:pt x="5139488" y="1586258"/>
                  </a:lnTo>
                  <a:lnTo>
                    <a:pt x="5140741" y="1586258"/>
                  </a:lnTo>
                  <a:lnTo>
                    <a:pt x="5141995" y="1586258"/>
                  </a:lnTo>
                  <a:lnTo>
                    <a:pt x="5143248" y="1586258"/>
                  </a:lnTo>
                  <a:lnTo>
                    <a:pt x="5144501" y="1586258"/>
                  </a:lnTo>
                  <a:lnTo>
                    <a:pt x="5145754" y="1586258"/>
                  </a:lnTo>
                  <a:lnTo>
                    <a:pt x="5147007" y="1586258"/>
                  </a:lnTo>
                  <a:lnTo>
                    <a:pt x="5148261" y="1586258"/>
                  </a:lnTo>
                  <a:lnTo>
                    <a:pt x="5149514" y="1586258"/>
                  </a:lnTo>
                  <a:lnTo>
                    <a:pt x="5150767" y="1586258"/>
                  </a:lnTo>
                  <a:lnTo>
                    <a:pt x="5152020" y="1586258"/>
                  </a:lnTo>
                  <a:lnTo>
                    <a:pt x="5153274" y="1586258"/>
                  </a:lnTo>
                  <a:lnTo>
                    <a:pt x="5154527" y="1586258"/>
                  </a:lnTo>
                  <a:lnTo>
                    <a:pt x="5155780" y="1586258"/>
                  </a:lnTo>
                  <a:lnTo>
                    <a:pt x="5157033" y="1586258"/>
                  </a:lnTo>
                  <a:lnTo>
                    <a:pt x="5158286" y="1586258"/>
                  </a:lnTo>
                  <a:lnTo>
                    <a:pt x="5159540" y="1586258"/>
                  </a:lnTo>
                  <a:lnTo>
                    <a:pt x="5160793" y="1586258"/>
                  </a:lnTo>
                  <a:lnTo>
                    <a:pt x="5162046" y="1586258"/>
                  </a:lnTo>
                  <a:lnTo>
                    <a:pt x="5163299" y="1586258"/>
                  </a:lnTo>
                  <a:lnTo>
                    <a:pt x="5164553" y="1586258"/>
                  </a:lnTo>
                  <a:lnTo>
                    <a:pt x="5165806" y="1586258"/>
                  </a:lnTo>
                  <a:lnTo>
                    <a:pt x="5167059" y="1586258"/>
                  </a:lnTo>
                  <a:lnTo>
                    <a:pt x="5168312" y="1586258"/>
                  </a:lnTo>
                  <a:lnTo>
                    <a:pt x="5169565" y="1586258"/>
                  </a:lnTo>
                  <a:lnTo>
                    <a:pt x="5170819" y="1586258"/>
                  </a:lnTo>
                  <a:lnTo>
                    <a:pt x="5172072" y="1586258"/>
                  </a:lnTo>
                  <a:lnTo>
                    <a:pt x="5173325" y="1586258"/>
                  </a:lnTo>
                  <a:lnTo>
                    <a:pt x="5174578" y="1586258"/>
                  </a:lnTo>
                  <a:lnTo>
                    <a:pt x="5175831" y="1586258"/>
                  </a:lnTo>
                  <a:lnTo>
                    <a:pt x="5177085" y="1586258"/>
                  </a:lnTo>
                  <a:lnTo>
                    <a:pt x="5178338" y="1586258"/>
                  </a:lnTo>
                  <a:lnTo>
                    <a:pt x="5179591" y="1586258"/>
                  </a:lnTo>
                  <a:lnTo>
                    <a:pt x="5180844" y="1586258"/>
                  </a:lnTo>
                  <a:lnTo>
                    <a:pt x="5182098" y="1586258"/>
                  </a:lnTo>
                  <a:lnTo>
                    <a:pt x="5183351" y="1586258"/>
                  </a:lnTo>
                  <a:lnTo>
                    <a:pt x="5184604" y="1586258"/>
                  </a:lnTo>
                  <a:lnTo>
                    <a:pt x="5185857" y="1586258"/>
                  </a:lnTo>
                  <a:lnTo>
                    <a:pt x="5187110" y="1586258"/>
                  </a:lnTo>
                  <a:lnTo>
                    <a:pt x="5188364" y="1586258"/>
                  </a:lnTo>
                  <a:lnTo>
                    <a:pt x="5189617" y="1586258"/>
                  </a:lnTo>
                  <a:lnTo>
                    <a:pt x="5190870" y="1586258"/>
                  </a:lnTo>
                  <a:lnTo>
                    <a:pt x="5192123" y="1586258"/>
                  </a:lnTo>
                  <a:lnTo>
                    <a:pt x="5193377" y="1586258"/>
                  </a:lnTo>
                  <a:lnTo>
                    <a:pt x="5194630" y="1586258"/>
                  </a:lnTo>
                  <a:lnTo>
                    <a:pt x="5195883" y="1586258"/>
                  </a:lnTo>
                  <a:lnTo>
                    <a:pt x="5197136" y="1586258"/>
                  </a:lnTo>
                  <a:lnTo>
                    <a:pt x="5198389" y="1586258"/>
                  </a:lnTo>
                  <a:lnTo>
                    <a:pt x="5199643" y="1586258"/>
                  </a:lnTo>
                  <a:lnTo>
                    <a:pt x="5200896" y="1586258"/>
                  </a:lnTo>
                  <a:lnTo>
                    <a:pt x="5202149" y="1586258"/>
                  </a:lnTo>
                  <a:lnTo>
                    <a:pt x="5203402" y="1586258"/>
                  </a:lnTo>
                  <a:lnTo>
                    <a:pt x="5204655" y="1586258"/>
                  </a:lnTo>
                  <a:lnTo>
                    <a:pt x="5205909" y="1586258"/>
                  </a:lnTo>
                  <a:lnTo>
                    <a:pt x="5207162" y="1586258"/>
                  </a:lnTo>
                  <a:lnTo>
                    <a:pt x="5208415" y="1586258"/>
                  </a:lnTo>
                  <a:lnTo>
                    <a:pt x="5209668" y="1586258"/>
                  </a:lnTo>
                  <a:lnTo>
                    <a:pt x="5210922" y="1586258"/>
                  </a:lnTo>
                  <a:lnTo>
                    <a:pt x="5212175" y="1586258"/>
                  </a:lnTo>
                  <a:lnTo>
                    <a:pt x="5213428" y="1586258"/>
                  </a:lnTo>
                  <a:lnTo>
                    <a:pt x="5214681" y="1586258"/>
                  </a:lnTo>
                  <a:lnTo>
                    <a:pt x="5215934" y="1586258"/>
                  </a:lnTo>
                  <a:lnTo>
                    <a:pt x="5217188" y="1586258"/>
                  </a:lnTo>
                  <a:lnTo>
                    <a:pt x="5218441" y="1586258"/>
                  </a:lnTo>
                  <a:lnTo>
                    <a:pt x="5219694" y="1586258"/>
                  </a:lnTo>
                  <a:lnTo>
                    <a:pt x="5220947" y="1586258"/>
                  </a:lnTo>
                  <a:lnTo>
                    <a:pt x="5222201" y="1586258"/>
                  </a:lnTo>
                  <a:lnTo>
                    <a:pt x="5223454" y="1586258"/>
                  </a:lnTo>
                  <a:lnTo>
                    <a:pt x="5224707" y="1586258"/>
                  </a:lnTo>
                  <a:lnTo>
                    <a:pt x="5225960" y="1586258"/>
                  </a:lnTo>
                  <a:lnTo>
                    <a:pt x="5227213" y="1586258"/>
                  </a:lnTo>
                  <a:lnTo>
                    <a:pt x="5228467" y="1586258"/>
                  </a:lnTo>
                  <a:lnTo>
                    <a:pt x="5229720" y="1586258"/>
                  </a:lnTo>
                  <a:lnTo>
                    <a:pt x="5230973" y="1586258"/>
                  </a:lnTo>
                  <a:lnTo>
                    <a:pt x="5232226" y="1586258"/>
                  </a:lnTo>
                  <a:lnTo>
                    <a:pt x="5233479" y="1586258"/>
                  </a:lnTo>
                  <a:lnTo>
                    <a:pt x="5234733" y="1586258"/>
                  </a:lnTo>
                  <a:lnTo>
                    <a:pt x="5235986" y="1586258"/>
                  </a:lnTo>
                  <a:lnTo>
                    <a:pt x="5237239" y="1586258"/>
                  </a:lnTo>
                  <a:lnTo>
                    <a:pt x="5238492" y="1586258"/>
                  </a:lnTo>
                  <a:lnTo>
                    <a:pt x="5239746" y="1586258"/>
                  </a:lnTo>
                  <a:lnTo>
                    <a:pt x="5240999" y="1586258"/>
                  </a:lnTo>
                  <a:lnTo>
                    <a:pt x="5242252" y="1586258"/>
                  </a:lnTo>
                  <a:lnTo>
                    <a:pt x="5243505" y="1586258"/>
                  </a:lnTo>
                  <a:lnTo>
                    <a:pt x="5244758" y="1586258"/>
                  </a:lnTo>
                  <a:lnTo>
                    <a:pt x="5246012" y="1586258"/>
                  </a:lnTo>
                  <a:lnTo>
                    <a:pt x="5247265" y="1586258"/>
                  </a:lnTo>
                  <a:lnTo>
                    <a:pt x="5248518" y="1586258"/>
                  </a:lnTo>
                  <a:lnTo>
                    <a:pt x="5249771" y="1586258"/>
                  </a:lnTo>
                  <a:lnTo>
                    <a:pt x="5251024" y="1586258"/>
                  </a:lnTo>
                  <a:lnTo>
                    <a:pt x="5252278" y="1586258"/>
                  </a:lnTo>
                  <a:lnTo>
                    <a:pt x="5253531" y="1586258"/>
                  </a:lnTo>
                  <a:lnTo>
                    <a:pt x="5254784" y="1586258"/>
                  </a:lnTo>
                  <a:lnTo>
                    <a:pt x="5256037" y="1586258"/>
                  </a:lnTo>
                  <a:lnTo>
                    <a:pt x="5257291" y="1586258"/>
                  </a:lnTo>
                  <a:lnTo>
                    <a:pt x="5258544" y="1586258"/>
                  </a:lnTo>
                  <a:lnTo>
                    <a:pt x="5259797" y="1586258"/>
                  </a:lnTo>
                  <a:lnTo>
                    <a:pt x="5261050" y="1586258"/>
                  </a:lnTo>
                  <a:lnTo>
                    <a:pt x="5262303" y="1586258"/>
                  </a:lnTo>
                  <a:lnTo>
                    <a:pt x="5263557" y="1586258"/>
                  </a:lnTo>
                  <a:lnTo>
                    <a:pt x="5264810" y="1586258"/>
                  </a:lnTo>
                  <a:lnTo>
                    <a:pt x="5266063" y="1586258"/>
                  </a:lnTo>
                  <a:lnTo>
                    <a:pt x="5267316" y="1586258"/>
                  </a:lnTo>
                  <a:lnTo>
                    <a:pt x="5268570" y="1586258"/>
                  </a:lnTo>
                  <a:lnTo>
                    <a:pt x="5269823" y="1586258"/>
                  </a:lnTo>
                  <a:lnTo>
                    <a:pt x="5271076" y="1586258"/>
                  </a:lnTo>
                  <a:lnTo>
                    <a:pt x="5272329" y="1586258"/>
                  </a:lnTo>
                  <a:lnTo>
                    <a:pt x="5273582" y="1586258"/>
                  </a:lnTo>
                  <a:lnTo>
                    <a:pt x="5274836" y="1586258"/>
                  </a:lnTo>
                  <a:lnTo>
                    <a:pt x="5276089" y="1586258"/>
                  </a:lnTo>
                  <a:lnTo>
                    <a:pt x="5277342" y="1586258"/>
                  </a:lnTo>
                  <a:lnTo>
                    <a:pt x="5278595" y="1586258"/>
                  </a:lnTo>
                  <a:lnTo>
                    <a:pt x="5279848" y="1586258"/>
                  </a:lnTo>
                  <a:lnTo>
                    <a:pt x="5281102" y="1586258"/>
                  </a:lnTo>
                  <a:lnTo>
                    <a:pt x="5282355" y="1586258"/>
                  </a:lnTo>
                  <a:lnTo>
                    <a:pt x="5283608" y="1586258"/>
                  </a:lnTo>
                  <a:lnTo>
                    <a:pt x="5284861" y="1586258"/>
                  </a:lnTo>
                  <a:lnTo>
                    <a:pt x="5286115" y="1586258"/>
                  </a:lnTo>
                  <a:lnTo>
                    <a:pt x="5287368" y="1586258"/>
                  </a:lnTo>
                  <a:lnTo>
                    <a:pt x="5288621" y="1586258"/>
                  </a:lnTo>
                  <a:lnTo>
                    <a:pt x="5289874" y="1586258"/>
                  </a:lnTo>
                  <a:lnTo>
                    <a:pt x="5291127" y="1586258"/>
                  </a:lnTo>
                  <a:lnTo>
                    <a:pt x="5292381" y="1586258"/>
                  </a:lnTo>
                  <a:lnTo>
                    <a:pt x="5293634" y="1586258"/>
                  </a:lnTo>
                  <a:lnTo>
                    <a:pt x="5294887" y="1586258"/>
                  </a:lnTo>
                  <a:lnTo>
                    <a:pt x="5296140" y="1586258"/>
                  </a:lnTo>
                  <a:lnTo>
                    <a:pt x="5297394" y="1586258"/>
                  </a:lnTo>
                  <a:lnTo>
                    <a:pt x="5298647" y="1586258"/>
                  </a:lnTo>
                  <a:lnTo>
                    <a:pt x="5299900" y="1586258"/>
                  </a:lnTo>
                  <a:lnTo>
                    <a:pt x="5301153" y="1586258"/>
                  </a:lnTo>
                  <a:lnTo>
                    <a:pt x="5302406" y="1586258"/>
                  </a:lnTo>
                  <a:lnTo>
                    <a:pt x="5303660" y="1586258"/>
                  </a:lnTo>
                  <a:lnTo>
                    <a:pt x="5304913" y="1586258"/>
                  </a:lnTo>
                  <a:lnTo>
                    <a:pt x="5306166" y="1586258"/>
                  </a:lnTo>
                  <a:lnTo>
                    <a:pt x="5307419" y="1586258"/>
                  </a:lnTo>
                  <a:lnTo>
                    <a:pt x="5308672" y="1586258"/>
                  </a:lnTo>
                  <a:lnTo>
                    <a:pt x="5309926" y="1586258"/>
                  </a:lnTo>
                  <a:lnTo>
                    <a:pt x="5311179" y="1586258"/>
                  </a:lnTo>
                  <a:lnTo>
                    <a:pt x="5312432" y="1586258"/>
                  </a:lnTo>
                  <a:lnTo>
                    <a:pt x="5313685" y="1586258"/>
                  </a:lnTo>
                  <a:lnTo>
                    <a:pt x="5314939" y="1586258"/>
                  </a:lnTo>
                  <a:lnTo>
                    <a:pt x="5316192" y="1586258"/>
                  </a:lnTo>
                  <a:lnTo>
                    <a:pt x="5317445" y="1586258"/>
                  </a:lnTo>
                  <a:lnTo>
                    <a:pt x="5318698" y="1586258"/>
                  </a:lnTo>
                  <a:lnTo>
                    <a:pt x="5319951" y="1586258"/>
                  </a:lnTo>
                  <a:lnTo>
                    <a:pt x="5321205" y="1586258"/>
                  </a:lnTo>
                  <a:lnTo>
                    <a:pt x="5322458" y="1586258"/>
                  </a:lnTo>
                  <a:lnTo>
                    <a:pt x="5323711" y="1586258"/>
                  </a:lnTo>
                  <a:lnTo>
                    <a:pt x="5324964" y="1586258"/>
                  </a:lnTo>
                  <a:lnTo>
                    <a:pt x="5326218" y="1586258"/>
                  </a:lnTo>
                  <a:lnTo>
                    <a:pt x="5327471" y="1586258"/>
                  </a:lnTo>
                  <a:lnTo>
                    <a:pt x="5328724" y="1586258"/>
                  </a:lnTo>
                  <a:lnTo>
                    <a:pt x="5329977" y="1586258"/>
                  </a:lnTo>
                  <a:lnTo>
                    <a:pt x="5331230" y="1586258"/>
                  </a:lnTo>
                  <a:lnTo>
                    <a:pt x="5332484" y="1586258"/>
                  </a:lnTo>
                  <a:lnTo>
                    <a:pt x="5333737" y="1586258"/>
                  </a:lnTo>
                  <a:lnTo>
                    <a:pt x="5334990" y="1586258"/>
                  </a:lnTo>
                  <a:lnTo>
                    <a:pt x="5336243" y="1586258"/>
                  </a:lnTo>
                  <a:lnTo>
                    <a:pt x="5337496" y="1586258"/>
                  </a:lnTo>
                  <a:lnTo>
                    <a:pt x="5338750" y="1586258"/>
                  </a:lnTo>
                  <a:lnTo>
                    <a:pt x="5340003" y="1586258"/>
                  </a:lnTo>
                  <a:lnTo>
                    <a:pt x="5341256" y="1586258"/>
                  </a:lnTo>
                  <a:lnTo>
                    <a:pt x="5342509" y="1586258"/>
                  </a:lnTo>
                  <a:lnTo>
                    <a:pt x="5343763" y="1586258"/>
                  </a:lnTo>
                  <a:lnTo>
                    <a:pt x="5345016" y="1586258"/>
                  </a:lnTo>
                  <a:lnTo>
                    <a:pt x="5346269" y="1586258"/>
                  </a:lnTo>
                  <a:lnTo>
                    <a:pt x="5347522" y="1586258"/>
                  </a:lnTo>
                  <a:lnTo>
                    <a:pt x="5348775" y="1586258"/>
                  </a:lnTo>
                  <a:lnTo>
                    <a:pt x="5350029" y="1586258"/>
                  </a:lnTo>
                  <a:lnTo>
                    <a:pt x="5351282" y="1586258"/>
                  </a:lnTo>
                  <a:lnTo>
                    <a:pt x="5352535" y="1586258"/>
                  </a:lnTo>
                  <a:lnTo>
                    <a:pt x="5353788" y="1586258"/>
                  </a:lnTo>
                  <a:lnTo>
                    <a:pt x="5355042" y="1586258"/>
                  </a:lnTo>
                  <a:lnTo>
                    <a:pt x="5356295" y="1586258"/>
                  </a:lnTo>
                  <a:lnTo>
                    <a:pt x="5357548" y="1586258"/>
                  </a:lnTo>
                  <a:lnTo>
                    <a:pt x="5358801" y="1586258"/>
                  </a:lnTo>
                  <a:lnTo>
                    <a:pt x="5360054" y="1586258"/>
                  </a:lnTo>
                  <a:lnTo>
                    <a:pt x="5361308" y="1586258"/>
                  </a:lnTo>
                  <a:lnTo>
                    <a:pt x="5362561" y="1586258"/>
                  </a:lnTo>
                  <a:lnTo>
                    <a:pt x="5363814" y="1586258"/>
                  </a:lnTo>
                  <a:lnTo>
                    <a:pt x="5365067" y="1586258"/>
                  </a:lnTo>
                  <a:lnTo>
                    <a:pt x="5366320" y="1586258"/>
                  </a:lnTo>
                  <a:lnTo>
                    <a:pt x="5367574" y="1586258"/>
                  </a:lnTo>
                  <a:lnTo>
                    <a:pt x="5368827" y="1586258"/>
                  </a:lnTo>
                  <a:lnTo>
                    <a:pt x="5370080" y="1586258"/>
                  </a:lnTo>
                  <a:lnTo>
                    <a:pt x="5371333" y="1586258"/>
                  </a:lnTo>
                  <a:lnTo>
                    <a:pt x="5372587" y="1586258"/>
                  </a:lnTo>
                  <a:lnTo>
                    <a:pt x="5373840" y="1586258"/>
                  </a:lnTo>
                  <a:lnTo>
                    <a:pt x="5375093" y="1586258"/>
                  </a:lnTo>
                  <a:lnTo>
                    <a:pt x="5376346" y="1586258"/>
                  </a:lnTo>
                  <a:lnTo>
                    <a:pt x="5377599" y="1586258"/>
                  </a:lnTo>
                  <a:lnTo>
                    <a:pt x="5378853" y="1586258"/>
                  </a:lnTo>
                  <a:lnTo>
                    <a:pt x="5380106" y="1586258"/>
                  </a:lnTo>
                  <a:lnTo>
                    <a:pt x="5381359" y="1586258"/>
                  </a:lnTo>
                  <a:lnTo>
                    <a:pt x="5382612" y="1586258"/>
                  </a:lnTo>
                  <a:lnTo>
                    <a:pt x="5383866" y="1586258"/>
                  </a:lnTo>
                  <a:lnTo>
                    <a:pt x="5385119" y="1586258"/>
                  </a:lnTo>
                  <a:lnTo>
                    <a:pt x="5386372" y="1586258"/>
                  </a:lnTo>
                  <a:lnTo>
                    <a:pt x="5387625" y="1586258"/>
                  </a:lnTo>
                  <a:lnTo>
                    <a:pt x="5388878" y="1586258"/>
                  </a:lnTo>
                  <a:lnTo>
                    <a:pt x="5390132" y="1586258"/>
                  </a:lnTo>
                  <a:lnTo>
                    <a:pt x="5391385" y="1586258"/>
                  </a:lnTo>
                  <a:lnTo>
                    <a:pt x="5392638" y="1586258"/>
                  </a:lnTo>
                  <a:lnTo>
                    <a:pt x="5393891" y="1586258"/>
                  </a:lnTo>
                  <a:lnTo>
                    <a:pt x="5395144" y="1586258"/>
                  </a:lnTo>
                  <a:lnTo>
                    <a:pt x="5396398" y="1586258"/>
                  </a:lnTo>
                  <a:lnTo>
                    <a:pt x="5397651" y="1586258"/>
                  </a:lnTo>
                  <a:lnTo>
                    <a:pt x="5398904" y="1586258"/>
                  </a:lnTo>
                  <a:lnTo>
                    <a:pt x="5400157" y="1586258"/>
                  </a:lnTo>
                  <a:lnTo>
                    <a:pt x="5401411" y="1586258"/>
                  </a:lnTo>
                  <a:lnTo>
                    <a:pt x="5402664" y="1586258"/>
                  </a:lnTo>
                  <a:lnTo>
                    <a:pt x="5403917" y="1586258"/>
                  </a:lnTo>
                  <a:lnTo>
                    <a:pt x="5405170" y="1586258"/>
                  </a:lnTo>
                  <a:lnTo>
                    <a:pt x="5406423" y="1586258"/>
                  </a:lnTo>
                  <a:lnTo>
                    <a:pt x="5407677" y="1586258"/>
                  </a:lnTo>
                  <a:lnTo>
                    <a:pt x="5408930" y="1586258"/>
                  </a:lnTo>
                  <a:lnTo>
                    <a:pt x="5410183" y="1586258"/>
                  </a:lnTo>
                  <a:lnTo>
                    <a:pt x="5411436" y="1586258"/>
                  </a:lnTo>
                  <a:lnTo>
                    <a:pt x="5412689" y="1586258"/>
                  </a:lnTo>
                  <a:lnTo>
                    <a:pt x="5413943" y="1586258"/>
                  </a:lnTo>
                  <a:lnTo>
                    <a:pt x="5415196" y="1586258"/>
                  </a:lnTo>
                  <a:lnTo>
                    <a:pt x="5416449" y="1586258"/>
                  </a:lnTo>
                  <a:lnTo>
                    <a:pt x="5417702" y="1586258"/>
                  </a:lnTo>
                  <a:lnTo>
                    <a:pt x="5418956" y="1586258"/>
                  </a:lnTo>
                  <a:lnTo>
                    <a:pt x="5420209" y="1586258"/>
                  </a:lnTo>
                  <a:lnTo>
                    <a:pt x="5421462" y="1586258"/>
                  </a:lnTo>
                  <a:lnTo>
                    <a:pt x="5422715" y="1586258"/>
                  </a:lnTo>
                  <a:lnTo>
                    <a:pt x="5423968" y="1586258"/>
                  </a:lnTo>
                  <a:lnTo>
                    <a:pt x="5425222" y="1586258"/>
                  </a:lnTo>
                  <a:lnTo>
                    <a:pt x="5426475" y="1586258"/>
                  </a:lnTo>
                  <a:lnTo>
                    <a:pt x="5427728" y="1586258"/>
                  </a:lnTo>
                  <a:lnTo>
                    <a:pt x="5428981" y="1586258"/>
                  </a:lnTo>
                  <a:lnTo>
                    <a:pt x="5430235" y="1586258"/>
                  </a:lnTo>
                  <a:lnTo>
                    <a:pt x="5431488" y="1586258"/>
                  </a:lnTo>
                  <a:lnTo>
                    <a:pt x="5432741" y="1586258"/>
                  </a:lnTo>
                  <a:lnTo>
                    <a:pt x="5433994" y="1586258"/>
                  </a:lnTo>
                  <a:lnTo>
                    <a:pt x="5435247" y="1586258"/>
                  </a:lnTo>
                  <a:lnTo>
                    <a:pt x="5436501" y="1586258"/>
                  </a:lnTo>
                  <a:lnTo>
                    <a:pt x="5437754" y="1586258"/>
                  </a:lnTo>
                  <a:lnTo>
                    <a:pt x="5439007" y="1586258"/>
                  </a:lnTo>
                  <a:lnTo>
                    <a:pt x="5440260" y="1586258"/>
                  </a:lnTo>
                  <a:lnTo>
                    <a:pt x="5441513" y="1586258"/>
                  </a:lnTo>
                  <a:lnTo>
                    <a:pt x="5442767" y="1586258"/>
                  </a:lnTo>
                  <a:lnTo>
                    <a:pt x="5444020" y="1586258"/>
                  </a:lnTo>
                  <a:lnTo>
                    <a:pt x="5445273" y="1586258"/>
                  </a:lnTo>
                  <a:lnTo>
                    <a:pt x="5446526" y="1586258"/>
                  </a:lnTo>
                  <a:lnTo>
                    <a:pt x="5447780" y="1586258"/>
                  </a:lnTo>
                  <a:lnTo>
                    <a:pt x="5449033" y="1586258"/>
                  </a:lnTo>
                  <a:lnTo>
                    <a:pt x="5450286" y="1586258"/>
                  </a:lnTo>
                  <a:lnTo>
                    <a:pt x="5451539" y="1586258"/>
                  </a:lnTo>
                  <a:lnTo>
                    <a:pt x="5452792" y="1586258"/>
                  </a:lnTo>
                  <a:lnTo>
                    <a:pt x="5454046" y="1586258"/>
                  </a:lnTo>
                  <a:lnTo>
                    <a:pt x="5455299" y="1586258"/>
                  </a:lnTo>
                  <a:lnTo>
                    <a:pt x="5456552" y="1586258"/>
                  </a:lnTo>
                  <a:lnTo>
                    <a:pt x="5457805" y="1586258"/>
                  </a:lnTo>
                  <a:lnTo>
                    <a:pt x="5459059" y="1586258"/>
                  </a:lnTo>
                  <a:lnTo>
                    <a:pt x="5460312" y="1586258"/>
                  </a:lnTo>
                  <a:lnTo>
                    <a:pt x="5461565" y="1586258"/>
                  </a:lnTo>
                  <a:lnTo>
                    <a:pt x="5462818" y="1586258"/>
                  </a:lnTo>
                  <a:lnTo>
                    <a:pt x="5464071" y="1586258"/>
                  </a:lnTo>
                  <a:lnTo>
                    <a:pt x="5465325" y="1586258"/>
                  </a:lnTo>
                  <a:lnTo>
                    <a:pt x="5466578" y="1586258"/>
                  </a:lnTo>
                  <a:lnTo>
                    <a:pt x="5467831" y="1586258"/>
                  </a:lnTo>
                  <a:lnTo>
                    <a:pt x="5469084" y="1586258"/>
                  </a:lnTo>
                  <a:lnTo>
                    <a:pt x="5470337" y="1586258"/>
                  </a:lnTo>
                  <a:lnTo>
                    <a:pt x="5471591" y="1586258"/>
                  </a:lnTo>
                  <a:lnTo>
                    <a:pt x="5472844" y="1586258"/>
                  </a:lnTo>
                  <a:lnTo>
                    <a:pt x="5474097" y="1586258"/>
                  </a:lnTo>
                  <a:lnTo>
                    <a:pt x="5475350" y="1586258"/>
                  </a:lnTo>
                  <a:lnTo>
                    <a:pt x="5476604" y="1586258"/>
                  </a:lnTo>
                  <a:lnTo>
                    <a:pt x="5477857" y="1586258"/>
                  </a:lnTo>
                  <a:lnTo>
                    <a:pt x="5479110" y="1586258"/>
                  </a:lnTo>
                  <a:lnTo>
                    <a:pt x="5480363" y="1586258"/>
                  </a:lnTo>
                  <a:lnTo>
                    <a:pt x="5481616" y="1586258"/>
                  </a:lnTo>
                  <a:lnTo>
                    <a:pt x="5482870" y="1586258"/>
                  </a:lnTo>
                  <a:lnTo>
                    <a:pt x="5484123" y="1586258"/>
                  </a:lnTo>
                  <a:lnTo>
                    <a:pt x="5485376" y="1586258"/>
                  </a:lnTo>
                  <a:lnTo>
                    <a:pt x="5486629" y="1586258"/>
                  </a:lnTo>
                  <a:lnTo>
                    <a:pt x="5487883" y="1586258"/>
                  </a:lnTo>
                  <a:lnTo>
                    <a:pt x="5489136" y="1586258"/>
                  </a:lnTo>
                  <a:lnTo>
                    <a:pt x="5490389" y="1586258"/>
                  </a:lnTo>
                  <a:lnTo>
                    <a:pt x="5491642" y="1586258"/>
                  </a:lnTo>
                  <a:lnTo>
                    <a:pt x="5492895" y="1586258"/>
                  </a:lnTo>
                  <a:lnTo>
                    <a:pt x="5494149" y="1586258"/>
                  </a:lnTo>
                  <a:lnTo>
                    <a:pt x="5495402" y="1586258"/>
                  </a:lnTo>
                  <a:lnTo>
                    <a:pt x="5496655" y="1586258"/>
                  </a:lnTo>
                  <a:lnTo>
                    <a:pt x="5497908" y="1586258"/>
                  </a:lnTo>
                  <a:lnTo>
                    <a:pt x="5499161" y="1586258"/>
                  </a:lnTo>
                  <a:lnTo>
                    <a:pt x="5500415" y="1586258"/>
                  </a:lnTo>
                  <a:lnTo>
                    <a:pt x="5501668" y="1586258"/>
                  </a:lnTo>
                  <a:lnTo>
                    <a:pt x="5502921" y="1586258"/>
                  </a:lnTo>
                  <a:lnTo>
                    <a:pt x="5504174" y="1586258"/>
                  </a:lnTo>
                  <a:lnTo>
                    <a:pt x="5505428" y="1586258"/>
                  </a:lnTo>
                  <a:lnTo>
                    <a:pt x="5506681" y="1586258"/>
                  </a:lnTo>
                  <a:lnTo>
                    <a:pt x="5507934" y="1586258"/>
                  </a:lnTo>
                  <a:lnTo>
                    <a:pt x="5509187" y="1586258"/>
                  </a:lnTo>
                  <a:lnTo>
                    <a:pt x="5510440" y="1586258"/>
                  </a:lnTo>
                  <a:lnTo>
                    <a:pt x="5511694" y="1586258"/>
                  </a:lnTo>
                  <a:lnTo>
                    <a:pt x="5512947" y="1586258"/>
                  </a:lnTo>
                  <a:lnTo>
                    <a:pt x="5514200" y="1586258"/>
                  </a:lnTo>
                  <a:lnTo>
                    <a:pt x="5515453" y="1586258"/>
                  </a:lnTo>
                  <a:lnTo>
                    <a:pt x="5516707" y="1586258"/>
                  </a:lnTo>
                  <a:lnTo>
                    <a:pt x="5517960" y="1586258"/>
                  </a:lnTo>
                  <a:lnTo>
                    <a:pt x="5519213" y="1586258"/>
                  </a:lnTo>
                  <a:lnTo>
                    <a:pt x="5520466" y="1586258"/>
                  </a:lnTo>
                  <a:lnTo>
                    <a:pt x="5521719" y="1586258"/>
                  </a:lnTo>
                  <a:lnTo>
                    <a:pt x="5522973" y="1586258"/>
                  </a:lnTo>
                  <a:lnTo>
                    <a:pt x="5524226" y="1586258"/>
                  </a:lnTo>
                  <a:lnTo>
                    <a:pt x="5525479" y="1586258"/>
                  </a:lnTo>
                  <a:lnTo>
                    <a:pt x="5526732" y="1586258"/>
                  </a:lnTo>
                  <a:lnTo>
                    <a:pt x="5527985" y="1586258"/>
                  </a:lnTo>
                  <a:lnTo>
                    <a:pt x="5529239" y="1586258"/>
                  </a:lnTo>
                  <a:lnTo>
                    <a:pt x="5530492" y="1586258"/>
                  </a:lnTo>
                  <a:lnTo>
                    <a:pt x="5531745" y="1586258"/>
                  </a:lnTo>
                  <a:lnTo>
                    <a:pt x="5532998" y="1586258"/>
                  </a:lnTo>
                  <a:lnTo>
                    <a:pt x="5534252" y="1586258"/>
                  </a:lnTo>
                  <a:lnTo>
                    <a:pt x="5535505" y="1586258"/>
                  </a:lnTo>
                  <a:lnTo>
                    <a:pt x="5536758" y="1586258"/>
                  </a:lnTo>
                  <a:lnTo>
                    <a:pt x="5538011" y="1586258"/>
                  </a:lnTo>
                  <a:lnTo>
                    <a:pt x="5539264" y="1586258"/>
                  </a:lnTo>
                  <a:lnTo>
                    <a:pt x="5540518" y="1586258"/>
                  </a:lnTo>
                  <a:lnTo>
                    <a:pt x="5541771" y="1586258"/>
                  </a:lnTo>
                  <a:lnTo>
                    <a:pt x="5543024" y="1586258"/>
                  </a:lnTo>
                  <a:lnTo>
                    <a:pt x="5544277" y="1586258"/>
                  </a:lnTo>
                  <a:lnTo>
                    <a:pt x="5545531" y="1586258"/>
                  </a:lnTo>
                  <a:lnTo>
                    <a:pt x="5546784" y="1586258"/>
                  </a:lnTo>
                  <a:lnTo>
                    <a:pt x="5548037" y="1586258"/>
                  </a:lnTo>
                  <a:lnTo>
                    <a:pt x="5549290" y="1586258"/>
                  </a:lnTo>
                  <a:lnTo>
                    <a:pt x="5550543" y="1586258"/>
                  </a:lnTo>
                  <a:lnTo>
                    <a:pt x="5551797" y="1586258"/>
                  </a:lnTo>
                  <a:lnTo>
                    <a:pt x="5553050" y="1586258"/>
                  </a:lnTo>
                  <a:lnTo>
                    <a:pt x="5554303" y="1586258"/>
                  </a:lnTo>
                  <a:lnTo>
                    <a:pt x="5555556" y="1586258"/>
                  </a:lnTo>
                  <a:lnTo>
                    <a:pt x="5556809" y="1586258"/>
                  </a:lnTo>
                  <a:lnTo>
                    <a:pt x="5558063" y="1586258"/>
                  </a:lnTo>
                  <a:lnTo>
                    <a:pt x="5559316" y="1586258"/>
                  </a:lnTo>
                  <a:lnTo>
                    <a:pt x="5560569" y="1586258"/>
                  </a:lnTo>
                  <a:lnTo>
                    <a:pt x="5561822" y="1586258"/>
                  </a:lnTo>
                  <a:lnTo>
                    <a:pt x="5563076" y="1586258"/>
                  </a:lnTo>
                  <a:lnTo>
                    <a:pt x="5564329" y="1586258"/>
                  </a:lnTo>
                  <a:lnTo>
                    <a:pt x="5565582" y="1586258"/>
                  </a:lnTo>
                  <a:lnTo>
                    <a:pt x="5566835" y="1586258"/>
                  </a:lnTo>
                  <a:lnTo>
                    <a:pt x="5568088" y="1586258"/>
                  </a:lnTo>
                  <a:lnTo>
                    <a:pt x="5569342" y="1586258"/>
                  </a:lnTo>
                  <a:lnTo>
                    <a:pt x="5570595" y="1586258"/>
                  </a:lnTo>
                  <a:lnTo>
                    <a:pt x="5571848" y="1586258"/>
                  </a:lnTo>
                  <a:lnTo>
                    <a:pt x="5573101" y="1586258"/>
                  </a:lnTo>
                  <a:lnTo>
                    <a:pt x="5574354" y="1586258"/>
                  </a:lnTo>
                  <a:lnTo>
                    <a:pt x="5575608" y="1586258"/>
                  </a:lnTo>
                  <a:lnTo>
                    <a:pt x="5576861" y="1586258"/>
                  </a:lnTo>
                  <a:lnTo>
                    <a:pt x="5578114" y="1586258"/>
                  </a:lnTo>
                  <a:lnTo>
                    <a:pt x="5579367" y="1586258"/>
                  </a:lnTo>
                  <a:lnTo>
                    <a:pt x="5580621" y="1586258"/>
                  </a:lnTo>
                  <a:lnTo>
                    <a:pt x="5581874" y="1586258"/>
                  </a:lnTo>
                  <a:lnTo>
                    <a:pt x="5583127" y="1586258"/>
                  </a:lnTo>
                  <a:lnTo>
                    <a:pt x="5584380" y="1586258"/>
                  </a:lnTo>
                  <a:lnTo>
                    <a:pt x="5585633" y="1586258"/>
                  </a:lnTo>
                  <a:lnTo>
                    <a:pt x="5586887" y="1586258"/>
                  </a:lnTo>
                  <a:lnTo>
                    <a:pt x="5588140" y="1586258"/>
                  </a:lnTo>
                  <a:lnTo>
                    <a:pt x="5589393" y="1586258"/>
                  </a:lnTo>
                  <a:lnTo>
                    <a:pt x="5590646" y="1586258"/>
                  </a:lnTo>
                  <a:lnTo>
                    <a:pt x="5591900" y="1586258"/>
                  </a:lnTo>
                  <a:lnTo>
                    <a:pt x="5593153" y="1586258"/>
                  </a:lnTo>
                  <a:lnTo>
                    <a:pt x="5594406" y="1586258"/>
                  </a:lnTo>
                  <a:lnTo>
                    <a:pt x="5595659" y="1586258"/>
                  </a:lnTo>
                  <a:lnTo>
                    <a:pt x="5596912" y="1586258"/>
                  </a:lnTo>
                  <a:lnTo>
                    <a:pt x="5598166" y="1586258"/>
                  </a:lnTo>
                  <a:lnTo>
                    <a:pt x="5599419" y="1586258"/>
                  </a:lnTo>
                  <a:lnTo>
                    <a:pt x="5600672" y="1586258"/>
                  </a:lnTo>
                  <a:lnTo>
                    <a:pt x="5601925" y="1586258"/>
                  </a:lnTo>
                  <a:lnTo>
                    <a:pt x="5603178" y="1586258"/>
                  </a:lnTo>
                  <a:lnTo>
                    <a:pt x="5604432" y="1586258"/>
                  </a:lnTo>
                  <a:lnTo>
                    <a:pt x="5605685" y="1586258"/>
                  </a:lnTo>
                  <a:lnTo>
                    <a:pt x="5606938" y="1586258"/>
                  </a:lnTo>
                  <a:lnTo>
                    <a:pt x="5608191" y="1586258"/>
                  </a:lnTo>
                  <a:lnTo>
                    <a:pt x="5609445" y="1586258"/>
                  </a:lnTo>
                  <a:lnTo>
                    <a:pt x="5610698" y="1586258"/>
                  </a:lnTo>
                  <a:lnTo>
                    <a:pt x="5611951" y="1586258"/>
                  </a:lnTo>
                  <a:lnTo>
                    <a:pt x="5613204" y="1586258"/>
                  </a:lnTo>
                  <a:lnTo>
                    <a:pt x="5614457" y="1586258"/>
                  </a:lnTo>
                  <a:lnTo>
                    <a:pt x="5615711" y="1586258"/>
                  </a:lnTo>
                  <a:lnTo>
                    <a:pt x="5616964" y="1586258"/>
                  </a:lnTo>
                  <a:lnTo>
                    <a:pt x="5618217" y="1586258"/>
                  </a:lnTo>
                  <a:lnTo>
                    <a:pt x="5619470" y="1586258"/>
                  </a:lnTo>
                  <a:lnTo>
                    <a:pt x="5620724" y="1586258"/>
                  </a:lnTo>
                  <a:lnTo>
                    <a:pt x="5621977" y="1586258"/>
                  </a:lnTo>
                  <a:lnTo>
                    <a:pt x="5623230" y="1586258"/>
                  </a:lnTo>
                  <a:lnTo>
                    <a:pt x="5624483" y="1586258"/>
                  </a:lnTo>
                  <a:lnTo>
                    <a:pt x="5625736" y="1586258"/>
                  </a:lnTo>
                  <a:lnTo>
                    <a:pt x="5626990" y="1586258"/>
                  </a:lnTo>
                  <a:lnTo>
                    <a:pt x="5628243" y="1586258"/>
                  </a:lnTo>
                  <a:lnTo>
                    <a:pt x="5629496" y="1586258"/>
                  </a:lnTo>
                  <a:lnTo>
                    <a:pt x="5630749" y="1586258"/>
                  </a:lnTo>
                  <a:lnTo>
                    <a:pt x="5632002" y="1586258"/>
                  </a:lnTo>
                  <a:lnTo>
                    <a:pt x="5633256" y="1586258"/>
                  </a:lnTo>
                  <a:lnTo>
                    <a:pt x="5634509" y="1586258"/>
                  </a:lnTo>
                  <a:lnTo>
                    <a:pt x="5635762" y="1586258"/>
                  </a:lnTo>
                  <a:lnTo>
                    <a:pt x="5637015" y="1586258"/>
                  </a:lnTo>
                  <a:lnTo>
                    <a:pt x="5638269" y="1586258"/>
                  </a:lnTo>
                  <a:lnTo>
                    <a:pt x="5639522" y="1586258"/>
                  </a:lnTo>
                  <a:lnTo>
                    <a:pt x="5640775" y="1586258"/>
                  </a:lnTo>
                  <a:lnTo>
                    <a:pt x="5642028" y="1586258"/>
                  </a:lnTo>
                  <a:lnTo>
                    <a:pt x="5643281" y="1586258"/>
                  </a:lnTo>
                  <a:lnTo>
                    <a:pt x="5644535" y="1586258"/>
                  </a:lnTo>
                  <a:lnTo>
                    <a:pt x="5645788" y="1586258"/>
                  </a:lnTo>
                  <a:lnTo>
                    <a:pt x="5647041" y="1586258"/>
                  </a:lnTo>
                  <a:lnTo>
                    <a:pt x="5648294" y="1586258"/>
                  </a:lnTo>
                  <a:lnTo>
                    <a:pt x="5649548" y="1586258"/>
                  </a:lnTo>
                  <a:lnTo>
                    <a:pt x="5650801" y="1586258"/>
                  </a:lnTo>
                  <a:lnTo>
                    <a:pt x="5652054" y="1586258"/>
                  </a:lnTo>
                  <a:lnTo>
                    <a:pt x="5653307" y="1586258"/>
                  </a:lnTo>
                  <a:lnTo>
                    <a:pt x="5654560" y="1586258"/>
                  </a:lnTo>
                  <a:lnTo>
                    <a:pt x="5655814" y="1586258"/>
                  </a:lnTo>
                  <a:lnTo>
                    <a:pt x="5657067" y="1586258"/>
                  </a:lnTo>
                  <a:lnTo>
                    <a:pt x="5658320" y="1586258"/>
                  </a:lnTo>
                  <a:lnTo>
                    <a:pt x="5659573" y="1586258"/>
                  </a:lnTo>
                  <a:lnTo>
                    <a:pt x="5660826" y="1586258"/>
                  </a:lnTo>
                  <a:lnTo>
                    <a:pt x="5662080" y="1586258"/>
                  </a:lnTo>
                  <a:lnTo>
                    <a:pt x="5663333" y="1586258"/>
                  </a:lnTo>
                  <a:lnTo>
                    <a:pt x="5664586" y="1586258"/>
                  </a:lnTo>
                  <a:lnTo>
                    <a:pt x="5665839" y="1586258"/>
                  </a:lnTo>
                  <a:lnTo>
                    <a:pt x="5667093" y="1586258"/>
                  </a:lnTo>
                  <a:lnTo>
                    <a:pt x="5668346" y="1586258"/>
                  </a:lnTo>
                  <a:lnTo>
                    <a:pt x="5669599" y="1586258"/>
                  </a:lnTo>
                  <a:lnTo>
                    <a:pt x="5670852" y="1586258"/>
                  </a:lnTo>
                  <a:lnTo>
                    <a:pt x="5672105" y="1586258"/>
                  </a:lnTo>
                  <a:lnTo>
                    <a:pt x="5673359" y="1586258"/>
                  </a:lnTo>
                  <a:lnTo>
                    <a:pt x="5674612" y="1586258"/>
                  </a:lnTo>
                  <a:lnTo>
                    <a:pt x="5675865" y="1586258"/>
                  </a:lnTo>
                  <a:lnTo>
                    <a:pt x="5677118" y="1586258"/>
                  </a:lnTo>
                  <a:lnTo>
                    <a:pt x="5678372" y="1586258"/>
                  </a:lnTo>
                  <a:lnTo>
                    <a:pt x="5679625" y="1586258"/>
                  </a:lnTo>
                  <a:lnTo>
                    <a:pt x="5680878" y="1586258"/>
                  </a:lnTo>
                  <a:lnTo>
                    <a:pt x="5682131" y="1586258"/>
                  </a:lnTo>
                  <a:lnTo>
                    <a:pt x="5683384" y="1586258"/>
                  </a:lnTo>
                  <a:lnTo>
                    <a:pt x="5684638" y="1586258"/>
                  </a:lnTo>
                  <a:lnTo>
                    <a:pt x="5685891" y="1586258"/>
                  </a:lnTo>
                  <a:lnTo>
                    <a:pt x="5687144" y="1586258"/>
                  </a:lnTo>
                  <a:lnTo>
                    <a:pt x="5688397" y="1586258"/>
                  </a:lnTo>
                  <a:lnTo>
                    <a:pt x="5689650" y="1586258"/>
                  </a:lnTo>
                  <a:lnTo>
                    <a:pt x="5690904" y="1586258"/>
                  </a:lnTo>
                  <a:lnTo>
                    <a:pt x="5692157" y="1586258"/>
                  </a:lnTo>
                  <a:lnTo>
                    <a:pt x="5693410" y="1586258"/>
                  </a:lnTo>
                  <a:lnTo>
                    <a:pt x="5694663" y="1586258"/>
                  </a:lnTo>
                  <a:lnTo>
                    <a:pt x="5695917" y="1586258"/>
                  </a:lnTo>
                  <a:lnTo>
                    <a:pt x="5697170" y="1586258"/>
                  </a:lnTo>
                  <a:lnTo>
                    <a:pt x="5698423" y="1586258"/>
                  </a:lnTo>
                  <a:lnTo>
                    <a:pt x="5699676" y="1586258"/>
                  </a:lnTo>
                  <a:lnTo>
                    <a:pt x="5700929" y="1586258"/>
                  </a:lnTo>
                  <a:lnTo>
                    <a:pt x="5702183" y="1586258"/>
                  </a:lnTo>
                  <a:lnTo>
                    <a:pt x="5703436" y="1586258"/>
                  </a:lnTo>
                  <a:lnTo>
                    <a:pt x="5704689" y="1586258"/>
                  </a:lnTo>
                  <a:lnTo>
                    <a:pt x="5705942" y="1586258"/>
                  </a:lnTo>
                  <a:lnTo>
                    <a:pt x="5707196" y="1586258"/>
                  </a:lnTo>
                  <a:lnTo>
                    <a:pt x="5708449" y="1586258"/>
                  </a:lnTo>
                  <a:lnTo>
                    <a:pt x="5709702" y="1586258"/>
                  </a:lnTo>
                  <a:lnTo>
                    <a:pt x="5710955" y="1586258"/>
                  </a:lnTo>
                  <a:lnTo>
                    <a:pt x="5712208" y="1586258"/>
                  </a:lnTo>
                  <a:lnTo>
                    <a:pt x="5713462" y="1586258"/>
                  </a:lnTo>
                  <a:lnTo>
                    <a:pt x="5714715" y="1586258"/>
                  </a:lnTo>
                  <a:lnTo>
                    <a:pt x="5715968" y="1586258"/>
                  </a:lnTo>
                  <a:lnTo>
                    <a:pt x="5717221" y="1586258"/>
                  </a:lnTo>
                  <a:lnTo>
                    <a:pt x="5718474" y="1586258"/>
                  </a:lnTo>
                  <a:lnTo>
                    <a:pt x="5719728" y="1586258"/>
                  </a:lnTo>
                  <a:lnTo>
                    <a:pt x="5720981" y="1586258"/>
                  </a:lnTo>
                  <a:lnTo>
                    <a:pt x="5722234" y="1586258"/>
                  </a:lnTo>
                  <a:lnTo>
                    <a:pt x="5723487" y="1586258"/>
                  </a:lnTo>
                  <a:lnTo>
                    <a:pt x="5724741" y="1586258"/>
                  </a:lnTo>
                  <a:lnTo>
                    <a:pt x="5725994" y="1586258"/>
                  </a:lnTo>
                  <a:lnTo>
                    <a:pt x="5727247" y="1586258"/>
                  </a:lnTo>
                  <a:lnTo>
                    <a:pt x="5728500" y="1586258"/>
                  </a:lnTo>
                  <a:lnTo>
                    <a:pt x="5729753" y="1586258"/>
                  </a:lnTo>
                  <a:lnTo>
                    <a:pt x="5731007" y="1586258"/>
                  </a:lnTo>
                  <a:lnTo>
                    <a:pt x="5732260" y="1586258"/>
                  </a:lnTo>
                  <a:lnTo>
                    <a:pt x="5733513" y="1586258"/>
                  </a:lnTo>
                  <a:lnTo>
                    <a:pt x="5734766" y="1586258"/>
                  </a:lnTo>
                  <a:lnTo>
                    <a:pt x="5736019" y="1586258"/>
                  </a:lnTo>
                  <a:lnTo>
                    <a:pt x="5737273" y="1586258"/>
                  </a:lnTo>
                  <a:lnTo>
                    <a:pt x="5738526" y="1586258"/>
                  </a:lnTo>
                  <a:lnTo>
                    <a:pt x="5739779" y="1586258"/>
                  </a:lnTo>
                  <a:lnTo>
                    <a:pt x="5741032" y="1586258"/>
                  </a:lnTo>
                  <a:lnTo>
                    <a:pt x="5742286" y="1586258"/>
                  </a:lnTo>
                  <a:lnTo>
                    <a:pt x="5743539" y="1586258"/>
                  </a:lnTo>
                  <a:lnTo>
                    <a:pt x="5744792" y="1586258"/>
                  </a:lnTo>
                  <a:lnTo>
                    <a:pt x="5746045" y="1586258"/>
                  </a:lnTo>
                  <a:lnTo>
                    <a:pt x="5747298" y="1586258"/>
                  </a:lnTo>
                  <a:lnTo>
                    <a:pt x="5748552" y="1586258"/>
                  </a:lnTo>
                  <a:lnTo>
                    <a:pt x="5749805" y="1586258"/>
                  </a:lnTo>
                  <a:lnTo>
                    <a:pt x="5751058" y="1586258"/>
                  </a:lnTo>
                  <a:lnTo>
                    <a:pt x="5752311" y="1586258"/>
                  </a:lnTo>
                  <a:lnTo>
                    <a:pt x="5753565" y="1586258"/>
                  </a:lnTo>
                  <a:lnTo>
                    <a:pt x="5754818" y="1586258"/>
                  </a:lnTo>
                  <a:lnTo>
                    <a:pt x="5756071" y="1586258"/>
                  </a:lnTo>
                  <a:lnTo>
                    <a:pt x="5757324" y="1586258"/>
                  </a:lnTo>
                  <a:lnTo>
                    <a:pt x="5758577" y="1586258"/>
                  </a:lnTo>
                  <a:lnTo>
                    <a:pt x="5759831" y="1586258"/>
                  </a:lnTo>
                  <a:lnTo>
                    <a:pt x="5761084" y="1586258"/>
                  </a:lnTo>
                  <a:lnTo>
                    <a:pt x="5762337" y="1586258"/>
                  </a:lnTo>
                  <a:lnTo>
                    <a:pt x="5763590" y="1586258"/>
                  </a:lnTo>
                  <a:lnTo>
                    <a:pt x="5764843" y="1586258"/>
                  </a:lnTo>
                  <a:lnTo>
                    <a:pt x="5766097" y="1586258"/>
                  </a:lnTo>
                  <a:lnTo>
                    <a:pt x="5767350" y="1586258"/>
                  </a:lnTo>
                  <a:lnTo>
                    <a:pt x="5768603" y="1586258"/>
                  </a:lnTo>
                  <a:lnTo>
                    <a:pt x="5769856" y="1586258"/>
                  </a:lnTo>
                  <a:lnTo>
                    <a:pt x="5771110" y="1586258"/>
                  </a:lnTo>
                  <a:lnTo>
                    <a:pt x="5772363" y="1586258"/>
                  </a:lnTo>
                  <a:lnTo>
                    <a:pt x="5773616" y="1586258"/>
                  </a:lnTo>
                  <a:lnTo>
                    <a:pt x="5774869" y="1586258"/>
                  </a:lnTo>
                  <a:lnTo>
                    <a:pt x="5776122" y="1586258"/>
                  </a:lnTo>
                  <a:lnTo>
                    <a:pt x="5777376" y="1586258"/>
                  </a:lnTo>
                  <a:lnTo>
                    <a:pt x="5778629" y="1586258"/>
                  </a:lnTo>
                  <a:lnTo>
                    <a:pt x="5779882" y="1586258"/>
                  </a:lnTo>
                  <a:lnTo>
                    <a:pt x="5781135" y="1586258"/>
                  </a:lnTo>
                  <a:lnTo>
                    <a:pt x="5782389" y="1586258"/>
                  </a:lnTo>
                  <a:lnTo>
                    <a:pt x="5783642" y="1586258"/>
                  </a:lnTo>
                  <a:lnTo>
                    <a:pt x="5784895" y="1586258"/>
                  </a:lnTo>
                  <a:lnTo>
                    <a:pt x="5786148" y="1586258"/>
                  </a:lnTo>
                  <a:lnTo>
                    <a:pt x="5787401" y="1586258"/>
                  </a:lnTo>
                  <a:lnTo>
                    <a:pt x="5788655" y="1586258"/>
                  </a:lnTo>
                  <a:lnTo>
                    <a:pt x="5789908" y="1586258"/>
                  </a:lnTo>
                  <a:lnTo>
                    <a:pt x="5791161" y="1586258"/>
                  </a:lnTo>
                  <a:lnTo>
                    <a:pt x="5792414" y="1586258"/>
                  </a:lnTo>
                  <a:lnTo>
                    <a:pt x="5793667" y="1586258"/>
                  </a:lnTo>
                  <a:lnTo>
                    <a:pt x="5794921" y="1586258"/>
                  </a:lnTo>
                  <a:lnTo>
                    <a:pt x="5796174" y="1586258"/>
                  </a:lnTo>
                  <a:lnTo>
                    <a:pt x="5797427" y="1586258"/>
                  </a:lnTo>
                  <a:lnTo>
                    <a:pt x="5798680" y="1586258"/>
                  </a:lnTo>
                  <a:lnTo>
                    <a:pt x="5799934" y="1586258"/>
                  </a:lnTo>
                  <a:lnTo>
                    <a:pt x="5801187" y="1586258"/>
                  </a:lnTo>
                  <a:lnTo>
                    <a:pt x="5802440" y="1586258"/>
                  </a:lnTo>
                  <a:lnTo>
                    <a:pt x="5803693" y="1586258"/>
                  </a:lnTo>
                  <a:lnTo>
                    <a:pt x="5804946" y="1586258"/>
                  </a:lnTo>
                  <a:lnTo>
                    <a:pt x="5806200" y="1586258"/>
                  </a:lnTo>
                  <a:lnTo>
                    <a:pt x="5807453" y="1586258"/>
                  </a:lnTo>
                  <a:lnTo>
                    <a:pt x="5808706" y="1586258"/>
                  </a:lnTo>
                  <a:lnTo>
                    <a:pt x="5809959" y="1586258"/>
                  </a:lnTo>
                  <a:lnTo>
                    <a:pt x="5811213" y="1586258"/>
                  </a:lnTo>
                  <a:lnTo>
                    <a:pt x="5812466" y="1586258"/>
                  </a:lnTo>
                  <a:lnTo>
                    <a:pt x="5813719" y="1586258"/>
                  </a:lnTo>
                  <a:lnTo>
                    <a:pt x="5814972" y="1586258"/>
                  </a:lnTo>
                  <a:lnTo>
                    <a:pt x="5816225" y="1586258"/>
                  </a:lnTo>
                  <a:lnTo>
                    <a:pt x="5817479" y="1586258"/>
                  </a:lnTo>
                  <a:lnTo>
                    <a:pt x="5818732" y="1586258"/>
                  </a:lnTo>
                  <a:lnTo>
                    <a:pt x="5819985" y="1586258"/>
                  </a:lnTo>
                  <a:lnTo>
                    <a:pt x="5821238" y="1586258"/>
                  </a:lnTo>
                  <a:lnTo>
                    <a:pt x="5822491" y="1586258"/>
                  </a:lnTo>
                  <a:lnTo>
                    <a:pt x="5823745" y="1586258"/>
                  </a:lnTo>
                  <a:lnTo>
                    <a:pt x="5824998" y="1586258"/>
                  </a:lnTo>
                  <a:lnTo>
                    <a:pt x="5826251" y="1586258"/>
                  </a:lnTo>
                  <a:lnTo>
                    <a:pt x="5827504" y="1586258"/>
                  </a:lnTo>
                  <a:lnTo>
                    <a:pt x="5828758" y="1586258"/>
                  </a:lnTo>
                  <a:lnTo>
                    <a:pt x="5830011" y="1586258"/>
                  </a:lnTo>
                  <a:lnTo>
                    <a:pt x="5831264" y="1586258"/>
                  </a:lnTo>
                  <a:lnTo>
                    <a:pt x="5832517" y="1586258"/>
                  </a:lnTo>
                  <a:lnTo>
                    <a:pt x="5833770" y="1586258"/>
                  </a:lnTo>
                  <a:lnTo>
                    <a:pt x="5835024" y="1586258"/>
                  </a:lnTo>
                  <a:lnTo>
                    <a:pt x="5836277" y="1586258"/>
                  </a:lnTo>
                  <a:lnTo>
                    <a:pt x="5837530" y="1586258"/>
                  </a:lnTo>
                  <a:lnTo>
                    <a:pt x="5838783" y="1586258"/>
                  </a:lnTo>
                  <a:lnTo>
                    <a:pt x="5840037" y="1586258"/>
                  </a:lnTo>
                  <a:lnTo>
                    <a:pt x="5841290" y="1586258"/>
                  </a:lnTo>
                  <a:lnTo>
                    <a:pt x="5842543" y="1586258"/>
                  </a:lnTo>
                  <a:lnTo>
                    <a:pt x="5843796" y="1586258"/>
                  </a:lnTo>
                  <a:lnTo>
                    <a:pt x="5845049" y="1586258"/>
                  </a:lnTo>
                  <a:lnTo>
                    <a:pt x="5846303" y="1586258"/>
                  </a:lnTo>
                  <a:lnTo>
                    <a:pt x="5847556" y="1586258"/>
                  </a:lnTo>
                  <a:lnTo>
                    <a:pt x="5848809" y="1586258"/>
                  </a:lnTo>
                  <a:lnTo>
                    <a:pt x="5850062" y="1586258"/>
                  </a:lnTo>
                  <a:lnTo>
                    <a:pt x="5851315" y="1586258"/>
                  </a:lnTo>
                  <a:lnTo>
                    <a:pt x="5852569" y="1586258"/>
                  </a:lnTo>
                  <a:lnTo>
                    <a:pt x="5853822" y="1586258"/>
                  </a:lnTo>
                  <a:lnTo>
                    <a:pt x="5855075" y="1586258"/>
                  </a:lnTo>
                  <a:lnTo>
                    <a:pt x="5856328" y="1586258"/>
                  </a:lnTo>
                  <a:lnTo>
                    <a:pt x="5857582" y="1586258"/>
                  </a:lnTo>
                  <a:lnTo>
                    <a:pt x="5858835" y="1586258"/>
                  </a:lnTo>
                  <a:lnTo>
                    <a:pt x="5860088" y="1586258"/>
                  </a:lnTo>
                  <a:lnTo>
                    <a:pt x="5861341" y="1586258"/>
                  </a:lnTo>
                  <a:lnTo>
                    <a:pt x="5862594" y="1586258"/>
                  </a:lnTo>
                  <a:lnTo>
                    <a:pt x="5863848" y="1586258"/>
                  </a:lnTo>
                  <a:lnTo>
                    <a:pt x="5865101" y="1586258"/>
                  </a:lnTo>
                  <a:lnTo>
                    <a:pt x="5866354" y="1586258"/>
                  </a:lnTo>
                  <a:lnTo>
                    <a:pt x="5867607" y="1586258"/>
                  </a:lnTo>
                  <a:lnTo>
                    <a:pt x="5868861" y="1586258"/>
                  </a:lnTo>
                  <a:lnTo>
                    <a:pt x="5870114" y="1586258"/>
                  </a:lnTo>
                  <a:lnTo>
                    <a:pt x="5871367" y="1586258"/>
                  </a:lnTo>
                  <a:lnTo>
                    <a:pt x="5872620" y="1586258"/>
                  </a:lnTo>
                  <a:lnTo>
                    <a:pt x="5873873" y="1586258"/>
                  </a:lnTo>
                  <a:lnTo>
                    <a:pt x="5875127" y="1586258"/>
                  </a:lnTo>
                  <a:lnTo>
                    <a:pt x="5876380" y="1586258"/>
                  </a:lnTo>
                  <a:lnTo>
                    <a:pt x="5877633" y="1586258"/>
                  </a:lnTo>
                  <a:lnTo>
                    <a:pt x="5878886" y="1586258"/>
                  </a:lnTo>
                  <a:lnTo>
                    <a:pt x="5880139" y="1586258"/>
                  </a:lnTo>
                  <a:lnTo>
                    <a:pt x="5881393" y="1586258"/>
                  </a:lnTo>
                  <a:lnTo>
                    <a:pt x="5882646" y="1586258"/>
                  </a:lnTo>
                  <a:lnTo>
                    <a:pt x="5883899" y="1586258"/>
                  </a:lnTo>
                  <a:lnTo>
                    <a:pt x="5885152" y="1586258"/>
                  </a:lnTo>
                  <a:lnTo>
                    <a:pt x="5886406" y="1586258"/>
                  </a:lnTo>
                  <a:lnTo>
                    <a:pt x="5887659" y="1586258"/>
                  </a:lnTo>
                  <a:lnTo>
                    <a:pt x="5888912" y="1586258"/>
                  </a:lnTo>
                  <a:lnTo>
                    <a:pt x="5890165" y="1586258"/>
                  </a:lnTo>
                  <a:lnTo>
                    <a:pt x="5891418" y="1586258"/>
                  </a:lnTo>
                  <a:lnTo>
                    <a:pt x="5892672" y="1586258"/>
                  </a:lnTo>
                  <a:lnTo>
                    <a:pt x="5893925" y="1586258"/>
                  </a:lnTo>
                  <a:lnTo>
                    <a:pt x="5895178" y="1586258"/>
                  </a:lnTo>
                  <a:lnTo>
                    <a:pt x="5896431" y="1586258"/>
                  </a:lnTo>
                  <a:lnTo>
                    <a:pt x="5897684" y="1586258"/>
                  </a:lnTo>
                  <a:lnTo>
                    <a:pt x="5898938" y="1586258"/>
                  </a:lnTo>
                  <a:lnTo>
                    <a:pt x="5900191" y="1586258"/>
                  </a:lnTo>
                  <a:lnTo>
                    <a:pt x="5901444" y="1586258"/>
                  </a:lnTo>
                  <a:lnTo>
                    <a:pt x="5902697" y="1586258"/>
                  </a:lnTo>
                  <a:lnTo>
                    <a:pt x="5903951" y="1586258"/>
                  </a:lnTo>
                  <a:lnTo>
                    <a:pt x="5905204" y="1586258"/>
                  </a:lnTo>
                  <a:lnTo>
                    <a:pt x="5906457" y="1586258"/>
                  </a:lnTo>
                  <a:lnTo>
                    <a:pt x="5907710" y="1586258"/>
                  </a:lnTo>
                  <a:lnTo>
                    <a:pt x="5908963" y="1586258"/>
                  </a:lnTo>
                  <a:lnTo>
                    <a:pt x="5910217" y="1586258"/>
                  </a:lnTo>
                  <a:lnTo>
                    <a:pt x="5911470" y="1586258"/>
                  </a:lnTo>
                  <a:lnTo>
                    <a:pt x="5912723" y="1586258"/>
                  </a:lnTo>
                  <a:lnTo>
                    <a:pt x="5913976" y="1586258"/>
                  </a:lnTo>
                  <a:lnTo>
                    <a:pt x="5915230" y="1586258"/>
                  </a:lnTo>
                  <a:lnTo>
                    <a:pt x="5916483" y="1586258"/>
                  </a:lnTo>
                  <a:lnTo>
                    <a:pt x="5917736" y="1586258"/>
                  </a:lnTo>
                  <a:lnTo>
                    <a:pt x="5918989" y="1586258"/>
                  </a:lnTo>
                  <a:lnTo>
                    <a:pt x="5920242" y="1586258"/>
                  </a:lnTo>
                  <a:lnTo>
                    <a:pt x="5921496" y="1586258"/>
                  </a:lnTo>
                  <a:lnTo>
                    <a:pt x="5922749" y="1586258"/>
                  </a:lnTo>
                  <a:lnTo>
                    <a:pt x="5924002" y="1586258"/>
                  </a:lnTo>
                  <a:lnTo>
                    <a:pt x="5925255" y="1586258"/>
                  </a:lnTo>
                  <a:lnTo>
                    <a:pt x="5926508" y="1586258"/>
                  </a:lnTo>
                  <a:lnTo>
                    <a:pt x="5927762" y="1586258"/>
                  </a:lnTo>
                  <a:lnTo>
                    <a:pt x="5929015" y="1586258"/>
                  </a:lnTo>
                  <a:lnTo>
                    <a:pt x="5930268" y="1586258"/>
                  </a:lnTo>
                  <a:lnTo>
                    <a:pt x="5931521" y="1586258"/>
                  </a:lnTo>
                  <a:lnTo>
                    <a:pt x="5932775" y="1586258"/>
                  </a:lnTo>
                  <a:lnTo>
                    <a:pt x="5934028" y="1586258"/>
                  </a:lnTo>
                  <a:lnTo>
                    <a:pt x="5935281" y="1586258"/>
                  </a:lnTo>
                  <a:lnTo>
                    <a:pt x="5936534" y="1586258"/>
                  </a:lnTo>
                  <a:lnTo>
                    <a:pt x="5937787" y="1586258"/>
                  </a:lnTo>
                  <a:lnTo>
                    <a:pt x="5939041" y="1586258"/>
                  </a:lnTo>
                  <a:lnTo>
                    <a:pt x="5940294" y="1586258"/>
                  </a:lnTo>
                  <a:lnTo>
                    <a:pt x="5941547" y="1586258"/>
                  </a:lnTo>
                  <a:lnTo>
                    <a:pt x="5942800" y="1586258"/>
                  </a:lnTo>
                  <a:lnTo>
                    <a:pt x="5944054" y="1586258"/>
                  </a:lnTo>
                  <a:lnTo>
                    <a:pt x="5945307" y="1586258"/>
                  </a:lnTo>
                  <a:lnTo>
                    <a:pt x="5946560" y="1586258"/>
                  </a:lnTo>
                  <a:lnTo>
                    <a:pt x="5947813" y="1586258"/>
                  </a:lnTo>
                  <a:lnTo>
                    <a:pt x="5949066" y="1586258"/>
                  </a:lnTo>
                  <a:lnTo>
                    <a:pt x="5950320" y="1586258"/>
                  </a:lnTo>
                  <a:lnTo>
                    <a:pt x="5951573" y="1586258"/>
                  </a:lnTo>
                  <a:lnTo>
                    <a:pt x="5952826" y="1586258"/>
                  </a:lnTo>
                  <a:lnTo>
                    <a:pt x="5954079" y="1586258"/>
                  </a:lnTo>
                  <a:lnTo>
                    <a:pt x="5955332" y="1586258"/>
                  </a:lnTo>
                  <a:lnTo>
                    <a:pt x="5956586" y="1586258"/>
                  </a:lnTo>
                  <a:lnTo>
                    <a:pt x="5957839" y="1586258"/>
                  </a:lnTo>
                  <a:lnTo>
                    <a:pt x="5959092" y="1586258"/>
                  </a:lnTo>
                  <a:lnTo>
                    <a:pt x="5960345" y="1586258"/>
                  </a:lnTo>
                  <a:lnTo>
                    <a:pt x="5961599" y="1586258"/>
                  </a:lnTo>
                  <a:lnTo>
                    <a:pt x="5962852" y="1586258"/>
                  </a:lnTo>
                  <a:lnTo>
                    <a:pt x="5964105" y="1586258"/>
                  </a:lnTo>
                  <a:lnTo>
                    <a:pt x="5965358" y="1586258"/>
                  </a:lnTo>
                  <a:lnTo>
                    <a:pt x="5966611" y="1586258"/>
                  </a:lnTo>
                  <a:lnTo>
                    <a:pt x="5967865" y="1586258"/>
                  </a:lnTo>
                  <a:lnTo>
                    <a:pt x="5969118" y="1586258"/>
                  </a:lnTo>
                  <a:lnTo>
                    <a:pt x="5970371" y="1586258"/>
                  </a:lnTo>
                  <a:lnTo>
                    <a:pt x="5971624" y="1586258"/>
                  </a:lnTo>
                  <a:lnTo>
                    <a:pt x="5972878" y="1586258"/>
                  </a:lnTo>
                  <a:lnTo>
                    <a:pt x="5974131" y="1586258"/>
                  </a:lnTo>
                  <a:lnTo>
                    <a:pt x="5975384" y="1586258"/>
                  </a:lnTo>
                  <a:lnTo>
                    <a:pt x="5976637" y="1586258"/>
                  </a:lnTo>
                  <a:lnTo>
                    <a:pt x="5977890" y="1586258"/>
                  </a:lnTo>
                  <a:lnTo>
                    <a:pt x="5979144" y="1586258"/>
                  </a:lnTo>
                  <a:lnTo>
                    <a:pt x="5980397" y="1586258"/>
                  </a:lnTo>
                  <a:lnTo>
                    <a:pt x="5981650" y="1586258"/>
                  </a:lnTo>
                  <a:lnTo>
                    <a:pt x="5982903" y="1586258"/>
                  </a:lnTo>
                  <a:lnTo>
                    <a:pt x="5984156" y="1586258"/>
                  </a:lnTo>
                  <a:lnTo>
                    <a:pt x="5985410" y="1586258"/>
                  </a:lnTo>
                  <a:lnTo>
                    <a:pt x="5986663" y="1586258"/>
                  </a:lnTo>
                  <a:lnTo>
                    <a:pt x="5987916" y="1586258"/>
                  </a:lnTo>
                  <a:lnTo>
                    <a:pt x="5989169" y="1586258"/>
                  </a:lnTo>
                  <a:lnTo>
                    <a:pt x="5990423" y="1586258"/>
                  </a:lnTo>
                  <a:lnTo>
                    <a:pt x="5991676" y="1586258"/>
                  </a:lnTo>
                  <a:lnTo>
                    <a:pt x="5992929" y="1586258"/>
                  </a:lnTo>
                  <a:lnTo>
                    <a:pt x="5994182" y="1586258"/>
                  </a:lnTo>
                  <a:lnTo>
                    <a:pt x="5995435" y="1586258"/>
                  </a:lnTo>
                  <a:lnTo>
                    <a:pt x="5996689" y="1586258"/>
                  </a:lnTo>
                  <a:lnTo>
                    <a:pt x="5997942" y="1586258"/>
                  </a:lnTo>
                  <a:lnTo>
                    <a:pt x="5999195" y="1586258"/>
                  </a:lnTo>
                  <a:lnTo>
                    <a:pt x="6000448" y="1586258"/>
                  </a:lnTo>
                  <a:lnTo>
                    <a:pt x="6001702" y="1586258"/>
                  </a:lnTo>
                  <a:lnTo>
                    <a:pt x="6002955" y="1586258"/>
                  </a:lnTo>
                  <a:lnTo>
                    <a:pt x="6004208" y="1586258"/>
                  </a:lnTo>
                  <a:lnTo>
                    <a:pt x="6005461" y="1586258"/>
                  </a:lnTo>
                  <a:lnTo>
                    <a:pt x="6006714" y="1586258"/>
                  </a:lnTo>
                  <a:lnTo>
                    <a:pt x="6007968" y="1586258"/>
                  </a:lnTo>
                  <a:lnTo>
                    <a:pt x="6009221" y="1586258"/>
                  </a:lnTo>
                  <a:lnTo>
                    <a:pt x="6010474" y="1586258"/>
                  </a:lnTo>
                  <a:lnTo>
                    <a:pt x="6011727" y="1586258"/>
                  </a:lnTo>
                  <a:lnTo>
                    <a:pt x="6012980" y="1586258"/>
                  </a:lnTo>
                  <a:lnTo>
                    <a:pt x="6014234" y="1586258"/>
                  </a:lnTo>
                  <a:lnTo>
                    <a:pt x="6015487" y="1586258"/>
                  </a:lnTo>
                  <a:lnTo>
                    <a:pt x="6016740" y="1586258"/>
                  </a:lnTo>
                  <a:lnTo>
                    <a:pt x="6017993" y="1586258"/>
                  </a:lnTo>
                  <a:lnTo>
                    <a:pt x="6019247" y="1586258"/>
                  </a:lnTo>
                  <a:lnTo>
                    <a:pt x="6020500" y="1586258"/>
                  </a:lnTo>
                  <a:lnTo>
                    <a:pt x="6021753" y="1586258"/>
                  </a:lnTo>
                  <a:lnTo>
                    <a:pt x="6023006" y="1586258"/>
                  </a:lnTo>
                  <a:lnTo>
                    <a:pt x="6024259" y="1586258"/>
                  </a:lnTo>
                  <a:lnTo>
                    <a:pt x="6025513" y="1586258"/>
                  </a:lnTo>
                  <a:lnTo>
                    <a:pt x="6026766" y="1586258"/>
                  </a:lnTo>
                  <a:lnTo>
                    <a:pt x="6028019" y="1586258"/>
                  </a:lnTo>
                  <a:lnTo>
                    <a:pt x="6029272" y="1586258"/>
                  </a:lnTo>
                  <a:lnTo>
                    <a:pt x="6030526" y="1586258"/>
                  </a:lnTo>
                  <a:lnTo>
                    <a:pt x="6031779" y="1586258"/>
                  </a:lnTo>
                  <a:lnTo>
                    <a:pt x="6033032" y="1586258"/>
                  </a:lnTo>
                  <a:lnTo>
                    <a:pt x="6034285" y="1586258"/>
                  </a:lnTo>
                  <a:lnTo>
                    <a:pt x="6035538" y="1586258"/>
                  </a:lnTo>
                  <a:lnTo>
                    <a:pt x="6036792" y="1586258"/>
                  </a:lnTo>
                  <a:lnTo>
                    <a:pt x="6038045" y="1586258"/>
                  </a:lnTo>
                  <a:lnTo>
                    <a:pt x="6039298" y="1586258"/>
                  </a:lnTo>
                  <a:lnTo>
                    <a:pt x="6040551" y="1586258"/>
                  </a:lnTo>
                  <a:lnTo>
                    <a:pt x="6041804" y="1586258"/>
                  </a:lnTo>
                  <a:lnTo>
                    <a:pt x="6043058" y="1586258"/>
                  </a:lnTo>
                  <a:lnTo>
                    <a:pt x="6044311" y="1586258"/>
                  </a:lnTo>
                  <a:lnTo>
                    <a:pt x="6045564" y="1586258"/>
                  </a:lnTo>
                  <a:lnTo>
                    <a:pt x="6046817" y="1586258"/>
                  </a:lnTo>
                  <a:lnTo>
                    <a:pt x="6048071" y="1586258"/>
                  </a:lnTo>
                  <a:lnTo>
                    <a:pt x="6049324" y="1586258"/>
                  </a:lnTo>
                  <a:lnTo>
                    <a:pt x="6050577" y="1586258"/>
                  </a:lnTo>
                  <a:lnTo>
                    <a:pt x="6051830" y="1586258"/>
                  </a:lnTo>
                  <a:lnTo>
                    <a:pt x="6053083" y="1586258"/>
                  </a:lnTo>
                  <a:lnTo>
                    <a:pt x="6054337" y="1586258"/>
                  </a:lnTo>
                  <a:lnTo>
                    <a:pt x="6055590" y="1586258"/>
                  </a:lnTo>
                  <a:lnTo>
                    <a:pt x="6056843" y="1586258"/>
                  </a:lnTo>
                  <a:lnTo>
                    <a:pt x="6058096" y="1586258"/>
                  </a:lnTo>
                  <a:lnTo>
                    <a:pt x="6059349" y="1586258"/>
                  </a:lnTo>
                  <a:lnTo>
                    <a:pt x="6060603" y="1586258"/>
                  </a:lnTo>
                  <a:lnTo>
                    <a:pt x="6061856" y="1586258"/>
                  </a:lnTo>
                  <a:lnTo>
                    <a:pt x="6063109" y="1586258"/>
                  </a:lnTo>
                  <a:lnTo>
                    <a:pt x="6064362" y="1586258"/>
                  </a:lnTo>
                  <a:lnTo>
                    <a:pt x="6065616" y="1586258"/>
                  </a:lnTo>
                  <a:lnTo>
                    <a:pt x="6066869" y="1586258"/>
                  </a:lnTo>
                  <a:lnTo>
                    <a:pt x="6068122" y="1586258"/>
                  </a:lnTo>
                  <a:lnTo>
                    <a:pt x="6069375" y="1586258"/>
                  </a:lnTo>
                  <a:lnTo>
                    <a:pt x="6070628" y="1586258"/>
                  </a:lnTo>
                  <a:lnTo>
                    <a:pt x="6071882" y="1586258"/>
                  </a:lnTo>
                  <a:lnTo>
                    <a:pt x="6073135" y="1586258"/>
                  </a:lnTo>
                  <a:lnTo>
                    <a:pt x="6074388" y="1586258"/>
                  </a:lnTo>
                  <a:lnTo>
                    <a:pt x="6075641" y="1586258"/>
                  </a:lnTo>
                  <a:lnTo>
                    <a:pt x="6076895" y="1586258"/>
                  </a:lnTo>
                  <a:lnTo>
                    <a:pt x="6078148" y="1586258"/>
                  </a:lnTo>
                  <a:lnTo>
                    <a:pt x="6079401" y="1586258"/>
                  </a:lnTo>
                  <a:lnTo>
                    <a:pt x="6080654" y="1586258"/>
                  </a:lnTo>
                  <a:lnTo>
                    <a:pt x="6081907" y="1586258"/>
                  </a:lnTo>
                  <a:lnTo>
                    <a:pt x="6083161" y="1586258"/>
                  </a:lnTo>
                  <a:lnTo>
                    <a:pt x="6084414" y="1586258"/>
                  </a:lnTo>
                  <a:lnTo>
                    <a:pt x="6085667" y="1586258"/>
                  </a:lnTo>
                  <a:lnTo>
                    <a:pt x="6086920" y="1586258"/>
                  </a:lnTo>
                  <a:lnTo>
                    <a:pt x="6088173" y="1586258"/>
                  </a:lnTo>
                  <a:lnTo>
                    <a:pt x="6089427" y="1586258"/>
                  </a:lnTo>
                  <a:lnTo>
                    <a:pt x="6090680" y="1586258"/>
                  </a:lnTo>
                  <a:lnTo>
                    <a:pt x="6091933" y="1586258"/>
                  </a:lnTo>
                  <a:lnTo>
                    <a:pt x="6093186" y="1586258"/>
                  </a:lnTo>
                  <a:lnTo>
                    <a:pt x="6094440" y="1586258"/>
                  </a:lnTo>
                  <a:lnTo>
                    <a:pt x="6095693" y="1586258"/>
                  </a:lnTo>
                  <a:lnTo>
                    <a:pt x="6096946" y="1586258"/>
                  </a:lnTo>
                  <a:lnTo>
                    <a:pt x="6098199" y="1586258"/>
                  </a:lnTo>
                  <a:lnTo>
                    <a:pt x="6099452" y="1586258"/>
                  </a:lnTo>
                  <a:lnTo>
                    <a:pt x="6100706" y="1586258"/>
                  </a:lnTo>
                  <a:lnTo>
                    <a:pt x="6101959" y="1586258"/>
                  </a:lnTo>
                  <a:lnTo>
                    <a:pt x="6103212" y="1586258"/>
                  </a:lnTo>
                  <a:lnTo>
                    <a:pt x="6104465" y="1586258"/>
                  </a:lnTo>
                  <a:lnTo>
                    <a:pt x="6105719" y="1586258"/>
                  </a:lnTo>
                  <a:lnTo>
                    <a:pt x="6106972" y="1586258"/>
                  </a:lnTo>
                  <a:lnTo>
                    <a:pt x="6108225" y="1586258"/>
                  </a:lnTo>
                  <a:lnTo>
                    <a:pt x="6109478" y="1586258"/>
                  </a:lnTo>
                  <a:lnTo>
                    <a:pt x="6110731" y="1586258"/>
                  </a:lnTo>
                  <a:lnTo>
                    <a:pt x="6111985" y="1586258"/>
                  </a:lnTo>
                  <a:lnTo>
                    <a:pt x="6113238" y="1586258"/>
                  </a:lnTo>
                  <a:lnTo>
                    <a:pt x="6114491" y="1586258"/>
                  </a:lnTo>
                  <a:lnTo>
                    <a:pt x="6115744" y="1586258"/>
                  </a:lnTo>
                  <a:lnTo>
                    <a:pt x="6116997" y="1586258"/>
                  </a:lnTo>
                  <a:lnTo>
                    <a:pt x="6118251" y="1586258"/>
                  </a:lnTo>
                  <a:lnTo>
                    <a:pt x="6119504" y="1586258"/>
                  </a:lnTo>
                  <a:lnTo>
                    <a:pt x="6120757" y="1586258"/>
                  </a:lnTo>
                  <a:lnTo>
                    <a:pt x="6122010" y="1586258"/>
                  </a:lnTo>
                  <a:lnTo>
                    <a:pt x="6123264" y="1586258"/>
                  </a:lnTo>
                  <a:lnTo>
                    <a:pt x="6124517" y="1586258"/>
                  </a:lnTo>
                  <a:lnTo>
                    <a:pt x="6125770" y="1586258"/>
                  </a:lnTo>
                  <a:lnTo>
                    <a:pt x="6127023" y="1586258"/>
                  </a:lnTo>
                  <a:lnTo>
                    <a:pt x="6128276" y="1586258"/>
                  </a:lnTo>
                  <a:lnTo>
                    <a:pt x="6129530" y="1586258"/>
                  </a:lnTo>
                  <a:lnTo>
                    <a:pt x="6130783" y="1586258"/>
                  </a:lnTo>
                  <a:lnTo>
                    <a:pt x="6132036" y="1586258"/>
                  </a:lnTo>
                  <a:lnTo>
                    <a:pt x="6133289" y="1586258"/>
                  </a:lnTo>
                  <a:lnTo>
                    <a:pt x="6134543" y="1586258"/>
                  </a:lnTo>
                  <a:lnTo>
                    <a:pt x="6135796" y="1586258"/>
                  </a:lnTo>
                  <a:lnTo>
                    <a:pt x="6137049" y="1586258"/>
                  </a:lnTo>
                  <a:lnTo>
                    <a:pt x="6138302" y="1586258"/>
                  </a:lnTo>
                  <a:lnTo>
                    <a:pt x="6139555" y="1586258"/>
                  </a:lnTo>
                  <a:lnTo>
                    <a:pt x="6140809" y="1586258"/>
                  </a:lnTo>
                  <a:lnTo>
                    <a:pt x="6142062" y="1586258"/>
                  </a:lnTo>
                  <a:lnTo>
                    <a:pt x="6143315" y="1586258"/>
                  </a:lnTo>
                  <a:lnTo>
                    <a:pt x="6144568" y="1586258"/>
                  </a:lnTo>
                  <a:lnTo>
                    <a:pt x="6145821" y="1586258"/>
                  </a:lnTo>
                  <a:lnTo>
                    <a:pt x="6147075" y="1586258"/>
                  </a:lnTo>
                  <a:lnTo>
                    <a:pt x="6148328" y="1586258"/>
                  </a:lnTo>
                  <a:lnTo>
                    <a:pt x="6149581" y="1586258"/>
                  </a:lnTo>
                  <a:lnTo>
                    <a:pt x="6150834" y="1586258"/>
                  </a:lnTo>
                  <a:lnTo>
                    <a:pt x="6152088" y="1586258"/>
                  </a:lnTo>
                  <a:lnTo>
                    <a:pt x="6153341" y="1586258"/>
                  </a:lnTo>
                  <a:lnTo>
                    <a:pt x="6154594" y="1586258"/>
                  </a:lnTo>
                  <a:lnTo>
                    <a:pt x="6155847" y="1586258"/>
                  </a:lnTo>
                  <a:lnTo>
                    <a:pt x="6157100" y="1586258"/>
                  </a:lnTo>
                  <a:lnTo>
                    <a:pt x="6158354" y="1586258"/>
                  </a:lnTo>
                  <a:lnTo>
                    <a:pt x="6159607" y="1586258"/>
                  </a:lnTo>
                  <a:lnTo>
                    <a:pt x="6160860" y="1586258"/>
                  </a:lnTo>
                  <a:lnTo>
                    <a:pt x="6162113" y="1586258"/>
                  </a:lnTo>
                  <a:lnTo>
                    <a:pt x="6163367" y="1586258"/>
                  </a:lnTo>
                  <a:lnTo>
                    <a:pt x="6164620" y="1586258"/>
                  </a:lnTo>
                  <a:lnTo>
                    <a:pt x="6165873" y="1586258"/>
                  </a:lnTo>
                  <a:lnTo>
                    <a:pt x="6167126" y="1586258"/>
                  </a:lnTo>
                  <a:lnTo>
                    <a:pt x="6168379" y="1586258"/>
                  </a:lnTo>
                  <a:lnTo>
                    <a:pt x="6169633" y="1586258"/>
                  </a:lnTo>
                  <a:lnTo>
                    <a:pt x="6170886" y="1586258"/>
                  </a:lnTo>
                  <a:lnTo>
                    <a:pt x="6172139" y="1586258"/>
                  </a:lnTo>
                  <a:lnTo>
                    <a:pt x="6173392" y="1586258"/>
                  </a:lnTo>
                  <a:lnTo>
                    <a:pt x="6174645" y="1586258"/>
                  </a:lnTo>
                  <a:lnTo>
                    <a:pt x="6175899" y="1586258"/>
                  </a:lnTo>
                  <a:lnTo>
                    <a:pt x="6177152" y="1586258"/>
                  </a:lnTo>
                  <a:lnTo>
                    <a:pt x="6178405" y="1586258"/>
                  </a:lnTo>
                  <a:lnTo>
                    <a:pt x="6179658" y="1586258"/>
                  </a:lnTo>
                  <a:lnTo>
                    <a:pt x="6180912" y="1586258"/>
                  </a:lnTo>
                  <a:lnTo>
                    <a:pt x="6182165" y="1586258"/>
                  </a:lnTo>
                  <a:lnTo>
                    <a:pt x="6183418" y="1586258"/>
                  </a:lnTo>
                  <a:lnTo>
                    <a:pt x="6184671" y="1586258"/>
                  </a:lnTo>
                  <a:lnTo>
                    <a:pt x="6185924" y="1586258"/>
                  </a:lnTo>
                  <a:lnTo>
                    <a:pt x="6187178" y="1586258"/>
                  </a:lnTo>
                  <a:lnTo>
                    <a:pt x="6188431" y="1586258"/>
                  </a:lnTo>
                  <a:lnTo>
                    <a:pt x="6189684" y="1586258"/>
                  </a:lnTo>
                  <a:lnTo>
                    <a:pt x="6190937" y="1586258"/>
                  </a:lnTo>
                  <a:lnTo>
                    <a:pt x="6192191" y="1586258"/>
                  </a:lnTo>
                  <a:lnTo>
                    <a:pt x="6193444" y="1586258"/>
                  </a:lnTo>
                  <a:lnTo>
                    <a:pt x="6194697" y="1586258"/>
                  </a:lnTo>
                  <a:lnTo>
                    <a:pt x="6195950" y="1586258"/>
                  </a:lnTo>
                  <a:lnTo>
                    <a:pt x="6197203" y="1586258"/>
                  </a:lnTo>
                  <a:lnTo>
                    <a:pt x="6198457" y="1586258"/>
                  </a:lnTo>
                  <a:lnTo>
                    <a:pt x="6199710" y="1586258"/>
                  </a:lnTo>
                  <a:lnTo>
                    <a:pt x="6200963" y="1586258"/>
                  </a:lnTo>
                  <a:lnTo>
                    <a:pt x="6202216" y="1586258"/>
                  </a:lnTo>
                  <a:lnTo>
                    <a:pt x="6203469" y="1586258"/>
                  </a:lnTo>
                  <a:lnTo>
                    <a:pt x="6204723" y="1586258"/>
                  </a:lnTo>
                  <a:lnTo>
                    <a:pt x="6204774" y="168606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61139" y="5760402"/>
              <a:ext cx="6266085" cy="0"/>
            </a:xfrm>
            <a:custGeom>
              <a:avLst/>
              <a:pathLst>
                <a:path w="6266085" h="0">
                  <a:moveTo>
                    <a:pt x="0" y="0"/>
                  </a:moveTo>
                  <a:lnTo>
                    <a:pt x="626608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6113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71435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967573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522079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474007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7727224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073293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89240000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232651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89260000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579727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89280000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83294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89300000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6086161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89320000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339378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89340000</a:t>
              </a:r>
            </a:p>
          </p:txBody>
        </p:sp>
        <p:sp>
          <p:nvSpPr>
            <p:cNvPr id="39" name="pl38"/>
            <p:cNvSpPr/>
            <p:nvPr/>
          </p:nvSpPr>
          <p:spPr>
            <a:xfrm>
              <a:off x="1188720" y="4173275"/>
              <a:ext cx="0" cy="1473172"/>
            </a:xfrm>
            <a:custGeom>
              <a:avLst/>
              <a:pathLst>
                <a:path w="0" h="1473172">
                  <a:moveTo>
                    <a:pt x="0" y="147317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97280" y="564644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097280" y="540091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097280" y="515539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97280" y="490986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1097280" y="466433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097280" y="441880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97280" y="417327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 rot="-5400000">
              <a:off x="790447" y="558881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48" name="tx47"/>
            <p:cNvSpPr/>
            <p:nvPr/>
          </p:nvSpPr>
          <p:spPr>
            <a:xfrm rot="-5400000">
              <a:off x="790447" y="509775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790447" y="460669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50" name="tx49"/>
            <p:cNvSpPr/>
            <p:nvPr/>
          </p:nvSpPr>
          <p:spPr>
            <a:xfrm rot="-5400000">
              <a:off x="790447" y="411564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8.0</a:t>
              </a:r>
            </a:p>
          </p:txBody>
        </p:sp>
        <p:sp>
          <p:nvSpPr>
            <p:cNvPr id="51" name="pg50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1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54" name="pg53"/>
            <p:cNvSpPr/>
            <p:nvPr/>
          </p:nvSpPr>
          <p:spPr>
            <a:xfrm>
              <a:off x="1468613" y="4074334"/>
              <a:ext cx="6204774" cy="1686068"/>
            </a:xfrm>
            <a:custGeom>
              <a:avLst/>
              <a:pathLst>
                <a:path w="6204774" h="1686068">
                  <a:moveTo>
                    <a:pt x="0" y="1686068"/>
                  </a:moveTo>
                  <a:lnTo>
                    <a:pt x="45" y="1597764"/>
                  </a:lnTo>
                  <a:lnTo>
                    <a:pt x="1298" y="1597797"/>
                  </a:lnTo>
                  <a:lnTo>
                    <a:pt x="2551" y="1597811"/>
                  </a:lnTo>
                  <a:lnTo>
                    <a:pt x="3805" y="1597802"/>
                  </a:lnTo>
                  <a:lnTo>
                    <a:pt x="5058" y="1597776"/>
                  </a:lnTo>
                  <a:lnTo>
                    <a:pt x="6311" y="1597733"/>
                  </a:lnTo>
                  <a:lnTo>
                    <a:pt x="7564" y="1597677"/>
                  </a:lnTo>
                  <a:lnTo>
                    <a:pt x="8818" y="1597606"/>
                  </a:lnTo>
                  <a:lnTo>
                    <a:pt x="10071" y="1597522"/>
                  </a:lnTo>
                  <a:lnTo>
                    <a:pt x="11324" y="1597425"/>
                  </a:lnTo>
                  <a:lnTo>
                    <a:pt x="12577" y="1597343"/>
                  </a:lnTo>
                  <a:lnTo>
                    <a:pt x="13830" y="1597272"/>
                  </a:lnTo>
                  <a:lnTo>
                    <a:pt x="15084" y="1597205"/>
                  </a:lnTo>
                  <a:lnTo>
                    <a:pt x="16337" y="1597154"/>
                  </a:lnTo>
                  <a:lnTo>
                    <a:pt x="17590" y="1597122"/>
                  </a:lnTo>
                  <a:lnTo>
                    <a:pt x="18843" y="1597112"/>
                  </a:lnTo>
                  <a:lnTo>
                    <a:pt x="20097" y="1597124"/>
                  </a:lnTo>
                  <a:lnTo>
                    <a:pt x="21350" y="1597154"/>
                  </a:lnTo>
                  <a:lnTo>
                    <a:pt x="22603" y="1597202"/>
                  </a:lnTo>
                  <a:lnTo>
                    <a:pt x="23856" y="1597265"/>
                  </a:lnTo>
                  <a:lnTo>
                    <a:pt x="25109" y="1597342"/>
                  </a:lnTo>
                  <a:lnTo>
                    <a:pt x="26363" y="1597429"/>
                  </a:lnTo>
                  <a:lnTo>
                    <a:pt x="27616" y="1597525"/>
                  </a:lnTo>
                  <a:lnTo>
                    <a:pt x="28869" y="1597629"/>
                  </a:lnTo>
                  <a:lnTo>
                    <a:pt x="30122" y="1597743"/>
                  </a:lnTo>
                  <a:lnTo>
                    <a:pt x="31375" y="1597866"/>
                  </a:lnTo>
                  <a:lnTo>
                    <a:pt x="32629" y="1597998"/>
                  </a:lnTo>
                  <a:lnTo>
                    <a:pt x="33882" y="1598140"/>
                  </a:lnTo>
                  <a:lnTo>
                    <a:pt x="35135" y="1598281"/>
                  </a:lnTo>
                  <a:lnTo>
                    <a:pt x="36388" y="1598422"/>
                  </a:lnTo>
                  <a:lnTo>
                    <a:pt x="37642" y="1598563"/>
                  </a:lnTo>
                  <a:lnTo>
                    <a:pt x="38895" y="1598704"/>
                  </a:lnTo>
                  <a:lnTo>
                    <a:pt x="40148" y="1598845"/>
                  </a:lnTo>
                  <a:lnTo>
                    <a:pt x="41401" y="1598981"/>
                  </a:lnTo>
                  <a:lnTo>
                    <a:pt x="42654" y="1599105"/>
                  </a:lnTo>
                  <a:lnTo>
                    <a:pt x="43908" y="1599217"/>
                  </a:lnTo>
                  <a:lnTo>
                    <a:pt x="45161" y="1599315"/>
                  </a:lnTo>
                  <a:lnTo>
                    <a:pt x="46414" y="1599394"/>
                  </a:lnTo>
                  <a:lnTo>
                    <a:pt x="47667" y="1599455"/>
                  </a:lnTo>
                  <a:lnTo>
                    <a:pt x="48921" y="1599498"/>
                  </a:lnTo>
                  <a:lnTo>
                    <a:pt x="50174" y="1599523"/>
                  </a:lnTo>
                  <a:lnTo>
                    <a:pt x="51427" y="1599529"/>
                  </a:lnTo>
                  <a:lnTo>
                    <a:pt x="52680" y="1599518"/>
                  </a:lnTo>
                  <a:lnTo>
                    <a:pt x="53933" y="1599488"/>
                  </a:lnTo>
                  <a:lnTo>
                    <a:pt x="55187" y="1599440"/>
                  </a:lnTo>
                  <a:lnTo>
                    <a:pt x="56440" y="1599374"/>
                  </a:lnTo>
                  <a:lnTo>
                    <a:pt x="57693" y="1599290"/>
                  </a:lnTo>
                  <a:lnTo>
                    <a:pt x="58946" y="1599188"/>
                  </a:lnTo>
                  <a:lnTo>
                    <a:pt x="60199" y="1599071"/>
                  </a:lnTo>
                  <a:lnTo>
                    <a:pt x="61453" y="1598942"/>
                  </a:lnTo>
                  <a:lnTo>
                    <a:pt x="62706" y="1598807"/>
                  </a:lnTo>
                  <a:lnTo>
                    <a:pt x="63959" y="1598673"/>
                  </a:lnTo>
                  <a:lnTo>
                    <a:pt x="65212" y="1598544"/>
                  </a:lnTo>
                  <a:lnTo>
                    <a:pt x="66466" y="1598424"/>
                  </a:lnTo>
                  <a:lnTo>
                    <a:pt x="67719" y="1598308"/>
                  </a:lnTo>
                  <a:lnTo>
                    <a:pt x="68972" y="1598189"/>
                  </a:lnTo>
                  <a:lnTo>
                    <a:pt x="70225" y="1598065"/>
                  </a:lnTo>
                  <a:lnTo>
                    <a:pt x="71478" y="1597931"/>
                  </a:lnTo>
                  <a:lnTo>
                    <a:pt x="72732" y="1597788"/>
                  </a:lnTo>
                  <a:lnTo>
                    <a:pt x="73985" y="1597637"/>
                  </a:lnTo>
                  <a:lnTo>
                    <a:pt x="75238" y="1597476"/>
                  </a:lnTo>
                  <a:lnTo>
                    <a:pt x="76491" y="1597306"/>
                  </a:lnTo>
                  <a:lnTo>
                    <a:pt x="77745" y="1597127"/>
                  </a:lnTo>
                  <a:lnTo>
                    <a:pt x="78998" y="1596938"/>
                  </a:lnTo>
                  <a:lnTo>
                    <a:pt x="80251" y="1596747"/>
                  </a:lnTo>
                  <a:lnTo>
                    <a:pt x="81504" y="1596549"/>
                  </a:lnTo>
                  <a:lnTo>
                    <a:pt x="82757" y="1596344"/>
                  </a:lnTo>
                  <a:lnTo>
                    <a:pt x="84011" y="1596133"/>
                  </a:lnTo>
                  <a:lnTo>
                    <a:pt x="85264" y="1595909"/>
                  </a:lnTo>
                  <a:lnTo>
                    <a:pt x="86517" y="1595679"/>
                  </a:lnTo>
                  <a:lnTo>
                    <a:pt x="87770" y="1595447"/>
                  </a:lnTo>
                  <a:lnTo>
                    <a:pt x="89023" y="1595219"/>
                  </a:lnTo>
                  <a:lnTo>
                    <a:pt x="90277" y="1594999"/>
                  </a:lnTo>
                  <a:lnTo>
                    <a:pt x="91530" y="1594789"/>
                  </a:lnTo>
                  <a:lnTo>
                    <a:pt x="92783" y="1594587"/>
                  </a:lnTo>
                  <a:lnTo>
                    <a:pt x="94036" y="1594395"/>
                  </a:lnTo>
                  <a:lnTo>
                    <a:pt x="95290" y="1594211"/>
                  </a:lnTo>
                  <a:lnTo>
                    <a:pt x="96543" y="1594037"/>
                  </a:lnTo>
                  <a:lnTo>
                    <a:pt x="97796" y="1593872"/>
                  </a:lnTo>
                  <a:lnTo>
                    <a:pt x="99049" y="1593713"/>
                  </a:lnTo>
                  <a:lnTo>
                    <a:pt x="100302" y="1593559"/>
                  </a:lnTo>
                  <a:lnTo>
                    <a:pt x="101556" y="1593411"/>
                  </a:lnTo>
                  <a:lnTo>
                    <a:pt x="102809" y="1593269"/>
                  </a:lnTo>
                  <a:lnTo>
                    <a:pt x="104062" y="1593133"/>
                  </a:lnTo>
                  <a:lnTo>
                    <a:pt x="105315" y="1593003"/>
                  </a:lnTo>
                  <a:lnTo>
                    <a:pt x="106568" y="1592878"/>
                  </a:lnTo>
                  <a:lnTo>
                    <a:pt x="107822" y="1592759"/>
                  </a:lnTo>
                  <a:lnTo>
                    <a:pt x="109075" y="1592649"/>
                  </a:lnTo>
                  <a:lnTo>
                    <a:pt x="110328" y="1592548"/>
                  </a:lnTo>
                  <a:lnTo>
                    <a:pt x="111581" y="1592456"/>
                  </a:lnTo>
                  <a:lnTo>
                    <a:pt x="112835" y="1592374"/>
                  </a:lnTo>
                  <a:lnTo>
                    <a:pt x="114088" y="1592300"/>
                  </a:lnTo>
                  <a:lnTo>
                    <a:pt x="115341" y="1592236"/>
                  </a:lnTo>
                  <a:lnTo>
                    <a:pt x="116594" y="1592180"/>
                  </a:lnTo>
                  <a:lnTo>
                    <a:pt x="117847" y="1592134"/>
                  </a:lnTo>
                  <a:lnTo>
                    <a:pt x="119101" y="1592097"/>
                  </a:lnTo>
                  <a:lnTo>
                    <a:pt x="120354" y="1592068"/>
                  </a:lnTo>
                  <a:lnTo>
                    <a:pt x="121607" y="1592049"/>
                  </a:lnTo>
                  <a:lnTo>
                    <a:pt x="122860" y="1592039"/>
                  </a:lnTo>
                  <a:lnTo>
                    <a:pt x="124114" y="1592035"/>
                  </a:lnTo>
                  <a:lnTo>
                    <a:pt x="125367" y="1592037"/>
                  </a:lnTo>
                  <a:lnTo>
                    <a:pt x="126620" y="1592044"/>
                  </a:lnTo>
                  <a:lnTo>
                    <a:pt x="127873" y="1592052"/>
                  </a:lnTo>
                  <a:lnTo>
                    <a:pt x="129126" y="1592059"/>
                  </a:lnTo>
                  <a:lnTo>
                    <a:pt x="130380" y="1592066"/>
                  </a:lnTo>
                  <a:lnTo>
                    <a:pt x="131633" y="1592079"/>
                  </a:lnTo>
                  <a:lnTo>
                    <a:pt x="132886" y="1592104"/>
                  </a:lnTo>
                  <a:lnTo>
                    <a:pt x="134139" y="1592147"/>
                  </a:lnTo>
                  <a:lnTo>
                    <a:pt x="135392" y="1592213"/>
                  </a:lnTo>
                  <a:lnTo>
                    <a:pt x="136646" y="1592298"/>
                  </a:lnTo>
                  <a:lnTo>
                    <a:pt x="137899" y="1592364"/>
                  </a:lnTo>
                  <a:lnTo>
                    <a:pt x="139152" y="1592410"/>
                  </a:lnTo>
                  <a:lnTo>
                    <a:pt x="140405" y="1592437"/>
                  </a:lnTo>
                  <a:lnTo>
                    <a:pt x="141659" y="1592445"/>
                  </a:lnTo>
                  <a:lnTo>
                    <a:pt x="142912" y="1592432"/>
                  </a:lnTo>
                  <a:lnTo>
                    <a:pt x="144165" y="1592392"/>
                  </a:lnTo>
                  <a:lnTo>
                    <a:pt x="145418" y="1592327"/>
                  </a:lnTo>
                  <a:lnTo>
                    <a:pt x="146671" y="1592235"/>
                  </a:lnTo>
                  <a:lnTo>
                    <a:pt x="147925" y="1592117"/>
                  </a:lnTo>
                  <a:lnTo>
                    <a:pt x="149178" y="1591975"/>
                  </a:lnTo>
                  <a:lnTo>
                    <a:pt x="150431" y="1591802"/>
                  </a:lnTo>
                  <a:lnTo>
                    <a:pt x="151684" y="1591593"/>
                  </a:lnTo>
                  <a:lnTo>
                    <a:pt x="152938" y="1591337"/>
                  </a:lnTo>
                  <a:lnTo>
                    <a:pt x="154191" y="1591030"/>
                  </a:lnTo>
                  <a:lnTo>
                    <a:pt x="155444" y="1590680"/>
                  </a:lnTo>
                  <a:lnTo>
                    <a:pt x="156697" y="1590312"/>
                  </a:lnTo>
                  <a:lnTo>
                    <a:pt x="157950" y="1589904"/>
                  </a:lnTo>
                  <a:lnTo>
                    <a:pt x="159204" y="1589436"/>
                  </a:lnTo>
                  <a:lnTo>
                    <a:pt x="160457" y="1588908"/>
                  </a:lnTo>
                  <a:lnTo>
                    <a:pt x="161710" y="1588314"/>
                  </a:lnTo>
                  <a:lnTo>
                    <a:pt x="162963" y="1587633"/>
                  </a:lnTo>
                  <a:lnTo>
                    <a:pt x="164216" y="1586867"/>
                  </a:lnTo>
                  <a:lnTo>
                    <a:pt x="165470" y="1586015"/>
                  </a:lnTo>
                  <a:lnTo>
                    <a:pt x="166723" y="1585076"/>
                  </a:lnTo>
                  <a:lnTo>
                    <a:pt x="167976" y="1584058"/>
                  </a:lnTo>
                  <a:lnTo>
                    <a:pt x="169229" y="1582965"/>
                  </a:lnTo>
                  <a:lnTo>
                    <a:pt x="170483" y="1581797"/>
                  </a:lnTo>
                  <a:lnTo>
                    <a:pt x="171736" y="1580556"/>
                  </a:lnTo>
                  <a:lnTo>
                    <a:pt x="172989" y="1579251"/>
                  </a:lnTo>
                  <a:lnTo>
                    <a:pt x="174242" y="1577871"/>
                  </a:lnTo>
                  <a:lnTo>
                    <a:pt x="175495" y="1576430"/>
                  </a:lnTo>
                  <a:lnTo>
                    <a:pt x="176749" y="1574942"/>
                  </a:lnTo>
                  <a:lnTo>
                    <a:pt x="178002" y="1573431"/>
                  </a:lnTo>
                  <a:lnTo>
                    <a:pt x="179255" y="1571895"/>
                  </a:lnTo>
                  <a:lnTo>
                    <a:pt x="180508" y="1570338"/>
                  </a:lnTo>
                  <a:lnTo>
                    <a:pt x="181762" y="1568795"/>
                  </a:lnTo>
                  <a:lnTo>
                    <a:pt x="183015" y="1567262"/>
                  </a:lnTo>
                  <a:lnTo>
                    <a:pt x="184268" y="1565737"/>
                  </a:lnTo>
                  <a:lnTo>
                    <a:pt x="185521" y="1564227"/>
                  </a:lnTo>
                  <a:lnTo>
                    <a:pt x="186774" y="1562725"/>
                  </a:lnTo>
                  <a:lnTo>
                    <a:pt x="188028" y="1561233"/>
                  </a:lnTo>
                  <a:lnTo>
                    <a:pt x="189281" y="1559750"/>
                  </a:lnTo>
                  <a:lnTo>
                    <a:pt x="190534" y="1558276"/>
                  </a:lnTo>
                  <a:lnTo>
                    <a:pt x="191787" y="1556808"/>
                  </a:lnTo>
                  <a:lnTo>
                    <a:pt x="193040" y="1555345"/>
                  </a:lnTo>
                  <a:lnTo>
                    <a:pt x="194294" y="1553889"/>
                  </a:lnTo>
                  <a:lnTo>
                    <a:pt x="195547" y="1552432"/>
                  </a:lnTo>
                  <a:lnTo>
                    <a:pt x="196800" y="1550966"/>
                  </a:lnTo>
                  <a:lnTo>
                    <a:pt x="198053" y="1549483"/>
                  </a:lnTo>
                  <a:lnTo>
                    <a:pt x="199307" y="1547981"/>
                  </a:lnTo>
                  <a:lnTo>
                    <a:pt x="200560" y="1546503"/>
                  </a:lnTo>
                  <a:lnTo>
                    <a:pt x="201813" y="1545092"/>
                  </a:lnTo>
                  <a:lnTo>
                    <a:pt x="203066" y="1543747"/>
                  </a:lnTo>
                  <a:lnTo>
                    <a:pt x="204319" y="1542465"/>
                  </a:lnTo>
                  <a:lnTo>
                    <a:pt x="205573" y="1541240"/>
                  </a:lnTo>
                  <a:lnTo>
                    <a:pt x="206826" y="1540079"/>
                  </a:lnTo>
                  <a:lnTo>
                    <a:pt x="208079" y="1538979"/>
                  </a:lnTo>
                  <a:lnTo>
                    <a:pt x="209332" y="1537942"/>
                  </a:lnTo>
                  <a:lnTo>
                    <a:pt x="210586" y="1536968"/>
                  </a:lnTo>
                  <a:lnTo>
                    <a:pt x="211839" y="1536050"/>
                  </a:lnTo>
                  <a:lnTo>
                    <a:pt x="213092" y="1535188"/>
                  </a:lnTo>
                  <a:lnTo>
                    <a:pt x="214345" y="1534385"/>
                  </a:lnTo>
                  <a:lnTo>
                    <a:pt x="215598" y="1533653"/>
                  </a:lnTo>
                  <a:lnTo>
                    <a:pt x="216852" y="1533001"/>
                  </a:lnTo>
                  <a:lnTo>
                    <a:pt x="218105" y="1532426"/>
                  </a:lnTo>
                  <a:lnTo>
                    <a:pt x="219358" y="1531898"/>
                  </a:lnTo>
                  <a:lnTo>
                    <a:pt x="220611" y="1531409"/>
                  </a:lnTo>
                  <a:lnTo>
                    <a:pt x="221864" y="1531003"/>
                  </a:lnTo>
                  <a:lnTo>
                    <a:pt x="223118" y="1530698"/>
                  </a:lnTo>
                  <a:lnTo>
                    <a:pt x="224371" y="1530505"/>
                  </a:lnTo>
                  <a:lnTo>
                    <a:pt x="225624" y="1530450"/>
                  </a:lnTo>
                  <a:lnTo>
                    <a:pt x="226877" y="1530555"/>
                  </a:lnTo>
                  <a:lnTo>
                    <a:pt x="228131" y="1530821"/>
                  </a:lnTo>
                  <a:lnTo>
                    <a:pt x="229384" y="1531247"/>
                  </a:lnTo>
                  <a:lnTo>
                    <a:pt x="230637" y="1531833"/>
                  </a:lnTo>
                  <a:lnTo>
                    <a:pt x="231890" y="1532574"/>
                  </a:lnTo>
                  <a:lnTo>
                    <a:pt x="233143" y="1533470"/>
                  </a:lnTo>
                  <a:lnTo>
                    <a:pt x="234397" y="1534520"/>
                  </a:lnTo>
                  <a:lnTo>
                    <a:pt x="235650" y="1535713"/>
                  </a:lnTo>
                  <a:lnTo>
                    <a:pt x="236903" y="1537053"/>
                  </a:lnTo>
                  <a:lnTo>
                    <a:pt x="238156" y="1538536"/>
                  </a:lnTo>
                  <a:lnTo>
                    <a:pt x="239410" y="1540132"/>
                  </a:lnTo>
                  <a:lnTo>
                    <a:pt x="240663" y="1541804"/>
                  </a:lnTo>
                  <a:lnTo>
                    <a:pt x="241916" y="1543530"/>
                  </a:lnTo>
                  <a:lnTo>
                    <a:pt x="243169" y="1545308"/>
                  </a:lnTo>
                  <a:lnTo>
                    <a:pt x="244422" y="1547098"/>
                  </a:lnTo>
                  <a:lnTo>
                    <a:pt x="245676" y="1548871"/>
                  </a:lnTo>
                  <a:lnTo>
                    <a:pt x="246929" y="1550631"/>
                  </a:lnTo>
                  <a:lnTo>
                    <a:pt x="248182" y="1552374"/>
                  </a:lnTo>
                  <a:lnTo>
                    <a:pt x="249435" y="1554103"/>
                  </a:lnTo>
                  <a:lnTo>
                    <a:pt x="250688" y="1555822"/>
                  </a:lnTo>
                  <a:lnTo>
                    <a:pt x="251942" y="1557532"/>
                  </a:lnTo>
                  <a:lnTo>
                    <a:pt x="253195" y="1559234"/>
                  </a:lnTo>
                  <a:lnTo>
                    <a:pt x="254448" y="1560929"/>
                  </a:lnTo>
                  <a:lnTo>
                    <a:pt x="255701" y="1562619"/>
                  </a:lnTo>
                  <a:lnTo>
                    <a:pt x="256955" y="1564306"/>
                  </a:lnTo>
                  <a:lnTo>
                    <a:pt x="258208" y="1565991"/>
                  </a:lnTo>
                  <a:lnTo>
                    <a:pt x="259461" y="1567679"/>
                  </a:lnTo>
                  <a:lnTo>
                    <a:pt x="260714" y="1569373"/>
                  </a:lnTo>
                  <a:lnTo>
                    <a:pt x="261967" y="1571080"/>
                  </a:lnTo>
                  <a:lnTo>
                    <a:pt x="263221" y="1572794"/>
                  </a:lnTo>
                  <a:lnTo>
                    <a:pt x="264474" y="1574479"/>
                  </a:lnTo>
                  <a:lnTo>
                    <a:pt x="265727" y="1576131"/>
                  </a:lnTo>
                  <a:lnTo>
                    <a:pt x="266980" y="1577755"/>
                  </a:lnTo>
                  <a:lnTo>
                    <a:pt x="268233" y="1579347"/>
                  </a:lnTo>
                  <a:lnTo>
                    <a:pt x="269487" y="1580916"/>
                  </a:lnTo>
                  <a:lnTo>
                    <a:pt x="270740" y="1582456"/>
                  </a:lnTo>
                  <a:lnTo>
                    <a:pt x="271993" y="1583969"/>
                  </a:lnTo>
                  <a:lnTo>
                    <a:pt x="273246" y="1585455"/>
                  </a:lnTo>
                  <a:lnTo>
                    <a:pt x="274500" y="1586913"/>
                  </a:lnTo>
                  <a:lnTo>
                    <a:pt x="275753" y="1588343"/>
                  </a:lnTo>
                  <a:lnTo>
                    <a:pt x="277006" y="1589746"/>
                  </a:lnTo>
                  <a:lnTo>
                    <a:pt x="278259" y="1591116"/>
                  </a:lnTo>
                  <a:lnTo>
                    <a:pt x="279512" y="1592449"/>
                  </a:lnTo>
                  <a:lnTo>
                    <a:pt x="280766" y="1593738"/>
                  </a:lnTo>
                  <a:lnTo>
                    <a:pt x="282019" y="1594989"/>
                  </a:lnTo>
                  <a:lnTo>
                    <a:pt x="283272" y="1596224"/>
                  </a:lnTo>
                  <a:lnTo>
                    <a:pt x="284525" y="1597423"/>
                  </a:lnTo>
                  <a:lnTo>
                    <a:pt x="285779" y="1598568"/>
                  </a:lnTo>
                  <a:lnTo>
                    <a:pt x="287032" y="1599659"/>
                  </a:lnTo>
                  <a:lnTo>
                    <a:pt x="288285" y="1600684"/>
                  </a:lnTo>
                  <a:lnTo>
                    <a:pt x="289538" y="1601628"/>
                  </a:lnTo>
                  <a:lnTo>
                    <a:pt x="290791" y="1602492"/>
                  </a:lnTo>
                  <a:lnTo>
                    <a:pt x="292045" y="1603279"/>
                  </a:lnTo>
                  <a:lnTo>
                    <a:pt x="293298" y="1603990"/>
                  </a:lnTo>
                  <a:lnTo>
                    <a:pt x="294551" y="1604628"/>
                  </a:lnTo>
                  <a:lnTo>
                    <a:pt x="295804" y="1605195"/>
                  </a:lnTo>
                  <a:lnTo>
                    <a:pt x="297057" y="1605691"/>
                  </a:lnTo>
                  <a:lnTo>
                    <a:pt x="298311" y="1606115"/>
                  </a:lnTo>
                  <a:lnTo>
                    <a:pt x="299564" y="1606475"/>
                  </a:lnTo>
                  <a:lnTo>
                    <a:pt x="300817" y="1606760"/>
                  </a:lnTo>
                  <a:lnTo>
                    <a:pt x="302070" y="1606986"/>
                  </a:lnTo>
                  <a:lnTo>
                    <a:pt x="303324" y="1607169"/>
                  </a:lnTo>
                  <a:lnTo>
                    <a:pt x="304577" y="1607330"/>
                  </a:lnTo>
                  <a:lnTo>
                    <a:pt x="305830" y="1607471"/>
                  </a:lnTo>
                  <a:lnTo>
                    <a:pt x="307083" y="1607592"/>
                  </a:lnTo>
                  <a:lnTo>
                    <a:pt x="308336" y="1607725"/>
                  </a:lnTo>
                  <a:lnTo>
                    <a:pt x="309590" y="1607865"/>
                  </a:lnTo>
                  <a:lnTo>
                    <a:pt x="310843" y="1608008"/>
                  </a:lnTo>
                  <a:lnTo>
                    <a:pt x="312096" y="1608157"/>
                  </a:lnTo>
                  <a:lnTo>
                    <a:pt x="313349" y="1608296"/>
                  </a:lnTo>
                  <a:lnTo>
                    <a:pt x="314603" y="1608427"/>
                  </a:lnTo>
                  <a:lnTo>
                    <a:pt x="315856" y="1608548"/>
                  </a:lnTo>
                  <a:lnTo>
                    <a:pt x="317109" y="1608660"/>
                  </a:lnTo>
                  <a:lnTo>
                    <a:pt x="318362" y="1608763"/>
                  </a:lnTo>
                  <a:lnTo>
                    <a:pt x="319615" y="1608857"/>
                  </a:lnTo>
                  <a:lnTo>
                    <a:pt x="320869" y="1608939"/>
                  </a:lnTo>
                  <a:lnTo>
                    <a:pt x="322122" y="1609008"/>
                  </a:lnTo>
                  <a:lnTo>
                    <a:pt x="323375" y="1609065"/>
                  </a:lnTo>
                  <a:lnTo>
                    <a:pt x="324628" y="1609109"/>
                  </a:lnTo>
                  <a:lnTo>
                    <a:pt x="325881" y="1609141"/>
                  </a:lnTo>
                  <a:lnTo>
                    <a:pt x="327135" y="1609161"/>
                  </a:lnTo>
                  <a:lnTo>
                    <a:pt x="328388" y="1609168"/>
                  </a:lnTo>
                  <a:lnTo>
                    <a:pt x="329641" y="1609163"/>
                  </a:lnTo>
                  <a:lnTo>
                    <a:pt x="330894" y="1609151"/>
                  </a:lnTo>
                  <a:lnTo>
                    <a:pt x="332148" y="1609135"/>
                  </a:lnTo>
                  <a:lnTo>
                    <a:pt x="333401" y="1609113"/>
                  </a:lnTo>
                  <a:lnTo>
                    <a:pt x="334654" y="1609087"/>
                  </a:lnTo>
                  <a:lnTo>
                    <a:pt x="335907" y="1609055"/>
                  </a:lnTo>
                  <a:lnTo>
                    <a:pt x="337160" y="1609018"/>
                  </a:lnTo>
                  <a:lnTo>
                    <a:pt x="338414" y="1608981"/>
                  </a:lnTo>
                  <a:lnTo>
                    <a:pt x="339667" y="1608949"/>
                  </a:lnTo>
                  <a:lnTo>
                    <a:pt x="340920" y="1608922"/>
                  </a:lnTo>
                  <a:lnTo>
                    <a:pt x="342173" y="1608901"/>
                  </a:lnTo>
                  <a:lnTo>
                    <a:pt x="343427" y="1608885"/>
                  </a:lnTo>
                  <a:lnTo>
                    <a:pt x="344680" y="1608874"/>
                  </a:lnTo>
                  <a:lnTo>
                    <a:pt x="345933" y="1608871"/>
                  </a:lnTo>
                  <a:lnTo>
                    <a:pt x="347186" y="1608876"/>
                  </a:lnTo>
                  <a:lnTo>
                    <a:pt x="348439" y="1608883"/>
                  </a:lnTo>
                  <a:lnTo>
                    <a:pt x="349693" y="1608898"/>
                  </a:lnTo>
                  <a:lnTo>
                    <a:pt x="350946" y="1608921"/>
                  </a:lnTo>
                  <a:lnTo>
                    <a:pt x="352199" y="1608923"/>
                  </a:lnTo>
                  <a:lnTo>
                    <a:pt x="353452" y="1608890"/>
                  </a:lnTo>
                  <a:lnTo>
                    <a:pt x="354705" y="1608820"/>
                  </a:lnTo>
                  <a:lnTo>
                    <a:pt x="355959" y="1608710"/>
                  </a:lnTo>
                  <a:lnTo>
                    <a:pt x="357212" y="1608557"/>
                  </a:lnTo>
                  <a:lnTo>
                    <a:pt x="358465" y="1608358"/>
                  </a:lnTo>
                  <a:lnTo>
                    <a:pt x="359718" y="1608065"/>
                  </a:lnTo>
                  <a:lnTo>
                    <a:pt x="360972" y="1607661"/>
                  </a:lnTo>
                  <a:lnTo>
                    <a:pt x="362225" y="1607146"/>
                  </a:lnTo>
                  <a:lnTo>
                    <a:pt x="363478" y="1606523"/>
                  </a:lnTo>
                  <a:lnTo>
                    <a:pt x="364731" y="1605785"/>
                  </a:lnTo>
                  <a:lnTo>
                    <a:pt x="365984" y="1604907"/>
                  </a:lnTo>
                  <a:lnTo>
                    <a:pt x="367238" y="1603893"/>
                  </a:lnTo>
                  <a:lnTo>
                    <a:pt x="368491" y="1602739"/>
                  </a:lnTo>
                  <a:lnTo>
                    <a:pt x="369744" y="1601446"/>
                  </a:lnTo>
                  <a:lnTo>
                    <a:pt x="370997" y="1600021"/>
                  </a:lnTo>
                  <a:lnTo>
                    <a:pt x="372251" y="1598456"/>
                  </a:lnTo>
                  <a:lnTo>
                    <a:pt x="373504" y="1596755"/>
                  </a:lnTo>
                  <a:lnTo>
                    <a:pt x="374757" y="1594920"/>
                  </a:lnTo>
                  <a:lnTo>
                    <a:pt x="376010" y="1592956"/>
                  </a:lnTo>
                  <a:lnTo>
                    <a:pt x="377263" y="1590862"/>
                  </a:lnTo>
                  <a:lnTo>
                    <a:pt x="378517" y="1588654"/>
                  </a:lnTo>
                  <a:lnTo>
                    <a:pt x="379770" y="1586348"/>
                  </a:lnTo>
                  <a:lnTo>
                    <a:pt x="381023" y="1583944"/>
                  </a:lnTo>
                  <a:lnTo>
                    <a:pt x="382276" y="1581439"/>
                  </a:lnTo>
                  <a:lnTo>
                    <a:pt x="383529" y="1578841"/>
                  </a:lnTo>
                  <a:lnTo>
                    <a:pt x="384783" y="1576178"/>
                  </a:lnTo>
                  <a:lnTo>
                    <a:pt x="386036" y="1573444"/>
                  </a:lnTo>
                  <a:lnTo>
                    <a:pt x="387289" y="1570645"/>
                  </a:lnTo>
                  <a:lnTo>
                    <a:pt x="388542" y="1567781"/>
                  </a:lnTo>
                  <a:lnTo>
                    <a:pt x="389796" y="1564859"/>
                  </a:lnTo>
                  <a:lnTo>
                    <a:pt x="391049" y="1561902"/>
                  </a:lnTo>
                  <a:lnTo>
                    <a:pt x="392302" y="1558908"/>
                  </a:lnTo>
                  <a:lnTo>
                    <a:pt x="393555" y="1555872"/>
                  </a:lnTo>
                  <a:lnTo>
                    <a:pt x="394808" y="1552786"/>
                  </a:lnTo>
                  <a:lnTo>
                    <a:pt x="396062" y="1549658"/>
                  </a:lnTo>
                  <a:lnTo>
                    <a:pt x="397315" y="1546525"/>
                  </a:lnTo>
                  <a:lnTo>
                    <a:pt x="398568" y="1543386"/>
                  </a:lnTo>
                  <a:lnTo>
                    <a:pt x="399821" y="1540243"/>
                  </a:lnTo>
                  <a:lnTo>
                    <a:pt x="401075" y="1537094"/>
                  </a:lnTo>
                  <a:lnTo>
                    <a:pt x="402328" y="1533934"/>
                  </a:lnTo>
                  <a:lnTo>
                    <a:pt x="403581" y="1530764"/>
                  </a:lnTo>
                  <a:lnTo>
                    <a:pt x="404834" y="1527584"/>
                  </a:lnTo>
                  <a:lnTo>
                    <a:pt x="406087" y="1524390"/>
                  </a:lnTo>
                  <a:lnTo>
                    <a:pt x="407341" y="1521182"/>
                  </a:lnTo>
                  <a:lnTo>
                    <a:pt x="408594" y="1517965"/>
                  </a:lnTo>
                  <a:lnTo>
                    <a:pt x="409847" y="1514742"/>
                  </a:lnTo>
                  <a:lnTo>
                    <a:pt x="411100" y="1511515"/>
                  </a:lnTo>
                  <a:lnTo>
                    <a:pt x="412353" y="1508285"/>
                  </a:lnTo>
                  <a:lnTo>
                    <a:pt x="413607" y="1505052"/>
                  </a:lnTo>
                  <a:lnTo>
                    <a:pt x="414860" y="1501840"/>
                  </a:lnTo>
                  <a:lnTo>
                    <a:pt x="416113" y="1498690"/>
                  </a:lnTo>
                  <a:lnTo>
                    <a:pt x="417366" y="1495608"/>
                  </a:lnTo>
                  <a:lnTo>
                    <a:pt x="418620" y="1492599"/>
                  </a:lnTo>
                  <a:lnTo>
                    <a:pt x="419873" y="1489656"/>
                  </a:lnTo>
                  <a:lnTo>
                    <a:pt x="421126" y="1486782"/>
                  </a:lnTo>
                  <a:lnTo>
                    <a:pt x="422379" y="1484022"/>
                  </a:lnTo>
                  <a:lnTo>
                    <a:pt x="423632" y="1481441"/>
                  </a:lnTo>
                  <a:lnTo>
                    <a:pt x="424886" y="1479056"/>
                  </a:lnTo>
                  <a:lnTo>
                    <a:pt x="426139" y="1476868"/>
                  </a:lnTo>
                  <a:lnTo>
                    <a:pt x="427392" y="1474856"/>
                  </a:lnTo>
                  <a:lnTo>
                    <a:pt x="428645" y="1473032"/>
                  </a:lnTo>
                  <a:lnTo>
                    <a:pt x="429898" y="1471389"/>
                  </a:lnTo>
                  <a:lnTo>
                    <a:pt x="431152" y="1469916"/>
                  </a:lnTo>
                  <a:lnTo>
                    <a:pt x="432405" y="1468618"/>
                  </a:lnTo>
                  <a:lnTo>
                    <a:pt x="433658" y="1467491"/>
                  </a:lnTo>
                  <a:lnTo>
                    <a:pt x="434911" y="1466533"/>
                  </a:lnTo>
                  <a:lnTo>
                    <a:pt x="436165" y="1465765"/>
                  </a:lnTo>
                  <a:lnTo>
                    <a:pt x="437418" y="1465185"/>
                  </a:lnTo>
                  <a:lnTo>
                    <a:pt x="438671" y="1464796"/>
                  </a:lnTo>
                  <a:lnTo>
                    <a:pt x="439924" y="1464604"/>
                  </a:lnTo>
                  <a:lnTo>
                    <a:pt x="441177" y="1464601"/>
                  </a:lnTo>
                  <a:lnTo>
                    <a:pt x="442431" y="1464754"/>
                  </a:lnTo>
                  <a:lnTo>
                    <a:pt x="443684" y="1465047"/>
                  </a:lnTo>
                  <a:lnTo>
                    <a:pt x="444937" y="1465448"/>
                  </a:lnTo>
                  <a:lnTo>
                    <a:pt x="446190" y="1465968"/>
                  </a:lnTo>
                  <a:lnTo>
                    <a:pt x="447444" y="1466591"/>
                  </a:lnTo>
                  <a:lnTo>
                    <a:pt x="448697" y="1467318"/>
                  </a:lnTo>
                  <a:lnTo>
                    <a:pt x="449950" y="1468164"/>
                  </a:lnTo>
                  <a:lnTo>
                    <a:pt x="451203" y="1469126"/>
                  </a:lnTo>
                  <a:lnTo>
                    <a:pt x="452456" y="1470189"/>
                  </a:lnTo>
                  <a:lnTo>
                    <a:pt x="453710" y="1471323"/>
                  </a:lnTo>
                  <a:lnTo>
                    <a:pt x="454963" y="1472484"/>
                  </a:lnTo>
                  <a:lnTo>
                    <a:pt x="456216" y="1473658"/>
                  </a:lnTo>
                  <a:lnTo>
                    <a:pt x="457469" y="1474844"/>
                  </a:lnTo>
                  <a:lnTo>
                    <a:pt x="458722" y="1476037"/>
                  </a:lnTo>
                  <a:lnTo>
                    <a:pt x="459976" y="1477192"/>
                  </a:lnTo>
                  <a:lnTo>
                    <a:pt x="461229" y="1478272"/>
                  </a:lnTo>
                  <a:lnTo>
                    <a:pt x="462482" y="1479278"/>
                  </a:lnTo>
                  <a:lnTo>
                    <a:pt x="463735" y="1480244"/>
                  </a:lnTo>
                  <a:lnTo>
                    <a:pt x="464989" y="1481172"/>
                  </a:lnTo>
                  <a:lnTo>
                    <a:pt x="466242" y="1482063"/>
                  </a:lnTo>
                  <a:lnTo>
                    <a:pt x="467495" y="1482916"/>
                  </a:lnTo>
                  <a:lnTo>
                    <a:pt x="468748" y="1483731"/>
                  </a:lnTo>
                  <a:lnTo>
                    <a:pt x="470001" y="1484516"/>
                  </a:lnTo>
                  <a:lnTo>
                    <a:pt x="471255" y="1485270"/>
                  </a:lnTo>
                  <a:lnTo>
                    <a:pt x="472508" y="1485987"/>
                  </a:lnTo>
                  <a:lnTo>
                    <a:pt x="473761" y="1486686"/>
                  </a:lnTo>
                  <a:lnTo>
                    <a:pt x="475014" y="1487385"/>
                  </a:lnTo>
                  <a:lnTo>
                    <a:pt x="476268" y="1488087"/>
                  </a:lnTo>
                  <a:lnTo>
                    <a:pt x="477521" y="1488789"/>
                  </a:lnTo>
                  <a:lnTo>
                    <a:pt x="478774" y="1489463"/>
                  </a:lnTo>
                  <a:lnTo>
                    <a:pt x="480027" y="1490103"/>
                  </a:lnTo>
                  <a:lnTo>
                    <a:pt x="481280" y="1490713"/>
                  </a:lnTo>
                  <a:lnTo>
                    <a:pt x="482534" y="1491291"/>
                  </a:lnTo>
                  <a:lnTo>
                    <a:pt x="483787" y="1491844"/>
                  </a:lnTo>
                  <a:lnTo>
                    <a:pt x="485040" y="1492369"/>
                  </a:lnTo>
                  <a:lnTo>
                    <a:pt x="486293" y="1492822"/>
                  </a:lnTo>
                  <a:lnTo>
                    <a:pt x="487546" y="1493184"/>
                  </a:lnTo>
                  <a:lnTo>
                    <a:pt x="488800" y="1493452"/>
                  </a:lnTo>
                  <a:lnTo>
                    <a:pt x="490053" y="1493650"/>
                  </a:lnTo>
                  <a:lnTo>
                    <a:pt x="491306" y="1493818"/>
                  </a:lnTo>
                  <a:lnTo>
                    <a:pt x="492559" y="1493973"/>
                  </a:lnTo>
                  <a:lnTo>
                    <a:pt x="493813" y="1494157"/>
                  </a:lnTo>
                  <a:lnTo>
                    <a:pt x="495066" y="1494378"/>
                  </a:lnTo>
                  <a:lnTo>
                    <a:pt x="496319" y="1494635"/>
                  </a:lnTo>
                  <a:lnTo>
                    <a:pt x="497572" y="1494940"/>
                  </a:lnTo>
                  <a:lnTo>
                    <a:pt x="498825" y="1495277"/>
                  </a:lnTo>
                  <a:lnTo>
                    <a:pt x="500079" y="1495634"/>
                  </a:lnTo>
                  <a:lnTo>
                    <a:pt x="501332" y="1496012"/>
                  </a:lnTo>
                  <a:lnTo>
                    <a:pt x="502585" y="1496406"/>
                  </a:lnTo>
                  <a:lnTo>
                    <a:pt x="503838" y="1496809"/>
                  </a:lnTo>
                  <a:lnTo>
                    <a:pt x="505092" y="1497243"/>
                  </a:lnTo>
                  <a:lnTo>
                    <a:pt x="506345" y="1497724"/>
                  </a:lnTo>
                  <a:lnTo>
                    <a:pt x="507598" y="1498284"/>
                  </a:lnTo>
                  <a:lnTo>
                    <a:pt x="508851" y="1498937"/>
                  </a:lnTo>
                  <a:lnTo>
                    <a:pt x="510104" y="1499657"/>
                  </a:lnTo>
                  <a:lnTo>
                    <a:pt x="511358" y="1500433"/>
                  </a:lnTo>
                  <a:lnTo>
                    <a:pt x="512611" y="1501220"/>
                  </a:lnTo>
                  <a:lnTo>
                    <a:pt x="513864" y="1502005"/>
                  </a:lnTo>
                  <a:lnTo>
                    <a:pt x="515117" y="1502790"/>
                  </a:lnTo>
                  <a:lnTo>
                    <a:pt x="516370" y="1503587"/>
                  </a:lnTo>
                  <a:lnTo>
                    <a:pt x="517624" y="1504438"/>
                  </a:lnTo>
                  <a:lnTo>
                    <a:pt x="518877" y="1505383"/>
                  </a:lnTo>
                  <a:lnTo>
                    <a:pt x="520130" y="1506437"/>
                  </a:lnTo>
                  <a:lnTo>
                    <a:pt x="521383" y="1507602"/>
                  </a:lnTo>
                  <a:lnTo>
                    <a:pt x="522637" y="1508888"/>
                  </a:lnTo>
                  <a:lnTo>
                    <a:pt x="523890" y="1510324"/>
                  </a:lnTo>
                  <a:lnTo>
                    <a:pt x="525143" y="1511911"/>
                  </a:lnTo>
                  <a:lnTo>
                    <a:pt x="526396" y="1513614"/>
                  </a:lnTo>
                  <a:lnTo>
                    <a:pt x="527649" y="1515395"/>
                  </a:lnTo>
                  <a:lnTo>
                    <a:pt x="528903" y="1517253"/>
                  </a:lnTo>
                  <a:lnTo>
                    <a:pt x="530156" y="1519187"/>
                  </a:lnTo>
                  <a:lnTo>
                    <a:pt x="531409" y="1521201"/>
                  </a:lnTo>
                  <a:lnTo>
                    <a:pt x="532662" y="1523292"/>
                  </a:lnTo>
                  <a:lnTo>
                    <a:pt x="533916" y="1525456"/>
                  </a:lnTo>
                  <a:lnTo>
                    <a:pt x="535169" y="1527693"/>
                  </a:lnTo>
                  <a:lnTo>
                    <a:pt x="536422" y="1529987"/>
                  </a:lnTo>
                  <a:lnTo>
                    <a:pt x="537675" y="1532296"/>
                  </a:lnTo>
                  <a:lnTo>
                    <a:pt x="538928" y="1534600"/>
                  </a:lnTo>
                  <a:lnTo>
                    <a:pt x="540182" y="1536899"/>
                  </a:lnTo>
                  <a:lnTo>
                    <a:pt x="541435" y="1539191"/>
                  </a:lnTo>
                  <a:lnTo>
                    <a:pt x="542688" y="1541478"/>
                  </a:lnTo>
                  <a:lnTo>
                    <a:pt x="543941" y="1543755"/>
                  </a:lnTo>
                  <a:lnTo>
                    <a:pt x="545194" y="1546020"/>
                  </a:lnTo>
                  <a:lnTo>
                    <a:pt x="546448" y="1548273"/>
                  </a:lnTo>
                  <a:lnTo>
                    <a:pt x="547701" y="1550514"/>
                  </a:lnTo>
                  <a:lnTo>
                    <a:pt x="548954" y="1552742"/>
                  </a:lnTo>
                  <a:lnTo>
                    <a:pt x="550207" y="1554957"/>
                  </a:lnTo>
                  <a:lnTo>
                    <a:pt x="551461" y="1557164"/>
                  </a:lnTo>
                  <a:lnTo>
                    <a:pt x="552714" y="1559365"/>
                  </a:lnTo>
                  <a:lnTo>
                    <a:pt x="553967" y="1561535"/>
                  </a:lnTo>
                  <a:lnTo>
                    <a:pt x="555220" y="1563657"/>
                  </a:lnTo>
                  <a:lnTo>
                    <a:pt x="556473" y="1565706"/>
                  </a:lnTo>
                  <a:lnTo>
                    <a:pt x="557727" y="1567669"/>
                  </a:lnTo>
                  <a:lnTo>
                    <a:pt x="558980" y="1569546"/>
                  </a:lnTo>
                  <a:lnTo>
                    <a:pt x="560233" y="1571338"/>
                  </a:lnTo>
                  <a:lnTo>
                    <a:pt x="561486" y="1573044"/>
                  </a:lnTo>
                  <a:lnTo>
                    <a:pt x="562740" y="1574676"/>
                  </a:lnTo>
                  <a:lnTo>
                    <a:pt x="563993" y="1576239"/>
                  </a:lnTo>
                  <a:lnTo>
                    <a:pt x="565246" y="1577734"/>
                  </a:lnTo>
                  <a:lnTo>
                    <a:pt x="566499" y="1579161"/>
                  </a:lnTo>
                  <a:lnTo>
                    <a:pt x="567752" y="1580513"/>
                  </a:lnTo>
                  <a:lnTo>
                    <a:pt x="569006" y="1581786"/>
                  </a:lnTo>
                  <a:lnTo>
                    <a:pt x="570259" y="1582979"/>
                  </a:lnTo>
                  <a:lnTo>
                    <a:pt x="571512" y="1584060"/>
                  </a:lnTo>
                  <a:lnTo>
                    <a:pt x="572765" y="1585050"/>
                  </a:lnTo>
                  <a:lnTo>
                    <a:pt x="574018" y="1585963"/>
                  </a:lnTo>
                  <a:lnTo>
                    <a:pt x="575272" y="1586833"/>
                  </a:lnTo>
                  <a:lnTo>
                    <a:pt x="576525" y="1587677"/>
                  </a:lnTo>
                  <a:lnTo>
                    <a:pt x="577778" y="1588494"/>
                  </a:lnTo>
                  <a:lnTo>
                    <a:pt x="579031" y="1589285"/>
                  </a:lnTo>
                  <a:lnTo>
                    <a:pt x="580285" y="1590046"/>
                  </a:lnTo>
                  <a:lnTo>
                    <a:pt x="581538" y="1590756"/>
                  </a:lnTo>
                  <a:lnTo>
                    <a:pt x="582791" y="1591398"/>
                  </a:lnTo>
                  <a:lnTo>
                    <a:pt x="584044" y="1591972"/>
                  </a:lnTo>
                  <a:lnTo>
                    <a:pt x="585297" y="1592478"/>
                  </a:lnTo>
                  <a:lnTo>
                    <a:pt x="586551" y="1592922"/>
                  </a:lnTo>
                  <a:lnTo>
                    <a:pt x="587804" y="1593309"/>
                  </a:lnTo>
                  <a:lnTo>
                    <a:pt x="589057" y="1593640"/>
                  </a:lnTo>
                  <a:lnTo>
                    <a:pt x="590310" y="1593954"/>
                  </a:lnTo>
                  <a:lnTo>
                    <a:pt x="591563" y="1594248"/>
                  </a:lnTo>
                  <a:lnTo>
                    <a:pt x="592817" y="1594524"/>
                  </a:lnTo>
                  <a:lnTo>
                    <a:pt x="594070" y="1594771"/>
                  </a:lnTo>
                  <a:lnTo>
                    <a:pt x="595323" y="1594987"/>
                  </a:lnTo>
                  <a:lnTo>
                    <a:pt x="596576" y="1595175"/>
                  </a:lnTo>
                  <a:lnTo>
                    <a:pt x="597830" y="1595335"/>
                  </a:lnTo>
                  <a:lnTo>
                    <a:pt x="599083" y="1595467"/>
                  </a:lnTo>
                  <a:lnTo>
                    <a:pt x="600336" y="1595588"/>
                  </a:lnTo>
                  <a:lnTo>
                    <a:pt x="601589" y="1595721"/>
                  </a:lnTo>
                  <a:lnTo>
                    <a:pt x="602842" y="1595869"/>
                  </a:lnTo>
                  <a:lnTo>
                    <a:pt x="604096" y="1596031"/>
                  </a:lnTo>
                  <a:lnTo>
                    <a:pt x="605349" y="1596209"/>
                  </a:lnTo>
                  <a:lnTo>
                    <a:pt x="606602" y="1596401"/>
                  </a:lnTo>
                  <a:lnTo>
                    <a:pt x="607855" y="1596612"/>
                  </a:lnTo>
                  <a:lnTo>
                    <a:pt x="609109" y="1596837"/>
                  </a:lnTo>
                  <a:lnTo>
                    <a:pt x="610362" y="1597077"/>
                  </a:lnTo>
                  <a:lnTo>
                    <a:pt x="611615" y="1597332"/>
                  </a:lnTo>
                  <a:lnTo>
                    <a:pt x="612868" y="1597605"/>
                  </a:lnTo>
                  <a:lnTo>
                    <a:pt x="614121" y="1597897"/>
                  </a:lnTo>
                  <a:lnTo>
                    <a:pt x="615375" y="1598203"/>
                  </a:lnTo>
                  <a:lnTo>
                    <a:pt x="616628" y="1598524"/>
                  </a:lnTo>
                  <a:lnTo>
                    <a:pt x="617881" y="1598860"/>
                  </a:lnTo>
                  <a:lnTo>
                    <a:pt x="619134" y="1599211"/>
                  </a:lnTo>
                  <a:lnTo>
                    <a:pt x="620387" y="1599576"/>
                  </a:lnTo>
                  <a:lnTo>
                    <a:pt x="621641" y="1599954"/>
                  </a:lnTo>
                  <a:lnTo>
                    <a:pt x="622894" y="1600342"/>
                  </a:lnTo>
                  <a:lnTo>
                    <a:pt x="624147" y="1600740"/>
                  </a:lnTo>
                  <a:lnTo>
                    <a:pt x="625400" y="1601141"/>
                  </a:lnTo>
                  <a:lnTo>
                    <a:pt x="626654" y="1601540"/>
                  </a:lnTo>
                  <a:lnTo>
                    <a:pt x="627907" y="1601936"/>
                  </a:lnTo>
                  <a:lnTo>
                    <a:pt x="629160" y="1602330"/>
                  </a:lnTo>
                  <a:lnTo>
                    <a:pt x="630413" y="1602721"/>
                  </a:lnTo>
                  <a:lnTo>
                    <a:pt x="631666" y="1603116"/>
                  </a:lnTo>
                  <a:lnTo>
                    <a:pt x="632920" y="1603513"/>
                  </a:lnTo>
                  <a:lnTo>
                    <a:pt x="634173" y="1603915"/>
                  </a:lnTo>
                  <a:lnTo>
                    <a:pt x="635426" y="1604316"/>
                  </a:lnTo>
                  <a:lnTo>
                    <a:pt x="636679" y="1604714"/>
                  </a:lnTo>
                  <a:lnTo>
                    <a:pt x="637933" y="1605098"/>
                  </a:lnTo>
                  <a:lnTo>
                    <a:pt x="639186" y="1605460"/>
                  </a:lnTo>
                  <a:lnTo>
                    <a:pt x="640439" y="1605798"/>
                  </a:lnTo>
                  <a:lnTo>
                    <a:pt x="641692" y="1606123"/>
                  </a:lnTo>
                  <a:lnTo>
                    <a:pt x="642945" y="1606440"/>
                  </a:lnTo>
                  <a:lnTo>
                    <a:pt x="644199" y="1606758"/>
                  </a:lnTo>
                  <a:lnTo>
                    <a:pt x="645452" y="1607092"/>
                  </a:lnTo>
                  <a:lnTo>
                    <a:pt x="646705" y="1607440"/>
                  </a:lnTo>
                  <a:lnTo>
                    <a:pt x="647958" y="1607804"/>
                  </a:lnTo>
                  <a:lnTo>
                    <a:pt x="649211" y="1608184"/>
                  </a:lnTo>
                  <a:lnTo>
                    <a:pt x="650465" y="1608565"/>
                  </a:lnTo>
                  <a:lnTo>
                    <a:pt x="651718" y="1608946"/>
                  </a:lnTo>
                  <a:lnTo>
                    <a:pt x="652971" y="1609325"/>
                  </a:lnTo>
                  <a:lnTo>
                    <a:pt x="654224" y="1609700"/>
                  </a:lnTo>
                  <a:lnTo>
                    <a:pt x="655478" y="1610076"/>
                  </a:lnTo>
                  <a:lnTo>
                    <a:pt x="656731" y="1610462"/>
                  </a:lnTo>
                  <a:lnTo>
                    <a:pt x="657984" y="1610866"/>
                  </a:lnTo>
                  <a:lnTo>
                    <a:pt x="659237" y="1611289"/>
                  </a:lnTo>
                  <a:lnTo>
                    <a:pt x="660490" y="1611719"/>
                  </a:lnTo>
                  <a:lnTo>
                    <a:pt x="661744" y="1612152"/>
                  </a:lnTo>
                  <a:lnTo>
                    <a:pt x="662997" y="1612583"/>
                  </a:lnTo>
                  <a:lnTo>
                    <a:pt x="664250" y="1613002"/>
                  </a:lnTo>
                  <a:lnTo>
                    <a:pt x="665503" y="1613406"/>
                  </a:lnTo>
                  <a:lnTo>
                    <a:pt x="666757" y="1613792"/>
                  </a:lnTo>
                  <a:lnTo>
                    <a:pt x="668010" y="1614160"/>
                  </a:lnTo>
                  <a:lnTo>
                    <a:pt x="669263" y="1614509"/>
                  </a:lnTo>
                  <a:lnTo>
                    <a:pt x="670516" y="1614841"/>
                  </a:lnTo>
                  <a:lnTo>
                    <a:pt x="671769" y="1615157"/>
                  </a:lnTo>
                  <a:lnTo>
                    <a:pt x="673023" y="1615462"/>
                  </a:lnTo>
                  <a:lnTo>
                    <a:pt x="674276" y="1615762"/>
                  </a:lnTo>
                  <a:lnTo>
                    <a:pt x="675529" y="1616052"/>
                  </a:lnTo>
                  <a:lnTo>
                    <a:pt x="676782" y="1616330"/>
                  </a:lnTo>
                  <a:lnTo>
                    <a:pt x="678035" y="1616595"/>
                  </a:lnTo>
                  <a:lnTo>
                    <a:pt x="679289" y="1616848"/>
                  </a:lnTo>
                  <a:lnTo>
                    <a:pt x="680542" y="1617092"/>
                  </a:lnTo>
                  <a:lnTo>
                    <a:pt x="681795" y="1617327"/>
                  </a:lnTo>
                  <a:lnTo>
                    <a:pt x="683048" y="1617553"/>
                  </a:lnTo>
                  <a:lnTo>
                    <a:pt x="684302" y="1617773"/>
                  </a:lnTo>
                  <a:lnTo>
                    <a:pt x="685555" y="1617996"/>
                  </a:lnTo>
                  <a:lnTo>
                    <a:pt x="686808" y="1618218"/>
                  </a:lnTo>
                  <a:lnTo>
                    <a:pt x="688061" y="1618442"/>
                  </a:lnTo>
                  <a:lnTo>
                    <a:pt x="689314" y="1618668"/>
                  </a:lnTo>
                  <a:lnTo>
                    <a:pt x="690568" y="1618896"/>
                  </a:lnTo>
                  <a:lnTo>
                    <a:pt x="691821" y="1619127"/>
                  </a:lnTo>
                  <a:lnTo>
                    <a:pt x="693074" y="1619353"/>
                  </a:lnTo>
                  <a:lnTo>
                    <a:pt x="694327" y="1619577"/>
                  </a:lnTo>
                  <a:lnTo>
                    <a:pt x="695581" y="1619797"/>
                  </a:lnTo>
                  <a:lnTo>
                    <a:pt x="696834" y="1620014"/>
                  </a:lnTo>
                  <a:lnTo>
                    <a:pt x="698087" y="1620227"/>
                  </a:lnTo>
                  <a:lnTo>
                    <a:pt x="699340" y="1620437"/>
                  </a:lnTo>
                  <a:lnTo>
                    <a:pt x="700593" y="1620644"/>
                  </a:lnTo>
                  <a:lnTo>
                    <a:pt x="701847" y="1620858"/>
                  </a:lnTo>
                  <a:lnTo>
                    <a:pt x="703100" y="1621078"/>
                  </a:lnTo>
                  <a:lnTo>
                    <a:pt x="704353" y="1621289"/>
                  </a:lnTo>
                  <a:lnTo>
                    <a:pt x="705606" y="1621481"/>
                  </a:lnTo>
                  <a:lnTo>
                    <a:pt x="706859" y="1621643"/>
                  </a:lnTo>
                  <a:lnTo>
                    <a:pt x="708113" y="1621758"/>
                  </a:lnTo>
                  <a:lnTo>
                    <a:pt x="709366" y="1621810"/>
                  </a:lnTo>
                  <a:lnTo>
                    <a:pt x="710619" y="1621800"/>
                  </a:lnTo>
                  <a:lnTo>
                    <a:pt x="711872" y="1621728"/>
                  </a:lnTo>
                  <a:lnTo>
                    <a:pt x="713126" y="1621602"/>
                  </a:lnTo>
                  <a:lnTo>
                    <a:pt x="714379" y="1621431"/>
                  </a:lnTo>
                  <a:lnTo>
                    <a:pt x="715632" y="1621214"/>
                  </a:lnTo>
                  <a:lnTo>
                    <a:pt x="716885" y="1620957"/>
                  </a:lnTo>
                  <a:lnTo>
                    <a:pt x="718138" y="1620654"/>
                  </a:lnTo>
                  <a:lnTo>
                    <a:pt x="719392" y="1620305"/>
                  </a:lnTo>
                  <a:lnTo>
                    <a:pt x="720645" y="1619903"/>
                  </a:lnTo>
                  <a:lnTo>
                    <a:pt x="721898" y="1619446"/>
                  </a:lnTo>
                  <a:lnTo>
                    <a:pt x="723151" y="1618947"/>
                  </a:lnTo>
                  <a:lnTo>
                    <a:pt x="724405" y="1618419"/>
                  </a:lnTo>
                  <a:lnTo>
                    <a:pt x="725658" y="1617880"/>
                  </a:lnTo>
                  <a:lnTo>
                    <a:pt x="726911" y="1617344"/>
                  </a:lnTo>
                  <a:lnTo>
                    <a:pt x="728164" y="1616818"/>
                  </a:lnTo>
                  <a:lnTo>
                    <a:pt x="729417" y="1616308"/>
                  </a:lnTo>
                  <a:lnTo>
                    <a:pt x="730671" y="1615813"/>
                  </a:lnTo>
                  <a:lnTo>
                    <a:pt x="731924" y="1615332"/>
                  </a:lnTo>
                  <a:lnTo>
                    <a:pt x="733177" y="1614866"/>
                  </a:lnTo>
                  <a:lnTo>
                    <a:pt x="734430" y="1614416"/>
                  </a:lnTo>
                  <a:lnTo>
                    <a:pt x="735683" y="1613976"/>
                  </a:lnTo>
                  <a:lnTo>
                    <a:pt x="736937" y="1613546"/>
                  </a:lnTo>
                  <a:lnTo>
                    <a:pt x="738190" y="1613119"/>
                  </a:lnTo>
                  <a:lnTo>
                    <a:pt x="739443" y="1612699"/>
                  </a:lnTo>
                  <a:lnTo>
                    <a:pt x="740696" y="1612285"/>
                  </a:lnTo>
                  <a:lnTo>
                    <a:pt x="741950" y="1611878"/>
                  </a:lnTo>
                  <a:lnTo>
                    <a:pt x="743203" y="1611474"/>
                  </a:lnTo>
                  <a:lnTo>
                    <a:pt x="744456" y="1611067"/>
                  </a:lnTo>
                  <a:lnTo>
                    <a:pt x="745709" y="1610660"/>
                  </a:lnTo>
                  <a:lnTo>
                    <a:pt x="746962" y="1610253"/>
                  </a:lnTo>
                  <a:lnTo>
                    <a:pt x="748216" y="1609838"/>
                  </a:lnTo>
                  <a:lnTo>
                    <a:pt x="749469" y="1609408"/>
                  </a:lnTo>
                  <a:lnTo>
                    <a:pt x="750722" y="1608968"/>
                  </a:lnTo>
                  <a:lnTo>
                    <a:pt x="751975" y="1608518"/>
                  </a:lnTo>
                  <a:lnTo>
                    <a:pt x="753228" y="1608057"/>
                  </a:lnTo>
                  <a:lnTo>
                    <a:pt x="754482" y="1607585"/>
                  </a:lnTo>
                  <a:lnTo>
                    <a:pt x="755735" y="1607062"/>
                  </a:lnTo>
                  <a:lnTo>
                    <a:pt x="756988" y="1606472"/>
                  </a:lnTo>
                  <a:lnTo>
                    <a:pt x="758241" y="1605802"/>
                  </a:lnTo>
                  <a:lnTo>
                    <a:pt x="759495" y="1605050"/>
                  </a:lnTo>
                  <a:lnTo>
                    <a:pt x="760748" y="1604190"/>
                  </a:lnTo>
                  <a:lnTo>
                    <a:pt x="762001" y="1603231"/>
                  </a:lnTo>
                  <a:lnTo>
                    <a:pt x="763254" y="1602147"/>
                  </a:lnTo>
                  <a:lnTo>
                    <a:pt x="764507" y="1600933"/>
                  </a:lnTo>
                  <a:lnTo>
                    <a:pt x="765761" y="1599581"/>
                  </a:lnTo>
                  <a:lnTo>
                    <a:pt x="767014" y="1598084"/>
                  </a:lnTo>
                  <a:lnTo>
                    <a:pt x="768267" y="1596455"/>
                  </a:lnTo>
                  <a:lnTo>
                    <a:pt x="769520" y="1594697"/>
                  </a:lnTo>
                  <a:lnTo>
                    <a:pt x="770774" y="1592804"/>
                  </a:lnTo>
                  <a:lnTo>
                    <a:pt x="772027" y="1590782"/>
                  </a:lnTo>
                  <a:lnTo>
                    <a:pt x="773280" y="1588617"/>
                  </a:lnTo>
                  <a:lnTo>
                    <a:pt x="774533" y="1586314"/>
                  </a:lnTo>
                  <a:lnTo>
                    <a:pt x="775786" y="1583887"/>
                  </a:lnTo>
                  <a:lnTo>
                    <a:pt x="777040" y="1581336"/>
                  </a:lnTo>
                  <a:lnTo>
                    <a:pt x="778293" y="1578661"/>
                  </a:lnTo>
                  <a:lnTo>
                    <a:pt x="779546" y="1575886"/>
                  </a:lnTo>
                  <a:lnTo>
                    <a:pt x="780799" y="1573002"/>
                  </a:lnTo>
                  <a:lnTo>
                    <a:pt x="782052" y="1570036"/>
                  </a:lnTo>
                  <a:lnTo>
                    <a:pt x="783306" y="1566989"/>
                  </a:lnTo>
                  <a:lnTo>
                    <a:pt x="784559" y="1563866"/>
                  </a:lnTo>
                  <a:lnTo>
                    <a:pt x="785812" y="1560685"/>
                  </a:lnTo>
                  <a:lnTo>
                    <a:pt x="787065" y="1557441"/>
                  </a:lnTo>
                  <a:lnTo>
                    <a:pt x="788319" y="1554130"/>
                  </a:lnTo>
                  <a:lnTo>
                    <a:pt x="789572" y="1550754"/>
                  </a:lnTo>
                  <a:lnTo>
                    <a:pt x="790825" y="1547316"/>
                  </a:lnTo>
                  <a:lnTo>
                    <a:pt x="792078" y="1543836"/>
                  </a:lnTo>
                  <a:lnTo>
                    <a:pt x="793331" y="1540364"/>
                  </a:lnTo>
                  <a:lnTo>
                    <a:pt x="794585" y="1536919"/>
                  </a:lnTo>
                  <a:lnTo>
                    <a:pt x="795838" y="1533465"/>
                  </a:lnTo>
                  <a:lnTo>
                    <a:pt x="797091" y="1530006"/>
                  </a:lnTo>
                  <a:lnTo>
                    <a:pt x="798344" y="1526532"/>
                  </a:lnTo>
                  <a:lnTo>
                    <a:pt x="799598" y="1523038"/>
                  </a:lnTo>
                  <a:lnTo>
                    <a:pt x="800851" y="1519485"/>
                  </a:lnTo>
                  <a:lnTo>
                    <a:pt x="802104" y="1515857"/>
                  </a:lnTo>
                  <a:lnTo>
                    <a:pt x="803357" y="1512135"/>
                  </a:lnTo>
                  <a:lnTo>
                    <a:pt x="804610" y="1508319"/>
                  </a:lnTo>
                  <a:lnTo>
                    <a:pt x="805864" y="1504384"/>
                  </a:lnTo>
                  <a:lnTo>
                    <a:pt x="807117" y="1500318"/>
                  </a:lnTo>
                  <a:lnTo>
                    <a:pt x="808370" y="1496124"/>
                  </a:lnTo>
                  <a:lnTo>
                    <a:pt x="809623" y="1491779"/>
                  </a:lnTo>
                  <a:lnTo>
                    <a:pt x="810876" y="1487266"/>
                  </a:lnTo>
                  <a:lnTo>
                    <a:pt x="812130" y="1482590"/>
                  </a:lnTo>
                  <a:lnTo>
                    <a:pt x="813383" y="1477709"/>
                  </a:lnTo>
                  <a:lnTo>
                    <a:pt x="814636" y="1472624"/>
                  </a:lnTo>
                  <a:lnTo>
                    <a:pt x="815889" y="1467350"/>
                  </a:lnTo>
                  <a:lnTo>
                    <a:pt x="817143" y="1461895"/>
                  </a:lnTo>
                  <a:lnTo>
                    <a:pt x="818396" y="1456306"/>
                  </a:lnTo>
                  <a:lnTo>
                    <a:pt x="819649" y="1450678"/>
                  </a:lnTo>
                  <a:lnTo>
                    <a:pt x="820902" y="1445047"/>
                  </a:lnTo>
                  <a:lnTo>
                    <a:pt x="822155" y="1439431"/>
                  </a:lnTo>
                  <a:lnTo>
                    <a:pt x="823409" y="1433880"/>
                  </a:lnTo>
                  <a:lnTo>
                    <a:pt x="824662" y="1428409"/>
                  </a:lnTo>
                  <a:lnTo>
                    <a:pt x="825915" y="1423045"/>
                  </a:lnTo>
                  <a:lnTo>
                    <a:pt x="827168" y="1417825"/>
                  </a:lnTo>
                  <a:lnTo>
                    <a:pt x="828422" y="1412761"/>
                  </a:lnTo>
                  <a:lnTo>
                    <a:pt x="829675" y="1407894"/>
                  </a:lnTo>
                  <a:lnTo>
                    <a:pt x="830928" y="1403245"/>
                  </a:lnTo>
                  <a:lnTo>
                    <a:pt x="832181" y="1398823"/>
                  </a:lnTo>
                  <a:lnTo>
                    <a:pt x="833434" y="1394677"/>
                  </a:lnTo>
                  <a:lnTo>
                    <a:pt x="834688" y="1390848"/>
                  </a:lnTo>
                  <a:lnTo>
                    <a:pt x="835941" y="1387361"/>
                  </a:lnTo>
                  <a:lnTo>
                    <a:pt x="837194" y="1384258"/>
                  </a:lnTo>
                  <a:lnTo>
                    <a:pt x="838447" y="1381515"/>
                  </a:lnTo>
                  <a:lnTo>
                    <a:pt x="839700" y="1379085"/>
                  </a:lnTo>
                  <a:lnTo>
                    <a:pt x="840954" y="1376969"/>
                  </a:lnTo>
                  <a:lnTo>
                    <a:pt x="842207" y="1375139"/>
                  </a:lnTo>
                  <a:lnTo>
                    <a:pt x="843460" y="1373605"/>
                  </a:lnTo>
                  <a:lnTo>
                    <a:pt x="844713" y="1372341"/>
                  </a:lnTo>
                  <a:lnTo>
                    <a:pt x="845967" y="1371311"/>
                  </a:lnTo>
                  <a:lnTo>
                    <a:pt x="847220" y="1370480"/>
                  </a:lnTo>
                  <a:lnTo>
                    <a:pt x="848473" y="1369823"/>
                  </a:lnTo>
                  <a:lnTo>
                    <a:pt x="849726" y="1369313"/>
                  </a:lnTo>
                  <a:lnTo>
                    <a:pt x="850979" y="1368937"/>
                  </a:lnTo>
                  <a:lnTo>
                    <a:pt x="852233" y="1368680"/>
                  </a:lnTo>
                  <a:lnTo>
                    <a:pt x="853486" y="1368519"/>
                  </a:lnTo>
                  <a:lnTo>
                    <a:pt x="854739" y="1368416"/>
                  </a:lnTo>
                  <a:lnTo>
                    <a:pt x="855992" y="1368301"/>
                  </a:lnTo>
                  <a:lnTo>
                    <a:pt x="857246" y="1368106"/>
                  </a:lnTo>
                  <a:lnTo>
                    <a:pt x="858499" y="1367847"/>
                  </a:lnTo>
                  <a:lnTo>
                    <a:pt x="859752" y="1367550"/>
                  </a:lnTo>
                  <a:lnTo>
                    <a:pt x="861005" y="1367205"/>
                  </a:lnTo>
                  <a:lnTo>
                    <a:pt x="862258" y="1366805"/>
                  </a:lnTo>
                  <a:lnTo>
                    <a:pt x="863512" y="1366398"/>
                  </a:lnTo>
                  <a:lnTo>
                    <a:pt x="864765" y="1366049"/>
                  </a:lnTo>
                  <a:lnTo>
                    <a:pt x="866018" y="1365821"/>
                  </a:lnTo>
                  <a:lnTo>
                    <a:pt x="867271" y="1365737"/>
                  </a:lnTo>
                  <a:lnTo>
                    <a:pt x="868524" y="1365821"/>
                  </a:lnTo>
                  <a:lnTo>
                    <a:pt x="869778" y="1366118"/>
                  </a:lnTo>
                  <a:lnTo>
                    <a:pt x="871031" y="1366644"/>
                  </a:lnTo>
                  <a:lnTo>
                    <a:pt x="872284" y="1367419"/>
                  </a:lnTo>
                  <a:lnTo>
                    <a:pt x="873537" y="1368480"/>
                  </a:lnTo>
                  <a:lnTo>
                    <a:pt x="874791" y="1369846"/>
                  </a:lnTo>
                  <a:lnTo>
                    <a:pt x="876044" y="1371556"/>
                  </a:lnTo>
                  <a:lnTo>
                    <a:pt x="877297" y="1373653"/>
                  </a:lnTo>
                  <a:lnTo>
                    <a:pt x="878550" y="1376121"/>
                  </a:lnTo>
                  <a:lnTo>
                    <a:pt x="879803" y="1378955"/>
                  </a:lnTo>
                  <a:lnTo>
                    <a:pt x="881057" y="1382170"/>
                  </a:lnTo>
                  <a:lnTo>
                    <a:pt x="882310" y="1385687"/>
                  </a:lnTo>
                  <a:lnTo>
                    <a:pt x="883563" y="1389446"/>
                  </a:lnTo>
                  <a:lnTo>
                    <a:pt x="884816" y="1393395"/>
                  </a:lnTo>
                  <a:lnTo>
                    <a:pt x="886070" y="1397506"/>
                  </a:lnTo>
                  <a:lnTo>
                    <a:pt x="887323" y="1401736"/>
                  </a:lnTo>
                  <a:lnTo>
                    <a:pt x="888576" y="1406091"/>
                  </a:lnTo>
                  <a:lnTo>
                    <a:pt x="889829" y="1410520"/>
                  </a:lnTo>
                  <a:lnTo>
                    <a:pt x="891082" y="1415020"/>
                  </a:lnTo>
                  <a:lnTo>
                    <a:pt x="892336" y="1419561"/>
                  </a:lnTo>
                  <a:lnTo>
                    <a:pt x="893589" y="1424099"/>
                  </a:lnTo>
                  <a:lnTo>
                    <a:pt x="894842" y="1428615"/>
                  </a:lnTo>
                  <a:lnTo>
                    <a:pt x="896095" y="1433063"/>
                  </a:lnTo>
                  <a:lnTo>
                    <a:pt x="897348" y="1437375"/>
                  </a:lnTo>
                  <a:lnTo>
                    <a:pt x="898602" y="1441516"/>
                  </a:lnTo>
                  <a:lnTo>
                    <a:pt x="899855" y="1445439"/>
                  </a:lnTo>
                  <a:lnTo>
                    <a:pt x="901108" y="1449120"/>
                  </a:lnTo>
                  <a:lnTo>
                    <a:pt x="902361" y="1452604"/>
                  </a:lnTo>
                  <a:lnTo>
                    <a:pt x="903615" y="1455950"/>
                  </a:lnTo>
                  <a:lnTo>
                    <a:pt x="904868" y="1459122"/>
                  </a:lnTo>
                  <a:lnTo>
                    <a:pt x="906121" y="1462073"/>
                  </a:lnTo>
                  <a:lnTo>
                    <a:pt x="907374" y="1464778"/>
                  </a:lnTo>
                  <a:lnTo>
                    <a:pt x="908627" y="1467251"/>
                  </a:lnTo>
                  <a:lnTo>
                    <a:pt x="909881" y="1469532"/>
                  </a:lnTo>
                  <a:lnTo>
                    <a:pt x="911134" y="1471656"/>
                  </a:lnTo>
                  <a:lnTo>
                    <a:pt x="912387" y="1473646"/>
                  </a:lnTo>
                  <a:lnTo>
                    <a:pt x="913640" y="1475507"/>
                  </a:lnTo>
                  <a:lnTo>
                    <a:pt x="914893" y="1477248"/>
                  </a:lnTo>
                  <a:lnTo>
                    <a:pt x="916147" y="1478875"/>
                  </a:lnTo>
                  <a:lnTo>
                    <a:pt x="917400" y="1480405"/>
                  </a:lnTo>
                  <a:lnTo>
                    <a:pt x="918653" y="1481864"/>
                  </a:lnTo>
                  <a:lnTo>
                    <a:pt x="919906" y="1483296"/>
                  </a:lnTo>
                  <a:lnTo>
                    <a:pt x="921160" y="1484719"/>
                  </a:lnTo>
                  <a:lnTo>
                    <a:pt x="922413" y="1486104"/>
                  </a:lnTo>
                  <a:lnTo>
                    <a:pt x="923666" y="1487496"/>
                  </a:lnTo>
                  <a:lnTo>
                    <a:pt x="924919" y="1488969"/>
                  </a:lnTo>
                  <a:lnTo>
                    <a:pt x="926172" y="1490539"/>
                  </a:lnTo>
                  <a:lnTo>
                    <a:pt x="927426" y="1492194"/>
                  </a:lnTo>
                  <a:lnTo>
                    <a:pt x="928679" y="1493886"/>
                  </a:lnTo>
                  <a:lnTo>
                    <a:pt x="929932" y="1495564"/>
                  </a:lnTo>
                  <a:lnTo>
                    <a:pt x="931185" y="1497222"/>
                  </a:lnTo>
                  <a:lnTo>
                    <a:pt x="932439" y="1498838"/>
                  </a:lnTo>
                  <a:lnTo>
                    <a:pt x="933692" y="1500386"/>
                  </a:lnTo>
                  <a:lnTo>
                    <a:pt x="934945" y="1501865"/>
                  </a:lnTo>
                  <a:lnTo>
                    <a:pt x="936198" y="1503259"/>
                  </a:lnTo>
                  <a:lnTo>
                    <a:pt x="937451" y="1504550"/>
                  </a:lnTo>
                  <a:lnTo>
                    <a:pt x="938705" y="1505740"/>
                  </a:lnTo>
                  <a:lnTo>
                    <a:pt x="939958" y="1506785"/>
                  </a:lnTo>
                  <a:lnTo>
                    <a:pt x="941211" y="1507686"/>
                  </a:lnTo>
                  <a:lnTo>
                    <a:pt x="942464" y="1508440"/>
                  </a:lnTo>
                  <a:lnTo>
                    <a:pt x="943717" y="1509014"/>
                  </a:lnTo>
                  <a:lnTo>
                    <a:pt x="944971" y="1509377"/>
                  </a:lnTo>
                  <a:lnTo>
                    <a:pt x="946224" y="1509569"/>
                  </a:lnTo>
                  <a:lnTo>
                    <a:pt x="947477" y="1509629"/>
                  </a:lnTo>
                  <a:lnTo>
                    <a:pt x="948730" y="1509593"/>
                  </a:lnTo>
                  <a:lnTo>
                    <a:pt x="949984" y="1509483"/>
                  </a:lnTo>
                  <a:lnTo>
                    <a:pt x="951237" y="1509296"/>
                  </a:lnTo>
                  <a:lnTo>
                    <a:pt x="952490" y="1509049"/>
                  </a:lnTo>
                  <a:lnTo>
                    <a:pt x="953743" y="1508756"/>
                  </a:lnTo>
                  <a:lnTo>
                    <a:pt x="954996" y="1508417"/>
                  </a:lnTo>
                  <a:lnTo>
                    <a:pt x="956250" y="1508050"/>
                  </a:lnTo>
                  <a:lnTo>
                    <a:pt x="957503" y="1507631"/>
                  </a:lnTo>
                  <a:lnTo>
                    <a:pt x="958756" y="1507149"/>
                  </a:lnTo>
                  <a:lnTo>
                    <a:pt x="960009" y="1506605"/>
                  </a:lnTo>
                  <a:lnTo>
                    <a:pt x="961263" y="1506018"/>
                  </a:lnTo>
                  <a:lnTo>
                    <a:pt x="962516" y="1505390"/>
                  </a:lnTo>
                  <a:lnTo>
                    <a:pt x="963769" y="1504755"/>
                  </a:lnTo>
                  <a:lnTo>
                    <a:pt x="965022" y="1504103"/>
                  </a:lnTo>
                  <a:lnTo>
                    <a:pt x="966275" y="1503374"/>
                  </a:lnTo>
                  <a:lnTo>
                    <a:pt x="967529" y="1502574"/>
                  </a:lnTo>
                  <a:lnTo>
                    <a:pt x="968782" y="1501778"/>
                  </a:lnTo>
                  <a:lnTo>
                    <a:pt x="970035" y="1501059"/>
                  </a:lnTo>
                  <a:lnTo>
                    <a:pt x="971288" y="1500438"/>
                  </a:lnTo>
                  <a:lnTo>
                    <a:pt x="972541" y="1499931"/>
                  </a:lnTo>
                  <a:lnTo>
                    <a:pt x="973795" y="1499503"/>
                  </a:lnTo>
                  <a:lnTo>
                    <a:pt x="975048" y="1499152"/>
                  </a:lnTo>
                  <a:lnTo>
                    <a:pt x="976301" y="1498907"/>
                  </a:lnTo>
                  <a:lnTo>
                    <a:pt x="977554" y="1498789"/>
                  </a:lnTo>
                  <a:lnTo>
                    <a:pt x="978808" y="1498839"/>
                  </a:lnTo>
                  <a:lnTo>
                    <a:pt x="980061" y="1499061"/>
                  </a:lnTo>
                  <a:lnTo>
                    <a:pt x="981314" y="1499452"/>
                  </a:lnTo>
                  <a:lnTo>
                    <a:pt x="982567" y="1500016"/>
                  </a:lnTo>
                  <a:lnTo>
                    <a:pt x="983820" y="1500759"/>
                  </a:lnTo>
                  <a:lnTo>
                    <a:pt x="985074" y="1501680"/>
                  </a:lnTo>
                  <a:lnTo>
                    <a:pt x="986327" y="1502755"/>
                  </a:lnTo>
                  <a:lnTo>
                    <a:pt x="987580" y="1503892"/>
                  </a:lnTo>
                  <a:lnTo>
                    <a:pt x="988833" y="1504986"/>
                  </a:lnTo>
                  <a:lnTo>
                    <a:pt x="990087" y="1506001"/>
                  </a:lnTo>
                  <a:lnTo>
                    <a:pt x="991340" y="1506902"/>
                  </a:lnTo>
                  <a:lnTo>
                    <a:pt x="992593" y="1507716"/>
                  </a:lnTo>
                  <a:lnTo>
                    <a:pt x="993846" y="1508446"/>
                  </a:lnTo>
                  <a:lnTo>
                    <a:pt x="995099" y="1509094"/>
                  </a:lnTo>
                  <a:lnTo>
                    <a:pt x="996353" y="1509659"/>
                  </a:lnTo>
                  <a:lnTo>
                    <a:pt x="997606" y="1510145"/>
                  </a:lnTo>
                  <a:lnTo>
                    <a:pt x="998859" y="1510556"/>
                  </a:lnTo>
                  <a:lnTo>
                    <a:pt x="1000112" y="1510888"/>
                  </a:lnTo>
                  <a:lnTo>
                    <a:pt x="1001365" y="1511144"/>
                  </a:lnTo>
                  <a:lnTo>
                    <a:pt x="1002619" y="1511326"/>
                  </a:lnTo>
                  <a:lnTo>
                    <a:pt x="1003872" y="1511400"/>
                  </a:lnTo>
                  <a:lnTo>
                    <a:pt x="1005125" y="1511348"/>
                  </a:lnTo>
                  <a:lnTo>
                    <a:pt x="1006378" y="1511185"/>
                  </a:lnTo>
                  <a:lnTo>
                    <a:pt x="1007632" y="1510933"/>
                  </a:lnTo>
                  <a:lnTo>
                    <a:pt x="1008885" y="1510565"/>
                  </a:lnTo>
                  <a:lnTo>
                    <a:pt x="1010138" y="1510079"/>
                  </a:lnTo>
                  <a:lnTo>
                    <a:pt x="1011391" y="1509439"/>
                  </a:lnTo>
                  <a:lnTo>
                    <a:pt x="1012644" y="1508647"/>
                  </a:lnTo>
                  <a:lnTo>
                    <a:pt x="1013898" y="1507703"/>
                  </a:lnTo>
                  <a:lnTo>
                    <a:pt x="1015151" y="1506558"/>
                  </a:lnTo>
                  <a:lnTo>
                    <a:pt x="1016404" y="1505193"/>
                  </a:lnTo>
                  <a:lnTo>
                    <a:pt x="1017657" y="1503604"/>
                  </a:lnTo>
                  <a:lnTo>
                    <a:pt x="1018911" y="1501789"/>
                  </a:lnTo>
                  <a:lnTo>
                    <a:pt x="1020164" y="1499778"/>
                  </a:lnTo>
                  <a:lnTo>
                    <a:pt x="1021417" y="1497621"/>
                  </a:lnTo>
                  <a:lnTo>
                    <a:pt x="1022670" y="1495388"/>
                  </a:lnTo>
                  <a:lnTo>
                    <a:pt x="1023923" y="1493130"/>
                  </a:lnTo>
                  <a:lnTo>
                    <a:pt x="1025177" y="1490854"/>
                  </a:lnTo>
                  <a:lnTo>
                    <a:pt x="1026430" y="1488588"/>
                  </a:lnTo>
                  <a:lnTo>
                    <a:pt x="1027683" y="1486366"/>
                  </a:lnTo>
                  <a:lnTo>
                    <a:pt x="1028936" y="1484190"/>
                  </a:lnTo>
                  <a:lnTo>
                    <a:pt x="1030189" y="1482088"/>
                  </a:lnTo>
                  <a:lnTo>
                    <a:pt x="1031443" y="1479975"/>
                  </a:lnTo>
                  <a:lnTo>
                    <a:pt x="1032696" y="1477802"/>
                  </a:lnTo>
                  <a:lnTo>
                    <a:pt x="1033949" y="1475622"/>
                  </a:lnTo>
                  <a:lnTo>
                    <a:pt x="1035202" y="1473420"/>
                  </a:lnTo>
                  <a:lnTo>
                    <a:pt x="1036456" y="1471173"/>
                  </a:lnTo>
                  <a:lnTo>
                    <a:pt x="1037709" y="1468879"/>
                  </a:lnTo>
                  <a:lnTo>
                    <a:pt x="1038962" y="1466487"/>
                  </a:lnTo>
                  <a:lnTo>
                    <a:pt x="1040215" y="1463949"/>
                  </a:lnTo>
                  <a:lnTo>
                    <a:pt x="1041468" y="1461213"/>
                  </a:lnTo>
                  <a:lnTo>
                    <a:pt x="1042722" y="1458225"/>
                  </a:lnTo>
                  <a:lnTo>
                    <a:pt x="1043975" y="1454949"/>
                  </a:lnTo>
                  <a:lnTo>
                    <a:pt x="1045228" y="1451381"/>
                  </a:lnTo>
                  <a:lnTo>
                    <a:pt x="1046481" y="1447491"/>
                  </a:lnTo>
                  <a:lnTo>
                    <a:pt x="1047735" y="1443269"/>
                  </a:lnTo>
                  <a:lnTo>
                    <a:pt x="1048988" y="1438717"/>
                  </a:lnTo>
                  <a:lnTo>
                    <a:pt x="1050241" y="1433894"/>
                  </a:lnTo>
                  <a:lnTo>
                    <a:pt x="1051494" y="1428881"/>
                  </a:lnTo>
                  <a:lnTo>
                    <a:pt x="1052747" y="1423713"/>
                  </a:lnTo>
                  <a:lnTo>
                    <a:pt x="1054001" y="1418430"/>
                  </a:lnTo>
                  <a:lnTo>
                    <a:pt x="1055254" y="1413054"/>
                  </a:lnTo>
                  <a:lnTo>
                    <a:pt x="1056507" y="1407590"/>
                  </a:lnTo>
                  <a:lnTo>
                    <a:pt x="1057760" y="1402059"/>
                  </a:lnTo>
                  <a:lnTo>
                    <a:pt x="1059013" y="1396459"/>
                  </a:lnTo>
                  <a:lnTo>
                    <a:pt x="1060267" y="1390792"/>
                  </a:lnTo>
                  <a:lnTo>
                    <a:pt x="1061520" y="1385061"/>
                  </a:lnTo>
                  <a:lnTo>
                    <a:pt x="1062773" y="1379307"/>
                  </a:lnTo>
                  <a:lnTo>
                    <a:pt x="1064026" y="1373526"/>
                  </a:lnTo>
                  <a:lnTo>
                    <a:pt x="1065280" y="1367726"/>
                  </a:lnTo>
                  <a:lnTo>
                    <a:pt x="1066533" y="1361959"/>
                  </a:lnTo>
                  <a:lnTo>
                    <a:pt x="1067786" y="1356276"/>
                  </a:lnTo>
                  <a:lnTo>
                    <a:pt x="1069039" y="1350713"/>
                  </a:lnTo>
                  <a:lnTo>
                    <a:pt x="1070292" y="1345296"/>
                  </a:lnTo>
                  <a:lnTo>
                    <a:pt x="1071546" y="1340059"/>
                  </a:lnTo>
                  <a:lnTo>
                    <a:pt x="1072799" y="1335030"/>
                  </a:lnTo>
                  <a:lnTo>
                    <a:pt x="1074052" y="1330217"/>
                  </a:lnTo>
                  <a:lnTo>
                    <a:pt x="1075305" y="1325617"/>
                  </a:lnTo>
                  <a:lnTo>
                    <a:pt x="1076558" y="1321204"/>
                  </a:lnTo>
                  <a:lnTo>
                    <a:pt x="1077812" y="1317012"/>
                  </a:lnTo>
                  <a:lnTo>
                    <a:pt x="1079065" y="1313095"/>
                  </a:lnTo>
                  <a:lnTo>
                    <a:pt x="1080318" y="1309465"/>
                  </a:lnTo>
                  <a:lnTo>
                    <a:pt x="1081571" y="1306126"/>
                  </a:lnTo>
                  <a:lnTo>
                    <a:pt x="1082825" y="1303089"/>
                  </a:lnTo>
                  <a:lnTo>
                    <a:pt x="1084078" y="1300359"/>
                  </a:lnTo>
                  <a:lnTo>
                    <a:pt x="1085331" y="1297900"/>
                  </a:lnTo>
                  <a:lnTo>
                    <a:pt x="1086584" y="1295643"/>
                  </a:lnTo>
                  <a:lnTo>
                    <a:pt x="1087837" y="1293573"/>
                  </a:lnTo>
                  <a:lnTo>
                    <a:pt x="1089091" y="1291652"/>
                  </a:lnTo>
                  <a:lnTo>
                    <a:pt x="1090344" y="1289820"/>
                  </a:lnTo>
                  <a:lnTo>
                    <a:pt x="1091597" y="1288043"/>
                  </a:lnTo>
                  <a:lnTo>
                    <a:pt x="1092850" y="1286327"/>
                  </a:lnTo>
                  <a:lnTo>
                    <a:pt x="1094104" y="1284740"/>
                  </a:lnTo>
                  <a:lnTo>
                    <a:pt x="1095357" y="1283368"/>
                  </a:lnTo>
                  <a:lnTo>
                    <a:pt x="1096610" y="1282162"/>
                  </a:lnTo>
                  <a:lnTo>
                    <a:pt x="1097863" y="1280986"/>
                  </a:lnTo>
                  <a:lnTo>
                    <a:pt x="1099116" y="1279861"/>
                  </a:lnTo>
                  <a:lnTo>
                    <a:pt x="1100370" y="1278821"/>
                  </a:lnTo>
                  <a:lnTo>
                    <a:pt x="1101623" y="1277896"/>
                  </a:lnTo>
                  <a:lnTo>
                    <a:pt x="1102876" y="1277137"/>
                  </a:lnTo>
                  <a:lnTo>
                    <a:pt x="1104129" y="1276559"/>
                  </a:lnTo>
                  <a:lnTo>
                    <a:pt x="1105382" y="1276215"/>
                  </a:lnTo>
                  <a:lnTo>
                    <a:pt x="1106636" y="1276121"/>
                  </a:lnTo>
                  <a:lnTo>
                    <a:pt x="1107889" y="1276316"/>
                  </a:lnTo>
                  <a:lnTo>
                    <a:pt x="1109142" y="1276830"/>
                  </a:lnTo>
                  <a:lnTo>
                    <a:pt x="1110395" y="1277696"/>
                  </a:lnTo>
                  <a:lnTo>
                    <a:pt x="1111649" y="1278920"/>
                  </a:lnTo>
                  <a:lnTo>
                    <a:pt x="1112902" y="1280462"/>
                  </a:lnTo>
                  <a:lnTo>
                    <a:pt x="1114155" y="1282270"/>
                  </a:lnTo>
                  <a:lnTo>
                    <a:pt x="1115408" y="1284309"/>
                  </a:lnTo>
                  <a:lnTo>
                    <a:pt x="1116661" y="1286584"/>
                  </a:lnTo>
                  <a:lnTo>
                    <a:pt x="1117915" y="1289073"/>
                  </a:lnTo>
                  <a:lnTo>
                    <a:pt x="1119168" y="1291750"/>
                  </a:lnTo>
                  <a:lnTo>
                    <a:pt x="1120421" y="1294589"/>
                  </a:lnTo>
                  <a:lnTo>
                    <a:pt x="1121674" y="1297572"/>
                  </a:lnTo>
                  <a:lnTo>
                    <a:pt x="1122928" y="1300697"/>
                  </a:lnTo>
                  <a:lnTo>
                    <a:pt x="1124181" y="1303952"/>
                  </a:lnTo>
                  <a:lnTo>
                    <a:pt x="1125434" y="1307285"/>
                  </a:lnTo>
                  <a:lnTo>
                    <a:pt x="1126687" y="1310645"/>
                  </a:lnTo>
                  <a:lnTo>
                    <a:pt x="1127940" y="1313991"/>
                  </a:lnTo>
                  <a:lnTo>
                    <a:pt x="1129194" y="1317282"/>
                  </a:lnTo>
                  <a:lnTo>
                    <a:pt x="1130447" y="1320453"/>
                  </a:lnTo>
                  <a:lnTo>
                    <a:pt x="1131700" y="1323462"/>
                  </a:lnTo>
                  <a:lnTo>
                    <a:pt x="1132953" y="1326289"/>
                  </a:lnTo>
                  <a:lnTo>
                    <a:pt x="1134206" y="1328926"/>
                  </a:lnTo>
                  <a:lnTo>
                    <a:pt x="1135460" y="1331383"/>
                  </a:lnTo>
                  <a:lnTo>
                    <a:pt x="1136713" y="1333654"/>
                  </a:lnTo>
                  <a:lnTo>
                    <a:pt x="1137966" y="1335708"/>
                  </a:lnTo>
                  <a:lnTo>
                    <a:pt x="1139219" y="1337573"/>
                  </a:lnTo>
                  <a:lnTo>
                    <a:pt x="1140473" y="1339267"/>
                  </a:lnTo>
                  <a:lnTo>
                    <a:pt x="1141726" y="1340756"/>
                  </a:lnTo>
                  <a:lnTo>
                    <a:pt x="1142979" y="1342033"/>
                  </a:lnTo>
                  <a:lnTo>
                    <a:pt x="1144232" y="1343118"/>
                  </a:lnTo>
                  <a:lnTo>
                    <a:pt x="1145485" y="1344013"/>
                  </a:lnTo>
                  <a:lnTo>
                    <a:pt x="1146739" y="1344695"/>
                  </a:lnTo>
                  <a:lnTo>
                    <a:pt x="1147992" y="1345131"/>
                  </a:lnTo>
                  <a:lnTo>
                    <a:pt x="1149245" y="1345353"/>
                  </a:lnTo>
                  <a:lnTo>
                    <a:pt x="1150498" y="1345372"/>
                  </a:lnTo>
                  <a:lnTo>
                    <a:pt x="1151752" y="1345180"/>
                  </a:lnTo>
                  <a:lnTo>
                    <a:pt x="1153005" y="1344806"/>
                  </a:lnTo>
                  <a:lnTo>
                    <a:pt x="1154258" y="1344284"/>
                  </a:lnTo>
                  <a:lnTo>
                    <a:pt x="1155511" y="1343615"/>
                  </a:lnTo>
                  <a:lnTo>
                    <a:pt x="1156764" y="1342815"/>
                  </a:lnTo>
                  <a:lnTo>
                    <a:pt x="1158018" y="1341794"/>
                  </a:lnTo>
                  <a:lnTo>
                    <a:pt x="1159271" y="1340544"/>
                  </a:lnTo>
                  <a:lnTo>
                    <a:pt x="1160524" y="1339189"/>
                  </a:lnTo>
                  <a:lnTo>
                    <a:pt x="1161777" y="1337790"/>
                  </a:lnTo>
                  <a:lnTo>
                    <a:pt x="1163030" y="1336318"/>
                  </a:lnTo>
                  <a:lnTo>
                    <a:pt x="1164284" y="1334709"/>
                  </a:lnTo>
                  <a:lnTo>
                    <a:pt x="1165537" y="1332957"/>
                  </a:lnTo>
                  <a:lnTo>
                    <a:pt x="1166790" y="1331070"/>
                  </a:lnTo>
                  <a:lnTo>
                    <a:pt x="1168043" y="1329014"/>
                  </a:lnTo>
                  <a:lnTo>
                    <a:pt x="1169297" y="1326813"/>
                  </a:lnTo>
                  <a:lnTo>
                    <a:pt x="1170550" y="1324470"/>
                  </a:lnTo>
                  <a:lnTo>
                    <a:pt x="1171803" y="1321977"/>
                  </a:lnTo>
                  <a:lnTo>
                    <a:pt x="1173056" y="1319291"/>
                  </a:lnTo>
                  <a:lnTo>
                    <a:pt x="1174309" y="1316413"/>
                  </a:lnTo>
                  <a:lnTo>
                    <a:pt x="1175563" y="1313357"/>
                  </a:lnTo>
                  <a:lnTo>
                    <a:pt x="1176816" y="1310180"/>
                  </a:lnTo>
                  <a:lnTo>
                    <a:pt x="1178069" y="1306907"/>
                  </a:lnTo>
                  <a:lnTo>
                    <a:pt x="1179322" y="1303535"/>
                  </a:lnTo>
                  <a:lnTo>
                    <a:pt x="1180576" y="1300061"/>
                  </a:lnTo>
                  <a:lnTo>
                    <a:pt x="1181829" y="1296499"/>
                  </a:lnTo>
                  <a:lnTo>
                    <a:pt x="1183082" y="1292906"/>
                  </a:lnTo>
                  <a:lnTo>
                    <a:pt x="1184335" y="1289296"/>
                  </a:lnTo>
                  <a:lnTo>
                    <a:pt x="1185588" y="1285675"/>
                  </a:lnTo>
                  <a:lnTo>
                    <a:pt x="1186842" y="1282087"/>
                  </a:lnTo>
                  <a:lnTo>
                    <a:pt x="1188095" y="1278560"/>
                  </a:lnTo>
                  <a:lnTo>
                    <a:pt x="1189348" y="1275151"/>
                  </a:lnTo>
                  <a:lnTo>
                    <a:pt x="1190601" y="1271907"/>
                  </a:lnTo>
                  <a:lnTo>
                    <a:pt x="1191854" y="1268913"/>
                  </a:lnTo>
                  <a:lnTo>
                    <a:pt x="1193108" y="1266204"/>
                  </a:lnTo>
                  <a:lnTo>
                    <a:pt x="1194361" y="1263801"/>
                  </a:lnTo>
                  <a:lnTo>
                    <a:pt x="1195614" y="1261712"/>
                  </a:lnTo>
                  <a:lnTo>
                    <a:pt x="1196867" y="1259925"/>
                  </a:lnTo>
                  <a:lnTo>
                    <a:pt x="1198121" y="1258401"/>
                  </a:lnTo>
                  <a:lnTo>
                    <a:pt x="1199374" y="1257120"/>
                  </a:lnTo>
                  <a:lnTo>
                    <a:pt x="1200627" y="1256113"/>
                  </a:lnTo>
                  <a:lnTo>
                    <a:pt x="1201880" y="1255406"/>
                  </a:lnTo>
                  <a:lnTo>
                    <a:pt x="1203133" y="1254990"/>
                  </a:lnTo>
                  <a:lnTo>
                    <a:pt x="1204387" y="1254873"/>
                  </a:lnTo>
                  <a:lnTo>
                    <a:pt x="1205640" y="1255056"/>
                  </a:lnTo>
                  <a:lnTo>
                    <a:pt x="1206893" y="1255514"/>
                  </a:lnTo>
                  <a:lnTo>
                    <a:pt x="1208146" y="1256215"/>
                  </a:lnTo>
                  <a:lnTo>
                    <a:pt x="1209400" y="1257138"/>
                  </a:lnTo>
                  <a:lnTo>
                    <a:pt x="1210653" y="1258294"/>
                  </a:lnTo>
                  <a:lnTo>
                    <a:pt x="1211906" y="1259674"/>
                  </a:lnTo>
                  <a:lnTo>
                    <a:pt x="1213159" y="1261268"/>
                  </a:lnTo>
                  <a:lnTo>
                    <a:pt x="1214412" y="1263090"/>
                  </a:lnTo>
                  <a:lnTo>
                    <a:pt x="1215666" y="1265152"/>
                  </a:lnTo>
                  <a:lnTo>
                    <a:pt x="1216919" y="1267451"/>
                  </a:lnTo>
                  <a:lnTo>
                    <a:pt x="1218172" y="1269988"/>
                  </a:lnTo>
                  <a:lnTo>
                    <a:pt x="1219425" y="1272733"/>
                  </a:lnTo>
                  <a:lnTo>
                    <a:pt x="1220678" y="1275661"/>
                  </a:lnTo>
                  <a:lnTo>
                    <a:pt x="1221932" y="1278742"/>
                  </a:lnTo>
                  <a:lnTo>
                    <a:pt x="1223185" y="1281908"/>
                  </a:lnTo>
                  <a:lnTo>
                    <a:pt x="1224438" y="1285076"/>
                  </a:lnTo>
                  <a:lnTo>
                    <a:pt x="1225691" y="1288264"/>
                  </a:lnTo>
                  <a:lnTo>
                    <a:pt x="1226945" y="1291526"/>
                  </a:lnTo>
                  <a:lnTo>
                    <a:pt x="1228198" y="1294899"/>
                  </a:lnTo>
                  <a:lnTo>
                    <a:pt x="1229451" y="1298360"/>
                  </a:lnTo>
                  <a:lnTo>
                    <a:pt x="1230704" y="1301930"/>
                  </a:lnTo>
                  <a:lnTo>
                    <a:pt x="1231957" y="1305618"/>
                  </a:lnTo>
                  <a:lnTo>
                    <a:pt x="1233211" y="1309366"/>
                  </a:lnTo>
                  <a:lnTo>
                    <a:pt x="1234464" y="1313169"/>
                  </a:lnTo>
                  <a:lnTo>
                    <a:pt x="1235717" y="1317052"/>
                  </a:lnTo>
                  <a:lnTo>
                    <a:pt x="1236970" y="1321025"/>
                  </a:lnTo>
                  <a:lnTo>
                    <a:pt x="1238223" y="1325076"/>
                  </a:lnTo>
                  <a:lnTo>
                    <a:pt x="1239477" y="1329199"/>
                  </a:lnTo>
                  <a:lnTo>
                    <a:pt x="1240730" y="1333397"/>
                  </a:lnTo>
                  <a:lnTo>
                    <a:pt x="1241983" y="1337701"/>
                  </a:lnTo>
                  <a:lnTo>
                    <a:pt x="1243236" y="1342155"/>
                  </a:lnTo>
                  <a:lnTo>
                    <a:pt x="1244490" y="1346763"/>
                  </a:lnTo>
                  <a:lnTo>
                    <a:pt x="1245743" y="1351482"/>
                  </a:lnTo>
                  <a:lnTo>
                    <a:pt x="1246996" y="1356267"/>
                  </a:lnTo>
                  <a:lnTo>
                    <a:pt x="1248249" y="1361117"/>
                  </a:lnTo>
                  <a:lnTo>
                    <a:pt x="1249502" y="1365986"/>
                  </a:lnTo>
                  <a:lnTo>
                    <a:pt x="1250756" y="1370844"/>
                  </a:lnTo>
                  <a:lnTo>
                    <a:pt x="1252009" y="1375693"/>
                  </a:lnTo>
                  <a:lnTo>
                    <a:pt x="1253262" y="1380515"/>
                  </a:lnTo>
                  <a:lnTo>
                    <a:pt x="1254515" y="1385246"/>
                  </a:lnTo>
                  <a:lnTo>
                    <a:pt x="1255769" y="1389845"/>
                  </a:lnTo>
                  <a:lnTo>
                    <a:pt x="1257022" y="1394314"/>
                  </a:lnTo>
                  <a:lnTo>
                    <a:pt x="1258275" y="1398643"/>
                  </a:lnTo>
                  <a:lnTo>
                    <a:pt x="1259528" y="1402847"/>
                  </a:lnTo>
                  <a:lnTo>
                    <a:pt x="1260781" y="1406923"/>
                  </a:lnTo>
                  <a:lnTo>
                    <a:pt x="1262035" y="1410877"/>
                  </a:lnTo>
                  <a:lnTo>
                    <a:pt x="1263288" y="1414687"/>
                  </a:lnTo>
                  <a:lnTo>
                    <a:pt x="1264541" y="1418328"/>
                  </a:lnTo>
                  <a:lnTo>
                    <a:pt x="1265794" y="1421801"/>
                  </a:lnTo>
                  <a:lnTo>
                    <a:pt x="1267047" y="1425087"/>
                  </a:lnTo>
                  <a:lnTo>
                    <a:pt x="1268301" y="1428186"/>
                  </a:lnTo>
                  <a:lnTo>
                    <a:pt x="1269554" y="1431098"/>
                  </a:lnTo>
                  <a:lnTo>
                    <a:pt x="1270807" y="1433848"/>
                  </a:lnTo>
                  <a:lnTo>
                    <a:pt x="1272060" y="1436443"/>
                  </a:lnTo>
                  <a:lnTo>
                    <a:pt x="1273314" y="1438903"/>
                  </a:lnTo>
                  <a:lnTo>
                    <a:pt x="1274567" y="1441227"/>
                  </a:lnTo>
                  <a:lnTo>
                    <a:pt x="1275820" y="1443426"/>
                  </a:lnTo>
                  <a:lnTo>
                    <a:pt x="1277073" y="1445499"/>
                  </a:lnTo>
                  <a:lnTo>
                    <a:pt x="1278326" y="1447435"/>
                  </a:lnTo>
                  <a:lnTo>
                    <a:pt x="1279580" y="1449236"/>
                  </a:lnTo>
                  <a:lnTo>
                    <a:pt x="1280833" y="1450900"/>
                  </a:lnTo>
                  <a:lnTo>
                    <a:pt x="1282086" y="1452430"/>
                  </a:lnTo>
                  <a:lnTo>
                    <a:pt x="1283339" y="1453852"/>
                  </a:lnTo>
                  <a:lnTo>
                    <a:pt x="1284593" y="1455205"/>
                  </a:lnTo>
                  <a:lnTo>
                    <a:pt x="1285846" y="1456588"/>
                  </a:lnTo>
                  <a:lnTo>
                    <a:pt x="1287099" y="1458072"/>
                  </a:lnTo>
                  <a:lnTo>
                    <a:pt x="1288352" y="1459666"/>
                  </a:lnTo>
                  <a:lnTo>
                    <a:pt x="1289605" y="1461373"/>
                  </a:lnTo>
                  <a:lnTo>
                    <a:pt x="1290859" y="1463140"/>
                  </a:lnTo>
                  <a:lnTo>
                    <a:pt x="1292112" y="1464980"/>
                  </a:lnTo>
                  <a:lnTo>
                    <a:pt x="1293365" y="1466904"/>
                  </a:lnTo>
                  <a:lnTo>
                    <a:pt x="1294618" y="1468899"/>
                  </a:lnTo>
                  <a:lnTo>
                    <a:pt x="1295871" y="1471001"/>
                  </a:lnTo>
                  <a:lnTo>
                    <a:pt x="1297125" y="1473230"/>
                  </a:lnTo>
                  <a:lnTo>
                    <a:pt x="1298378" y="1475582"/>
                  </a:lnTo>
                  <a:lnTo>
                    <a:pt x="1299631" y="1478036"/>
                  </a:lnTo>
                  <a:lnTo>
                    <a:pt x="1300884" y="1480602"/>
                  </a:lnTo>
                  <a:lnTo>
                    <a:pt x="1302138" y="1483279"/>
                  </a:lnTo>
                  <a:lnTo>
                    <a:pt x="1303391" y="1486043"/>
                  </a:lnTo>
                  <a:lnTo>
                    <a:pt x="1304644" y="1488835"/>
                  </a:lnTo>
                  <a:lnTo>
                    <a:pt x="1305897" y="1491582"/>
                  </a:lnTo>
                  <a:lnTo>
                    <a:pt x="1307150" y="1494253"/>
                  </a:lnTo>
                  <a:lnTo>
                    <a:pt x="1308404" y="1496843"/>
                  </a:lnTo>
                  <a:lnTo>
                    <a:pt x="1309657" y="1499399"/>
                  </a:lnTo>
                  <a:lnTo>
                    <a:pt x="1310910" y="1501918"/>
                  </a:lnTo>
                  <a:lnTo>
                    <a:pt x="1312163" y="1504406"/>
                  </a:lnTo>
                  <a:lnTo>
                    <a:pt x="1313417" y="1506877"/>
                  </a:lnTo>
                  <a:lnTo>
                    <a:pt x="1314670" y="1509300"/>
                  </a:lnTo>
                  <a:lnTo>
                    <a:pt x="1315923" y="1511657"/>
                  </a:lnTo>
                  <a:lnTo>
                    <a:pt x="1317176" y="1513956"/>
                  </a:lnTo>
                  <a:lnTo>
                    <a:pt x="1318429" y="1516227"/>
                  </a:lnTo>
                  <a:lnTo>
                    <a:pt x="1319683" y="1518464"/>
                  </a:lnTo>
                  <a:lnTo>
                    <a:pt x="1320936" y="1520663"/>
                  </a:lnTo>
                  <a:lnTo>
                    <a:pt x="1322189" y="1522826"/>
                  </a:lnTo>
                  <a:lnTo>
                    <a:pt x="1323442" y="1524952"/>
                  </a:lnTo>
                  <a:lnTo>
                    <a:pt x="1324695" y="1527059"/>
                  </a:lnTo>
                  <a:lnTo>
                    <a:pt x="1325949" y="1529166"/>
                  </a:lnTo>
                  <a:lnTo>
                    <a:pt x="1327202" y="1531273"/>
                  </a:lnTo>
                  <a:lnTo>
                    <a:pt x="1328455" y="1533380"/>
                  </a:lnTo>
                  <a:lnTo>
                    <a:pt x="1329708" y="1535487"/>
                  </a:lnTo>
                  <a:lnTo>
                    <a:pt x="1330962" y="1537594"/>
                  </a:lnTo>
                  <a:lnTo>
                    <a:pt x="1332215" y="1539701"/>
                  </a:lnTo>
                  <a:lnTo>
                    <a:pt x="1333468" y="1541808"/>
                  </a:lnTo>
                  <a:lnTo>
                    <a:pt x="1334721" y="1543915"/>
                  </a:lnTo>
                  <a:lnTo>
                    <a:pt x="1335974" y="1546022"/>
                  </a:lnTo>
                  <a:lnTo>
                    <a:pt x="1337228" y="1548129"/>
                  </a:lnTo>
                  <a:lnTo>
                    <a:pt x="1338481" y="1550236"/>
                  </a:lnTo>
                  <a:lnTo>
                    <a:pt x="1339734" y="1552343"/>
                  </a:lnTo>
                  <a:lnTo>
                    <a:pt x="1340987" y="1554450"/>
                  </a:lnTo>
                  <a:lnTo>
                    <a:pt x="1342241" y="1556557"/>
                  </a:lnTo>
                  <a:lnTo>
                    <a:pt x="1343494" y="1558663"/>
                  </a:lnTo>
                  <a:lnTo>
                    <a:pt x="1344747" y="1560770"/>
                  </a:lnTo>
                  <a:lnTo>
                    <a:pt x="1346000" y="1562877"/>
                  </a:lnTo>
                  <a:lnTo>
                    <a:pt x="1347253" y="1564984"/>
                  </a:lnTo>
                  <a:lnTo>
                    <a:pt x="1348507" y="1567056"/>
                  </a:lnTo>
                  <a:lnTo>
                    <a:pt x="1349760" y="1569054"/>
                  </a:lnTo>
                  <a:lnTo>
                    <a:pt x="1351013" y="1570956"/>
                  </a:lnTo>
                  <a:lnTo>
                    <a:pt x="1352266" y="1572759"/>
                  </a:lnTo>
                  <a:lnTo>
                    <a:pt x="1353519" y="1574465"/>
                  </a:lnTo>
                  <a:lnTo>
                    <a:pt x="1354773" y="1576077"/>
                  </a:lnTo>
                  <a:lnTo>
                    <a:pt x="1356026" y="1577594"/>
                  </a:lnTo>
                  <a:lnTo>
                    <a:pt x="1357279" y="1579016"/>
                  </a:lnTo>
                  <a:lnTo>
                    <a:pt x="1358532" y="1580326"/>
                  </a:lnTo>
                  <a:lnTo>
                    <a:pt x="1359786" y="1581512"/>
                  </a:lnTo>
                  <a:lnTo>
                    <a:pt x="1361039" y="1582575"/>
                  </a:lnTo>
                  <a:lnTo>
                    <a:pt x="1362292" y="1583514"/>
                  </a:lnTo>
                  <a:lnTo>
                    <a:pt x="1363545" y="1584329"/>
                  </a:lnTo>
                  <a:lnTo>
                    <a:pt x="1364798" y="1585020"/>
                  </a:lnTo>
                  <a:lnTo>
                    <a:pt x="1366052" y="1585588"/>
                  </a:lnTo>
                  <a:lnTo>
                    <a:pt x="1367305" y="1586056"/>
                  </a:lnTo>
                  <a:lnTo>
                    <a:pt x="1368558" y="1586459"/>
                  </a:lnTo>
                  <a:lnTo>
                    <a:pt x="1369811" y="1586823"/>
                  </a:lnTo>
                  <a:lnTo>
                    <a:pt x="1371065" y="1587150"/>
                  </a:lnTo>
                  <a:lnTo>
                    <a:pt x="1372318" y="1587440"/>
                  </a:lnTo>
                  <a:lnTo>
                    <a:pt x="1373571" y="1587688"/>
                  </a:lnTo>
                  <a:lnTo>
                    <a:pt x="1374824" y="1587892"/>
                  </a:lnTo>
                  <a:lnTo>
                    <a:pt x="1376077" y="1588054"/>
                  </a:lnTo>
                  <a:lnTo>
                    <a:pt x="1377331" y="1588197"/>
                  </a:lnTo>
                  <a:lnTo>
                    <a:pt x="1378584" y="1588341"/>
                  </a:lnTo>
                  <a:lnTo>
                    <a:pt x="1379837" y="1588484"/>
                  </a:lnTo>
                  <a:lnTo>
                    <a:pt x="1381090" y="1588628"/>
                  </a:lnTo>
                  <a:lnTo>
                    <a:pt x="1382343" y="1588772"/>
                  </a:lnTo>
                  <a:lnTo>
                    <a:pt x="1383597" y="1588915"/>
                  </a:lnTo>
                  <a:lnTo>
                    <a:pt x="1384850" y="1589059"/>
                  </a:lnTo>
                  <a:lnTo>
                    <a:pt x="1386103" y="1589202"/>
                  </a:lnTo>
                  <a:lnTo>
                    <a:pt x="1387356" y="1589346"/>
                  </a:lnTo>
                  <a:lnTo>
                    <a:pt x="1388610" y="1589490"/>
                  </a:lnTo>
                  <a:lnTo>
                    <a:pt x="1389863" y="1589633"/>
                  </a:lnTo>
                  <a:lnTo>
                    <a:pt x="1391116" y="1589777"/>
                  </a:lnTo>
                  <a:lnTo>
                    <a:pt x="1392369" y="1589920"/>
                  </a:lnTo>
                  <a:lnTo>
                    <a:pt x="1393622" y="1590064"/>
                  </a:lnTo>
                  <a:lnTo>
                    <a:pt x="1394876" y="1590208"/>
                  </a:lnTo>
                  <a:lnTo>
                    <a:pt x="1396129" y="1590351"/>
                  </a:lnTo>
                  <a:lnTo>
                    <a:pt x="1397382" y="1590495"/>
                  </a:lnTo>
                  <a:lnTo>
                    <a:pt x="1398635" y="1590639"/>
                  </a:lnTo>
                  <a:lnTo>
                    <a:pt x="1399888" y="1590782"/>
                  </a:lnTo>
                  <a:lnTo>
                    <a:pt x="1401142" y="1590926"/>
                  </a:lnTo>
                  <a:lnTo>
                    <a:pt x="1402395" y="1591070"/>
                  </a:lnTo>
                  <a:lnTo>
                    <a:pt x="1403648" y="1591213"/>
                  </a:lnTo>
                  <a:lnTo>
                    <a:pt x="1404901" y="1591357"/>
                  </a:lnTo>
                  <a:lnTo>
                    <a:pt x="1406155" y="1591500"/>
                  </a:lnTo>
                  <a:lnTo>
                    <a:pt x="1407408" y="1591644"/>
                  </a:lnTo>
                  <a:lnTo>
                    <a:pt x="1408661" y="1591788"/>
                  </a:lnTo>
                  <a:lnTo>
                    <a:pt x="1409914" y="1591931"/>
                  </a:lnTo>
                  <a:lnTo>
                    <a:pt x="1411167" y="1592075"/>
                  </a:lnTo>
                  <a:lnTo>
                    <a:pt x="1412421" y="1592219"/>
                  </a:lnTo>
                  <a:lnTo>
                    <a:pt x="1413674" y="1592357"/>
                  </a:lnTo>
                  <a:lnTo>
                    <a:pt x="1414927" y="1592483"/>
                  </a:lnTo>
                  <a:lnTo>
                    <a:pt x="1416180" y="1592598"/>
                  </a:lnTo>
                  <a:lnTo>
                    <a:pt x="1417434" y="1592698"/>
                  </a:lnTo>
                  <a:lnTo>
                    <a:pt x="1418687" y="1592779"/>
                  </a:lnTo>
                  <a:lnTo>
                    <a:pt x="1419940" y="1592843"/>
                  </a:lnTo>
                  <a:lnTo>
                    <a:pt x="1421193" y="1592888"/>
                  </a:lnTo>
                  <a:lnTo>
                    <a:pt x="1422446" y="1592916"/>
                  </a:lnTo>
                  <a:lnTo>
                    <a:pt x="1423700" y="1592925"/>
                  </a:lnTo>
                  <a:lnTo>
                    <a:pt x="1424953" y="1592916"/>
                  </a:lnTo>
                  <a:lnTo>
                    <a:pt x="1426206" y="1592889"/>
                  </a:lnTo>
                  <a:lnTo>
                    <a:pt x="1427459" y="1592843"/>
                  </a:lnTo>
                  <a:lnTo>
                    <a:pt x="1428712" y="1592780"/>
                  </a:lnTo>
                  <a:lnTo>
                    <a:pt x="1429966" y="1592698"/>
                  </a:lnTo>
                  <a:lnTo>
                    <a:pt x="1431219" y="1592598"/>
                  </a:lnTo>
                  <a:lnTo>
                    <a:pt x="1432472" y="1592483"/>
                  </a:lnTo>
                  <a:lnTo>
                    <a:pt x="1433725" y="1592357"/>
                  </a:lnTo>
                  <a:lnTo>
                    <a:pt x="1434979" y="1592219"/>
                  </a:lnTo>
                  <a:lnTo>
                    <a:pt x="1436232" y="1592075"/>
                  </a:lnTo>
                  <a:lnTo>
                    <a:pt x="1437485" y="1591910"/>
                  </a:lnTo>
                  <a:lnTo>
                    <a:pt x="1438738" y="1591701"/>
                  </a:lnTo>
                  <a:lnTo>
                    <a:pt x="1439991" y="1591455"/>
                  </a:lnTo>
                  <a:lnTo>
                    <a:pt x="1441245" y="1591172"/>
                  </a:lnTo>
                  <a:lnTo>
                    <a:pt x="1442498" y="1590817"/>
                  </a:lnTo>
                  <a:lnTo>
                    <a:pt x="1443751" y="1590388"/>
                  </a:lnTo>
                  <a:lnTo>
                    <a:pt x="1445004" y="1589884"/>
                  </a:lnTo>
                  <a:lnTo>
                    <a:pt x="1446258" y="1589307"/>
                  </a:lnTo>
                  <a:lnTo>
                    <a:pt x="1447511" y="1588655"/>
                  </a:lnTo>
                  <a:lnTo>
                    <a:pt x="1448764" y="1587929"/>
                  </a:lnTo>
                  <a:lnTo>
                    <a:pt x="1450017" y="1587132"/>
                  </a:lnTo>
                  <a:lnTo>
                    <a:pt x="1451270" y="1586264"/>
                  </a:lnTo>
                  <a:lnTo>
                    <a:pt x="1452524" y="1585326"/>
                  </a:lnTo>
                  <a:lnTo>
                    <a:pt x="1453777" y="1584317"/>
                  </a:lnTo>
                  <a:lnTo>
                    <a:pt x="1455030" y="1583181"/>
                  </a:lnTo>
                  <a:lnTo>
                    <a:pt x="1456283" y="1581904"/>
                  </a:lnTo>
                  <a:lnTo>
                    <a:pt x="1457536" y="1580500"/>
                  </a:lnTo>
                  <a:lnTo>
                    <a:pt x="1458790" y="1578963"/>
                  </a:lnTo>
                  <a:lnTo>
                    <a:pt x="1460043" y="1577293"/>
                  </a:lnTo>
                  <a:lnTo>
                    <a:pt x="1461296" y="1575518"/>
                  </a:lnTo>
                  <a:lnTo>
                    <a:pt x="1462549" y="1573640"/>
                  </a:lnTo>
                  <a:lnTo>
                    <a:pt x="1463803" y="1571658"/>
                  </a:lnTo>
                  <a:lnTo>
                    <a:pt x="1465056" y="1569577"/>
                  </a:lnTo>
                  <a:lnTo>
                    <a:pt x="1466309" y="1567399"/>
                  </a:lnTo>
                  <a:lnTo>
                    <a:pt x="1467562" y="1565119"/>
                  </a:lnTo>
                  <a:lnTo>
                    <a:pt x="1468815" y="1562697"/>
                  </a:lnTo>
                  <a:lnTo>
                    <a:pt x="1470069" y="1560117"/>
                  </a:lnTo>
                  <a:lnTo>
                    <a:pt x="1471322" y="1557377"/>
                  </a:lnTo>
                  <a:lnTo>
                    <a:pt x="1472575" y="1554479"/>
                  </a:lnTo>
                  <a:lnTo>
                    <a:pt x="1473828" y="1551472"/>
                  </a:lnTo>
                  <a:lnTo>
                    <a:pt x="1475082" y="1548391"/>
                  </a:lnTo>
                  <a:lnTo>
                    <a:pt x="1476335" y="1545235"/>
                  </a:lnTo>
                  <a:lnTo>
                    <a:pt x="1477588" y="1542012"/>
                  </a:lnTo>
                  <a:lnTo>
                    <a:pt x="1478841" y="1538723"/>
                  </a:lnTo>
                  <a:lnTo>
                    <a:pt x="1480094" y="1535368"/>
                  </a:lnTo>
                  <a:lnTo>
                    <a:pt x="1481348" y="1531942"/>
                  </a:lnTo>
                  <a:lnTo>
                    <a:pt x="1482601" y="1528417"/>
                  </a:lnTo>
                  <a:lnTo>
                    <a:pt x="1483854" y="1524771"/>
                  </a:lnTo>
                  <a:lnTo>
                    <a:pt x="1485107" y="1521021"/>
                  </a:lnTo>
                  <a:lnTo>
                    <a:pt x="1486360" y="1517164"/>
                  </a:lnTo>
                  <a:lnTo>
                    <a:pt x="1487614" y="1513249"/>
                  </a:lnTo>
                  <a:lnTo>
                    <a:pt x="1488867" y="1509285"/>
                  </a:lnTo>
                  <a:lnTo>
                    <a:pt x="1490120" y="1505260"/>
                  </a:lnTo>
                  <a:lnTo>
                    <a:pt x="1491373" y="1501165"/>
                  </a:lnTo>
                  <a:lnTo>
                    <a:pt x="1492627" y="1497002"/>
                  </a:lnTo>
                  <a:lnTo>
                    <a:pt x="1493880" y="1492769"/>
                  </a:lnTo>
                  <a:lnTo>
                    <a:pt x="1495133" y="1488461"/>
                  </a:lnTo>
                  <a:lnTo>
                    <a:pt x="1496386" y="1484062"/>
                  </a:lnTo>
                  <a:lnTo>
                    <a:pt x="1497639" y="1479571"/>
                  </a:lnTo>
                  <a:lnTo>
                    <a:pt x="1498893" y="1474999"/>
                  </a:lnTo>
                  <a:lnTo>
                    <a:pt x="1500146" y="1470357"/>
                  </a:lnTo>
                  <a:lnTo>
                    <a:pt x="1501399" y="1465713"/>
                  </a:lnTo>
                  <a:lnTo>
                    <a:pt x="1502652" y="1461103"/>
                  </a:lnTo>
                  <a:lnTo>
                    <a:pt x="1503906" y="1456513"/>
                  </a:lnTo>
                  <a:lnTo>
                    <a:pt x="1505159" y="1451974"/>
                  </a:lnTo>
                  <a:lnTo>
                    <a:pt x="1506412" y="1447520"/>
                  </a:lnTo>
                  <a:lnTo>
                    <a:pt x="1507665" y="1443159"/>
                  </a:lnTo>
                  <a:lnTo>
                    <a:pt x="1508918" y="1438914"/>
                  </a:lnTo>
                  <a:lnTo>
                    <a:pt x="1510172" y="1434793"/>
                  </a:lnTo>
                  <a:lnTo>
                    <a:pt x="1511425" y="1430793"/>
                  </a:lnTo>
                  <a:lnTo>
                    <a:pt x="1512678" y="1426909"/>
                  </a:lnTo>
                  <a:lnTo>
                    <a:pt x="1513931" y="1423152"/>
                  </a:lnTo>
                  <a:lnTo>
                    <a:pt x="1515184" y="1419538"/>
                  </a:lnTo>
                  <a:lnTo>
                    <a:pt x="1516438" y="1416064"/>
                  </a:lnTo>
                  <a:lnTo>
                    <a:pt x="1517691" y="1412788"/>
                  </a:lnTo>
                  <a:lnTo>
                    <a:pt x="1518944" y="1409779"/>
                  </a:lnTo>
                  <a:lnTo>
                    <a:pt x="1520197" y="1407039"/>
                  </a:lnTo>
                  <a:lnTo>
                    <a:pt x="1521451" y="1404559"/>
                  </a:lnTo>
                  <a:lnTo>
                    <a:pt x="1522704" y="1402345"/>
                  </a:lnTo>
                  <a:lnTo>
                    <a:pt x="1523957" y="1400368"/>
                  </a:lnTo>
                  <a:lnTo>
                    <a:pt x="1525210" y="1398606"/>
                  </a:lnTo>
                  <a:lnTo>
                    <a:pt x="1526463" y="1397058"/>
                  </a:lnTo>
                  <a:lnTo>
                    <a:pt x="1527717" y="1395720"/>
                  </a:lnTo>
                  <a:lnTo>
                    <a:pt x="1528970" y="1394597"/>
                  </a:lnTo>
                  <a:lnTo>
                    <a:pt x="1530223" y="1393713"/>
                  </a:lnTo>
                  <a:lnTo>
                    <a:pt x="1531476" y="1393109"/>
                  </a:lnTo>
                  <a:lnTo>
                    <a:pt x="1532730" y="1392876"/>
                  </a:lnTo>
                  <a:lnTo>
                    <a:pt x="1533983" y="1393030"/>
                  </a:lnTo>
                  <a:lnTo>
                    <a:pt x="1535236" y="1393529"/>
                  </a:lnTo>
                  <a:lnTo>
                    <a:pt x="1536489" y="1394323"/>
                  </a:lnTo>
                  <a:lnTo>
                    <a:pt x="1537742" y="1395327"/>
                  </a:lnTo>
                  <a:lnTo>
                    <a:pt x="1538996" y="1396523"/>
                  </a:lnTo>
                  <a:lnTo>
                    <a:pt x="1540249" y="1397910"/>
                  </a:lnTo>
                  <a:lnTo>
                    <a:pt x="1541502" y="1399485"/>
                  </a:lnTo>
                  <a:lnTo>
                    <a:pt x="1542755" y="1401247"/>
                  </a:lnTo>
                  <a:lnTo>
                    <a:pt x="1544008" y="1403203"/>
                  </a:lnTo>
                  <a:lnTo>
                    <a:pt x="1545262" y="1405391"/>
                  </a:lnTo>
                  <a:lnTo>
                    <a:pt x="1546515" y="1407860"/>
                  </a:lnTo>
                  <a:lnTo>
                    <a:pt x="1547768" y="1410563"/>
                  </a:lnTo>
                  <a:lnTo>
                    <a:pt x="1549021" y="1413465"/>
                  </a:lnTo>
                  <a:lnTo>
                    <a:pt x="1550275" y="1416520"/>
                  </a:lnTo>
                  <a:lnTo>
                    <a:pt x="1551528" y="1419639"/>
                  </a:lnTo>
                  <a:lnTo>
                    <a:pt x="1552781" y="1422827"/>
                  </a:lnTo>
                  <a:lnTo>
                    <a:pt x="1554034" y="1426135"/>
                  </a:lnTo>
                  <a:lnTo>
                    <a:pt x="1555287" y="1429571"/>
                  </a:lnTo>
                  <a:lnTo>
                    <a:pt x="1556541" y="1433135"/>
                  </a:lnTo>
                  <a:lnTo>
                    <a:pt x="1557794" y="1436832"/>
                  </a:lnTo>
                  <a:lnTo>
                    <a:pt x="1559047" y="1440688"/>
                  </a:lnTo>
                  <a:lnTo>
                    <a:pt x="1560300" y="1444720"/>
                  </a:lnTo>
                  <a:lnTo>
                    <a:pt x="1561553" y="1448918"/>
                  </a:lnTo>
                  <a:lnTo>
                    <a:pt x="1562807" y="1453272"/>
                  </a:lnTo>
                  <a:lnTo>
                    <a:pt x="1564060" y="1457734"/>
                  </a:lnTo>
                  <a:lnTo>
                    <a:pt x="1565313" y="1462242"/>
                  </a:lnTo>
                  <a:lnTo>
                    <a:pt x="1566566" y="1466793"/>
                  </a:lnTo>
                  <a:lnTo>
                    <a:pt x="1567820" y="1471392"/>
                  </a:lnTo>
                  <a:lnTo>
                    <a:pt x="1569073" y="1475984"/>
                  </a:lnTo>
                  <a:lnTo>
                    <a:pt x="1570326" y="1480563"/>
                  </a:lnTo>
                  <a:lnTo>
                    <a:pt x="1571579" y="1485100"/>
                  </a:lnTo>
                  <a:lnTo>
                    <a:pt x="1572832" y="1489576"/>
                  </a:lnTo>
                  <a:lnTo>
                    <a:pt x="1574086" y="1493990"/>
                  </a:lnTo>
                  <a:lnTo>
                    <a:pt x="1575339" y="1498344"/>
                  </a:lnTo>
                  <a:lnTo>
                    <a:pt x="1576592" y="1502620"/>
                  </a:lnTo>
                  <a:lnTo>
                    <a:pt x="1577845" y="1506783"/>
                  </a:lnTo>
                  <a:lnTo>
                    <a:pt x="1579099" y="1510786"/>
                  </a:lnTo>
                  <a:lnTo>
                    <a:pt x="1580352" y="1514631"/>
                  </a:lnTo>
                  <a:lnTo>
                    <a:pt x="1581605" y="1518262"/>
                  </a:lnTo>
                  <a:lnTo>
                    <a:pt x="1582858" y="1521663"/>
                  </a:lnTo>
                  <a:lnTo>
                    <a:pt x="1584111" y="1524843"/>
                  </a:lnTo>
                  <a:lnTo>
                    <a:pt x="1585365" y="1527826"/>
                  </a:lnTo>
                  <a:lnTo>
                    <a:pt x="1586618" y="1530619"/>
                  </a:lnTo>
                  <a:lnTo>
                    <a:pt x="1587871" y="1533257"/>
                  </a:lnTo>
                  <a:lnTo>
                    <a:pt x="1589124" y="1535714"/>
                  </a:lnTo>
                  <a:lnTo>
                    <a:pt x="1590377" y="1537970"/>
                  </a:lnTo>
                  <a:lnTo>
                    <a:pt x="1591631" y="1540002"/>
                  </a:lnTo>
                  <a:lnTo>
                    <a:pt x="1592884" y="1541769"/>
                  </a:lnTo>
                  <a:lnTo>
                    <a:pt x="1594137" y="1543231"/>
                  </a:lnTo>
                  <a:lnTo>
                    <a:pt x="1595390" y="1544316"/>
                  </a:lnTo>
                  <a:lnTo>
                    <a:pt x="1596644" y="1544975"/>
                  </a:lnTo>
                  <a:lnTo>
                    <a:pt x="1597897" y="1545279"/>
                  </a:lnTo>
                  <a:lnTo>
                    <a:pt x="1599150" y="1545240"/>
                  </a:lnTo>
                  <a:lnTo>
                    <a:pt x="1600403" y="1544895"/>
                  </a:lnTo>
                  <a:lnTo>
                    <a:pt x="1601656" y="1544231"/>
                  </a:lnTo>
                  <a:lnTo>
                    <a:pt x="1602910" y="1543233"/>
                  </a:lnTo>
                  <a:lnTo>
                    <a:pt x="1604163" y="1541901"/>
                  </a:lnTo>
                  <a:lnTo>
                    <a:pt x="1605416" y="1540238"/>
                  </a:lnTo>
                  <a:lnTo>
                    <a:pt x="1606669" y="1538233"/>
                  </a:lnTo>
                  <a:lnTo>
                    <a:pt x="1607923" y="1535888"/>
                  </a:lnTo>
                  <a:lnTo>
                    <a:pt x="1609176" y="1533187"/>
                  </a:lnTo>
                  <a:lnTo>
                    <a:pt x="1610429" y="1530168"/>
                  </a:lnTo>
                  <a:lnTo>
                    <a:pt x="1611682" y="1526931"/>
                  </a:lnTo>
                  <a:lnTo>
                    <a:pt x="1612935" y="1523511"/>
                  </a:lnTo>
                  <a:lnTo>
                    <a:pt x="1614189" y="1519985"/>
                  </a:lnTo>
                  <a:lnTo>
                    <a:pt x="1615442" y="1516367"/>
                  </a:lnTo>
                  <a:lnTo>
                    <a:pt x="1616695" y="1512599"/>
                  </a:lnTo>
                  <a:lnTo>
                    <a:pt x="1617948" y="1508651"/>
                  </a:lnTo>
                  <a:lnTo>
                    <a:pt x="1619201" y="1504543"/>
                  </a:lnTo>
                  <a:lnTo>
                    <a:pt x="1620455" y="1500311"/>
                  </a:lnTo>
                  <a:lnTo>
                    <a:pt x="1621708" y="1495942"/>
                  </a:lnTo>
                  <a:lnTo>
                    <a:pt x="1622961" y="1491416"/>
                  </a:lnTo>
                  <a:lnTo>
                    <a:pt x="1624214" y="1486724"/>
                  </a:lnTo>
                  <a:lnTo>
                    <a:pt x="1625468" y="1481917"/>
                  </a:lnTo>
                  <a:lnTo>
                    <a:pt x="1626721" y="1476976"/>
                  </a:lnTo>
                  <a:lnTo>
                    <a:pt x="1627974" y="1471926"/>
                  </a:lnTo>
                  <a:lnTo>
                    <a:pt x="1629227" y="1466751"/>
                  </a:lnTo>
                  <a:lnTo>
                    <a:pt x="1630480" y="1461440"/>
                  </a:lnTo>
                  <a:lnTo>
                    <a:pt x="1631734" y="1456027"/>
                  </a:lnTo>
                  <a:lnTo>
                    <a:pt x="1632987" y="1450538"/>
                  </a:lnTo>
                  <a:lnTo>
                    <a:pt x="1634240" y="1444983"/>
                  </a:lnTo>
                  <a:lnTo>
                    <a:pt x="1635493" y="1439378"/>
                  </a:lnTo>
                  <a:lnTo>
                    <a:pt x="1636747" y="1433734"/>
                  </a:lnTo>
                  <a:lnTo>
                    <a:pt x="1638000" y="1428047"/>
                  </a:lnTo>
                  <a:lnTo>
                    <a:pt x="1639253" y="1422324"/>
                  </a:lnTo>
                  <a:lnTo>
                    <a:pt x="1640506" y="1416596"/>
                  </a:lnTo>
                  <a:lnTo>
                    <a:pt x="1641759" y="1410914"/>
                  </a:lnTo>
                  <a:lnTo>
                    <a:pt x="1643013" y="1405264"/>
                  </a:lnTo>
                  <a:lnTo>
                    <a:pt x="1644266" y="1399631"/>
                  </a:lnTo>
                  <a:lnTo>
                    <a:pt x="1645519" y="1394015"/>
                  </a:lnTo>
                  <a:lnTo>
                    <a:pt x="1646772" y="1388419"/>
                  </a:lnTo>
                  <a:lnTo>
                    <a:pt x="1648025" y="1382841"/>
                  </a:lnTo>
                  <a:lnTo>
                    <a:pt x="1649279" y="1377249"/>
                  </a:lnTo>
                  <a:lnTo>
                    <a:pt x="1650532" y="1371623"/>
                  </a:lnTo>
                  <a:lnTo>
                    <a:pt x="1651785" y="1365975"/>
                  </a:lnTo>
                  <a:lnTo>
                    <a:pt x="1653038" y="1360367"/>
                  </a:lnTo>
                  <a:lnTo>
                    <a:pt x="1654292" y="1354842"/>
                  </a:lnTo>
                  <a:lnTo>
                    <a:pt x="1655545" y="1349436"/>
                  </a:lnTo>
                  <a:lnTo>
                    <a:pt x="1656798" y="1344192"/>
                  </a:lnTo>
                  <a:lnTo>
                    <a:pt x="1658051" y="1339129"/>
                  </a:lnTo>
                  <a:lnTo>
                    <a:pt x="1659304" y="1334278"/>
                  </a:lnTo>
                  <a:lnTo>
                    <a:pt x="1660558" y="1329611"/>
                  </a:lnTo>
                  <a:lnTo>
                    <a:pt x="1661811" y="1325145"/>
                  </a:lnTo>
                  <a:lnTo>
                    <a:pt x="1663064" y="1320906"/>
                  </a:lnTo>
                  <a:lnTo>
                    <a:pt x="1664317" y="1316962"/>
                  </a:lnTo>
                  <a:lnTo>
                    <a:pt x="1665571" y="1313308"/>
                  </a:lnTo>
                  <a:lnTo>
                    <a:pt x="1666824" y="1309942"/>
                  </a:lnTo>
                  <a:lnTo>
                    <a:pt x="1668077" y="1306867"/>
                  </a:lnTo>
                  <a:lnTo>
                    <a:pt x="1669330" y="1304100"/>
                  </a:lnTo>
                  <a:lnTo>
                    <a:pt x="1670583" y="1301644"/>
                  </a:lnTo>
                  <a:lnTo>
                    <a:pt x="1671837" y="1299428"/>
                  </a:lnTo>
                  <a:lnTo>
                    <a:pt x="1673090" y="1297372"/>
                  </a:lnTo>
                  <a:lnTo>
                    <a:pt x="1674343" y="1295420"/>
                  </a:lnTo>
                  <a:lnTo>
                    <a:pt x="1675596" y="1293487"/>
                  </a:lnTo>
                  <a:lnTo>
                    <a:pt x="1676849" y="1291528"/>
                  </a:lnTo>
                  <a:lnTo>
                    <a:pt x="1678103" y="1289507"/>
                  </a:lnTo>
                  <a:lnTo>
                    <a:pt x="1679356" y="1287463"/>
                  </a:lnTo>
                  <a:lnTo>
                    <a:pt x="1680609" y="1285442"/>
                  </a:lnTo>
                  <a:lnTo>
                    <a:pt x="1681862" y="1283424"/>
                  </a:lnTo>
                  <a:lnTo>
                    <a:pt x="1683116" y="1281347"/>
                  </a:lnTo>
                  <a:lnTo>
                    <a:pt x="1684369" y="1279175"/>
                  </a:lnTo>
                  <a:lnTo>
                    <a:pt x="1685622" y="1276901"/>
                  </a:lnTo>
                  <a:lnTo>
                    <a:pt x="1686875" y="1274526"/>
                  </a:lnTo>
                  <a:lnTo>
                    <a:pt x="1688128" y="1271998"/>
                  </a:lnTo>
                  <a:lnTo>
                    <a:pt x="1689382" y="1269298"/>
                  </a:lnTo>
                  <a:lnTo>
                    <a:pt x="1690635" y="1266446"/>
                  </a:lnTo>
                  <a:lnTo>
                    <a:pt x="1691888" y="1263502"/>
                  </a:lnTo>
                  <a:lnTo>
                    <a:pt x="1693141" y="1260495"/>
                  </a:lnTo>
                  <a:lnTo>
                    <a:pt x="1694395" y="1257450"/>
                  </a:lnTo>
                  <a:lnTo>
                    <a:pt x="1695648" y="1254364"/>
                  </a:lnTo>
                  <a:lnTo>
                    <a:pt x="1696901" y="1251273"/>
                  </a:lnTo>
                  <a:lnTo>
                    <a:pt x="1698154" y="1248166"/>
                  </a:lnTo>
                  <a:lnTo>
                    <a:pt x="1699407" y="1245033"/>
                  </a:lnTo>
                  <a:lnTo>
                    <a:pt x="1700661" y="1241857"/>
                  </a:lnTo>
                  <a:lnTo>
                    <a:pt x="1701914" y="1238652"/>
                  </a:lnTo>
                  <a:lnTo>
                    <a:pt x="1703167" y="1235450"/>
                  </a:lnTo>
                  <a:lnTo>
                    <a:pt x="1704420" y="1232255"/>
                  </a:lnTo>
                  <a:lnTo>
                    <a:pt x="1705673" y="1229090"/>
                  </a:lnTo>
                  <a:lnTo>
                    <a:pt x="1706927" y="1226007"/>
                  </a:lnTo>
                  <a:lnTo>
                    <a:pt x="1708180" y="1223024"/>
                  </a:lnTo>
                  <a:lnTo>
                    <a:pt x="1709433" y="1220203"/>
                  </a:lnTo>
                  <a:lnTo>
                    <a:pt x="1710686" y="1217547"/>
                  </a:lnTo>
                  <a:lnTo>
                    <a:pt x="1711940" y="1215060"/>
                  </a:lnTo>
                  <a:lnTo>
                    <a:pt x="1713193" y="1212744"/>
                  </a:lnTo>
                  <a:lnTo>
                    <a:pt x="1714446" y="1210614"/>
                  </a:lnTo>
                  <a:lnTo>
                    <a:pt x="1715699" y="1208626"/>
                  </a:lnTo>
                  <a:lnTo>
                    <a:pt x="1716952" y="1206734"/>
                  </a:lnTo>
                  <a:lnTo>
                    <a:pt x="1718206" y="1204914"/>
                  </a:lnTo>
                  <a:lnTo>
                    <a:pt x="1719459" y="1203163"/>
                  </a:lnTo>
                  <a:lnTo>
                    <a:pt x="1720712" y="1201466"/>
                  </a:lnTo>
                  <a:lnTo>
                    <a:pt x="1721965" y="1199825"/>
                  </a:lnTo>
                  <a:lnTo>
                    <a:pt x="1723218" y="1198238"/>
                  </a:lnTo>
                  <a:lnTo>
                    <a:pt x="1724472" y="1196683"/>
                  </a:lnTo>
                  <a:lnTo>
                    <a:pt x="1725725" y="1195127"/>
                  </a:lnTo>
                  <a:lnTo>
                    <a:pt x="1726978" y="1193549"/>
                  </a:lnTo>
                  <a:lnTo>
                    <a:pt x="1728231" y="1191948"/>
                  </a:lnTo>
                  <a:lnTo>
                    <a:pt x="1729485" y="1190375"/>
                  </a:lnTo>
                  <a:lnTo>
                    <a:pt x="1730738" y="1188831"/>
                  </a:lnTo>
                  <a:lnTo>
                    <a:pt x="1731991" y="1187305"/>
                  </a:lnTo>
                  <a:lnTo>
                    <a:pt x="1733244" y="1185778"/>
                  </a:lnTo>
                  <a:lnTo>
                    <a:pt x="1734497" y="1184304"/>
                  </a:lnTo>
                  <a:lnTo>
                    <a:pt x="1735751" y="1183007"/>
                  </a:lnTo>
                  <a:lnTo>
                    <a:pt x="1737004" y="1181940"/>
                  </a:lnTo>
                  <a:lnTo>
                    <a:pt x="1738257" y="1181137"/>
                  </a:lnTo>
                  <a:lnTo>
                    <a:pt x="1739510" y="1180684"/>
                  </a:lnTo>
                  <a:lnTo>
                    <a:pt x="1740764" y="1180638"/>
                  </a:lnTo>
                  <a:lnTo>
                    <a:pt x="1742017" y="1181008"/>
                  </a:lnTo>
                  <a:lnTo>
                    <a:pt x="1743270" y="1181771"/>
                  </a:lnTo>
                  <a:lnTo>
                    <a:pt x="1744523" y="1182915"/>
                  </a:lnTo>
                  <a:lnTo>
                    <a:pt x="1745776" y="1184461"/>
                  </a:lnTo>
                  <a:lnTo>
                    <a:pt x="1747030" y="1186449"/>
                  </a:lnTo>
                  <a:lnTo>
                    <a:pt x="1748283" y="1188891"/>
                  </a:lnTo>
                  <a:lnTo>
                    <a:pt x="1749536" y="1191805"/>
                  </a:lnTo>
                  <a:lnTo>
                    <a:pt x="1750789" y="1195216"/>
                  </a:lnTo>
                  <a:lnTo>
                    <a:pt x="1752042" y="1199178"/>
                  </a:lnTo>
                  <a:lnTo>
                    <a:pt x="1753296" y="1203670"/>
                  </a:lnTo>
                  <a:lnTo>
                    <a:pt x="1754549" y="1208665"/>
                  </a:lnTo>
                  <a:lnTo>
                    <a:pt x="1755802" y="1214118"/>
                  </a:lnTo>
                  <a:lnTo>
                    <a:pt x="1757055" y="1220005"/>
                  </a:lnTo>
                  <a:lnTo>
                    <a:pt x="1758309" y="1226266"/>
                  </a:lnTo>
                  <a:lnTo>
                    <a:pt x="1759562" y="1232837"/>
                  </a:lnTo>
                  <a:lnTo>
                    <a:pt x="1760815" y="1239679"/>
                  </a:lnTo>
                  <a:lnTo>
                    <a:pt x="1762068" y="1246801"/>
                  </a:lnTo>
                  <a:lnTo>
                    <a:pt x="1763321" y="1254223"/>
                  </a:lnTo>
                  <a:lnTo>
                    <a:pt x="1764575" y="1261927"/>
                  </a:lnTo>
                  <a:lnTo>
                    <a:pt x="1765828" y="1269860"/>
                  </a:lnTo>
                  <a:lnTo>
                    <a:pt x="1767081" y="1277971"/>
                  </a:lnTo>
                  <a:lnTo>
                    <a:pt x="1768334" y="1286242"/>
                  </a:lnTo>
                  <a:lnTo>
                    <a:pt x="1769588" y="1294584"/>
                  </a:lnTo>
                  <a:lnTo>
                    <a:pt x="1770841" y="1302988"/>
                  </a:lnTo>
                  <a:lnTo>
                    <a:pt x="1772094" y="1311392"/>
                  </a:lnTo>
                  <a:lnTo>
                    <a:pt x="1773347" y="1319703"/>
                  </a:lnTo>
                  <a:lnTo>
                    <a:pt x="1774600" y="1327918"/>
                  </a:lnTo>
                  <a:lnTo>
                    <a:pt x="1775854" y="1336040"/>
                  </a:lnTo>
                  <a:lnTo>
                    <a:pt x="1777107" y="1344069"/>
                  </a:lnTo>
                  <a:lnTo>
                    <a:pt x="1778360" y="1351959"/>
                  </a:lnTo>
                  <a:lnTo>
                    <a:pt x="1779613" y="1359706"/>
                  </a:lnTo>
                  <a:lnTo>
                    <a:pt x="1780866" y="1367289"/>
                  </a:lnTo>
                  <a:lnTo>
                    <a:pt x="1782120" y="1374710"/>
                  </a:lnTo>
                  <a:lnTo>
                    <a:pt x="1783373" y="1381961"/>
                  </a:lnTo>
                  <a:lnTo>
                    <a:pt x="1784626" y="1389044"/>
                  </a:lnTo>
                  <a:lnTo>
                    <a:pt x="1785879" y="1395958"/>
                  </a:lnTo>
                  <a:lnTo>
                    <a:pt x="1787133" y="1402696"/>
                  </a:lnTo>
                  <a:lnTo>
                    <a:pt x="1788386" y="1409303"/>
                  </a:lnTo>
                  <a:lnTo>
                    <a:pt x="1789639" y="1415726"/>
                  </a:lnTo>
                  <a:lnTo>
                    <a:pt x="1790892" y="1421985"/>
                  </a:lnTo>
                  <a:lnTo>
                    <a:pt x="1792145" y="1428033"/>
                  </a:lnTo>
                  <a:lnTo>
                    <a:pt x="1793399" y="1433865"/>
                  </a:lnTo>
                  <a:lnTo>
                    <a:pt x="1794652" y="1439485"/>
                  </a:lnTo>
                  <a:lnTo>
                    <a:pt x="1795905" y="1444909"/>
                  </a:lnTo>
                  <a:lnTo>
                    <a:pt x="1797158" y="1450182"/>
                  </a:lnTo>
                  <a:lnTo>
                    <a:pt x="1798412" y="1455284"/>
                  </a:lnTo>
                  <a:lnTo>
                    <a:pt x="1799665" y="1460196"/>
                  </a:lnTo>
                  <a:lnTo>
                    <a:pt x="1800918" y="1464932"/>
                  </a:lnTo>
                  <a:lnTo>
                    <a:pt x="1802171" y="1469453"/>
                  </a:lnTo>
                  <a:lnTo>
                    <a:pt x="1803424" y="1473730"/>
                  </a:lnTo>
                  <a:lnTo>
                    <a:pt x="1804678" y="1477732"/>
                  </a:lnTo>
                  <a:lnTo>
                    <a:pt x="1805931" y="1481457"/>
                  </a:lnTo>
                  <a:lnTo>
                    <a:pt x="1807184" y="1484917"/>
                  </a:lnTo>
                  <a:lnTo>
                    <a:pt x="1808437" y="1488120"/>
                  </a:lnTo>
                  <a:lnTo>
                    <a:pt x="1809690" y="1491063"/>
                  </a:lnTo>
                  <a:lnTo>
                    <a:pt x="1810944" y="1493749"/>
                  </a:lnTo>
                  <a:lnTo>
                    <a:pt x="1812197" y="1496164"/>
                  </a:lnTo>
                  <a:lnTo>
                    <a:pt x="1813450" y="1498302"/>
                  </a:lnTo>
                  <a:lnTo>
                    <a:pt x="1814703" y="1500137"/>
                  </a:lnTo>
                  <a:lnTo>
                    <a:pt x="1815957" y="1501664"/>
                  </a:lnTo>
                  <a:lnTo>
                    <a:pt x="1817210" y="1502887"/>
                  </a:lnTo>
                  <a:lnTo>
                    <a:pt x="1818463" y="1503805"/>
                  </a:lnTo>
                  <a:lnTo>
                    <a:pt x="1819716" y="1504389"/>
                  </a:lnTo>
                  <a:lnTo>
                    <a:pt x="1820969" y="1504672"/>
                  </a:lnTo>
                  <a:lnTo>
                    <a:pt x="1822223" y="1504680"/>
                  </a:lnTo>
                  <a:lnTo>
                    <a:pt x="1823476" y="1504454"/>
                  </a:lnTo>
                  <a:lnTo>
                    <a:pt x="1824729" y="1503996"/>
                  </a:lnTo>
                  <a:lnTo>
                    <a:pt x="1825982" y="1503300"/>
                  </a:lnTo>
                  <a:lnTo>
                    <a:pt x="1827236" y="1502370"/>
                  </a:lnTo>
                  <a:lnTo>
                    <a:pt x="1828489" y="1501193"/>
                  </a:lnTo>
                  <a:lnTo>
                    <a:pt x="1829742" y="1499790"/>
                  </a:lnTo>
                  <a:lnTo>
                    <a:pt x="1830995" y="1498139"/>
                  </a:lnTo>
                  <a:lnTo>
                    <a:pt x="1832248" y="1496272"/>
                  </a:lnTo>
                  <a:lnTo>
                    <a:pt x="1833502" y="1494225"/>
                  </a:lnTo>
                  <a:lnTo>
                    <a:pt x="1834755" y="1492000"/>
                  </a:lnTo>
                  <a:lnTo>
                    <a:pt x="1836008" y="1489657"/>
                  </a:lnTo>
                  <a:lnTo>
                    <a:pt x="1837261" y="1487240"/>
                  </a:lnTo>
                  <a:lnTo>
                    <a:pt x="1838514" y="1484763"/>
                  </a:lnTo>
                  <a:lnTo>
                    <a:pt x="1839768" y="1482183"/>
                  </a:lnTo>
                  <a:lnTo>
                    <a:pt x="1841021" y="1479522"/>
                  </a:lnTo>
                  <a:lnTo>
                    <a:pt x="1842274" y="1476801"/>
                  </a:lnTo>
                  <a:lnTo>
                    <a:pt x="1843527" y="1474053"/>
                  </a:lnTo>
                  <a:lnTo>
                    <a:pt x="1844781" y="1471271"/>
                  </a:lnTo>
                  <a:lnTo>
                    <a:pt x="1846034" y="1468444"/>
                  </a:lnTo>
                  <a:lnTo>
                    <a:pt x="1847287" y="1465571"/>
                  </a:lnTo>
                  <a:lnTo>
                    <a:pt x="1848540" y="1462646"/>
                  </a:lnTo>
                  <a:lnTo>
                    <a:pt x="1849793" y="1459669"/>
                  </a:lnTo>
                  <a:lnTo>
                    <a:pt x="1851047" y="1456620"/>
                  </a:lnTo>
                  <a:lnTo>
                    <a:pt x="1852300" y="1453514"/>
                  </a:lnTo>
                  <a:lnTo>
                    <a:pt x="1853553" y="1450351"/>
                  </a:lnTo>
                  <a:lnTo>
                    <a:pt x="1854806" y="1447132"/>
                  </a:lnTo>
                  <a:lnTo>
                    <a:pt x="1856060" y="1443856"/>
                  </a:lnTo>
                  <a:lnTo>
                    <a:pt x="1857313" y="1440505"/>
                  </a:lnTo>
                  <a:lnTo>
                    <a:pt x="1858566" y="1437053"/>
                  </a:lnTo>
                  <a:lnTo>
                    <a:pt x="1859819" y="1433435"/>
                  </a:lnTo>
                  <a:lnTo>
                    <a:pt x="1861072" y="1429607"/>
                  </a:lnTo>
                  <a:lnTo>
                    <a:pt x="1862326" y="1425464"/>
                  </a:lnTo>
                  <a:lnTo>
                    <a:pt x="1863579" y="1420966"/>
                  </a:lnTo>
                  <a:lnTo>
                    <a:pt x="1864832" y="1416103"/>
                  </a:lnTo>
                  <a:lnTo>
                    <a:pt x="1866085" y="1410871"/>
                  </a:lnTo>
                  <a:lnTo>
                    <a:pt x="1867338" y="1405249"/>
                  </a:lnTo>
                  <a:lnTo>
                    <a:pt x="1868592" y="1399241"/>
                  </a:lnTo>
                  <a:lnTo>
                    <a:pt x="1869845" y="1392852"/>
                  </a:lnTo>
                  <a:lnTo>
                    <a:pt x="1871098" y="1386067"/>
                  </a:lnTo>
                  <a:lnTo>
                    <a:pt x="1872351" y="1378882"/>
                  </a:lnTo>
                  <a:lnTo>
                    <a:pt x="1873605" y="1371284"/>
                  </a:lnTo>
                  <a:lnTo>
                    <a:pt x="1874858" y="1363272"/>
                  </a:lnTo>
                  <a:lnTo>
                    <a:pt x="1876111" y="1354826"/>
                  </a:lnTo>
                  <a:lnTo>
                    <a:pt x="1877364" y="1345946"/>
                  </a:lnTo>
                  <a:lnTo>
                    <a:pt x="1878617" y="1336631"/>
                  </a:lnTo>
                  <a:lnTo>
                    <a:pt x="1879871" y="1326858"/>
                  </a:lnTo>
                  <a:lnTo>
                    <a:pt x="1881124" y="1316674"/>
                  </a:lnTo>
                  <a:lnTo>
                    <a:pt x="1882377" y="1306133"/>
                  </a:lnTo>
                  <a:lnTo>
                    <a:pt x="1883630" y="1295260"/>
                  </a:lnTo>
                  <a:lnTo>
                    <a:pt x="1884883" y="1284076"/>
                  </a:lnTo>
                  <a:lnTo>
                    <a:pt x="1886137" y="1272605"/>
                  </a:lnTo>
                  <a:lnTo>
                    <a:pt x="1887390" y="1260823"/>
                  </a:lnTo>
                  <a:lnTo>
                    <a:pt x="1888643" y="1248725"/>
                  </a:lnTo>
                  <a:lnTo>
                    <a:pt x="1889896" y="1236316"/>
                  </a:lnTo>
                  <a:lnTo>
                    <a:pt x="1891150" y="1223617"/>
                  </a:lnTo>
                  <a:lnTo>
                    <a:pt x="1892403" y="1210658"/>
                  </a:lnTo>
                  <a:lnTo>
                    <a:pt x="1893656" y="1197477"/>
                  </a:lnTo>
                  <a:lnTo>
                    <a:pt x="1894909" y="1184142"/>
                  </a:lnTo>
                  <a:lnTo>
                    <a:pt x="1896162" y="1170670"/>
                  </a:lnTo>
                  <a:lnTo>
                    <a:pt x="1897416" y="1157105"/>
                  </a:lnTo>
                  <a:lnTo>
                    <a:pt x="1898669" y="1143463"/>
                  </a:lnTo>
                  <a:lnTo>
                    <a:pt x="1899922" y="1129732"/>
                  </a:lnTo>
                  <a:lnTo>
                    <a:pt x="1901175" y="1115886"/>
                  </a:lnTo>
                  <a:lnTo>
                    <a:pt x="1902429" y="1101954"/>
                  </a:lnTo>
                  <a:lnTo>
                    <a:pt x="1903682" y="1087989"/>
                  </a:lnTo>
                  <a:lnTo>
                    <a:pt x="1904935" y="1074026"/>
                  </a:lnTo>
                  <a:lnTo>
                    <a:pt x="1906188" y="1060127"/>
                  </a:lnTo>
                  <a:lnTo>
                    <a:pt x="1907441" y="1046300"/>
                  </a:lnTo>
                  <a:lnTo>
                    <a:pt x="1908695" y="1032582"/>
                  </a:lnTo>
                  <a:lnTo>
                    <a:pt x="1909948" y="1018982"/>
                  </a:lnTo>
                  <a:lnTo>
                    <a:pt x="1911201" y="1005528"/>
                  </a:lnTo>
                  <a:lnTo>
                    <a:pt x="1912454" y="992255"/>
                  </a:lnTo>
                  <a:lnTo>
                    <a:pt x="1913707" y="979187"/>
                  </a:lnTo>
                  <a:lnTo>
                    <a:pt x="1914961" y="966343"/>
                  </a:lnTo>
                  <a:lnTo>
                    <a:pt x="1916214" y="953711"/>
                  </a:lnTo>
                  <a:lnTo>
                    <a:pt x="1917467" y="941302"/>
                  </a:lnTo>
                  <a:lnTo>
                    <a:pt x="1918720" y="929128"/>
                  </a:lnTo>
                  <a:lnTo>
                    <a:pt x="1919974" y="917207"/>
                  </a:lnTo>
                  <a:lnTo>
                    <a:pt x="1921227" y="905557"/>
                  </a:lnTo>
                  <a:lnTo>
                    <a:pt x="1922480" y="894237"/>
                  </a:lnTo>
                  <a:lnTo>
                    <a:pt x="1923733" y="883276"/>
                  </a:lnTo>
                  <a:lnTo>
                    <a:pt x="1924986" y="872719"/>
                  </a:lnTo>
                  <a:lnTo>
                    <a:pt x="1926240" y="862672"/>
                  </a:lnTo>
                  <a:lnTo>
                    <a:pt x="1927493" y="853155"/>
                  </a:lnTo>
                  <a:lnTo>
                    <a:pt x="1928746" y="844204"/>
                  </a:lnTo>
                  <a:lnTo>
                    <a:pt x="1929999" y="835848"/>
                  </a:lnTo>
                  <a:lnTo>
                    <a:pt x="1931253" y="828083"/>
                  </a:lnTo>
                  <a:lnTo>
                    <a:pt x="1932506" y="820856"/>
                  </a:lnTo>
                  <a:lnTo>
                    <a:pt x="1933759" y="814173"/>
                  </a:lnTo>
                  <a:lnTo>
                    <a:pt x="1935012" y="808057"/>
                  </a:lnTo>
                  <a:lnTo>
                    <a:pt x="1936265" y="802533"/>
                  </a:lnTo>
                  <a:lnTo>
                    <a:pt x="1937519" y="797618"/>
                  </a:lnTo>
                  <a:lnTo>
                    <a:pt x="1938772" y="793352"/>
                  </a:lnTo>
                  <a:lnTo>
                    <a:pt x="1940025" y="789786"/>
                  </a:lnTo>
                  <a:lnTo>
                    <a:pt x="1941278" y="786925"/>
                  </a:lnTo>
                  <a:lnTo>
                    <a:pt x="1942531" y="784754"/>
                  </a:lnTo>
                  <a:lnTo>
                    <a:pt x="1943785" y="783285"/>
                  </a:lnTo>
                  <a:lnTo>
                    <a:pt x="1945038" y="782483"/>
                  </a:lnTo>
                  <a:lnTo>
                    <a:pt x="1946291" y="782293"/>
                  </a:lnTo>
                  <a:lnTo>
                    <a:pt x="1947544" y="782690"/>
                  </a:lnTo>
                  <a:lnTo>
                    <a:pt x="1948798" y="783624"/>
                  </a:lnTo>
                  <a:lnTo>
                    <a:pt x="1950051" y="785095"/>
                  </a:lnTo>
                  <a:lnTo>
                    <a:pt x="1951304" y="787129"/>
                  </a:lnTo>
                  <a:lnTo>
                    <a:pt x="1952557" y="789683"/>
                  </a:lnTo>
                  <a:lnTo>
                    <a:pt x="1953810" y="792690"/>
                  </a:lnTo>
                  <a:lnTo>
                    <a:pt x="1955064" y="796098"/>
                  </a:lnTo>
                  <a:lnTo>
                    <a:pt x="1956317" y="799914"/>
                  </a:lnTo>
                  <a:lnTo>
                    <a:pt x="1957570" y="804077"/>
                  </a:lnTo>
                  <a:lnTo>
                    <a:pt x="1958823" y="808495"/>
                  </a:lnTo>
                  <a:lnTo>
                    <a:pt x="1960077" y="813062"/>
                  </a:lnTo>
                  <a:lnTo>
                    <a:pt x="1961330" y="817709"/>
                  </a:lnTo>
                  <a:lnTo>
                    <a:pt x="1962583" y="822395"/>
                  </a:lnTo>
                  <a:lnTo>
                    <a:pt x="1963836" y="827093"/>
                  </a:lnTo>
                  <a:lnTo>
                    <a:pt x="1965089" y="831794"/>
                  </a:lnTo>
                  <a:lnTo>
                    <a:pt x="1966343" y="836442"/>
                  </a:lnTo>
                  <a:lnTo>
                    <a:pt x="1967596" y="840997"/>
                  </a:lnTo>
                  <a:lnTo>
                    <a:pt x="1968849" y="845389"/>
                  </a:lnTo>
                  <a:lnTo>
                    <a:pt x="1970102" y="849612"/>
                  </a:lnTo>
                  <a:lnTo>
                    <a:pt x="1971355" y="853673"/>
                  </a:lnTo>
                  <a:lnTo>
                    <a:pt x="1972609" y="857589"/>
                  </a:lnTo>
                  <a:lnTo>
                    <a:pt x="1973862" y="861349"/>
                  </a:lnTo>
                  <a:lnTo>
                    <a:pt x="1975115" y="864906"/>
                  </a:lnTo>
                  <a:lnTo>
                    <a:pt x="1976368" y="868213"/>
                  </a:lnTo>
                  <a:lnTo>
                    <a:pt x="1977622" y="871236"/>
                  </a:lnTo>
                  <a:lnTo>
                    <a:pt x="1978875" y="874006"/>
                  </a:lnTo>
                  <a:lnTo>
                    <a:pt x="1980128" y="876523"/>
                  </a:lnTo>
                  <a:lnTo>
                    <a:pt x="1981381" y="878780"/>
                  </a:lnTo>
                  <a:lnTo>
                    <a:pt x="1982634" y="880795"/>
                  </a:lnTo>
                  <a:lnTo>
                    <a:pt x="1983888" y="882604"/>
                  </a:lnTo>
                  <a:lnTo>
                    <a:pt x="1985141" y="884225"/>
                  </a:lnTo>
                  <a:lnTo>
                    <a:pt x="1986394" y="885648"/>
                  </a:lnTo>
                  <a:lnTo>
                    <a:pt x="1987647" y="886861"/>
                  </a:lnTo>
                  <a:lnTo>
                    <a:pt x="1988901" y="887754"/>
                  </a:lnTo>
                  <a:lnTo>
                    <a:pt x="1990154" y="888254"/>
                  </a:lnTo>
                  <a:lnTo>
                    <a:pt x="1991407" y="888314"/>
                  </a:lnTo>
                  <a:lnTo>
                    <a:pt x="1992660" y="887887"/>
                  </a:lnTo>
                  <a:lnTo>
                    <a:pt x="1993913" y="886968"/>
                  </a:lnTo>
                  <a:lnTo>
                    <a:pt x="1995167" y="885640"/>
                  </a:lnTo>
                  <a:lnTo>
                    <a:pt x="1996420" y="883924"/>
                  </a:lnTo>
                  <a:lnTo>
                    <a:pt x="1997673" y="881776"/>
                  </a:lnTo>
                  <a:lnTo>
                    <a:pt x="1998926" y="879147"/>
                  </a:lnTo>
                  <a:lnTo>
                    <a:pt x="2000179" y="875973"/>
                  </a:lnTo>
                  <a:lnTo>
                    <a:pt x="2001433" y="872199"/>
                  </a:lnTo>
                  <a:lnTo>
                    <a:pt x="2002686" y="867744"/>
                  </a:lnTo>
                  <a:lnTo>
                    <a:pt x="2003939" y="862576"/>
                  </a:lnTo>
                  <a:lnTo>
                    <a:pt x="2005192" y="856733"/>
                  </a:lnTo>
                  <a:lnTo>
                    <a:pt x="2006446" y="850231"/>
                  </a:lnTo>
                  <a:lnTo>
                    <a:pt x="2007699" y="843064"/>
                  </a:lnTo>
                  <a:lnTo>
                    <a:pt x="2008952" y="835232"/>
                  </a:lnTo>
                  <a:lnTo>
                    <a:pt x="2010205" y="826751"/>
                  </a:lnTo>
                  <a:lnTo>
                    <a:pt x="2011458" y="817611"/>
                  </a:lnTo>
                  <a:lnTo>
                    <a:pt x="2012712" y="807820"/>
                  </a:lnTo>
                  <a:lnTo>
                    <a:pt x="2013965" y="797332"/>
                  </a:lnTo>
                  <a:lnTo>
                    <a:pt x="2015218" y="786195"/>
                  </a:lnTo>
                  <a:lnTo>
                    <a:pt x="2016471" y="774536"/>
                  </a:lnTo>
                  <a:lnTo>
                    <a:pt x="2017725" y="762466"/>
                  </a:lnTo>
                  <a:lnTo>
                    <a:pt x="2018978" y="750029"/>
                  </a:lnTo>
                  <a:lnTo>
                    <a:pt x="2020231" y="737225"/>
                  </a:lnTo>
                  <a:lnTo>
                    <a:pt x="2021484" y="724097"/>
                  </a:lnTo>
                  <a:lnTo>
                    <a:pt x="2022737" y="710719"/>
                  </a:lnTo>
                  <a:lnTo>
                    <a:pt x="2023991" y="697152"/>
                  </a:lnTo>
                  <a:lnTo>
                    <a:pt x="2025244" y="683443"/>
                  </a:lnTo>
                  <a:lnTo>
                    <a:pt x="2026497" y="669635"/>
                  </a:lnTo>
                  <a:lnTo>
                    <a:pt x="2027750" y="655767"/>
                  </a:lnTo>
                  <a:lnTo>
                    <a:pt x="2029003" y="641886"/>
                  </a:lnTo>
                  <a:lnTo>
                    <a:pt x="2030257" y="628037"/>
                  </a:lnTo>
                  <a:lnTo>
                    <a:pt x="2031510" y="614256"/>
                  </a:lnTo>
                  <a:lnTo>
                    <a:pt x="2032763" y="600563"/>
                  </a:lnTo>
                  <a:lnTo>
                    <a:pt x="2034016" y="586916"/>
                  </a:lnTo>
                  <a:lnTo>
                    <a:pt x="2035270" y="573266"/>
                  </a:lnTo>
                  <a:lnTo>
                    <a:pt x="2036523" y="559572"/>
                  </a:lnTo>
                  <a:lnTo>
                    <a:pt x="2037776" y="545836"/>
                  </a:lnTo>
                  <a:lnTo>
                    <a:pt x="2039029" y="532105"/>
                  </a:lnTo>
                  <a:lnTo>
                    <a:pt x="2040282" y="518412"/>
                  </a:lnTo>
                  <a:lnTo>
                    <a:pt x="2041536" y="504763"/>
                  </a:lnTo>
                  <a:lnTo>
                    <a:pt x="2042789" y="491151"/>
                  </a:lnTo>
                  <a:lnTo>
                    <a:pt x="2044042" y="477575"/>
                  </a:lnTo>
                  <a:lnTo>
                    <a:pt x="2045295" y="464032"/>
                  </a:lnTo>
                  <a:lnTo>
                    <a:pt x="2046548" y="450465"/>
                  </a:lnTo>
                  <a:lnTo>
                    <a:pt x="2047802" y="436763"/>
                  </a:lnTo>
                  <a:lnTo>
                    <a:pt x="2049055" y="422894"/>
                  </a:lnTo>
                  <a:lnTo>
                    <a:pt x="2050308" y="408868"/>
                  </a:lnTo>
                  <a:lnTo>
                    <a:pt x="2051561" y="394759"/>
                  </a:lnTo>
                  <a:lnTo>
                    <a:pt x="2052815" y="380674"/>
                  </a:lnTo>
                  <a:lnTo>
                    <a:pt x="2054068" y="366684"/>
                  </a:lnTo>
                  <a:lnTo>
                    <a:pt x="2055321" y="352875"/>
                  </a:lnTo>
                  <a:lnTo>
                    <a:pt x="2056574" y="339290"/>
                  </a:lnTo>
                  <a:lnTo>
                    <a:pt x="2057827" y="325918"/>
                  </a:lnTo>
                  <a:lnTo>
                    <a:pt x="2059081" y="312748"/>
                  </a:lnTo>
                  <a:lnTo>
                    <a:pt x="2060334" y="299814"/>
                  </a:lnTo>
                  <a:lnTo>
                    <a:pt x="2061587" y="287167"/>
                  </a:lnTo>
                  <a:lnTo>
                    <a:pt x="2062840" y="274891"/>
                  </a:lnTo>
                  <a:lnTo>
                    <a:pt x="2064094" y="263058"/>
                  </a:lnTo>
                  <a:lnTo>
                    <a:pt x="2065347" y="251748"/>
                  </a:lnTo>
                  <a:lnTo>
                    <a:pt x="2066600" y="241066"/>
                  </a:lnTo>
                  <a:lnTo>
                    <a:pt x="2067853" y="231034"/>
                  </a:lnTo>
                  <a:lnTo>
                    <a:pt x="2069106" y="221618"/>
                  </a:lnTo>
                  <a:lnTo>
                    <a:pt x="2070360" y="212835"/>
                  </a:lnTo>
                  <a:lnTo>
                    <a:pt x="2071613" y="204696"/>
                  </a:lnTo>
                  <a:lnTo>
                    <a:pt x="2072866" y="197172"/>
                  </a:lnTo>
                  <a:lnTo>
                    <a:pt x="2074119" y="190298"/>
                  </a:lnTo>
                  <a:lnTo>
                    <a:pt x="2075372" y="184120"/>
                  </a:lnTo>
                  <a:lnTo>
                    <a:pt x="2076626" y="178686"/>
                  </a:lnTo>
                  <a:lnTo>
                    <a:pt x="2077879" y="174011"/>
                  </a:lnTo>
                  <a:lnTo>
                    <a:pt x="2079132" y="170059"/>
                  </a:lnTo>
                  <a:lnTo>
                    <a:pt x="2080385" y="166773"/>
                  </a:lnTo>
                  <a:lnTo>
                    <a:pt x="2081639" y="164106"/>
                  </a:lnTo>
                  <a:lnTo>
                    <a:pt x="2082892" y="162076"/>
                  </a:lnTo>
                  <a:lnTo>
                    <a:pt x="2084145" y="160685"/>
                  </a:lnTo>
                  <a:lnTo>
                    <a:pt x="2085398" y="159904"/>
                  </a:lnTo>
                  <a:lnTo>
                    <a:pt x="2086651" y="159726"/>
                  </a:lnTo>
                  <a:lnTo>
                    <a:pt x="2087905" y="160129"/>
                  </a:lnTo>
                  <a:lnTo>
                    <a:pt x="2089158" y="161099"/>
                  </a:lnTo>
                  <a:lnTo>
                    <a:pt x="2090411" y="162647"/>
                  </a:lnTo>
                  <a:lnTo>
                    <a:pt x="2091664" y="164808"/>
                  </a:lnTo>
                  <a:lnTo>
                    <a:pt x="2092918" y="167553"/>
                  </a:lnTo>
                  <a:lnTo>
                    <a:pt x="2094171" y="170834"/>
                  </a:lnTo>
                  <a:lnTo>
                    <a:pt x="2095424" y="174601"/>
                  </a:lnTo>
                  <a:lnTo>
                    <a:pt x="2096677" y="178802"/>
                  </a:lnTo>
                  <a:lnTo>
                    <a:pt x="2097930" y="183433"/>
                  </a:lnTo>
                  <a:lnTo>
                    <a:pt x="2099184" y="188529"/>
                  </a:lnTo>
                  <a:lnTo>
                    <a:pt x="2100437" y="194100"/>
                  </a:lnTo>
                  <a:lnTo>
                    <a:pt x="2101690" y="200101"/>
                  </a:lnTo>
                  <a:lnTo>
                    <a:pt x="2102943" y="206488"/>
                  </a:lnTo>
                  <a:lnTo>
                    <a:pt x="2104196" y="213210"/>
                  </a:lnTo>
                  <a:lnTo>
                    <a:pt x="2105450" y="220237"/>
                  </a:lnTo>
                  <a:lnTo>
                    <a:pt x="2106703" y="227505"/>
                  </a:lnTo>
                  <a:lnTo>
                    <a:pt x="2107956" y="234942"/>
                  </a:lnTo>
                  <a:lnTo>
                    <a:pt x="2109209" y="242521"/>
                  </a:lnTo>
                  <a:lnTo>
                    <a:pt x="2110463" y="250304"/>
                  </a:lnTo>
                  <a:lnTo>
                    <a:pt x="2111716" y="258316"/>
                  </a:lnTo>
                  <a:lnTo>
                    <a:pt x="2112969" y="266573"/>
                  </a:lnTo>
                  <a:lnTo>
                    <a:pt x="2114222" y="275047"/>
                  </a:lnTo>
                  <a:lnTo>
                    <a:pt x="2115475" y="283683"/>
                  </a:lnTo>
                  <a:lnTo>
                    <a:pt x="2116729" y="292411"/>
                  </a:lnTo>
                  <a:lnTo>
                    <a:pt x="2117982" y="301157"/>
                  </a:lnTo>
                  <a:lnTo>
                    <a:pt x="2119235" y="309852"/>
                  </a:lnTo>
                  <a:lnTo>
                    <a:pt x="2120488" y="318436"/>
                  </a:lnTo>
                  <a:lnTo>
                    <a:pt x="2121742" y="326870"/>
                  </a:lnTo>
                  <a:lnTo>
                    <a:pt x="2122995" y="335141"/>
                  </a:lnTo>
                  <a:lnTo>
                    <a:pt x="2124248" y="343244"/>
                  </a:lnTo>
                  <a:lnTo>
                    <a:pt x="2125501" y="351161"/>
                  </a:lnTo>
                  <a:lnTo>
                    <a:pt x="2126754" y="358829"/>
                  </a:lnTo>
                  <a:lnTo>
                    <a:pt x="2128008" y="366216"/>
                  </a:lnTo>
                  <a:lnTo>
                    <a:pt x="2129261" y="373239"/>
                  </a:lnTo>
                  <a:lnTo>
                    <a:pt x="2130514" y="379819"/>
                  </a:lnTo>
                  <a:lnTo>
                    <a:pt x="2131767" y="385927"/>
                  </a:lnTo>
                  <a:lnTo>
                    <a:pt x="2133020" y="391521"/>
                  </a:lnTo>
                  <a:lnTo>
                    <a:pt x="2134274" y="396606"/>
                  </a:lnTo>
                  <a:lnTo>
                    <a:pt x="2135527" y="401219"/>
                  </a:lnTo>
                  <a:lnTo>
                    <a:pt x="2136780" y="405377"/>
                  </a:lnTo>
                  <a:lnTo>
                    <a:pt x="2138033" y="409061"/>
                  </a:lnTo>
                  <a:lnTo>
                    <a:pt x="2139287" y="412234"/>
                  </a:lnTo>
                  <a:lnTo>
                    <a:pt x="2140540" y="414888"/>
                  </a:lnTo>
                  <a:lnTo>
                    <a:pt x="2141793" y="416993"/>
                  </a:lnTo>
                  <a:lnTo>
                    <a:pt x="2143046" y="418506"/>
                  </a:lnTo>
                  <a:lnTo>
                    <a:pt x="2144299" y="419406"/>
                  </a:lnTo>
                  <a:lnTo>
                    <a:pt x="2145553" y="419682"/>
                  </a:lnTo>
                  <a:lnTo>
                    <a:pt x="2146806" y="419304"/>
                  </a:lnTo>
                  <a:lnTo>
                    <a:pt x="2148059" y="418259"/>
                  </a:lnTo>
                  <a:lnTo>
                    <a:pt x="2149312" y="416588"/>
                  </a:lnTo>
                  <a:lnTo>
                    <a:pt x="2150566" y="414281"/>
                  </a:lnTo>
                  <a:lnTo>
                    <a:pt x="2151819" y="411381"/>
                  </a:lnTo>
                  <a:lnTo>
                    <a:pt x="2153072" y="407874"/>
                  </a:lnTo>
                  <a:lnTo>
                    <a:pt x="2154325" y="403720"/>
                  </a:lnTo>
                  <a:lnTo>
                    <a:pt x="2155578" y="398878"/>
                  </a:lnTo>
                  <a:lnTo>
                    <a:pt x="2156832" y="393355"/>
                  </a:lnTo>
                  <a:lnTo>
                    <a:pt x="2158085" y="387196"/>
                  </a:lnTo>
                  <a:lnTo>
                    <a:pt x="2159338" y="380487"/>
                  </a:lnTo>
                  <a:lnTo>
                    <a:pt x="2160591" y="373322"/>
                  </a:lnTo>
                  <a:lnTo>
                    <a:pt x="2161844" y="365734"/>
                  </a:lnTo>
                  <a:lnTo>
                    <a:pt x="2163098" y="357726"/>
                  </a:lnTo>
                  <a:lnTo>
                    <a:pt x="2164351" y="349320"/>
                  </a:lnTo>
                  <a:lnTo>
                    <a:pt x="2165604" y="340617"/>
                  </a:lnTo>
                  <a:lnTo>
                    <a:pt x="2166857" y="331698"/>
                  </a:lnTo>
                  <a:lnTo>
                    <a:pt x="2168111" y="322608"/>
                  </a:lnTo>
                  <a:lnTo>
                    <a:pt x="2169364" y="313401"/>
                  </a:lnTo>
                  <a:lnTo>
                    <a:pt x="2170617" y="304171"/>
                  </a:lnTo>
                  <a:lnTo>
                    <a:pt x="2171870" y="295014"/>
                  </a:lnTo>
                  <a:lnTo>
                    <a:pt x="2173123" y="285924"/>
                  </a:lnTo>
                  <a:lnTo>
                    <a:pt x="2174377" y="276881"/>
                  </a:lnTo>
                  <a:lnTo>
                    <a:pt x="2175630" y="267907"/>
                  </a:lnTo>
                  <a:lnTo>
                    <a:pt x="2176883" y="258999"/>
                  </a:lnTo>
                  <a:lnTo>
                    <a:pt x="2178136" y="250171"/>
                  </a:lnTo>
                  <a:lnTo>
                    <a:pt x="2179390" y="241427"/>
                  </a:lnTo>
                  <a:lnTo>
                    <a:pt x="2180643" y="232799"/>
                  </a:lnTo>
                  <a:lnTo>
                    <a:pt x="2181896" y="224318"/>
                  </a:lnTo>
                  <a:lnTo>
                    <a:pt x="2183149" y="216019"/>
                  </a:lnTo>
                  <a:lnTo>
                    <a:pt x="2184402" y="207930"/>
                  </a:lnTo>
                  <a:lnTo>
                    <a:pt x="2185656" y="200044"/>
                  </a:lnTo>
                  <a:lnTo>
                    <a:pt x="2186909" y="192335"/>
                  </a:lnTo>
                  <a:lnTo>
                    <a:pt x="2188162" y="184793"/>
                  </a:lnTo>
                  <a:lnTo>
                    <a:pt x="2189415" y="177443"/>
                  </a:lnTo>
                  <a:lnTo>
                    <a:pt x="2190668" y="170270"/>
                  </a:lnTo>
                  <a:lnTo>
                    <a:pt x="2191922" y="163260"/>
                  </a:lnTo>
                  <a:lnTo>
                    <a:pt x="2193175" y="156465"/>
                  </a:lnTo>
                  <a:lnTo>
                    <a:pt x="2194428" y="149903"/>
                  </a:lnTo>
                  <a:lnTo>
                    <a:pt x="2195681" y="143611"/>
                  </a:lnTo>
                  <a:lnTo>
                    <a:pt x="2196935" y="137614"/>
                  </a:lnTo>
                  <a:lnTo>
                    <a:pt x="2198188" y="131881"/>
                  </a:lnTo>
                  <a:lnTo>
                    <a:pt x="2199441" y="126392"/>
                  </a:lnTo>
                  <a:lnTo>
                    <a:pt x="2200694" y="121152"/>
                  </a:lnTo>
                  <a:lnTo>
                    <a:pt x="2201947" y="116155"/>
                  </a:lnTo>
                  <a:lnTo>
                    <a:pt x="2203201" y="111391"/>
                  </a:lnTo>
                  <a:lnTo>
                    <a:pt x="2204454" y="106870"/>
                  </a:lnTo>
                  <a:lnTo>
                    <a:pt x="2205707" y="102628"/>
                  </a:lnTo>
                  <a:lnTo>
                    <a:pt x="2206960" y="98668"/>
                  </a:lnTo>
                  <a:lnTo>
                    <a:pt x="2208213" y="94958"/>
                  </a:lnTo>
                  <a:lnTo>
                    <a:pt x="2209467" y="91490"/>
                  </a:lnTo>
                  <a:lnTo>
                    <a:pt x="2210720" y="88294"/>
                  </a:lnTo>
                  <a:lnTo>
                    <a:pt x="2211973" y="85367"/>
                  </a:lnTo>
                  <a:lnTo>
                    <a:pt x="2213226" y="82712"/>
                  </a:lnTo>
                  <a:lnTo>
                    <a:pt x="2214480" y="80307"/>
                  </a:lnTo>
                  <a:lnTo>
                    <a:pt x="2215733" y="78131"/>
                  </a:lnTo>
                  <a:lnTo>
                    <a:pt x="2216986" y="76165"/>
                  </a:lnTo>
                  <a:lnTo>
                    <a:pt x="2218239" y="74424"/>
                  </a:lnTo>
                  <a:lnTo>
                    <a:pt x="2219492" y="72889"/>
                  </a:lnTo>
                  <a:lnTo>
                    <a:pt x="2220746" y="71545"/>
                  </a:lnTo>
                  <a:lnTo>
                    <a:pt x="2221999" y="70364"/>
                  </a:lnTo>
                  <a:lnTo>
                    <a:pt x="2223252" y="69300"/>
                  </a:lnTo>
                  <a:lnTo>
                    <a:pt x="2224505" y="68320"/>
                  </a:lnTo>
                  <a:lnTo>
                    <a:pt x="2225759" y="67402"/>
                  </a:lnTo>
                  <a:lnTo>
                    <a:pt x="2227012" y="66580"/>
                  </a:lnTo>
                  <a:lnTo>
                    <a:pt x="2228265" y="65837"/>
                  </a:lnTo>
                  <a:lnTo>
                    <a:pt x="2229518" y="65097"/>
                  </a:lnTo>
                  <a:lnTo>
                    <a:pt x="2230771" y="64287"/>
                  </a:lnTo>
                  <a:lnTo>
                    <a:pt x="2232025" y="63429"/>
                  </a:lnTo>
                  <a:lnTo>
                    <a:pt x="2233278" y="62486"/>
                  </a:lnTo>
                  <a:lnTo>
                    <a:pt x="2234531" y="61408"/>
                  </a:lnTo>
                  <a:lnTo>
                    <a:pt x="2235784" y="60175"/>
                  </a:lnTo>
                  <a:lnTo>
                    <a:pt x="2237037" y="58848"/>
                  </a:lnTo>
                  <a:lnTo>
                    <a:pt x="2238291" y="57427"/>
                  </a:lnTo>
                  <a:lnTo>
                    <a:pt x="2239544" y="55931"/>
                  </a:lnTo>
                  <a:lnTo>
                    <a:pt x="2240797" y="54342"/>
                  </a:lnTo>
                  <a:lnTo>
                    <a:pt x="2242050" y="52653"/>
                  </a:lnTo>
                  <a:lnTo>
                    <a:pt x="2243304" y="50867"/>
                  </a:lnTo>
                  <a:lnTo>
                    <a:pt x="2244557" y="48975"/>
                  </a:lnTo>
                  <a:lnTo>
                    <a:pt x="2245810" y="46972"/>
                  </a:lnTo>
                  <a:lnTo>
                    <a:pt x="2247063" y="44814"/>
                  </a:lnTo>
                  <a:lnTo>
                    <a:pt x="2248316" y="42528"/>
                  </a:lnTo>
                  <a:lnTo>
                    <a:pt x="2249570" y="40159"/>
                  </a:lnTo>
                  <a:lnTo>
                    <a:pt x="2250823" y="37693"/>
                  </a:lnTo>
                  <a:lnTo>
                    <a:pt x="2252076" y="35148"/>
                  </a:lnTo>
                  <a:lnTo>
                    <a:pt x="2253329" y="32533"/>
                  </a:lnTo>
                  <a:lnTo>
                    <a:pt x="2254583" y="29917"/>
                  </a:lnTo>
                  <a:lnTo>
                    <a:pt x="2255836" y="27322"/>
                  </a:lnTo>
                  <a:lnTo>
                    <a:pt x="2257089" y="24741"/>
                  </a:lnTo>
                  <a:lnTo>
                    <a:pt x="2258342" y="22148"/>
                  </a:lnTo>
                  <a:lnTo>
                    <a:pt x="2259595" y="19557"/>
                  </a:lnTo>
                  <a:lnTo>
                    <a:pt x="2260849" y="16991"/>
                  </a:lnTo>
                  <a:lnTo>
                    <a:pt x="2262102" y="14496"/>
                  </a:lnTo>
                  <a:lnTo>
                    <a:pt x="2263355" y="12085"/>
                  </a:lnTo>
                  <a:lnTo>
                    <a:pt x="2264608" y="9810"/>
                  </a:lnTo>
                  <a:lnTo>
                    <a:pt x="2265861" y="7723"/>
                  </a:lnTo>
                  <a:lnTo>
                    <a:pt x="2267115" y="5857"/>
                  </a:lnTo>
                  <a:lnTo>
                    <a:pt x="2268368" y="4195"/>
                  </a:lnTo>
                  <a:lnTo>
                    <a:pt x="2269621" y="2729"/>
                  </a:lnTo>
                  <a:lnTo>
                    <a:pt x="2270874" y="1531"/>
                  </a:lnTo>
                  <a:lnTo>
                    <a:pt x="2272128" y="690"/>
                  </a:lnTo>
                  <a:lnTo>
                    <a:pt x="2273381" y="195"/>
                  </a:lnTo>
                  <a:lnTo>
                    <a:pt x="2274634" y="0"/>
                  </a:lnTo>
                  <a:lnTo>
                    <a:pt x="2275887" y="99"/>
                  </a:lnTo>
                  <a:lnTo>
                    <a:pt x="2277140" y="492"/>
                  </a:lnTo>
                  <a:lnTo>
                    <a:pt x="2278394" y="1168"/>
                  </a:lnTo>
                  <a:lnTo>
                    <a:pt x="2279647" y="2116"/>
                  </a:lnTo>
                  <a:lnTo>
                    <a:pt x="2280900" y="3341"/>
                  </a:lnTo>
                  <a:lnTo>
                    <a:pt x="2282153" y="4848"/>
                  </a:lnTo>
                  <a:lnTo>
                    <a:pt x="2283407" y="6639"/>
                  </a:lnTo>
                  <a:lnTo>
                    <a:pt x="2284660" y="8705"/>
                  </a:lnTo>
                  <a:lnTo>
                    <a:pt x="2285913" y="11009"/>
                  </a:lnTo>
                  <a:lnTo>
                    <a:pt x="2287166" y="13547"/>
                  </a:lnTo>
                  <a:lnTo>
                    <a:pt x="2288419" y="16328"/>
                  </a:lnTo>
                  <a:lnTo>
                    <a:pt x="2289673" y="19326"/>
                  </a:lnTo>
                  <a:lnTo>
                    <a:pt x="2290926" y="22444"/>
                  </a:lnTo>
                  <a:lnTo>
                    <a:pt x="2292179" y="25681"/>
                  </a:lnTo>
                  <a:lnTo>
                    <a:pt x="2293432" y="29066"/>
                  </a:lnTo>
                  <a:lnTo>
                    <a:pt x="2294685" y="32587"/>
                  </a:lnTo>
                  <a:lnTo>
                    <a:pt x="2295939" y="36198"/>
                  </a:lnTo>
                  <a:lnTo>
                    <a:pt x="2297192" y="39909"/>
                  </a:lnTo>
                  <a:lnTo>
                    <a:pt x="2298445" y="43737"/>
                  </a:lnTo>
                  <a:lnTo>
                    <a:pt x="2299698" y="47646"/>
                  </a:lnTo>
                  <a:lnTo>
                    <a:pt x="2300952" y="51584"/>
                  </a:lnTo>
                  <a:lnTo>
                    <a:pt x="2302205" y="55513"/>
                  </a:lnTo>
                  <a:lnTo>
                    <a:pt x="2303458" y="59446"/>
                  </a:lnTo>
                  <a:lnTo>
                    <a:pt x="2304711" y="63409"/>
                  </a:lnTo>
                  <a:lnTo>
                    <a:pt x="2305964" y="67389"/>
                  </a:lnTo>
                  <a:lnTo>
                    <a:pt x="2307218" y="71400"/>
                  </a:lnTo>
                  <a:lnTo>
                    <a:pt x="2308471" y="75449"/>
                  </a:lnTo>
                  <a:lnTo>
                    <a:pt x="2309724" y="79600"/>
                  </a:lnTo>
                  <a:lnTo>
                    <a:pt x="2310977" y="83879"/>
                  </a:lnTo>
                  <a:lnTo>
                    <a:pt x="2312231" y="88271"/>
                  </a:lnTo>
                  <a:lnTo>
                    <a:pt x="2313484" y="92782"/>
                  </a:lnTo>
                  <a:lnTo>
                    <a:pt x="2314737" y="97411"/>
                  </a:lnTo>
                  <a:lnTo>
                    <a:pt x="2315990" y="102144"/>
                  </a:lnTo>
                  <a:lnTo>
                    <a:pt x="2317243" y="106917"/>
                  </a:lnTo>
                  <a:lnTo>
                    <a:pt x="2318497" y="111694"/>
                  </a:lnTo>
                  <a:lnTo>
                    <a:pt x="2319750" y="116463"/>
                  </a:lnTo>
                  <a:lnTo>
                    <a:pt x="2321003" y="121260"/>
                  </a:lnTo>
                  <a:lnTo>
                    <a:pt x="2322256" y="126076"/>
                  </a:lnTo>
                  <a:lnTo>
                    <a:pt x="2323509" y="130871"/>
                  </a:lnTo>
                  <a:lnTo>
                    <a:pt x="2324763" y="135614"/>
                  </a:lnTo>
                  <a:lnTo>
                    <a:pt x="2326016" y="140255"/>
                  </a:lnTo>
                  <a:lnTo>
                    <a:pt x="2327269" y="144730"/>
                  </a:lnTo>
                  <a:lnTo>
                    <a:pt x="2328522" y="148920"/>
                  </a:lnTo>
                  <a:lnTo>
                    <a:pt x="2329776" y="152760"/>
                  </a:lnTo>
                  <a:lnTo>
                    <a:pt x="2331029" y="156238"/>
                  </a:lnTo>
                  <a:lnTo>
                    <a:pt x="2332282" y="159364"/>
                  </a:lnTo>
                  <a:lnTo>
                    <a:pt x="2333535" y="162139"/>
                  </a:lnTo>
                  <a:lnTo>
                    <a:pt x="2334788" y="164492"/>
                  </a:lnTo>
                  <a:lnTo>
                    <a:pt x="2336042" y="166402"/>
                  </a:lnTo>
                  <a:lnTo>
                    <a:pt x="2337295" y="167932"/>
                  </a:lnTo>
                  <a:lnTo>
                    <a:pt x="2338548" y="169146"/>
                  </a:lnTo>
                  <a:lnTo>
                    <a:pt x="2339801" y="170079"/>
                  </a:lnTo>
                  <a:lnTo>
                    <a:pt x="2341055" y="170754"/>
                  </a:lnTo>
                  <a:lnTo>
                    <a:pt x="2342308" y="171219"/>
                  </a:lnTo>
                  <a:lnTo>
                    <a:pt x="2343561" y="171492"/>
                  </a:lnTo>
                  <a:lnTo>
                    <a:pt x="2344814" y="171606"/>
                  </a:lnTo>
                  <a:lnTo>
                    <a:pt x="2346067" y="171588"/>
                  </a:lnTo>
                  <a:lnTo>
                    <a:pt x="2347321" y="171504"/>
                  </a:lnTo>
                  <a:lnTo>
                    <a:pt x="2348574" y="171418"/>
                  </a:lnTo>
                  <a:lnTo>
                    <a:pt x="2349827" y="171341"/>
                  </a:lnTo>
                  <a:lnTo>
                    <a:pt x="2351080" y="171258"/>
                  </a:lnTo>
                  <a:lnTo>
                    <a:pt x="2352333" y="171111"/>
                  </a:lnTo>
                  <a:lnTo>
                    <a:pt x="2353587" y="170926"/>
                  </a:lnTo>
                  <a:lnTo>
                    <a:pt x="2354840" y="170727"/>
                  </a:lnTo>
                  <a:lnTo>
                    <a:pt x="2356093" y="170505"/>
                  </a:lnTo>
                  <a:lnTo>
                    <a:pt x="2357346" y="170242"/>
                  </a:lnTo>
                  <a:lnTo>
                    <a:pt x="2358600" y="169989"/>
                  </a:lnTo>
                  <a:lnTo>
                    <a:pt x="2359853" y="169755"/>
                  </a:lnTo>
                  <a:lnTo>
                    <a:pt x="2361106" y="169558"/>
                  </a:lnTo>
                  <a:lnTo>
                    <a:pt x="2362359" y="169405"/>
                  </a:lnTo>
                  <a:lnTo>
                    <a:pt x="2363612" y="169354"/>
                  </a:lnTo>
                  <a:lnTo>
                    <a:pt x="2364866" y="169423"/>
                  </a:lnTo>
                  <a:lnTo>
                    <a:pt x="2366119" y="169608"/>
                  </a:lnTo>
                  <a:lnTo>
                    <a:pt x="2367372" y="169880"/>
                  </a:lnTo>
                  <a:lnTo>
                    <a:pt x="2368625" y="170256"/>
                  </a:lnTo>
                  <a:lnTo>
                    <a:pt x="2369878" y="170734"/>
                  </a:lnTo>
                  <a:lnTo>
                    <a:pt x="2371132" y="171314"/>
                  </a:lnTo>
                  <a:lnTo>
                    <a:pt x="2372385" y="172022"/>
                  </a:lnTo>
                  <a:lnTo>
                    <a:pt x="2373638" y="172827"/>
                  </a:lnTo>
                  <a:lnTo>
                    <a:pt x="2374891" y="173724"/>
                  </a:lnTo>
                  <a:lnTo>
                    <a:pt x="2376145" y="174728"/>
                  </a:lnTo>
                  <a:lnTo>
                    <a:pt x="2377398" y="175842"/>
                  </a:lnTo>
                  <a:lnTo>
                    <a:pt x="2378651" y="177073"/>
                  </a:lnTo>
                  <a:lnTo>
                    <a:pt x="2379904" y="178424"/>
                  </a:lnTo>
                  <a:lnTo>
                    <a:pt x="2381157" y="179932"/>
                  </a:lnTo>
                  <a:lnTo>
                    <a:pt x="2382411" y="181614"/>
                  </a:lnTo>
                  <a:lnTo>
                    <a:pt x="2383664" y="183482"/>
                  </a:lnTo>
                  <a:lnTo>
                    <a:pt x="2384917" y="185504"/>
                  </a:lnTo>
                  <a:lnTo>
                    <a:pt x="2386170" y="187713"/>
                  </a:lnTo>
                  <a:lnTo>
                    <a:pt x="2387424" y="190085"/>
                  </a:lnTo>
                  <a:lnTo>
                    <a:pt x="2388677" y="192634"/>
                  </a:lnTo>
                  <a:lnTo>
                    <a:pt x="2389930" y="195403"/>
                  </a:lnTo>
                  <a:lnTo>
                    <a:pt x="2391183" y="198424"/>
                  </a:lnTo>
                  <a:lnTo>
                    <a:pt x="2392436" y="201789"/>
                  </a:lnTo>
                  <a:lnTo>
                    <a:pt x="2393690" y="205546"/>
                  </a:lnTo>
                  <a:lnTo>
                    <a:pt x="2394943" y="209720"/>
                  </a:lnTo>
                  <a:lnTo>
                    <a:pt x="2396196" y="214259"/>
                  </a:lnTo>
                  <a:lnTo>
                    <a:pt x="2397449" y="219161"/>
                  </a:lnTo>
                  <a:lnTo>
                    <a:pt x="2398702" y="224449"/>
                  </a:lnTo>
                  <a:lnTo>
                    <a:pt x="2399956" y="230043"/>
                  </a:lnTo>
                  <a:lnTo>
                    <a:pt x="2401209" y="235859"/>
                  </a:lnTo>
                  <a:lnTo>
                    <a:pt x="2402462" y="241832"/>
                  </a:lnTo>
                  <a:lnTo>
                    <a:pt x="2403715" y="247950"/>
                  </a:lnTo>
                  <a:lnTo>
                    <a:pt x="2404969" y="254188"/>
                  </a:lnTo>
                  <a:lnTo>
                    <a:pt x="2406222" y="260552"/>
                  </a:lnTo>
                  <a:lnTo>
                    <a:pt x="2407475" y="267005"/>
                  </a:lnTo>
                  <a:lnTo>
                    <a:pt x="2408728" y="273521"/>
                  </a:lnTo>
                  <a:lnTo>
                    <a:pt x="2409981" y="280068"/>
                  </a:lnTo>
                  <a:lnTo>
                    <a:pt x="2411235" y="286552"/>
                  </a:lnTo>
                  <a:lnTo>
                    <a:pt x="2412488" y="292933"/>
                  </a:lnTo>
                  <a:lnTo>
                    <a:pt x="2413741" y="299201"/>
                  </a:lnTo>
                  <a:lnTo>
                    <a:pt x="2414994" y="305352"/>
                  </a:lnTo>
                  <a:lnTo>
                    <a:pt x="2416248" y="311416"/>
                  </a:lnTo>
                  <a:lnTo>
                    <a:pt x="2417501" y="317381"/>
                  </a:lnTo>
                  <a:lnTo>
                    <a:pt x="2418754" y="323277"/>
                  </a:lnTo>
                  <a:lnTo>
                    <a:pt x="2420007" y="329141"/>
                  </a:lnTo>
                  <a:lnTo>
                    <a:pt x="2421260" y="334988"/>
                  </a:lnTo>
                  <a:lnTo>
                    <a:pt x="2422514" y="340801"/>
                  </a:lnTo>
                  <a:lnTo>
                    <a:pt x="2423767" y="346571"/>
                  </a:lnTo>
                  <a:lnTo>
                    <a:pt x="2425020" y="352288"/>
                  </a:lnTo>
                  <a:lnTo>
                    <a:pt x="2426273" y="357945"/>
                  </a:lnTo>
                  <a:lnTo>
                    <a:pt x="2427526" y="363526"/>
                  </a:lnTo>
                  <a:lnTo>
                    <a:pt x="2428780" y="369041"/>
                  </a:lnTo>
                  <a:lnTo>
                    <a:pt x="2430033" y="374521"/>
                  </a:lnTo>
                  <a:lnTo>
                    <a:pt x="2431286" y="379943"/>
                  </a:lnTo>
                  <a:lnTo>
                    <a:pt x="2432539" y="385293"/>
                  </a:lnTo>
                  <a:lnTo>
                    <a:pt x="2433793" y="390586"/>
                  </a:lnTo>
                  <a:lnTo>
                    <a:pt x="2435046" y="395780"/>
                  </a:lnTo>
                  <a:lnTo>
                    <a:pt x="2436299" y="400832"/>
                  </a:lnTo>
                  <a:lnTo>
                    <a:pt x="2437552" y="405724"/>
                  </a:lnTo>
                  <a:lnTo>
                    <a:pt x="2438805" y="410428"/>
                  </a:lnTo>
                  <a:lnTo>
                    <a:pt x="2440059" y="414903"/>
                  </a:lnTo>
                  <a:lnTo>
                    <a:pt x="2441312" y="419114"/>
                  </a:lnTo>
                  <a:lnTo>
                    <a:pt x="2442565" y="423047"/>
                  </a:lnTo>
                  <a:lnTo>
                    <a:pt x="2443818" y="426688"/>
                  </a:lnTo>
                  <a:lnTo>
                    <a:pt x="2445072" y="430022"/>
                  </a:lnTo>
                  <a:lnTo>
                    <a:pt x="2446325" y="433002"/>
                  </a:lnTo>
                  <a:lnTo>
                    <a:pt x="2447578" y="435630"/>
                  </a:lnTo>
                  <a:lnTo>
                    <a:pt x="2448831" y="437886"/>
                  </a:lnTo>
                  <a:lnTo>
                    <a:pt x="2450084" y="439798"/>
                  </a:lnTo>
                  <a:lnTo>
                    <a:pt x="2451338" y="441386"/>
                  </a:lnTo>
                  <a:lnTo>
                    <a:pt x="2452591" y="442653"/>
                  </a:lnTo>
                  <a:lnTo>
                    <a:pt x="2453844" y="443637"/>
                  </a:lnTo>
                  <a:lnTo>
                    <a:pt x="2455097" y="444343"/>
                  </a:lnTo>
                  <a:lnTo>
                    <a:pt x="2456350" y="444720"/>
                  </a:lnTo>
                  <a:lnTo>
                    <a:pt x="2457604" y="444702"/>
                  </a:lnTo>
                  <a:lnTo>
                    <a:pt x="2458857" y="444305"/>
                  </a:lnTo>
                  <a:lnTo>
                    <a:pt x="2460110" y="443554"/>
                  </a:lnTo>
                  <a:lnTo>
                    <a:pt x="2461363" y="442472"/>
                  </a:lnTo>
                  <a:lnTo>
                    <a:pt x="2462617" y="441089"/>
                  </a:lnTo>
                  <a:lnTo>
                    <a:pt x="2463870" y="439469"/>
                  </a:lnTo>
                  <a:lnTo>
                    <a:pt x="2465123" y="437684"/>
                  </a:lnTo>
                  <a:lnTo>
                    <a:pt x="2466376" y="435761"/>
                  </a:lnTo>
                  <a:lnTo>
                    <a:pt x="2467629" y="433680"/>
                  </a:lnTo>
                  <a:lnTo>
                    <a:pt x="2468883" y="431407"/>
                  </a:lnTo>
                  <a:lnTo>
                    <a:pt x="2470136" y="428955"/>
                  </a:lnTo>
                  <a:lnTo>
                    <a:pt x="2471389" y="426353"/>
                  </a:lnTo>
                  <a:lnTo>
                    <a:pt x="2472642" y="423586"/>
                  </a:lnTo>
                  <a:lnTo>
                    <a:pt x="2473896" y="420682"/>
                  </a:lnTo>
                  <a:lnTo>
                    <a:pt x="2475149" y="417712"/>
                  </a:lnTo>
                  <a:lnTo>
                    <a:pt x="2476402" y="414750"/>
                  </a:lnTo>
                  <a:lnTo>
                    <a:pt x="2477655" y="411883"/>
                  </a:lnTo>
                  <a:lnTo>
                    <a:pt x="2478908" y="409207"/>
                  </a:lnTo>
                  <a:lnTo>
                    <a:pt x="2480162" y="406792"/>
                  </a:lnTo>
                  <a:lnTo>
                    <a:pt x="2481415" y="404684"/>
                  </a:lnTo>
                  <a:lnTo>
                    <a:pt x="2482668" y="402877"/>
                  </a:lnTo>
                  <a:lnTo>
                    <a:pt x="2483921" y="401357"/>
                  </a:lnTo>
                  <a:lnTo>
                    <a:pt x="2485174" y="400136"/>
                  </a:lnTo>
                  <a:lnTo>
                    <a:pt x="2486428" y="399239"/>
                  </a:lnTo>
                  <a:lnTo>
                    <a:pt x="2487681" y="398690"/>
                  </a:lnTo>
                  <a:lnTo>
                    <a:pt x="2488934" y="398489"/>
                  </a:lnTo>
                  <a:lnTo>
                    <a:pt x="2490187" y="398662"/>
                  </a:lnTo>
                  <a:lnTo>
                    <a:pt x="2491441" y="399241"/>
                  </a:lnTo>
                  <a:lnTo>
                    <a:pt x="2492694" y="400178"/>
                  </a:lnTo>
                  <a:lnTo>
                    <a:pt x="2493947" y="401444"/>
                  </a:lnTo>
                  <a:lnTo>
                    <a:pt x="2495200" y="403031"/>
                  </a:lnTo>
                  <a:lnTo>
                    <a:pt x="2496453" y="404881"/>
                  </a:lnTo>
                  <a:lnTo>
                    <a:pt x="2497707" y="406991"/>
                  </a:lnTo>
                  <a:lnTo>
                    <a:pt x="2498960" y="409390"/>
                  </a:lnTo>
                  <a:lnTo>
                    <a:pt x="2500213" y="412053"/>
                  </a:lnTo>
                  <a:lnTo>
                    <a:pt x="2501466" y="414967"/>
                  </a:lnTo>
                  <a:lnTo>
                    <a:pt x="2502720" y="418146"/>
                  </a:lnTo>
                  <a:lnTo>
                    <a:pt x="2503973" y="421616"/>
                  </a:lnTo>
                  <a:lnTo>
                    <a:pt x="2505226" y="425399"/>
                  </a:lnTo>
                  <a:lnTo>
                    <a:pt x="2506479" y="429482"/>
                  </a:lnTo>
                  <a:lnTo>
                    <a:pt x="2507732" y="433867"/>
                  </a:lnTo>
                  <a:lnTo>
                    <a:pt x="2508986" y="438568"/>
                  </a:lnTo>
                  <a:lnTo>
                    <a:pt x="2510239" y="443588"/>
                  </a:lnTo>
                  <a:lnTo>
                    <a:pt x="2511492" y="448943"/>
                  </a:lnTo>
                  <a:lnTo>
                    <a:pt x="2512745" y="454634"/>
                  </a:lnTo>
                  <a:lnTo>
                    <a:pt x="2513998" y="460632"/>
                  </a:lnTo>
                  <a:lnTo>
                    <a:pt x="2515252" y="466921"/>
                  </a:lnTo>
                  <a:lnTo>
                    <a:pt x="2516505" y="473449"/>
                  </a:lnTo>
                  <a:lnTo>
                    <a:pt x="2517758" y="480126"/>
                  </a:lnTo>
                  <a:lnTo>
                    <a:pt x="2519011" y="486956"/>
                  </a:lnTo>
                  <a:lnTo>
                    <a:pt x="2520265" y="493991"/>
                  </a:lnTo>
                  <a:lnTo>
                    <a:pt x="2521518" y="501246"/>
                  </a:lnTo>
                  <a:lnTo>
                    <a:pt x="2522771" y="508681"/>
                  </a:lnTo>
                  <a:lnTo>
                    <a:pt x="2524024" y="516311"/>
                  </a:lnTo>
                  <a:lnTo>
                    <a:pt x="2525277" y="524160"/>
                  </a:lnTo>
                  <a:lnTo>
                    <a:pt x="2526531" y="532215"/>
                  </a:lnTo>
                  <a:lnTo>
                    <a:pt x="2527784" y="540436"/>
                  </a:lnTo>
                  <a:lnTo>
                    <a:pt x="2529037" y="548773"/>
                  </a:lnTo>
                  <a:lnTo>
                    <a:pt x="2530290" y="557232"/>
                  </a:lnTo>
                  <a:lnTo>
                    <a:pt x="2531543" y="565817"/>
                  </a:lnTo>
                  <a:lnTo>
                    <a:pt x="2532797" y="574550"/>
                  </a:lnTo>
                  <a:lnTo>
                    <a:pt x="2534050" y="583430"/>
                  </a:lnTo>
                  <a:lnTo>
                    <a:pt x="2535303" y="592490"/>
                  </a:lnTo>
                  <a:lnTo>
                    <a:pt x="2536556" y="601771"/>
                  </a:lnTo>
                  <a:lnTo>
                    <a:pt x="2537810" y="611221"/>
                  </a:lnTo>
                  <a:lnTo>
                    <a:pt x="2539063" y="620784"/>
                  </a:lnTo>
                  <a:lnTo>
                    <a:pt x="2540316" y="630405"/>
                  </a:lnTo>
                  <a:lnTo>
                    <a:pt x="2541569" y="640018"/>
                  </a:lnTo>
                  <a:lnTo>
                    <a:pt x="2542822" y="649462"/>
                  </a:lnTo>
                  <a:lnTo>
                    <a:pt x="2544076" y="658633"/>
                  </a:lnTo>
                  <a:lnTo>
                    <a:pt x="2545329" y="667499"/>
                  </a:lnTo>
                  <a:lnTo>
                    <a:pt x="2546582" y="676021"/>
                  </a:lnTo>
                  <a:lnTo>
                    <a:pt x="2547835" y="684189"/>
                  </a:lnTo>
                  <a:lnTo>
                    <a:pt x="2549089" y="691938"/>
                  </a:lnTo>
                  <a:lnTo>
                    <a:pt x="2550342" y="699227"/>
                  </a:lnTo>
                  <a:lnTo>
                    <a:pt x="2551595" y="706033"/>
                  </a:lnTo>
                  <a:lnTo>
                    <a:pt x="2552848" y="712316"/>
                  </a:lnTo>
                  <a:lnTo>
                    <a:pt x="2554101" y="717988"/>
                  </a:lnTo>
                  <a:lnTo>
                    <a:pt x="2555355" y="723066"/>
                  </a:lnTo>
                  <a:lnTo>
                    <a:pt x="2556608" y="727654"/>
                  </a:lnTo>
                  <a:lnTo>
                    <a:pt x="2557861" y="731823"/>
                  </a:lnTo>
                  <a:lnTo>
                    <a:pt x="2559114" y="735656"/>
                  </a:lnTo>
                  <a:lnTo>
                    <a:pt x="2560367" y="739173"/>
                  </a:lnTo>
                  <a:lnTo>
                    <a:pt x="2561621" y="742380"/>
                  </a:lnTo>
                  <a:lnTo>
                    <a:pt x="2562874" y="745300"/>
                  </a:lnTo>
                  <a:lnTo>
                    <a:pt x="2564127" y="747971"/>
                  </a:lnTo>
                  <a:lnTo>
                    <a:pt x="2565380" y="750396"/>
                  </a:lnTo>
                  <a:lnTo>
                    <a:pt x="2566634" y="752571"/>
                  </a:lnTo>
                  <a:lnTo>
                    <a:pt x="2567887" y="754484"/>
                  </a:lnTo>
                  <a:lnTo>
                    <a:pt x="2569140" y="756158"/>
                  </a:lnTo>
                  <a:lnTo>
                    <a:pt x="2570393" y="757621"/>
                  </a:lnTo>
                  <a:lnTo>
                    <a:pt x="2571646" y="758871"/>
                  </a:lnTo>
                  <a:lnTo>
                    <a:pt x="2572900" y="759924"/>
                  </a:lnTo>
                  <a:lnTo>
                    <a:pt x="2574153" y="760780"/>
                  </a:lnTo>
                  <a:lnTo>
                    <a:pt x="2575406" y="761408"/>
                  </a:lnTo>
                  <a:lnTo>
                    <a:pt x="2576659" y="761815"/>
                  </a:lnTo>
                  <a:lnTo>
                    <a:pt x="2577913" y="761999"/>
                  </a:lnTo>
                  <a:lnTo>
                    <a:pt x="2579166" y="762003"/>
                  </a:lnTo>
                  <a:lnTo>
                    <a:pt x="2580419" y="761870"/>
                  </a:lnTo>
                  <a:lnTo>
                    <a:pt x="2581672" y="761609"/>
                  </a:lnTo>
                  <a:lnTo>
                    <a:pt x="2582925" y="761219"/>
                  </a:lnTo>
                  <a:lnTo>
                    <a:pt x="2584179" y="760685"/>
                  </a:lnTo>
                  <a:lnTo>
                    <a:pt x="2585432" y="760022"/>
                  </a:lnTo>
                  <a:lnTo>
                    <a:pt x="2586685" y="759221"/>
                  </a:lnTo>
                  <a:lnTo>
                    <a:pt x="2587938" y="758242"/>
                  </a:lnTo>
                  <a:lnTo>
                    <a:pt x="2589191" y="757033"/>
                  </a:lnTo>
                  <a:lnTo>
                    <a:pt x="2590445" y="755575"/>
                  </a:lnTo>
                  <a:lnTo>
                    <a:pt x="2591698" y="753875"/>
                  </a:lnTo>
                  <a:lnTo>
                    <a:pt x="2592951" y="751930"/>
                  </a:lnTo>
                  <a:lnTo>
                    <a:pt x="2594204" y="749741"/>
                  </a:lnTo>
                  <a:lnTo>
                    <a:pt x="2595458" y="747313"/>
                  </a:lnTo>
                  <a:lnTo>
                    <a:pt x="2596711" y="744630"/>
                  </a:lnTo>
                  <a:lnTo>
                    <a:pt x="2597964" y="741625"/>
                  </a:lnTo>
                  <a:lnTo>
                    <a:pt x="2599217" y="738237"/>
                  </a:lnTo>
                  <a:lnTo>
                    <a:pt x="2600470" y="734473"/>
                  </a:lnTo>
                  <a:lnTo>
                    <a:pt x="2601724" y="730357"/>
                  </a:lnTo>
                  <a:lnTo>
                    <a:pt x="2602977" y="725912"/>
                  </a:lnTo>
                  <a:lnTo>
                    <a:pt x="2604230" y="721138"/>
                  </a:lnTo>
                  <a:lnTo>
                    <a:pt x="2605483" y="716138"/>
                  </a:lnTo>
                  <a:lnTo>
                    <a:pt x="2606737" y="711055"/>
                  </a:lnTo>
                  <a:lnTo>
                    <a:pt x="2607990" y="705986"/>
                  </a:lnTo>
                  <a:lnTo>
                    <a:pt x="2609243" y="701004"/>
                  </a:lnTo>
                  <a:lnTo>
                    <a:pt x="2610496" y="696143"/>
                  </a:lnTo>
                  <a:lnTo>
                    <a:pt x="2611749" y="691439"/>
                  </a:lnTo>
                  <a:lnTo>
                    <a:pt x="2613003" y="686917"/>
                  </a:lnTo>
                  <a:lnTo>
                    <a:pt x="2614256" y="682582"/>
                  </a:lnTo>
                  <a:lnTo>
                    <a:pt x="2615509" y="678460"/>
                  </a:lnTo>
                  <a:lnTo>
                    <a:pt x="2616762" y="674617"/>
                  </a:lnTo>
                  <a:lnTo>
                    <a:pt x="2618015" y="671108"/>
                  </a:lnTo>
                  <a:lnTo>
                    <a:pt x="2619269" y="667851"/>
                  </a:lnTo>
                  <a:lnTo>
                    <a:pt x="2620522" y="664798"/>
                  </a:lnTo>
                  <a:lnTo>
                    <a:pt x="2621775" y="661879"/>
                  </a:lnTo>
                  <a:lnTo>
                    <a:pt x="2623028" y="659082"/>
                  </a:lnTo>
                  <a:lnTo>
                    <a:pt x="2624282" y="656389"/>
                  </a:lnTo>
                  <a:lnTo>
                    <a:pt x="2625535" y="653804"/>
                  </a:lnTo>
                  <a:lnTo>
                    <a:pt x="2626788" y="651321"/>
                  </a:lnTo>
                  <a:lnTo>
                    <a:pt x="2628041" y="648975"/>
                  </a:lnTo>
                  <a:lnTo>
                    <a:pt x="2629294" y="646824"/>
                  </a:lnTo>
                  <a:lnTo>
                    <a:pt x="2630548" y="644917"/>
                  </a:lnTo>
                  <a:lnTo>
                    <a:pt x="2631801" y="643273"/>
                  </a:lnTo>
                  <a:lnTo>
                    <a:pt x="2633054" y="641864"/>
                  </a:lnTo>
                  <a:lnTo>
                    <a:pt x="2634307" y="640663"/>
                  </a:lnTo>
                  <a:lnTo>
                    <a:pt x="2635561" y="639677"/>
                  </a:lnTo>
                  <a:lnTo>
                    <a:pt x="2636814" y="638895"/>
                  </a:lnTo>
                  <a:lnTo>
                    <a:pt x="2638067" y="638349"/>
                  </a:lnTo>
                  <a:lnTo>
                    <a:pt x="2639320" y="638046"/>
                  </a:lnTo>
                  <a:lnTo>
                    <a:pt x="2640573" y="637979"/>
                  </a:lnTo>
                  <a:lnTo>
                    <a:pt x="2641827" y="638154"/>
                  </a:lnTo>
                  <a:lnTo>
                    <a:pt x="2643080" y="638570"/>
                  </a:lnTo>
                  <a:lnTo>
                    <a:pt x="2644333" y="639198"/>
                  </a:lnTo>
                  <a:lnTo>
                    <a:pt x="2645586" y="640019"/>
                  </a:lnTo>
                  <a:lnTo>
                    <a:pt x="2646839" y="640988"/>
                  </a:lnTo>
                  <a:lnTo>
                    <a:pt x="2648093" y="642076"/>
                  </a:lnTo>
                  <a:lnTo>
                    <a:pt x="2649346" y="643250"/>
                  </a:lnTo>
                  <a:lnTo>
                    <a:pt x="2650599" y="644520"/>
                  </a:lnTo>
                  <a:lnTo>
                    <a:pt x="2651852" y="645912"/>
                  </a:lnTo>
                  <a:lnTo>
                    <a:pt x="2653106" y="647448"/>
                  </a:lnTo>
                  <a:lnTo>
                    <a:pt x="2654359" y="649136"/>
                  </a:lnTo>
                  <a:lnTo>
                    <a:pt x="2655612" y="651004"/>
                  </a:lnTo>
                  <a:lnTo>
                    <a:pt x="2656865" y="653081"/>
                  </a:lnTo>
                  <a:lnTo>
                    <a:pt x="2658118" y="655375"/>
                  </a:lnTo>
                  <a:lnTo>
                    <a:pt x="2659372" y="657860"/>
                  </a:lnTo>
                  <a:lnTo>
                    <a:pt x="2660625" y="660548"/>
                  </a:lnTo>
                  <a:lnTo>
                    <a:pt x="2661878" y="663484"/>
                  </a:lnTo>
                  <a:lnTo>
                    <a:pt x="2663131" y="666724"/>
                  </a:lnTo>
                  <a:lnTo>
                    <a:pt x="2664385" y="670289"/>
                  </a:lnTo>
                  <a:lnTo>
                    <a:pt x="2665638" y="674182"/>
                  </a:lnTo>
                  <a:lnTo>
                    <a:pt x="2666891" y="678416"/>
                  </a:lnTo>
                  <a:lnTo>
                    <a:pt x="2668144" y="682965"/>
                  </a:lnTo>
                  <a:lnTo>
                    <a:pt x="2669397" y="687773"/>
                  </a:lnTo>
                  <a:lnTo>
                    <a:pt x="2670651" y="692765"/>
                  </a:lnTo>
                  <a:lnTo>
                    <a:pt x="2671904" y="697839"/>
                  </a:lnTo>
                  <a:lnTo>
                    <a:pt x="2673157" y="702909"/>
                  </a:lnTo>
                  <a:lnTo>
                    <a:pt x="2674410" y="707992"/>
                  </a:lnTo>
                  <a:lnTo>
                    <a:pt x="2675663" y="713068"/>
                  </a:lnTo>
                  <a:lnTo>
                    <a:pt x="2676917" y="718187"/>
                  </a:lnTo>
                  <a:lnTo>
                    <a:pt x="2678170" y="723348"/>
                  </a:lnTo>
                  <a:lnTo>
                    <a:pt x="2679423" y="728555"/>
                  </a:lnTo>
                  <a:lnTo>
                    <a:pt x="2680676" y="733764"/>
                  </a:lnTo>
                  <a:lnTo>
                    <a:pt x="2681930" y="738945"/>
                  </a:lnTo>
                  <a:lnTo>
                    <a:pt x="2683183" y="744094"/>
                  </a:lnTo>
                  <a:lnTo>
                    <a:pt x="2684436" y="749141"/>
                  </a:lnTo>
                  <a:lnTo>
                    <a:pt x="2685689" y="754081"/>
                  </a:lnTo>
                  <a:lnTo>
                    <a:pt x="2686942" y="758942"/>
                  </a:lnTo>
                  <a:lnTo>
                    <a:pt x="2688196" y="763779"/>
                  </a:lnTo>
                  <a:lnTo>
                    <a:pt x="2689449" y="768580"/>
                  </a:lnTo>
                  <a:lnTo>
                    <a:pt x="2690702" y="773326"/>
                  </a:lnTo>
                  <a:lnTo>
                    <a:pt x="2691955" y="777972"/>
                  </a:lnTo>
                  <a:lnTo>
                    <a:pt x="2693208" y="782456"/>
                  </a:lnTo>
                  <a:lnTo>
                    <a:pt x="2694462" y="786733"/>
                  </a:lnTo>
                  <a:lnTo>
                    <a:pt x="2695715" y="790773"/>
                  </a:lnTo>
                  <a:lnTo>
                    <a:pt x="2696968" y="794614"/>
                  </a:lnTo>
                  <a:lnTo>
                    <a:pt x="2698221" y="798275"/>
                  </a:lnTo>
                  <a:lnTo>
                    <a:pt x="2699475" y="801758"/>
                  </a:lnTo>
                  <a:lnTo>
                    <a:pt x="2700728" y="805059"/>
                  </a:lnTo>
                  <a:lnTo>
                    <a:pt x="2701981" y="808188"/>
                  </a:lnTo>
                  <a:lnTo>
                    <a:pt x="2703234" y="811219"/>
                  </a:lnTo>
                  <a:lnTo>
                    <a:pt x="2704487" y="814179"/>
                  </a:lnTo>
                  <a:lnTo>
                    <a:pt x="2705741" y="817036"/>
                  </a:lnTo>
                  <a:lnTo>
                    <a:pt x="2706994" y="819792"/>
                  </a:lnTo>
                  <a:lnTo>
                    <a:pt x="2708247" y="822520"/>
                  </a:lnTo>
                  <a:lnTo>
                    <a:pt x="2709500" y="825309"/>
                  </a:lnTo>
                  <a:lnTo>
                    <a:pt x="2710754" y="828227"/>
                  </a:lnTo>
                  <a:lnTo>
                    <a:pt x="2712007" y="831310"/>
                  </a:lnTo>
                  <a:lnTo>
                    <a:pt x="2713260" y="834586"/>
                  </a:lnTo>
                  <a:lnTo>
                    <a:pt x="2714513" y="838095"/>
                  </a:lnTo>
                  <a:lnTo>
                    <a:pt x="2715766" y="841858"/>
                  </a:lnTo>
                  <a:lnTo>
                    <a:pt x="2717020" y="845906"/>
                  </a:lnTo>
                  <a:lnTo>
                    <a:pt x="2718273" y="850266"/>
                  </a:lnTo>
                  <a:lnTo>
                    <a:pt x="2719526" y="854917"/>
                  </a:lnTo>
                  <a:lnTo>
                    <a:pt x="2720779" y="859792"/>
                  </a:lnTo>
                  <a:lnTo>
                    <a:pt x="2722032" y="864880"/>
                  </a:lnTo>
                  <a:lnTo>
                    <a:pt x="2723286" y="870207"/>
                  </a:lnTo>
                  <a:lnTo>
                    <a:pt x="2724539" y="875785"/>
                  </a:lnTo>
                  <a:lnTo>
                    <a:pt x="2725792" y="881578"/>
                  </a:lnTo>
                  <a:lnTo>
                    <a:pt x="2727045" y="887511"/>
                  </a:lnTo>
                  <a:lnTo>
                    <a:pt x="2728299" y="893499"/>
                  </a:lnTo>
                  <a:lnTo>
                    <a:pt x="2729552" y="899461"/>
                  </a:lnTo>
                  <a:lnTo>
                    <a:pt x="2730805" y="905389"/>
                  </a:lnTo>
                  <a:lnTo>
                    <a:pt x="2732058" y="911239"/>
                  </a:lnTo>
                  <a:lnTo>
                    <a:pt x="2733311" y="916948"/>
                  </a:lnTo>
                  <a:lnTo>
                    <a:pt x="2734565" y="922557"/>
                  </a:lnTo>
                  <a:lnTo>
                    <a:pt x="2735818" y="928123"/>
                  </a:lnTo>
                  <a:lnTo>
                    <a:pt x="2737071" y="933620"/>
                  </a:lnTo>
                  <a:lnTo>
                    <a:pt x="2738324" y="939025"/>
                  </a:lnTo>
                  <a:lnTo>
                    <a:pt x="2739578" y="944323"/>
                  </a:lnTo>
                  <a:lnTo>
                    <a:pt x="2740831" y="949497"/>
                  </a:lnTo>
                  <a:lnTo>
                    <a:pt x="2742084" y="954526"/>
                  </a:lnTo>
                  <a:lnTo>
                    <a:pt x="2743337" y="959398"/>
                  </a:lnTo>
                  <a:lnTo>
                    <a:pt x="2744590" y="964161"/>
                  </a:lnTo>
                  <a:lnTo>
                    <a:pt x="2745844" y="968856"/>
                  </a:lnTo>
                  <a:lnTo>
                    <a:pt x="2747097" y="973614"/>
                  </a:lnTo>
                  <a:lnTo>
                    <a:pt x="2748350" y="978556"/>
                  </a:lnTo>
                  <a:lnTo>
                    <a:pt x="2749603" y="983696"/>
                  </a:lnTo>
                  <a:lnTo>
                    <a:pt x="2750856" y="988973"/>
                  </a:lnTo>
                  <a:lnTo>
                    <a:pt x="2752110" y="994387"/>
                  </a:lnTo>
                  <a:lnTo>
                    <a:pt x="2753363" y="999936"/>
                  </a:lnTo>
                  <a:lnTo>
                    <a:pt x="2754616" y="1005629"/>
                  </a:lnTo>
                  <a:lnTo>
                    <a:pt x="2755869" y="1011532"/>
                  </a:lnTo>
                  <a:lnTo>
                    <a:pt x="2757123" y="1017708"/>
                  </a:lnTo>
                  <a:lnTo>
                    <a:pt x="2758376" y="1024201"/>
                  </a:lnTo>
                  <a:lnTo>
                    <a:pt x="2759629" y="1031038"/>
                  </a:lnTo>
                  <a:lnTo>
                    <a:pt x="2760882" y="1038193"/>
                  </a:lnTo>
                  <a:lnTo>
                    <a:pt x="2762135" y="1045688"/>
                  </a:lnTo>
                  <a:lnTo>
                    <a:pt x="2763389" y="1053525"/>
                  </a:lnTo>
                  <a:lnTo>
                    <a:pt x="2764642" y="1061694"/>
                  </a:lnTo>
                  <a:lnTo>
                    <a:pt x="2765895" y="1070115"/>
                  </a:lnTo>
                  <a:lnTo>
                    <a:pt x="2767148" y="1078708"/>
                  </a:lnTo>
                  <a:lnTo>
                    <a:pt x="2768402" y="1087465"/>
                  </a:lnTo>
                  <a:lnTo>
                    <a:pt x="2769655" y="1096434"/>
                  </a:lnTo>
                  <a:lnTo>
                    <a:pt x="2770908" y="1105577"/>
                  </a:lnTo>
                  <a:lnTo>
                    <a:pt x="2772161" y="1114837"/>
                  </a:lnTo>
                  <a:lnTo>
                    <a:pt x="2773414" y="1124158"/>
                  </a:lnTo>
                  <a:lnTo>
                    <a:pt x="2774668" y="1133517"/>
                  </a:lnTo>
                  <a:lnTo>
                    <a:pt x="2775921" y="1142886"/>
                  </a:lnTo>
                  <a:lnTo>
                    <a:pt x="2777174" y="1152229"/>
                  </a:lnTo>
                  <a:lnTo>
                    <a:pt x="2778427" y="1161483"/>
                  </a:lnTo>
                  <a:lnTo>
                    <a:pt x="2779680" y="1170591"/>
                  </a:lnTo>
                  <a:lnTo>
                    <a:pt x="2780934" y="1179470"/>
                  </a:lnTo>
                  <a:lnTo>
                    <a:pt x="2782187" y="1188086"/>
                  </a:lnTo>
                  <a:lnTo>
                    <a:pt x="2783440" y="1196421"/>
                  </a:lnTo>
                  <a:lnTo>
                    <a:pt x="2784693" y="1204528"/>
                  </a:lnTo>
                  <a:lnTo>
                    <a:pt x="2785947" y="1212340"/>
                  </a:lnTo>
                  <a:lnTo>
                    <a:pt x="2787200" y="1219836"/>
                  </a:lnTo>
                  <a:lnTo>
                    <a:pt x="2788453" y="1226979"/>
                  </a:lnTo>
                  <a:lnTo>
                    <a:pt x="2789706" y="1233803"/>
                  </a:lnTo>
                  <a:lnTo>
                    <a:pt x="2790959" y="1240377"/>
                  </a:lnTo>
                  <a:lnTo>
                    <a:pt x="2792213" y="1246763"/>
                  </a:lnTo>
                  <a:lnTo>
                    <a:pt x="2793466" y="1253013"/>
                  </a:lnTo>
                  <a:lnTo>
                    <a:pt x="2794719" y="1259110"/>
                  </a:lnTo>
                  <a:lnTo>
                    <a:pt x="2795972" y="1265099"/>
                  </a:lnTo>
                  <a:lnTo>
                    <a:pt x="2797226" y="1271006"/>
                  </a:lnTo>
                  <a:lnTo>
                    <a:pt x="2798479" y="1276806"/>
                  </a:lnTo>
                  <a:lnTo>
                    <a:pt x="2799732" y="1282513"/>
                  </a:lnTo>
                  <a:lnTo>
                    <a:pt x="2800985" y="1288193"/>
                  </a:lnTo>
                  <a:lnTo>
                    <a:pt x="2802238" y="1293844"/>
                  </a:lnTo>
                  <a:lnTo>
                    <a:pt x="2803492" y="1299445"/>
                  </a:lnTo>
                  <a:lnTo>
                    <a:pt x="2804745" y="1305038"/>
                  </a:lnTo>
                  <a:lnTo>
                    <a:pt x="2805998" y="1310648"/>
                  </a:lnTo>
                  <a:lnTo>
                    <a:pt x="2807251" y="1316275"/>
                  </a:lnTo>
                  <a:lnTo>
                    <a:pt x="2808504" y="1321878"/>
                  </a:lnTo>
                  <a:lnTo>
                    <a:pt x="2809758" y="1327424"/>
                  </a:lnTo>
                  <a:lnTo>
                    <a:pt x="2811011" y="1332787"/>
                  </a:lnTo>
                  <a:lnTo>
                    <a:pt x="2812264" y="1337904"/>
                  </a:lnTo>
                  <a:lnTo>
                    <a:pt x="2813517" y="1342752"/>
                  </a:lnTo>
                  <a:lnTo>
                    <a:pt x="2814771" y="1347313"/>
                  </a:lnTo>
                  <a:lnTo>
                    <a:pt x="2816024" y="1351576"/>
                  </a:lnTo>
                  <a:lnTo>
                    <a:pt x="2817277" y="1355548"/>
                  </a:lnTo>
                  <a:lnTo>
                    <a:pt x="2818530" y="1359187"/>
                  </a:lnTo>
                  <a:lnTo>
                    <a:pt x="2819783" y="1362410"/>
                  </a:lnTo>
                  <a:lnTo>
                    <a:pt x="2821037" y="1365193"/>
                  </a:lnTo>
                  <a:lnTo>
                    <a:pt x="2822290" y="1367545"/>
                  </a:lnTo>
                  <a:lnTo>
                    <a:pt x="2823543" y="1369453"/>
                  </a:lnTo>
                  <a:lnTo>
                    <a:pt x="2824796" y="1370881"/>
                  </a:lnTo>
                  <a:lnTo>
                    <a:pt x="2826050" y="1371815"/>
                  </a:lnTo>
                  <a:lnTo>
                    <a:pt x="2827303" y="1372260"/>
                  </a:lnTo>
                  <a:lnTo>
                    <a:pt x="2828556" y="1372224"/>
                  </a:lnTo>
                  <a:lnTo>
                    <a:pt x="2829809" y="1371765"/>
                  </a:lnTo>
                  <a:lnTo>
                    <a:pt x="2831062" y="1370905"/>
                  </a:lnTo>
                  <a:lnTo>
                    <a:pt x="2832316" y="1369691"/>
                  </a:lnTo>
                  <a:lnTo>
                    <a:pt x="2833569" y="1368163"/>
                  </a:lnTo>
                  <a:lnTo>
                    <a:pt x="2834822" y="1366334"/>
                  </a:lnTo>
                  <a:lnTo>
                    <a:pt x="2836075" y="1364221"/>
                  </a:lnTo>
                  <a:lnTo>
                    <a:pt x="2837328" y="1361834"/>
                  </a:lnTo>
                  <a:lnTo>
                    <a:pt x="2838582" y="1359171"/>
                  </a:lnTo>
                  <a:lnTo>
                    <a:pt x="2839835" y="1356222"/>
                  </a:lnTo>
                  <a:lnTo>
                    <a:pt x="2841088" y="1353011"/>
                  </a:lnTo>
                  <a:lnTo>
                    <a:pt x="2842341" y="1349576"/>
                  </a:lnTo>
                  <a:lnTo>
                    <a:pt x="2843595" y="1345991"/>
                  </a:lnTo>
                  <a:lnTo>
                    <a:pt x="2844848" y="1342301"/>
                  </a:lnTo>
                  <a:lnTo>
                    <a:pt x="2846101" y="1338570"/>
                  </a:lnTo>
                  <a:lnTo>
                    <a:pt x="2847354" y="1334759"/>
                  </a:lnTo>
                  <a:lnTo>
                    <a:pt x="2848607" y="1330909"/>
                  </a:lnTo>
                  <a:lnTo>
                    <a:pt x="2849861" y="1327063"/>
                  </a:lnTo>
                  <a:lnTo>
                    <a:pt x="2851114" y="1323170"/>
                  </a:lnTo>
                  <a:lnTo>
                    <a:pt x="2852367" y="1319245"/>
                  </a:lnTo>
                  <a:lnTo>
                    <a:pt x="2853620" y="1315283"/>
                  </a:lnTo>
                  <a:lnTo>
                    <a:pt x="2854873" y="1311257"/>
                  </a:lnTo>
                  <a:lnTo>
                    <a:pt x="2856127" y="1307108"/>
                  </a:lnTo>
                  <a:lnTo>
                    <a:pt x="2857380" y="1302845"/>
                  </a:lnTo>
                  <a:lnTo>
                    <a:pt x="2858633" y="1298499"/>
                  </a:lnTo>
                  <a:lnTo>
                    <a:pt x="2859886" y="1294067"/>
                  </a:lnTo>
                  <a:lnTo>
                    <a:pt x="2861140" y="1289551"/>
                  </a:lnTo>
                  <a:lnTo>
                    <a:pt x="2862393" y="1284938"/>
                  </a:lnTo>
                  <a:lnTo>
                    <a:pt x="2863646" y="1280184"/>
                  </a:lnTo>
                  <a:lnTo>
                    <a:pt x="2864899" y="1275233"/>
                  </a:lnTo>
                  <a:lnTo>
                    <a:pt x="2866152" y="1270148"/>
                  </a:lnTo>
                  <a:lnTo>
                    <a:pt x="2867406" y="1264905"/>
                  </a:lnTo>
                  <a:lnTo>
                    <a:pt x="2868659" y="1259463"/>
                  </a:lnTo>
                  <a:lnTo>
                    <a:pt x="2869912" y="1253833"/>
                  </a:lnTo>
                  <a:lnTo>
                    <a:pt x="2871165" y="1248017"/>
                  </a:lnTo>
                  <a:lnTo>
                    <a:pt x="2872419" y="1242014"/>
                  </a:lnTo>
                  <a:lnTo>
                    <a:pt x="2873672" y="1235831"/>
                  </a:lnTo>
                  <a:lnTo>
                    <a:pt x="2874925" y="1229526"/>
                  </a:lnTo>
                  <a:lnTo>
                    <a:pt x="2876178" y="1223161"/>
                  </a:lnTo>
                  <a:lnTo>
                    <a:pt x="2877431" y="1216793"/>
                  </a:lnTo>
                  <a:lnTo>
                    <a:pt x="2878685" y="1210462"/>
                  </a:lnTo>
                  <a:lnTo>
                    <a:pt x="2879938" y="1204174"/>
                  </a:lnTo>
                  <a:lnTo>
                    <a:pt x="2881191" y="1197951"/>
                  </a:lnTo>
                  <a:lnTo>
                    <a:pt x="2882444" y="1191865"/>
                  </a:lnTo>
                  <a:lnTo>
                    <a:pt x="2883697" y="1185974"/>
                  </a:lnTo>
                  <a:lnTo>
                    <a:pt x="2884951" y="1180223"/>
                  </a:lnTo>
                  <a:lnTo>
                    <a:pt x="2886204" y="1174605"/>
                  </a:lnTo>
                  <a:lnTo>
                    <a:pt x="2887457" y="1169166"/>
                  </a:lnTo>
                  <a:lnTo>
                    <a:pt x="2888710" y="1163978"/>
                  </a:lnTo>
                  <a:lnTo>
                    <a:pt x="2889964" y="1159043"/>
                  </a:lnTo>
                  <a:lnTo>
                    <a:pt x="2891217" y="1154361"/>
                  </a:lnTo>
                  <a:lnTo>
                    <a:pt x="2892470" y="1149987"/>
                  </a:lnTo>
                  <a:lnTo>
                    <a:pt x="2893723" y="1145934"/>
                  </a:lnTo>
                  <a:lnTo>
                    <a:pt x="2894976" y="1142141"/>
                  </a:lnTo>
                  <a:lnTo>
                    <a:pt x="2896230" y="1138499"/>
                  </a:lnTo>
                  <a:lnTo>
                    <a:pt x="2897483" y="1134948"/>
                  </a:lnTo>
                  <a:lnTo>
                    <a:pt x="2898736" y="1131489"/>
                  </a:lnTo>
                  <a:lnTo>
                    <a:pt x="2899989" y="1128121"/>
                  </a:lnTo>
                  <a:lnTo>
                    <a:pt x="2901243" y="1124845"/>
                  </a:lnTo>
                  <a:lnTo>
                    <a:pt x="2902496" y="1121679"/>
                  </a:lnTo>
                  <a:lnTo>
                    <a:pt x="2903749" y="1118655"/>
                  </a:lnTo>
                  <a:lnTo>
                    <a:pt x="2905002" y="1115774"/>
                  </a:lnTo>
                  <a:lnTo>
                    <a:pt x="2906255" y="1112999"/>
                  </a:lnTo>
                  <a:lnTo>
                    <a:pt x="2907509" y="1110298"/>
                  </a:lnTo>
                  <a:lnTo>
                    <a:pt x="2908762" y="1107668"/>
                  </a:lnTo>
                  <a:lnTo>
                    <a:pt x="2910015" y="1105113"/>
                  </a:lnTo>
                  <a:lnTo>
                    <a:pt x="2911268" y="1102694"/>
                  </a:lnTo>
                  <a:lnTo>
                    <a:pt x="2912521" y="1100373"/>
                  </a:lnTo>
                  <a:lnTo>
                    <a:pt x="2913775" y="1098175"/>
                  </a:lnTo>
                  <a:lnTo>
                    <a:pt x="2915028" y="1096160"/>
                  </a:lnTo>
                  <a:lnTo>
                    <a:pt x="2916281" y="1094337"/>
                  </a:lnTo>
                  <a:lnTo>
                    <a:pt x="2917534" y="1092726"/>
                  </a:lnTo>
                  <a:lnTo>
                    <a:pt x="2918788" y="1091384"/>
                  </a:lnTo>
                  <a:lnTo>
                    <a:pt x="2920041" y="1090383"/>
                  </a:lnTo>
                  <a:lnTo>
                    <a:pt x="2921294" y="1089732"/>
                  </a:lnTo>
                  <a:lnTo>
                    <a:pt x="2922547" y="1089394"/>
                  </a:lnTo>
                  <a:lnTo>
                    <a:pt x="2923800" y="1089350"/>
                  </a:lnTo>
                  <a:lnTo>
                    <a:pt x="2925054" y="1089623"/>
                  </a:lnTo>
                  <a:lnTo>
                    <a:pt x="2926307" y="1090246"/>
                  </a:lnTo>
                  <a:lnTo>
                    <a:pt x="2927560" y="1091204"/>
                  </a:lnTo>
                  <a:lnTo>
                    <a:pt x="2928813" y="1092504"/>
                  </a:lnTo>
                  <a:lnTo>
                    <a:pt x="2930067" y="1094101"/>
                  </a:lnTo>
                  <a:lnTo>
                    <a:pt x="2931320" y="1096056"/>
                  </a:lnTo>
                  <a:lnTo>
                    <a:pt x="2932573" y="1098389"/>
                  </a:lnTo>
                  <a:lnTo>
                    <a:pt x="2933826" y="1101091"/>
                  </a:lnTo>
                  <a:lnTo>
                    <a:pt x="2935079" y="1104161"/>
                  </a:lnTo>
                  <a:lnTo>
                    <a:pt x="2936333" y="1107596"/>
                  </a:lnTo>
                  <a:lnTo>
                    <a:pt x="2937586" y="1111344"/>
                  </a:lnTo>
                  <a:lnTo>
                    <a:pt x="2938839" y="1115345"/>
                  </a:lnTo>
                  <a:lnTo>
                    <a:pt x="2940092" y="1119527"/>
                  </a:lnTo>
                  <a:lnTo>
                    <a:pt x="2941345" y="1123843"/>
                  </a:lnTo>
                  <a:lnTo>
                    <a:pt x="2942599" y="1128300"/>
                  </a:lnTo>
                  <a:lnTo>
                    <a:pt x="2943852" y="1132840"/>
                  </a:lnTo>
                  <a:lnTo>
                    <a:pt x="2945105" y="1137385"/>
                  </a:lnTo>
                  <a:lnTo>
                    <a:pt x="2946358" y="1141894"/>
                  </a:lnTo>
                  <a:lnTo>
                    <a:pt x="2947612" y="1146334"/>
                  </a:lnTo>
                  <a:lnTo>
                    <a:pt x="2948865" y="1150730"/>
                  </a:lnTo>
                  <a:lnTo>
                    <a:pt x="2950118" y="1155024"/>
                  </a:lnTo>
                  <a:lnTo>
                    <a:pt x="2951371" y="1159114"/>
                  </a:lnTo>
                  <a:lnTo>
                    <a:pt x="2952624" y="1162948"/>
                  </a:lnTo>
                  <a:lnTo>
                    <a:pt x="2953878" y="1166523"/>
                  </a:lnTo>
                  <a:lnTo>
                    <a:pt x="2955131" y="1169779"/>
                  </a:lnTo>
                  <a:lnTo>
                    <a:pt x="2956384" y="1172668"/>
                  </a:lnTo>
                  <a:lnTo>
                    <a:pt x="2957637" y="1175159"/>
                  </a:lnTo>
                  <a:lnTo>
                    <a:pt x="2958891" y="1177317"/>
                  </a:lnTo>
                  <a:lnTo>
                    <a:pt x="2960144" y="1179213"/>
                  </a:lnTo>
                  <a:lnTo>
                    <a:pt x="2961397" y="1180849"/>
                  </a:lnTo>
                  <a:lnTo>
                    <a:pt x="2962650" y="1182239"/>
                  </a:lnTo>
                  <a:lnTo>
                    <a:pt x="2963903" y="1183396"/>
                  </a:lnTo>
                  <a:lnTo>
                    <a:pt x="2965157" y="1184331"/>
                  </a:lnTo>
                  <a:lnTo>
                    <a:pt x="2966410" y="1185028"/>
                  </a:lnTo>
                  <a:lnTo>
                    <a:pt x="2967663" y="1185468"/>
                  </a:lnTo>
                  <a:lnTo>
                    <a:pt x="2968916" y="1185683"/>
                  </a:lnTo>
                  <a:lnTo>
                    <a:pt x="2970169" y="1185714"/>
                  </a:lnTo>
                  <a:lnTo>
                    <a:pt x="2971423" y="1185543"/>
                  </a:lnTo>
                  <a:lnTo>
                    <a:pt x="2972676" y="1185135"/>
                  </a:lnTo>
                  <a:lnTo>
                    <a:pt x="2973929" y="1184435"/>
                  </a:lnTo>
                  <a:lnTo>
                    <a:pt x="2975182" y="1183453"/>
                  </a:lnTo>
                  <a:lnTo>
                    <a:pt x="2976436" y="1182242"/>
                  </a:lnTo>
                  <a:lnTo>
                    <a:pt x="2977689" y="1180796"/>
                  </a:lnTo>
                  <a:lnTo>
                    <a:pt x="2978942" y="1179115"/>
                  </a:lnTo>
                  <a:lnTo>
                    <a:pt x="2980195" y="1177179"/>
                  </a:lnTo>
                  <a:lnTo>
                    <a:pt x="2981448" y="1174963"/>
                  </a:lnTo>
                  <a:lnTo>
                    <a:pt x="2982702" y="1172382"/>
                  </a:lnTo>
                  <a:lnTo>
                    <a:pt x="2983955" y="1169378"/>
                  </a:lnTo>
                  <a:lnTo>
                    <a:pt x="2985208" y="1165977"/>
                  </a:lnTo>
                  <a:lnTo>
                    <a:pt x="2986461" y="1162226"/>
                  </a:lnTo>
                  <a:lnTo>
                    <a:pt x="2987715" y="1158138"/>
                  </a:lnTo>
                  <a:lnTo>
                    <a:pt x="2988968" y="1153687"/>
                  </a:lnTo>
                  <a:lnTo>
                    <a:pt x="2990221" y="1148904"/>
                  </a:lnTo>
                  <a:lnTo>
                    <a:pt x="2991474" y="1143820"/>
                  </a:lnTo>
                  <a:lnTo>
                    <a:pt x="2992727" y="1138469"/>
                  </a:lnTo>
                  <a:lnTo>
                    <a:pt x="2993981" y="1132842"/>
                  </a:lnTo>
                  <a:lnTo>
                    <a:pt x="2995234" y="1126859"/>
                  </a:lnTo>
                  <a:lnTo>
                    <a:pt x="2996487" y="1120488"/>
                  </a:lnTo>
                  <a:lnTo>
                    <a:pt x="2997740" y="1113709"/>
                  </a:lnTo>
                  <a:lnTo>
                    <a:pt x="2998993" y="1106523"/>
                  </a:lnTo>
                  <a:lnTo>
                    <a:pt x="3000247" y="1098941"/>
                  </a:lnTo>
                  <a:lnTo>
                    <a:pt x="3001500" y="1091014"/>
                  </a:lnTo>
                  <a:lnTo>
                    <a:pt x="3002753" y="1082783"/>
                  </a:lnTo>
                  <a:lnTo>
                    <a:pt x="3004006" y="1074268"/>
                  </a:lnTo>
                  <a:lnTo>
                    <a:pt x="3005260" y="1065461"/>
                  </a:lnTo>
                  <a:lnTo>
                    <a:pt x="3006513" y="1056360"/>
                  </a:lnTo>
                  <a:lnTo>
                    <a:pt x="3007766" y="1047020"/>
                  </a:lnTo>
                  <a:lnTo>
                    <a:pt x="3009019" y="1037441"/>
                  </a:lnTo>
                  <a:lnTo>
                    <a:pt x="3010272" y="1027618"/>
                  </a:lnTo>
                  <a:lnTo>
                    <a:pt x="3011526" y="1017522"/>
                  </a:lnTo>
                  <a:lnTo>
                    <a:pt x="3012779" y="1007154"/>
                  </a:lnTo>
                  <a:lnTo>
                    <a:pt x="3014032" y="996554"/>
                  </a:lnTo>
                  <a:lnTo>
                    <a:pt x="3015285" y="985788"/>
                  </a:lnTo>
                  <a:lnTo>
                    <a:pt x="3016538" y="974860"/>
                  </a:lnTo>
                  <a:lnTo>
                    <a:pt x="3017792" y="963740"/>
                  </a:lnTo>
                  <a:lnTo>
                    <a:pt x="3019045" y="952483"/>
                  </a:lnTo>
                  <a:lnTo>
                    <a:pt x="3020298" y="941112"/>
                  </a:lnTo>
                  <a:lnTo>
                    <a:pt x="3021551" y="929628"/>
                  </a:lnTo>
                  <a:lnTo>
                    <a:pt x="3022805" y="917973"/>
                  </a:lnTo>
                  <a:lnTo>
                    <a:pt x="3024058" y="906107"/>
                  </a:lnTo>
                  <a:lnTo>
                    <a:pt x="3025311" y="894007"/>
                  </a:lnTo>
                  <a:lnTo>
                    <a:pt x="3026564" y="881644"/>
                  </a:lnTo>
                  <a:lnTo>
                    <a:pt x="3027817" y="869006"/>
                  </a:lnTo>
                  <a:lnTo>
                    <a:pt x="3029071" y="856094"/>
                  </a:lnTo>
                  <a:lnTo>
                    <a:pt x="3030324" y="842935"/>
                  </a:lnTo>
                  <a:lnTo>
                    <a:pt x="3031577" y="829530"/>
                  </a:lnTo>
                  <a:lnTo>
                    <a:pt x="3032830" y="815866"/>
                  </a:lnTo>
                  <a:lnTo>
                    <a:pt x="3034084" y="801944"/>
                  </a:lnTo>
                  <a:lnTo>
                    <a:pt x="3035337" y="787821"/>
                  </a:lnTo>
                  <a:lnTo>
                    <a:pt x="3036590" y="773581"/>
                  </a:lnTo>
                  <a:lnTo>
                    <a:pt x="3037843" y="759249"/>
                  </a:lnTo>
                  <a:lnTo>
                    <a:pt x="3039096" y="744832"/>
                  </a:lnTo>
                  <a:lnTo>
                    <a:pt x="3040350" y="730321"/>
                  </a:lnTo>
                  <a:lnTo>
                    <a:pt x="3041603" y="715762"/>
                  </a:lnTo>
                  <a:lnTo>
                    <a:pt x="3042856" y="701211"/>
                  </a:lnTo>
                  <a:lnTo>
                    <a:pt x="3044109" y="686725"/>
                  </a:lnTo>
                  <a:lnTo>
                    <a:pt x="3045362" y="672370"/>
                  </a:lnTo>
                  <a:lnTo>
                    <a:pt x="3046616" y="658211"/>
                  </a:lnTo>
                  <a:lnTo>
                    <a:pt x="3047869" y="644318"/>
                  </a:lnTo>
                  <a:lnTo>
                    <a:pt x="3049122" y="630704"/>
                  </a:lnTo>
                  <a:lnTo>
                    <a:pt x="3050375" y="617395"/>
                  </a:lnTo>
                  <a:lnTo>
                    <a:pt x="3051629" y="604459"/>
                  </a:lnTo>
                  <a:lnTo>
                    <a:pt x="3052882" y="591941"/>
                  </a:lnTo>
                  <a:lnTo>
                    <a:pt x="3054135" y="579853"/>
                  </a:lnTo>
                  <a:lnTo>
                    <a:pt x="3055388" y="568188"/>
                  </a:lnTo>
                  <a:lnTo>
                    <a:pt x="3056641" y="556915"/>
                  </a:lnTo>
                  <a:lnTo>
                    <a:pt x="3057895" y="546095"/>
                  </a:lnTo>
                  <a:lnTo>
                    <a:pt x="3059148" y="535842"/>
                  </a:lnTo>
                  <a:lnTo>
                    <a:pt x="3060401" y="526184"/>
                  </a:lnTo>
                  <a:lnTo>
                    <a:pt x="3061654" y="517147"/>
                  </a:lnTo>
                  <a:lnTo>
                    <a:pt x="3062908" y="508750"/>
                  </a:lnTo>
                  <a:lnTo>
                    <a:pt x="3064161" y="500977"/>
                  </a:lnTo>
                  <a:lnTo>
                    <a:pt x="3065414" y="493784"/>
                  </a:lnTo>
                  <a:lnTo>
                    <a:pt x="3066667" y="487127"/>
                  </a:lnTo>
                  <a:lnTo>
                    <a:pt x="3067920" y="480959"/>
                  </a:lnTo>
                  <a:lnTo>
                    <a:pt x="3069174" y="475314"/>
                  </a:lnTo>
                  <a:lnTo>
                    <a:pt x="3070427" y="470193"/>
                  </a:lnTo>
                  <a:lnTo>
                    <a:pt x="3071680" y="465575"/>
                  </a:lnTo>
                  <a:lnTo>
                    <a:pt x="3072933" y="461468"/>
                  </a:lnTo>
                  <a:lnTo>
                    <a:pt x="3074186" y="457863"/>
                  </a:lnTo>
                  <a:lnTo>
                    <a:pt x="3075440" y="454770"/>
                  </a:lnTo>
                  <a:lnTo>
                    <a:pt x="3076693" y="452152"/>
                  </a:lnTo>
                  <a:lnTo>
                    <a:pt x="3077946" y="449988"/>
                  </a:lnTo>
                  <a:lnTo>
                    <a:pt x="3079199" y="448271"/>
                  </a:lnTo>
                  <a:lnTo>
                    <a:pt x="3080453" y="447016"/>
                  </a:lnTo>
                  <a:lnTo>
                    <a:pt x="3081706" y="446227"/>
                  </a:lnTo>
                  <a:lnTo>
                    <a:pt x="3082959" y="445887"/>
                  </a:lnTo>
                  <a:lnTo>
                    <a:pt x="3084212" y="445965"/>
                  </a:lnTo>
                  <a:lnTo>
                    <a:pt x="3085465" y="446480"/>
                  </a:lnTo>
                  <a:lnTo>
                    <a:pt x="3086719" y="447479"/>
                  </a:lnTo>
                  <a:lnTo>
                    <a:pt x="3087972" y="448969"/>
                  </a:lnTo>
                  <a:lnTo>
                    <a:pt x="3089225" y="450967"/>
                  </a:lnTo>
                  <a:lnTo>
                    <a:pt x="3090478" y="453473"/>
                  </a:lnTo>
                  <a:lnTo>
                    <a:pt x="3091732" y="456482"/>
                  </a:lnTo>
                  <a:lnTo>
                    <a:pt x="3092985" y="459970"/>
                  </a:lnTo>
                  <a:lnTo>
                    <a:pt x="3094238" y="463909"/>
                  </a:lnTo>
                  <a:lnTo>
                    <a:pt x="3095491" y="468303"/>
                  </a:lnTo>
                  <a:lnTo>
                    <a:pt x="3096744" y="473151"/>
                  </a:lnTo>
                  <a:lnTo>
                    <a:pt x="3097998" y="478453"/>
                  </a:lnTo>
                  <a:lnTo>
                    <a:pt x="3099251" y="484151"/>
                  </a:lnTo>
                  <a:lnTo>
                    <a:pt x="3100504" y="490192"/>
                  </a:lnTo>
                  <a:lnTo>
                    <a:pt x="3101757" y="496560"/>
                  </a:lnTo>
                  <a:lnTo>
                    <a:pt x="3103010" y="503228"/>
                  </a:lnTo>
                  <a:lnTo>
                    <a:pt x="3104264" y="510169"/>
                  </a:lnTo>
                  <a:lnTo>
                    <a:pt x="3105517" y="517372"/>
                  </a:lnTo>
                  <a:lnTo>
                    <a:pt x="3106770" y="524810"/>
                  </a:lnTo>
                  <a:lnTo>
                    <a:pt x="3108023" y="532431"/>
                  </a:lnTo>
                  <a:lnTo>
                    <a:pt x="3109277" y="540179"/>
                  </a:lnTo>
                  <a:lnTo>
                    <a:pt x="3110530" y="548002"/>
                  </a:lnTo>
                  <a:lnTo>
                    <a:pt x="3111783" y="555879"/>
                  </a:lnTo>
                  <a:lnTo>
                    <a:pt x="3113036" y="563743"/>
                  </a:lnTo>
                  <a:lnTo>
                    <a:pt x="3114289" y="571540"/>
                  </a:lnTo>
                  <a:lnTo>
                    <a:pt x="3115543" y="579202"/>
                  </a:lnTo>
                  <a:lnTo>
                    <a:pt x="3116796" y="586636"/>
                  </a:lnTo>
                  <a:lnTo>
                    <a:pt x="3118049" y="593761"/>
                  </a:lnTo>
                  <a:lnTo>
                    <a:pt x="3119302" y="600558"/>
                  </a:lnTo>
                  <a:lnTo>
                    <a:pt x="3120556" y="607011"/>
                  </a:lnTo>
                  <a:lnTo>
                    <a:pt x="3121809" y="613031"/>
                  </a:lnTo>
                  <a:lnTo>
                    <a:pt x="3123062" y="618566"/>
                  </a:lnTo>
                  <a:lnTo>
                    <a:pt x="3124315" y="623581"/>
                  </a:lnTo>
                  <a:lnTo>
                    <a:pt x="3125568" y="628055"/>
                  </a:lnTo>
                  <a:lnTo>
                    <a:pt x="3126822" y="631977"/>
                  </a:lnTo>
                  <a:lnTo>
                    <a:pt x="3128075" y="635446"/>
                  </a:lnTo>
                  <a:lnTo>
                    <a:pt x="3129328" y="638559"/>
                  </a:lnTo>
                  <a:lnTo>
                    <a:pt x="3130581" y="641387"/>
                  </a:lnTo>
                  <a:lnTo>
                    <a:pt x="3131834" y="643985"/>
                  </a:lnTo>
                  <a:lnTo>
                    <a:pt x="3133088" y="646348"/>
                  </a:lnTo>
                  <a:lnTo>
                    <a:pt x="3134341" y="648474"/>
                  </a:lnTo>
                  <a:lnTo>
                    <a:pt x="3135594" y="650423"/>
                  </a:lnTo>
                  <a:lnTo>
                    <a:pt x="3136847" y="652295"/>
                  </a:lnTo>
                  <a:lnTo>
                    <a:pt x="3138101" y="654150"/>
                  </a:lnTo>
                  <a:lnTo>
                    <a:pt x="3139354" y="656062"/>
                  </a:lnTo>
                  <a:lnTo>
                    <a:pt x="3140607" y="658068"/>
                  </a:lnTo>
                  <a:lnTo>
                    <a:pt x="3141860" y="660164"/>
                  </a:lnTo>
                  <a:lnTo>
                    <a:pt x="3143113" y="662367"/>
                  </a:lnTo>
                  <a:lnTo>
                    <a:pt x="3144367" y="664665"/>
                  </a:lnTo>
                  <a:lnTo>
                    <a:pt x="3145620" y="667063"/>
                  </a:lnTo>
                  <a:lnTo>
                    <a:pt x="3146873" y="669561"/>
                  </a:lnTo>
                  <a:lnTo>
                    <a:pt x="3148126" y="672173"/>
                  </a:lnTo>
                  <a:lnTo>
                    <a:pt x="3149380" y="674900"/>
                  </a:lnTo>
                  <a:lnTo>
                    <a:pt x="3150633" y="677734"/>
                  </a:lnTo>
                  <a:lnTo>
                    <a:pt x="3151886" y="680660"/>
                  </a:lnTo>
                  <a:lnTo>
                    <a:pt x="3153139" y="683679"/>
                  </a:lnTo>
                  <a:lnTo>
                    <a:pt x="3154392" y="686789"/>
                  </a:lnTo>
                  <a:lnTo>
                    <a:pt x="3155646" y="689986"/>
                  </a:lnTo>
                  <a:lnTo>
                    <a:pt x="3156899" y="693281"/>
                  </a:lnTo>
                  <a:lnTo>
                    <a:pt x="3158152" y="696651"/>
                  </a:lnTo>
                  <a:lnTo>
                    <a:pt x="3159405" y="700107"/>
                  </a:lnTo>
                  <a:lnTo>
                    <a:pt x="3160658" y="703644"/>
                  </a:lnTo>
                  <a:lnTo>
                    <a:pt x="3161912" y="707255"/>
                  </a:lnTo>
                  <a:lnTo>
                    <a:pt x="3163165" y="710952"/>
                  </a:lnTo>
                  <a:lnTo>
                    <a:pt x="3164418" y="714743"/>
                  </a:lnTo>
                  <a:lnTo>
                    <a:pt x="3165671" y="718620"/>
                  </a:lnTo>
                  <a:lnTo>
                    <a:pt x="3166925" y="722559"/>
                  </a:lnTo>
                  <a:lnTo>
                    <a:pt x="3168178" y="726493"/>
                  </a:lnTo>
                  <a:lnTo>
                    <a:pt x="3169431" y="730378"/>
                  </a:lnTo>
                  <a:lnTo>
                    <a:pt x="3170684" y="734243"/>
                  </a:lnTo>
                  <a:lnTo>
                    <a:pt x="3171937" y="738130"/>
                  </a:lnTo>
                  <a:lnTo>
                    <a:pt x="3173191" y="742057"/>
                  </a:lnTo>
                  <a:lnTo>
                    <a:pt x="3174444" y="746043"/>
                  </a:lnTo>
                  <a:lnTo>
                    <a:pt x="3175697" y="750091"/>
                  </a:lnTo>
                  <a:lnTo>
                    <a:pt x="3176950" y="754217"/>
                  </a:lnTo>
                  <a:lnTo>
                    <a:pt x="3178203" y="758423"/>
                  </a:lnTo>
                  <a:lnTo>
                    <a:pt x="3179457" y="762723"/>
                  </a:lnTo>
                  <a:lnTo>
                    <a:pt x="3180710" y="767195"/>
                  </a:lnTo>
                  <a:lnTo>
                    <a:pt x="3181963" y="771901"/>
                  </a:lnTo>
                  <a:lnTo>
                    <a:pt x="3183216" y="776875"/>
                  </a:lnTo>
                  <a:lnTo>
                    <a:pt x="3184470" y="782148"/>
                  </a:lnTo>
                  <a:lnTo>
                    <a:pt x="3185723" y="787756"/>
                  </a:lnTo>
                  <a:lnTo>
                    <a:pt x="3186976" y="793732"/>
                  </a:lnTo>
                  <a:lnTo>
                    <a:pt x="3188229" y="800021"/>
                  </a:lnTo>
                  <a:lnTo>
                    <a:pt x="3189482" y="806589"/>
                  </a:lnTo>
                  <a:lnTo>
                    <a:pt x="3190736" y="813349"/>
                  </a:lnTo>
                  <a:lnTo>
                    <a:pt x="3191989" y="820151"/>
                  </a:lnTo>
                  <a:lnTo>
                    <a:pt x="3193242" y="826939"/>
                  </a:lnTo>
                  <a:lnTo>
                    <a:pt x="3194495" y="833651"/>
                  </a:lnTo>
                  <a:lnTo>
                    <a:pt x="3195749" y="840210"/>
                  </a:lnTo>
                  <a:lnTo>
                    <a:pt x="3197002" y="846588"/>
                  </a:lnTo>
                  <a:lnTo>
                    <a:pt x="3198255" y="852737"/>
                  </a:lnTo>
                  <a:lnTo>
                    <a:pt x="3199508" y="858578"/>
                  </a:lnTo>
                  <a:lnTo>
                    <a:pt x="3200761" y="864050"/>
                  </a:lnTo>
                  <a:lnTo>
                    <a:pt x="3202015" y="869096"/>
                  </a:lnTo>
                  <a:lnTo>
                    <a:pt x="3203268" y="873661"/>
                  </a:lnTo>
                  <a:lnTo>
                    <a:pt x="3204521" y="877756"/>
                  </a:lnTo>
                  <a:lnTo>
                    <a:pt x="3205774" y="881378"/>
                  </a:lnTo>
                  <a:lnTo>
                    <a:pt x="3207027" y="884506"/>
                  </a:lnTo>
                  <a:lnTo>
                    <a:pt x="3208281" y="887164"/>
                  </a:lnTo>
                  <a:lnTo>
                    <a:pt x="3209534" y="889415"/>
                  </a:lnTo>
                  <a:lnTo>
                    <a:pt x="3210787" y="891315"/>
                  </a:lnTo>
                  <a:lnTo>
                    <a:pt x="3212040" y="892865"/>
                  </a:lnTo>
                  <a:lnTo>
                    <a:pt x="3213294" y="894090"/>
                  </a:lnTo>
                  <a:lnTo>
                    <a:pt x="3214547" y="895059"/>
                  </a:lnTo>
                  <a:lnTo>
                    <a:pt x="3215800" y="895818"/>
                  </a:lnTo>
                  <a:lnTo>
                    <a:pt x="3217053" y="896390"/>
                  </a:lnTo>
                  <a:lnTo>
                    <a:pt x="3218306" y="896805"/>
                  </a:lnTo>
                  <a:lnTo>
                    <a:pt x="3219560" y="897067"/>
                  </a:lnTo>
                  <a:lnTo>
                    <a:pt x="3220813" y="897193"/>
                  </a:lnTo>
                  <a:lnTo>
                    <a:pt x="3222066" y="897207"/>
                  </a:lnTo>
                  <a:lnTo>
                    <a:pt x="3223319" y="897111"/>
                  </a:lnTo>
                  <a:lnTo>
                    <a:pt x="3224573" y="896910"/>
                  </a:lnTo>
                  <a:lnTo>
                    <a:pt x="3225826" y="896645"/>
                  </a:lnTo>
                  <a:lnTo>
                    <a:pt x="3227079" y="896332"/>
                  </a:lnTo>
                  <a:lnTo>
                    <a:pt x="3228332" y="895947"/>
                  </a:lnTo>
                  <a:lnTo>
                    <a:pt x="3229585" y="895481"/>
                  </a:lnTo>
                  <a:lnTo>
                    <a:pt x="3230839" y="894978"/>
                  </a:lnTo>
                  <a:lnTo>
                    <a:pt x="3232092" y="894465"/>
                  </a:lnTo>
                  <a:lnTo>
                    <a:pt x="3233345" y="893897"/>
                  </a:lnTo>
                  <a:lnTo>
                    <a:pt x="3234598" y="893233"/>
                  </a:lnTo>
                  <a:lnTo>
                    <a:pt x="3235851" y="892432"/>
                  </a:lnTo>
                  <a:lnTo>
                    <a:pt x="3237105" y="891425"/>
                  </a:lnTo>
                  <a:lnTo>
                    <a:pt x="3238358" y="890162"/>
                  </a:lnTo>
                  <a:lnTo>
                    <a:pt x="3239611" y="888598"/>
                  </a:lnTo>
                  <a:lnTo>
                    <a:pt x="3240864" y="886741"/>
                  </a:lnTo>
                  <a:lnTo>
                    <a:pt x="3242118" y="884541"/>
                  </a:lnTo>
                  <a:lnTo>
                    <a:pt x="3243371" y="881940"/>
                  </a:lnTo>
                  <a:lnTo>
                    <a:pt x="3244624" y="878876"/>
                  </a:lnTo>
                  <a:lnTo>
                    <a:pt x="3245877" y="875284"/>
                  </a:lnTo>
                  <a:lnTo>
                    <a:pt x="3247130" y="871137"/>
                  </a:lnTo>
                  <a:lnTo>
                    <a:pt x="3248384" y="866447"/>
                  </a:lnTo>
                  <a:lnTo>
                    <a:pt x="3249637" y="861211"/>
                  </a:lnTo>
                  <a:lnTo>
                    <a:pt x="3250890" y="855480"/>
                  </a:lnTo>
                  <a:lnTo>
                    <a:pt x="3252143" y="849391"/>
                  </a:lnTo>
                  <a:lnTo>
                    <a:pt x="3253397" y="843017"/>
                  </a:lnTo>
                  <a:lnTo>
                    <a:pt x="3254650" y="836465"/>
                  </a:lnTo>
                  <a:lnTo>
                    <a:pt x="3255903" y="829800"/>
                  </a:lnTo>
                  <a:lnTo>
                    <a:pt x="3257156" y="823047"/>
                  </a:lnTo>
                  <a:lnTo>
                    <a:pt x="3258409" y="816280"/>
                  </a:lnTo>
                  <a:lnTo>
                    <a:pt x="3259663" y="809597"/>
                  </a:lnTo>
                  <a:lnTo>
                    <a:pt x="3260916" y="803101"/>
                  </a:lnTo>
                  <a:lnTo>
                    <a:pt x="3262169" y="796868"/>
                  </a:lnTo>
                  <a:lnTo>
                    <a:pt x="3263422" y="790975"/>
                  </a:lnTo>
                  <a:lnTo>
                    <a:pt x="3264675" y="785468"/>
                  </a:lnTo>
                  <a:lnTo>
                    <a:pt x="3265929" y="780420"/>
                  </a:lnTo>
                  <a:lnTo>
                    <a:pt x="3267182" y="775852"/>
                  </a:lnTo>
                  <a:lnTo>
                    <a:pt x="3268435" y="771747"/>
                  </a:lnTo>
                  <a:lnTo>
                    <a:pt x="3269688" y="768119"/>
                  </a:lnTo>
                  <a:lnTo>
                    <a:pt x="3270942" y="764958"/>
                  </a:lnTo>
                  <a:lnTo>
                    <a:pt x="3272195" y="762237"/>
                  </a:lnTo>
                  <a:lnTo>
                    <a:pt x="3273448" y="759967"/>
                  </a:lnTo>
                  <a:lnTo>
                    <a:pt x="3274701" y="758171"/>
                  </a:lnTo>
                  <a:lnTo>
                    <a:pt x="3275954" y="756804"/>
                  </a:lnTo>
                  <a:lnTo>
                    <a:pt x="3277208" y="755771"/>
                  </a:lnTo>
                  <a:lnTo>
                    <a:pt x="3278461" y="754965"/>
                  </a:lnTo>
                  <a:lnTo>
                    <a:pt x="3279714" y="754342"/>
                  </a:lnTo>
                  <a:lnTo>
                    <a:pt x="3280967" y="753857"/>
                  </a:lnTo>
                  <a:lnTo>
                    <a:pt x="3282221" y="753460"/>
                  </a:lnTo>
                  <a:lnTo>
                    <a:pt x="3283474" y="753127"/>
                  </a:lnTo>
                  <a:lnTo>
                    <a:pt x="3284727" y="752821"/>
                  </a:lnTo>
                  <a:lnTo>
                    <a:pt x="3285980" y="752516"/>
                  </a:lnTo>
                  <a:lnTo>
                    <a:pt x="3287233" y="752186"/>
                  </a:lnTo>
                  <a:lnTo>
                    <a:pt x="3288487" y="751757"/>
                  </a:lnTo>
                  <a:lnTo>
                    <a:pt x="3289740" y="751135"/>
                  </a:lnTo>
                  <a:lnTo>
                    <a:pt x="3290993" y="750276"/>
                  </a:lnTo>
                  <a:lnTo>
                    <a:pt x="3292246" y="749161"/>
                  </a:lnTo>
                  <a:lnTo>
                    <a:pt x="3293499" y="747740"/>
                  </a:lnTo>
                  <a:lnTo>
                    <a:pt x="3294753" y="746005"/>
                  </a:lnTo>
                  <a:lnTo>
                    <a:pt x="3296006" y="743965"/>
                  </a:lnTo>
                  <a:lnTo>
                    <a:pt x="3297259" y="741644"/>
                  </a:lnTo>
                  <a:lnTo>
                    <a:pt x="3298512" y="739022"/>
                  </a:lnTo>
                  <a:lnTo>
                    <a:pt x="3299766" y="736118"/>
                  </a:lnTo>
                  <a:lnTo>
                    <a:pt x="3301019" y="733026"/>
                  </a:lnTo>
                  <a:lnTo>
                    <a:pt x="3302272" y="729790"/>
                  </a:lnTo>
                  <a:lnTo>
                    <a:pt x="3303525" y="726430"/>
                  </a:lnTo>
                  <a:lnTo>
                    <a:pt x="3304778" y="723006"/>
                  </a:lnTo>
                  <a:lnTo>
                    <a:pt x="3306032" y="719640"/>
                  </a:lnTo>
                  <a:lnTo>
                    <a:pt x="3307285" y="716434"/>
                  </a:lnTo>
                  <a:lnTo>
                    <a:pt x="3308538" y="713488"/>
                  </a:lnTo>
                  <a:lnTo>
                    <a:pt x="3309791" y="710875"/>
                  </a:lnTo>
                  <a:lnTo>
                    <a:pt x="3311045" y="708626"/>
                  </a:lnTo>
                  <a:lnTo>
                    <a:pt x="3312298" y="706762"/>
                  </a:lnTo>
                  <a:lnTo>
                    <a:pt x="3313551" y="705282"/>
                  </a:lnTo>
                  <a:lnTo>
                    <a:pt x="3314804" y="704085"/>
                  </a:lnTo>
                  <a:lnTo>
                    <a:pt x="3316057" y="703113"/>
                  </a:lnTo>
                  <a:lnTo>
                    <a:pt x="3317311" y="702325"/>
                  </a:lnTo>
                  <a:lnTo>
                    <a:pt x="3318564" y="701684"/>
                  </a:lnTo>
                  <a:lnTo>
                    <a:pt x="3319817" y="701168"/>
                  </a:lnTo>
                  <a:lnTo>
                    <a:pt x="3321070" y="700762"/>
                  </a:lnTo>
                  <a:lnTo>
                    <a:pt x="3322323" y="700405"/>
                  </a:lnTo>
                  <a:lnTo>
                    <a:pt x="3323577" y="699999"/>
                  </a:lnTo>
                  <a:lnTo>
                    <a:pt x="3324830" y="699439"/>
                  </a:lnTo>
                  <a:lnTo>
                    <a:pt x="3326083" y="698614"/>
                  </a:lnTo>
                  <a:lnTo>
                    <a:pt x="3327336" y="697454"/>
                  </a:lnTo>
                  <a:lnTo>
                    <a:pt x="3328590" y="695859"/>
                  </a:lnTo>
                  <a:lnTo>
                    <a:pt x="3329843" y="693764"/>
                  </a:lnTo>
                  <a:lnTo>
                    <a:pt x="3331096" y="691184"/>
                  </a:lnTo>
                  <a:lnTo>
                    <a:pt x="3332349" y="688141"/>
                  </a:lnTo>
                  <a:lnTo>
                    <a:pt x="3333602" y="684685"/>
                  </a:lnTo>
                  <a:lnTo>
                    <a:pt x="3334856" y="680832"/>
                  </a:lnTo>
                  <a:lnTo>
                    <a:pt x="3336109" y="676535"/>
                  </a:lnTo>
                  <a:lnTo>
                    <a:pt x="3337362" y="671706"/>
                  </a:lnTo>
                  <a:lnTo>
                    <a:pt x="3338615" y="666317"/>
                  </a:lnTo>
                  <a:lnTo>
                    <a:pt x="3339868" y="660448"/>
                  </a:lnTo>
                  <a:lnTo>
                    <a:pt x="3341122" y="654214"/>
                  </a:lnTo>
                  <a:lnTo>
                    <a:pt x="3342375" y="647688"/>
                  </a:lnTo>
                  <a:lnTo>
                    <a:pt x="3343628" y="640905"/>
                  </a:lnTo>
                  <a:lnTo>
                    <a:pt x="3344881" y="633920"/>
                  </a:lnTo>
                  <a:lnTo>
                    <a:pt x="3346135" y="626794"/>
                  </a:lnTo>
                  <a:lnTo>
                    <a:pt x="3347388" y="619559"/>
                  </a:lnTo>
                  <a:lnTo>
                    <a:pt x="3348641" y="612250"/>
                  </a:lnTo>
                  <a:lnTo>
                    <a:pt x="3349894" y="604881"/>
                  </a:lnTo>
                  <a:lnTo>
                    <a:pt x="3351147" y="597473"/>
                  </a:lnTo>
                  <a:lnTo>
                    <a:pt x="3352401" y="590120"/>
                  </a:lnTo>
                  <a:lnTo>
                    <a:pt x="3353654" y="582883"/>
                  </a:lnTo>
                  <a:lnTo>
                    <a:pt x="3354907" y="575813"/>
                  </a:lnTo>
                  <a:lnTo>
                    <a:pt x="3356160" y="569025"/>
                  </a:lnTo>
                  <a:lnTo>
                    <a:pt x="3357414" y="562557"/>
                  </a:lnTo>
                  <a:lnTo>
                    <a:pt x="3358667" y="556414"/>
                  </a:lnTo>
                  <a:lnTo>
                    <a:pt x="3359920" y="550593"/>
                  </a:lnTo>
                  <a:lnTo>
                    <a:pt x="3361173" y="545128"/>
                  </a:lnTo>
                  <a:lnTo>
                    <a:pt x="3362426" y="539996"/>
                  </a:lnTo>
                  <a:lnTo>
                    <a:pt x="3363680" y="535186"/>
                  </a:lnTo>
                  <a:lnTo>
                    <a:pt x="3364933" y="530675"/>
                  </a:lnTo>
                  <a:lnTo>
                    <a:pt x="3366186" y="526448"/>
                  </a:lnTo>
                  <a:lnTo>
                    <a:pt x="3367439" y="522520"/>
                  </a:lnTo>
                  <a:lnTo>
                    <a:pt x="3368692" y="518846"/>
                  </a:lnTo>
                  <a:lnTo>
                    <a:pt x="3369946" y="515357"/>
                  </a:lnTo>
                  <a:lnTo>
                    <a:pt x="3371199" y="511972"/>
                  </a:lnTo>
                  <a:lnTo>
                    <a:pt x="3372452" y="508620"/>
                  </a:lnTo>
                  <a:lnTo>
                    <a:pt x="3373705" y="505236"/>
                  </a:lnTo>
                  <a:lnTo>
                    <a:pt x="3374959" y="501748"/>
                  </a:lnTo>
                  <a:lnTo>
                    <a:pt x="3376212" y="498135"/>
                  </a:lnTo>
                  <a:lnTo>
                    <a:pt x="3377465" y="494398"/>
                  </a:lnTo>
                  <a:lnTo>
                    <a:pt x="3378718" y="490584"/>
                  </a:lnTo>
                  <a:lnTo>
                    <a:pt x="3379971" y="486713"/>
                  </a:lnTo>
                  <a:lnTo>
                    <a:pt x="3381225" y="482812"/>
                  </a:lnTo>
                  <a:lnTo>
                    <a:pt x="3382478" y="478870"/>
                  </a:lnTo>
                  <a:lnTo>
                    <a:pt x="3383731" y="474913"/>
                  </a:lnTo>
                  <a:lnTo>
                    <a:pt x="3384984" y="470968"/>
                  </a:lnTo>
                  <a:lnTo>
                    <a:pt x="3386238" y="467064"/>
                  </a:lnTo>
                  <a:lnTo>
                    <a:pt x="3387491" y="463248"/>
                  </a:lnTo>
                  <a:lnTo>
                    <a:pt x="3388744" y="459564"/>
                  </a:lnTo>
                  <a:lnTo>
                    <a:pt x="3389997" y="456080"/>
                  </a:lnTo>
                  <a:lnTo>
                    <a:pt x="3391250" y="452850"/>
                  </a:lnTo>
                  <a:lnTo>
                    <a:pt x="3392504" y="449936"/>
                  </a:lnTo>
                  <a:lnTo>
                    <a:pt x="3393757" y="447388"/>
                  </a:lnTo>
                  <a:lnTo>
                    <a:pt x="3395010" y="445178"/>
                  </a:lnTo>
                  <a:lnTo>
                    <a:pt x="3396263" y="443267"/>
                  </a:lnTo>
                  <a:lnTo>
                    <a:pt x="3397516" y="441578"/>
                  </a:lnTo>
                  <a:lnTo>
                    <a:pt x="3398770" y="440080"/>
                  </a:lnTo>
                  <a:lnTo>
                    <a:pt x="3400023" y="438789"/>
                  </a:lnTo>
                  <a:lnTo>
                    <a:pt x="3401276" y="437773"/>
                  </a:lnTo>
                  <a:lnTo>
                    <a:pt x="3402529" y="436990"/>
                  </a:lnTo>
                  <a:lnTo>
                    <a:pt x="3403783" y="436384"/>
                  </a:lnTo>
                  <a:lnTo>
                    <a:pt x="3405036" y="435893"/>
                  </a:lnTo>
                  <a:lnTo>
                    <a:pt x="3406289" y="435489"/>
                  </a:lnTo>
                  <a:lnTo>
                    <a:pt x="3407542" y="435167"/>
                  </a:lnTo>
                  <a:lnTo>
                    <a:pt x="3408795" y="434894"/>
                  </a:lnTo>
                  <a:lnTo>
                    <a:pt x="3410049" y="434644"/>
                  </a:lnTo>
                  <a:lnTo>
                    <a:pt x="3411302" y="434400"/>
                  </a:lnTo>
                  <a:lnTo>
                    <a:pt x="3412555" y="434134"/>
                  </a:lnTo>
                  <a:lnTo>
                    <a:pt x="3413808" y="433858"/>
                  </a:lnTo>
                  <a:lnTo>
                    <a:pt x="3415062" y="433574"/>
                  </a:lnTo>
                  <a:lnTo>
                    <a:pt x="3416315" y="433276"/>
                  </a:lnTo>
                  <a:lnTo>
                    <a:pt x="3417568" y="432957"/>
                  </a:lnTo>
                  <a:lnTo>
                    <a:pt x="3418821" y="432564"/>
                  </a:lnTo>
                  <a:lnTo>
                    <a:pt x="3420074" y="432020"/>
                  </a:lnTo>
                  <a:lnTo>
                    <a:pt x="3421328" y="431330"/>
                  </a:lnTo>
                  <a:lnTo>
                    <a:pt x="3422581" y="430508"/>
                  </a:lnTo>
                  <a:lnTo>
                    <a:pt x="3423834" y="429549"/>
                  </a:lnTo>
                  <a:lnTo>
                    <a:pt x="3425087" y="428487"/>
                  </a:lnTo>
                  <a:lnTo>
                    <a:pt x="3426340" y="427346"/>
                  </a:lnTo>
                  <a:lnTo>
                    <a:pt x="3427594" y="426083"/>
                  </a:lnTo>
                  <a:lnTo>
                    <a:pt x="3428847" y="424699"/>
                  </a:lnTo>
                  <a:lnTo>
                    <a:pt x="3430100" y="423201"/>
                  </a:lnTo>
                  <a:lnTo>
                    <a:pt x="3431353" y="421563"/>
                  </a:lnTo>
                  <a:lnTo>
                    <a:pt x="3432607" y="419761"/>
                  </a:lnTo>
                  <a:lnTo>
                    <a:pt x="3433860" y="417796"/>
                  </a:lnTo>
                  <a:lnTo>
                    <a:pt x="3435113" y="415691"/>
                  </a:lnTo>
                  <a:lnTo>
                    <a:pt x="3436366" y="413470"/>
                  </a:lnTo>
                  <a:lnTo>
                    <a:pt x="3437619" y="411153"/>
                  </a:lnTo>
                  <a:lnTo>
                    <a:pt x="3438873" y="408785"/>
                  </a:lnTo>
                  <a:lnTo>
                    <a:pt x="3440126" y="406376"/>
                  </a:lnTo>
                  <a:lnTo>
                    <a:pt x="3441379" y="403917"/>
                  </a:lnTo>
                  <a:lnTo>
                    <a:pt x="3442632" y="401413"/>
                  </a:lnTo>
                  <a:lnTo>
                    <a:pt x="3443886" y="398865"/>
                  </a:lnTo>
                  <a:lnTo>
                    <a:pt x="3445139" y="396287"/>
                  </a:lnTo>
                  <a:lnTo>
                    <a:pt x="3446392" y="393693"/>
                  </a:lnTo>
                  <a:lnTo>
                    <a:pt x="3447645" y="391089"/>
                  </a:lnTo>
                  <a:lnTo>
                    <a:pt x="3448898" y="388445"/>
                  </a:lnTo>
                  <a:lnTo>
                    <a:pt x="3450152" y="385738"/>
                  </a:lnTo>
                  <a:lnTo>
                    <a:pt x="3451405" y="383004"/>
                  </a:lnTo>
                  <a:lnTo>
                    <a:pt x="3452658" y="380247"/>
                  </a:lnTo>
                  <a:lnTo>
                    <a:pt x="3453911" y="377449"/>
                  </a:lnTo>
                  <a:lnTo>
                    <a:pt x="3455164" y="374596"/>
                  </a:lnTo>
                  <a:lnTo>
                    <a:pt x="3456418" y="371650"/>
                  </a:lnTo>
                  <a:lnTo>
                    <a:pt x="3457671" y="368613"/>
                  </a:lnTo>
                  <a:lnTo>
                    <a:pt x="3458924" y="365509"/>
                  </a:lnTo>
                  <a:lnTo>
                    <a:pt x="3460177" y="362385"/>
                  </a:lnTo>
                  <a:lnTo>
                    <a:pt x="3461431" y="359283"/>
                  </a:lnTo>
                  <a:lnTo>
                    <a:pt x="3462684" y="356271"/>
                  </a:lnTo>
                  <a:lnTo>
                    <a:pt x="3463937" y="353386"/>
                  </a:lnTo>
                  <a:lnTo>
                    <a:pt x="3465190" y="350628"/>
                  </a:lnTo>
                  <a:lnTo>
                    <a:pt x="3466443" y="348036"/>
                  </a:lnTo>
                  <a:lnTo>
                    <a:pt x="3467697" y="345649"/>
                  </a:lnTo>
                  <a:lnTo>
                    <a:pt x="3468950" y="343541"/>
                  </a:lnTo>
                  <a:lnTo>
                    <a:pt x="3470203" y="341737"/>
                  </a:lnTo>
                  <a:lnTo>
                    <a:pt x="3471456" y="340210"/>
                  </a:lnTo>
                  <a:lnTo>
                    <a:pt x="3472710" y="339010"/>
                  </a:lnTo>
                  <a:lnTo>
                    <a:pt x="3473963" y="338172"/>
                  </a:lnTo>
                  <a:lnTo>
                    <a:pt x="3475216" y="337726"/>
                  </a:lnTo>
                  <a:lnTo>
                    <a:pt x="3476469" y="337645"/>
                  </a:lnTo>
                  <a:lnTo>
                    <a:pt x="3477722" y="337886"/>
                  </a:lnTo>
                  <a:lnTo>
                    <a:pt x="3478976" y="338445"/>
                  </a:lnTo>
                  <a:lnTo>
                    <a:pt x="3480229" y="339307"/>
                  </a:lnTo>
                  <a:lnTo>
                    <a:pt x="3481482" y="340460"/>
                  </a:lnTo>
                  <a:lnTo>
                    <a:pt x="3482735" y="341926"/>
                  </a:lnTo>
                  <a:lnTo>
                    <a:pt x="3483988" y="343700"/>
                  </a:lnTo>
                  <a:lnTo>
                    <a:pt x="3485242" y="345738"/>
                  </a:lnTo>
                  <a:lnTo>
                    <a:pt x="3486495" y="348017"/>
                  </a:lnTo>
                  <a:lnTo>
                    <a:pt x="3487748" y="350563"/>
                  </a:lnTo>
                  <a:lnTo>
                    <a:pt x="3489001" y="353315"/>
                  </a:lnTo>
                  <a:lnTo>
                    <a:pt x="3490255" y="356339"/>
                  </a:lnTo>
                  <a:lnTo>
                    <a:pt x="3491508" y="359662"/>
                  </a:lnTo>
                  <a:lnTo>
                    <a:pt x="3492761" y="363258"/>
                  </a:lnTo>
                  <a:lnTo>
                    <a:pt x="3494014" y="367147"/>
                  </a:lnTo>
                  <a:lnTo>
                    <a:pt x="3495267" y="371378"/>
                  </a:lnTo>
                  <a:lnTo>
                    <a:pt x="3496521" y="375970"/>
                  </a:lnTo>
                  <a:lnTo>
                    <a:pt x="3497774" y="380860"/>
                  </a:lnTo>
                  <a:lnTo>
                    <a:pt x="3499027" y="385971"/>
                  </a:lnTo>
                  <a:lnTo>
                    <a:pt x="3500280" y="391280"/>
                  </a:lnTo>
                  <a:lnTo>
                    <a:pt x="3501533" y="396805"/>
                  </a:lnTo>
                  <a:lnTo>
                    <a:pt x="3502787" y="402567"/>
                  </a:lnTo>
                  <a:lnTo>
                    <a:pt x="3504040" y="408541"/>
                  </a:lnTo>
                  <a:lnTo>
                    <a:pt x="3505293" y="414708"/>
                  </a:lnTo>
                  <a:lnTo>
                    <a:pt x="3506546" y="420998"/>
                  </a:lnTo>
                  <a:lnTo>
                    <a:pt x="3507800" y="427394"/>
                  </a:lnTo>
                  <a:lnTo>
                    <a:pt x="3509053" y="433838"/>
                  </a:lnTo>
                  <a:lnTo>
                    <a:pt x="3510306" y="440299"/>
                  </a:lnTo>
                  <a:lnTo>
                    <a:pt x="3511559" y="446766"/>
                  </a:lnTo>
                  <a:lnTo>
                    <a:pt x="3512812" y="453274"/>
                  </a:lnTo>
                  <a:lnTo>
                    <a:pt x="3514066" y="459813"/>
                  </a:lnTo>
                  <a:lnTo>
                    <a:pt x="3515319" y="466341"/>
                  </a:lnTo>
                  <a:lnTo>
                    <a:pt x="3516572" y="472857"/>
                  </a:lnTo>
                  <a:lnTo>
                    <a:pt x="3517825" y="479410"/>
                  </a:lnTo>
                  <a:lnTo>
                    <a:pt x="3519079" y="486000"/>
                  </a:lnTo>
                  <a:lnTo>
                    <a:pt x="3520332" y="492607"/>
                  </a:lnTo>
                  <a:lnTo>
                    <a:pt x="3521585" y="499159"/>
                  </a:lnTo>
                  <a:lnTo>
                    <a:pt x="3522838" y="505627"/>
                  </a:lnTo>
                  <a:lnTo>
                    <a:pt x="3524091" y="512005"/>
                  </a:lnTo>
                  <a:lnTo>
                    <a:pt x="3525345" y="518262"/>
                  </a:lnTo>
                  <a:lnTo>
                    <a:pt x="3526598" y="524342"/>
                  </a:lnTo>
                  <a:lnTo>
                    <a:pt x="3527851" y="530224"/>
                  </a:lnTo>
                  <a:lnTo>
                    <a:pt x="3529104" y="535850"/>
                  </a:lnTo>
                  <a:lnTo>
                    <a:pt x="3530357" y="541143"/>
                  </a:lnTo>
                  <a:lnTo>
                    <a:pt x="3531611" y="545995"/>
                  </a:lnTo>
                  <a:lnTo>
                    <a:pt x="3532864" y="550313"/>
                  </a:lnTo>
                  <a:lnTo>
                    <a:pt x="3534117" y="554100"/>
                  </a:lnTo>
                  <a:lnTo>
                    <a:pt x="3535370" y="557345"/>
                  </a:lnTo>
                  <a:lnTo>
                    <a:pt x="3536624" y="559982"/>
                  </a:lnTo>
                  <a:lnTo>
                    <a:pt x="3537877" y="561981"/>
                  </a:lnTo>
                  <a:lnTo>
                    <a:pt x="3539130" y="563389"/>
                  </a:lnTo>
                  <a:lnTo>
                    <a:pt x="3540383" y="564291"/>
                  </a:lnTo>
                  <a:lnTo>
                    <a:pt x="3541636" y="564730"/>
                  </a:lnTo>
                  <a:lnTo>
                    <a:pt x="3542890" y="564695"/>
                  </a:lnTo>
                  <a:lnTo>
                    <a:pt x="3544143" y="564171"/>
                  </a:lnTo>
                  <a:lnTo>
                    <a:pt x="3545396" y="563174"/>
                  </a:lnTo>
                  <a:lnTo>
                    <a:pt x="3546649" y="561747"/>
                  </a:lnTo>
                  <a:lnTo>
                    <a:pt x="3547903" y="559953"/>
                  </a:lnTo>
                  <a:lnTo>
                    <a:pt x="3549156" y="557920"/>
                  </a:lnTo>
                  <a:lnTo>
                    <a:pt x="3550409" y="555692"/>
                  </a:lnTo>
                  <a:lnTo>
                    <a:pt x="3551662" y="553326"/>
                  </a:lnTo>
                  <a:lnTo>
                    <a:pt x="3552915" y="550832"/>
                  </a:lnTo>
                  <a:lnTo>
                    <a:pt x="3554169" y="548136"/>
                  </a:lnTo>
                  <a:lnTo>
                    <a:pt x="3555422" y="545256"/>
                  </a:lnTo>
                  <a:lnTo>
                    <a:pt x="3556675" y="542177"/>
                  </a:lnTo>
                  <a:lnTo>
                    <a:pt x="3557928" y="538885"/>
                  </a:lnTo>
                  <a:lnTo>
                    <a:pt x="3559181" y="535351"/>
                  </a:lnTo>
                  <a:lnTo>
                    <a:pt x="3560435" y="531648"/>
                  </a:lnTo>
                  <a:lnTo>
                    <a:pt x="3561688" y="527921"/>
                  </a:lnTo>
                  <a:lnTo>
                    <a:pt x="3562941" y="524304"/>
                  </a:lnTo>
                  <a:lnTo>
                    <a:pt x="3564194" y="520814"/>
                  </a:lnTo>
                  <a:lnTo>
                    <a:pt x="3565448" y="517437"/>
                  </a:lnTo>
                  <a:lnTo>
                    <a:pt x="3566701" y="514160"/>
                  </a:lnTo>
                  <a:lnTo>
                    <a:pt x="3567954" y="511009"/>
                  </a:lnTo>
                  <a:lnTo>
                    <a:pt x="3569207" y="508030"/>
                  </a:lnTo>
                  <a:lnTo>
                    <a:pt x="3570460" y="505256"/>
                  </a:lnTo>
                  <a:lnTo>
                    <a:pt x="3571714" y="502714"/>
                  </a:lnTo>
                  <a:lnTo>
                    <a:pt x="3572967" y="500504"/>
                  </a:lnTo>
                  <a:lnTo>
                    <a:pt x="3574220" y="498698"/>
                  </a:lnTo>
                  <a:lnTo>
                    <a:pt x="3575473" y="497343"/>
                  </a:lnTo>
                  <a:lnTo>
                    <a:pt x="3576727" y="496438"/>
                  </a:lnTo>
                  <a:lnTo>
                    <a:pt x="3577980" y="496014"/>
                  </a:lnTo>
                  <a:lnTo>
                    <a:pt x="3579233" y="496084"/>
                  </a:lnTo>
                  <a:lnTo>
                    <a:pt x="3580486" y="496589"/>
                  </a:lnTo>
                  <a:lnTo>
                    <a:pt x="3581739" y="497514"/>
                  </a:lnTo>
                  <a:lnTo>
                    <a:pt x="3582993" y="498835"/>
                  </a:lnTo>
                  <a:lnTo>
                    <a:pt x="3584246" y="500605"/>
                  </a:lnTo>
                  <a:lnTo>
                    <a:pt x="3585499" y="502869"/>
                  </a:lnTo>
                  <a:lnTo>
                    <a:pt x="3586752" y="505623"/>
                  </a:lnTo>
                  <a:lnTo>
                    <a:pt x="3588005" y="508812"/>
                  </a:lnTo>
                  <a:lnTo>
                    <a:pt x="3589259" y="512420"/>
                  </a:lnTo>
                  <a:lnTo>
                    <a:pt x="3590512" y="516444"/>
                  </a:lnTo>
                  <a:lnTo>
                    <a:pt x="3591765" y="520870"/>
                  </a:lnTo>
                  <a:lnTo>
                    <a:pt x="3593018" y="525697"/>
                  </a:lnTo>
                  <a:lnTo>
                    <a:pt x="3594272" y="530974"/>
                  </a:lnTo>
                  <a:lnTo>
                    <a:pt x="3595525" y="536765"/>
                  </a:lnTo>
                  <a:lnTo>
                    <a:pt x="3596778" y="543054"/>
                  </a:lnTo>
                  <a:lnTo>
                    <a:pt x="3598031" y="549782"/>
                  </a:lnTo>
                  <a:lnTo>
                    <a:pt x="3599284" y="556982"/>
                  </a:lnTo>
                  <a:lnTo>
                    <a:pt x="3600538" y="564650"/>
                  </a:lnTo>
                  <a:lnTo>
                    <a:pt x="3601791" y="572766"/>
                  </a:lnTo>
                  <a:lnTo>
                    <a:pt x="3603044" y="581243"/>
                  </a:lnTo>
                  <a:lnTo>
                    <a:pt x="3604297" y="590026"/>
                  </a:lnTo>
                  <a:lnTo>
                    <a:pt x="3605551" y="599106"/>
                  </a:lnTo>
                  <a:lnTo>
                    <a:pt x="3606804" y="608509"/>
                  </a:lnTo>
                  <a:lnTo>
                    <a:pt x="3608057" y="618254"/>
                  </a:lnTo>
                  <a:lnTo>
                    <a:pt x="3609310" y="628327"/>
                  </a:lnTo>
                  <a:lnTo>
                    <a:pt x="3610563" y="638690"/>
                  </a:lnTo>
                  <a:lnTo>
                    <a:pt x="3611817" y="649264"/>
                  </a:lnTo>
                  <a:lnTo>
                    <a:pt x="3613070" y="659956"/>
                  </a:lnTo>
                  <a:lnTo>
                    <a:pt x="3614323" y="670705"/>
                  </a:lnTo>
                  <a:lnTo>
                    <a:pt x="3615576" y="681496"/>
                  </a:lnTo>
                  <a:lnTo>
                    <a:pt x="3616829" y="692432"/>
                  </a:lnTo>
                  <a:lnTo>
                    <a:pt x="3618083" y="703543"/>
                  </a:lnTo>
                  <a:lnTo>
                    <a:pt x="3619336" y="714899"/>
                  </a:lnTo>
                  <a:lnTo>
                    <a:pt x="3620589" y="726527"/>
                  </a:lnTo>
                  <a:lnTo>
                    <a:pt x="3621842" y="738465"/>
                  </a:lnTo>
                  <a:lnTo>
                    <a:pt x="3623096" y="750691"/>
                  </a:lnTo>
                  <a:lnTo>
                    <a:pt x="3624349" y="763166"/>
                  </a:lnTo>
                  <a:lnTo>
                    <a:pt x="3625602" y="775784"/>
                  </a:lnTo>
                  <a:lnTo>
                    <a:pt x="3626855" y="788494"/>
                  </a:lnTo>
                  <a:lnTo>
                    <a:pt x="3628108" y="801277"/>
                  </a:lnTo>
                  <a:lnTo>
                    <a:pt x="3629362" y="814138"/>
                  </a:lnTo>
                  <a:lnTo>
                    <a:pt x="3630615" y="827036"/>
                  </a:lnTo>
                  <a:lnTo>
                    <a:pt x="3631868" y="839939"/>
                  </a:lnTo>
                  <a:lnTo>
                    <a:pt x="3633121" y="852822"/>
                  </a:lnTo>
                  <a:lnTo>
                    <a:pt x="3634375" y="865672"/>
                  </a:lnTo>
                  <a:lnTo>
                    <a:pt x="3635628" y="878362"/>
                  </a:lnTo>
                  <a:lnTo>
                    <a:pt x="3636881" y="890749"/>
                  </a:lnTo>
                  <a:lnTo>
                    <a:pt x="3638134" y="902709"/>
                  </a:lnTo>
                  <a:lnTo>
                    <a:pt x="3639387" y="914136"/>
                  </a:lnTo>
                  <a:lnTo>
                    <a:pt x="3640641" y="924925"/>
                  </a:lnTo>
                  <a:lnTo>
                    <a:pt x="3641894" y="935015"/>
                  </a:lnTo>
                  <a:lnTo>
                    <a:pt x="3643147" y="944386"/>
                  </a:lnTo>
                  <a:lnTo>
                    <a:pt x="3644400" y="953031"/>
                  </a:lnTo>
                  <a:lnTo>
                    <a:pt x="3645653" y="960948"/>
                  </a:lnTo>
                  <a:lnTo>
                    <a:pt x="3646907" y="968137"/>
                  </a:lnTo>
                  <a:lnTo>
                    <a:pt x="3648160" y="974584"/>
                  </a:lnTo>
                  <a:lnTo>
                    <a:pt x="3649413" y="980269"/>
                  </a:lnTo>
                  <a:lnTo>
                    <a:pt x="3650666" y="985232"/>
                  </a:lnTo>
                  <a:lnTo>
                    <a:pt x="3651920" y="989542"/>
                  </a:lnTo>
                  <a:lnTo>
                    <a:pt x="3653173" y="993244"/>
                  </a:lnTo>
                  <a:lnTo>
                    <a:pt x="3654426" y="996389"/>
                  </a:lnTo>
                  <a:lnTo>
                    <a:pt x="3655679" y="999044"/>
                  </a:lnTo>
                  <a:lnTo>
                    <a:pt x="3656932" y="1001257"/>
                  </a:lnTo>
                  <a:lnTo>
                    <a:pt x="3658186" y="1003065"/>
                  </a:lnTo>
                  <a:lnTo>
                    <a:pt x="3659439" y="1004555"/>
                  </a:lnTo>
                  <a:lnTo>
                    <a:pt x="3660692" y="1005835"/>
                  </a:lnTo>
                  <a:lnTo>
                    <a:pt x="3661945" y="1006955"/>
                  </a:lnTo>
                  <a:lnTo>
                    <a:pt x="3663198" y="1007960"/>
                  </a:lnTo>
                  <a:lnTo>
                    <a:pt x="3664452" y="1008893"/>
                  </a:lnTo>
                  <a:lnTo>
                    <a:pt x="3665705" y="1009798"/>
                  </a:lnTo>
                  <a:lnTo>
                    <a:pt x="3666958" y="1010688"/>
                  </a:lnTo>
                  <a:lnTo>
                    <a:pt x="3668211" y="1011594"/>
                  </a:lnTo>
                  <a:lnTo>
                    <a:pt x="3669465" y="1012470"/>
                  </a:lnTo>
                  <a:lnTo>
                    <a:pt x="3670718" y="1013236"/>
                  </a:lnTo>
                  <a:lnTo>
                    <a:pt x="3671971" y="1013854"/>
                  </a:lnTo>
                  <a:lnTo>
                    <a:pt x="3673224" y="1014320"/>
                  </a:lnTo>
                  <a:lnTo>
                    <a:pt x="3674477" y="1014629"/>
                  </a:lnTo>
                  <a:lnTo>
                    <a:pt x="3675731" y="1014799"/>
                  </a:lnTo>
                  <a:lnTo>
                    <a:pt x="3676984" y="1014832"/>
                  </a:lnTo>
                  <a:lnTo>
                    <a:pt x="3678237" y="1014700"/>
                  </a:lnTo>
                  <a:lnTo>
                    <a:pt x="3679490" y="1014296"/>
                  </a:lnTo>
                  <a:lnTo>
                    <a:pt x="3680744" y="1013509"/>
                  </a:lnTo>
                  <a:lnTo>
                    <a:pt x="3681997" y="1012244"/>
                  </a:lnTo>
                  <a:lnTo>
                    <a:pt x="3683250" y="1010380"/>
                  </a:lnTo>
                  <a:lnTo>
                    <a:pt x="3684503" y="1007879"/>
                  </a:lnTo>
                  <a:lnTo>
                    <a:pt x="3685756" y="1004721"/>
                  </a:lnTo>
                  <a:lnTo>
                    <a:pt x="3687010" y="1000867"/>
                  </a:lnTo>
                  <a:lnTo>
                    <a:pt x="3688263" y="996323"/>
                  </a:lnTo>
                  <a:lnTo>
                    <a:pt x="3689516" y="991147"/>
                  </a:lnTo>
                  <a:lnTo>
                    <a:pt x="3690769" y="985369"/>
                  </a:lnTo>
                  <a:lnTo>
                    <a:pt x="3692022" y="978980"/>
                  </a:lnTo>
                  <a:lnTo>
                    <a:pt x="3693276" y="972005"/>
                  </a:lnTo>
                  <a:lnTo>
                    <a:pt x="3694529" y="964498"/>
                  </a:lnTo>
                  <a:lnTo>
                    <a:pt x="3695782" y="956475"/>
                  </a:lnTo>
                  <a:lnTo>
                    <a:pt x="3697035" y="947924"/>
                  </a:lnTo>
                  <a:lnTo>
                    <a:pt x="3698289" y="938872"/>
                  </a:lnTo>
                  <a:lnTo>
                    <a:pt x="3699542" y="929465"/>
                  </a:lnTo>
                  <a:lnTo>
                    <a:pt x="3700795" y="919837"/>
                  </a:lnTo>
                  <a:lnTo>
                    <a:pt x="3702048" y="910119"/>
                  </a:lnTo>
                  <a:lnTo>
                    <a:pt x="3703301" y="900409"/>
                  </a:lnTo>
                  <a:lnTo>
                    <a:pt x="3704555" y="890838"/>
                  </a:lnTo>
                  <a:lnTo>
                    <a:pt x="3705808" y="881495"/>
                  </a:lnTo>
                  <a:lnTo>
                    <a:pt x="3707061" y="872400"/>
                  </a:lnTo>
                  <a:lnTo>
                    <a:pt x="3708314" y="863610"/>
                  </a:lnTo>
                  <a:lnTo>
                    <a:pt x="3709568" y="855111"/>
                  </a:lnTo>
                  <a:lnTo>
                    <a:pt x="3710821" y="846893"/>
                  </a:lnTo>
                  <a:lnTo>
                    <a:pt x="3712074" y="838971"/>
                  </a:lnTo>
                  <a:lnTo>
                    <a:pt x="3713327" y="831364"/>
                  </a:lnTo>
                  <a:lnTo>
                    <a:pt x="3714580" y="824041"/>
                  </a:lnTo>
                  <a:lnTo>
                    <a:pt x="3715834" y="816998"/>
                  </a:lnTo>
                  <a:lnTo>
                    <a:pt x="3717087" y="810250"/>
                  </a:lnTo>
                  <a:lnTo>
                    <a:pt x="3718340" y="803767"/>
                  </a:lnTo>
                  <a:lnTo>
                    <a:pt x="3719593" y="797486"/>
                  </a:lnTo>
                  <a:lnTo>
                    <a:pt x="3720846" y="791369"/>
                  </a:lnTo>
                  <a:lnTo>
                    <a:pt x="3722100" y="785376"/>
                  </a:lnTo>
                  <a:lnTo>
                    <a:pt x="3723353" y="779405"/>
                  </a:lnTo>
                  <a:lnTo>
                    <a:pt x="3724606" y="773377"/>
                  </a:lnTo>
                  <a:lnTo>
                    <a:pt x="3725859" y="767278"/>
                  </a:lnTo>
                  <a:lnTo>
                    <a:pt x="3727113" y="761059"/>
                  </a:lnTo>
                  <a:lnTo>
                    <a:pt x="3728366" y="754704"/>
                  </a:lnTo>
                  <a:lnTo>
                    <a:pt x="3729619" y="748239"/>
                  </a:lnTo>
                  <a:lnTo>
                    <a:pt x="3730872" y="741649"/>
                  </a:lnTo>
                  <a:lnTo>
                    <a:pt x="3732125" y="734945"/>
                  </a:lnTo>
                  <a:lnTo>
                    <a:pt x="3733379" y="728231"/>
                  </a:lnTo>
                  <a:lnTo>
                    <a:pt x="3734632" y="721584"/>
                  </a:lnTo>
                  <a:lnTo>
                    <a:pt x="3735885" y="715028"/>
                  </a:lnTo>
                  <a:lnTo>
                    <a:pt x="3737138" y="708591"/>
                  </a:lnTo>
                  <a:lnTo>
                    <a:pt x="3738392" y="702314"/>
                  </a:lnTo>
                  <a:lnTo>
                    <a:pt x="3739645" y="696216"/>
                  </a:lnTo>
                  <a:lnTo>
                    <a:pt x="3740898" y="690311"/>
                  </a:lnTo>
                  <a:lnTo>
                    <a:pt x="3742151" y="684651"/>
                  </a:lnTo>
                  <a:lnTo>
                    <a:pt x="3743404" y="679328"/>
                  </a:lnTo>
                  <a:lnTo>
                    <a:pt x="3744658" y="674385"/>
                  </a:lnTo>
                  <a:lnTo>
                    <a:pt x="3745911" y="669904"/>
                  </a:lnTo>
                  <a:lnTo>
                    <a:pt x="3747164" y="665925"/>
                  </a:lnTo>
                  <a:lnTo>
                    <a:pt x="3748417" y="662459"/>
                  </a:lnTo>
                  <a:lnTo>
                    <a:pt x="3749670" y="659518"/>
                  </a:lnTo>
                  <a:lnTo>
                    <a:pt x="3750924" y="657138"/>
                  </a:lnTo>
                  <a:lnTo>
                    <a:pt x="3752177" y="655250"/>
                  </a:lnTo>
                  <a:lnTo>
                    <a:pt x="3753430" y="653779"/>
                  </a:lnTo>
                  <a:lnTo>
                    <a:pt x="3754683" y="652712"/>
                  </a:lnTo>
                  <a:lnTo>
                    <a:pt x="3755937" y="652046"/>
                  </a:lnTo>
                  <a:lnTo>
                    <a:pt x="3757190" y="651738"/>
                  </a:lnTo>
                  <a:lnTo>
                    <a:pt x="3758443" y="651758"/>
                  </a:lnTo>
                  <a:lnTo>
                    <a:pt x="3759696" y="652140"/>
                  </a:lnTo>
                  <a:lnTo>
                    <a:pt x="3760949" y="652924"/>
                  </a:lnTo>
                  <a:lnTo>
                    <a:pt x="3762203" y="654104"/>
                  </a:lnTo>
                  <a:lnTo>
                    <a:pt x="3763456" y="655591"/>
                  </a:lnTo>
                  <a:lnTo>
                    <a:pt x="3764709" y="657315"/>
                  </a:lnTo>
                  <a:lnTo>
                    <a:pt x="3765962" y="659252"/>
                  </a:lnTo>
                  <a:lnTo>
                    <a:pt x="3767216" y="661370"/>
                  </a:lnTo>
                  <a:lnTo>
                    <a:pt x="3768469" y="663613"/>
                  </a:lnTo>
                  <a:lnTo>
                    <a:pt x="3769722" y="665959"/>
                  </a:lnTo>
                  <a:lnTo>
                    <a:pt x="3770975" y="668409"/>
                  </a:lnTo>
                  <a:lnTo>
                    <a:pt x="3772228" y="670992"/>
                  </a:lnTo>
                  <a:lnTo>
                    <a:pt x="3773482" y="673733"/>
                  </a:lnTo>
                  <a:lnTo>
                    <a:pt x="3774735" y="676675"/>
                  </a:lnTo>
                  <a:lnTo>
                    <a:pt x="3775988" y="679828"/>
                  </a:lnTo>
                  <a:lnTo>
                    <a:pt x="3777241" y="683232"/>
                  </a:lnTo>
                  <a:lnTo>
                    <a:pt x="3778494" y="686870"/>
                  </a:lnTo>
                  <a:lnTo>
                    <a:pt x="3779748" y="690680"/>
                  </a:lnTo>
                  <a:lnTo>
                    <a:pt x="3781001" y="694641"/>
                  </a:lnTo>
                  <a:lnTo>
                    <a:pt x="3782254" y="698810"/>
                  </a:lnTo>
                  <a:lnTo>
                    <a:pt x="3783507" y="703256"/>
                  </a:lnTo>
                  <a:lnTo>
                    <a:pt x="3784761" y="707998"/>
                  </a:lnTo>
                  <a:lnTo>
                    <a:pt x="3786014" y="713056"/>
                  </a:lnTo>
                  <a:lnTo>
                    <a:pt x="3787267" y="718482"/>
                  </a:lnTo>
                  <a:lnTo>
                    <a:pt x="3788520" y="724266"/>
                  </a:lnTo>
                  <a:lnTo>
                    <a:pt x="3789773" y="730382"/>
                  </a:lnTo>
                  <a:lnTo>
                    <a:pt x="3791027" y="736796"/>
                  </a:lnTo>
                  <a:lnTo>
                    <a:pt x="3792280" y="743472"/>
                  </a:lnTo>
                  <a:lnTo>
                    <a:pt x="3793533" y="750357"/>
                  </a:lnTo>
                  <a:lnTo>
                    <a:pt x="3794786" y="757472"/>
                  </a:lnTo>
                  <a:lnTo>
                    <a:pt x="3796040" y="764774"/>
                  </a:lnTo>
                  <a:lnTo>
                    <a:pt x="3797293" y="772143"/>
                  </a:lnTo>
                  <a:lnTo>
                    <a:pt x="3798546" y="779552"/>
                  </a:lnTo>
                  <a:lnTo>
                    <a:pt x="3799799" y="786930"/>
                  </a:lnTo>
                  <a:lnTo>
                    <a:pt x="3801052" y="794147"/>
                  </a:lnTo>
                  <a:lnTo>
                    <a:pt x="3802306" y="801139"/>
                  </a:lnTo>
                  <a:lnTo>
                    <a:pt x="3803559" y="807873"/>
                  </a:lnTo>
                  <a:lnTo>
                    <a:pt x="3804812" y="814297"/>
                  </a:lnTo>
                  <a:lnTo>
                    <a:pt x="3806065" y="820360"/>
                  </a:lnTo>
                  <a:lnTo>
                    <a:pt x="3807318" y="826010"/>
                  </a:lnTo>
                  <a:lnTo>
                    <a:pt x="3808572" y="831237"/>
                  </a:lnTo>
                  <a:lnTo>
                    <a:pt x="3809825" y="836042"/>
                  </a:lnTo>
                  <a:lnTo>
                    <a:pt x="3811078" y="840427"/>
                  </a:lnTo>
                  <a:lnTo>
                    <a:pt x="3812331" y="844382"/>
                  </a:lnTo>
                  <a:lnTo>
                    <a:pt x="3813585" y="847865"/>
                  </a:lnTo>
                  <a:lnTo>
                    <a:pt x="3814838" y="850854"/>
                  </a:lnTo>
                  <a:lnTo>
                    <a:pt x="3816091" y="853413"/>
                  </a:lnTo>
                  <a:lnTo>
                    <a:pt x="3817344" y="855577"/>
                  </a:lnTo>
                  <a:lnTo>
                    <a:pt x="3818597" y="857357"/>
                  </a:lnTo>
                  <a:lnTo>
                    <a:pt x="3819851" y="858782"/>
                  </a:lnTo>
                  <a:lnTo>
                    <a:pt x="3821104" y="859875"/>
                  </a:lnTo>
                  <a:lnTo>
                    <a:pt x="3822357" y="860644"/>
                  </a:lnTo>
                  <a:lnTo>
                    <a:pt x="3823610" y="861070"/>
                  </a:lnTo>
                  <a:lnTo>
                    <a:pt x="3824863" y="861113"/>
                  </a:lnTo>
                  <a:lnTo>
                    <a:pt x="3826117" y="860771"/>
                  </a:lnTo>
                  <a:lnTo>
                    <a:pt x="3827370" y="860081"/>
                  </a:lnTo>
                  <a:lnTo>
                    <a:pt x="3828623" y="859040"/>
                  </a:lnTo>
                  <a:lnTo>
                    <a:pt x="3829876" y="857605"/>
                  </a:lnTo>
                  <a:lnTo>
                    <a:pt x="3831130" y="855758"/>
                  </a:lnTo>
                  <a:lnTo>
                    <a:pt x="3832383" y="853511"/>
                  </a:lnTo>
                  <a:lnTo>
                    <a:pt x="3833636" y="850861"/>
                  </a:lnTo>
                  <a:lnTo>
                    <a:pt x="3834889" y="847787"/>
                  </a:lnTo>
                  <a:lnTo>
                    <a:pt x="3836142" y="844268"/>
                  </a:lnTo>
                  <a:lnTo>
                    <a:pt x="3837396" y="840267"/>
                  </a:lnTo>
                  <a:lnTo>
                    <a:pt x="3838649" y="835780"/>
                  </a:lnTo>
                  <a:lnTo>
                    <a:pt x="3839902" y="830764"/>
                  </a:lnTo>
                  <a:lnTo>
                    <a:pt x="3841155" y="825185"/>
                  </a:lnTo>
                  <a:lnTo>
                    <a:pt x="3842409" y="819120"/>
                  </a:lnTo>
                  <a:lnTo>
                    <a:pt x="3843662" y="812669"/>
                  </a:lnTo>
                  <a:lnTo>
                    <a:pt x="3844915" y="805851"/>
                  </a:lnTo>
                  <a:lnTo>
                    <a:pt x="3846168" y="798608"/>
                  </a:lnTo>
                  <a:lnTo>
                    <a:pt x="3847421" y="790910"/>
                  </a:lnTo>
                  <a:lnTo>
                    <a:pt x="3848675" y="782802"/>
                  </a:lnTo>
                  <a:lnTo>
                    <a:pt x="3849928" y="774284"/>
                  </a:lnTo>
                  <a:lnTo>
                    <a:pt x="3851181" y="765334"/>
                  </a:lnTo>
                  <a:lnTo>
                    <a:pt x="3852434" y="756023"/>
                  </a:lnTo>
                  <a:lnTo>
                    <a:pt x="3853687" y="746375"/>
                  </a:lnTo>
                  <a:lnTo>
                    <a:pt x="3854941" y="736361"/>
                  </a:lnTo>
                  <a:lnTo>
                    <a:pt x="3856194" y="725978"/>
                  </a:lnTo>
                  <a:lnTo>
                    <a:pt x="3857447" y="715225"/>
                  </a:lnTo>
                  <a:lnTo>
                    <a:pt x="3858700" y="704122"/>
                  </a:lnTo>
                  <a:lnTo>
                    <a:pt x="3859954" y="692753"/>
                  </a:lnTo>
                  <a:lnTo>
                    <a:pt x="3861207" y="681181"/>
                  </a:lnTo>
                  <a:lnTo>
                    <a:pt x="3862460" y="669408"/>
                  </a:lnTo>
                  <a:lnTo>
                    <a:pt x="3863713" y="657538"/>
                  </a:lnTo>
                  <a:lnTo>
                    <a:pt x="3864966" y="645716"/>
                  </a:lnTo>
                  <a:lnTo>
                    <a:pt x="3866220" y="633981"/>
                  </a:lnTo>
                  <a:lnTo>
                    <a:pt x="3867473" y="622410"/>
                  </a:lnTo>
                  <a:lnTo>
                    <a:pt x="3868726" y="611072"/>
                  </a:lnTo>
                  <a:lnTo>
                    <a:pt x="3869979" y="600077"/>
                  </a:lnTo>
                  <a:lnTo>
                    <a:pt x="3871233" y="589432"/>
                  </a:lnTo>
                  <a:lnTo>
                    <a:pt x="3872486" y="579132"/>
                  </a:lnTo>
                  <a:lnTo>
                    <a:pt x="3873739" y="569210"/>
                  </a:lnTo>
                  <a:lnTo>
                    <a:pt x="3874992" y="559683"/>
                  </a:lnTo>
                  <a:lnTo>
                    <a:pt x="3876245" y="550595"/>
                  </a:lnTo>
                  <a:lnTo>
                    <a:pt x="3877499" y="542021"/>
                  </a:lnTo>
                  <a:lnTo>
                    <a:pt x="3878752" y="533965"/>
                  </a:lnTo>
                  <a:lnTo>
                    <a:pt x="3880005" y="526405"/>
                  </a:lnTo>
                  <a:lnTo>
                    <a:pt x="3881258" y="519376"/>
                  </a:lnTo>
                  <a:lnTo>
                    <a:pt x="3882511" y="512868"/>
                  </a:lnTo>
                  <a:lnTo>
                    <a:pt x="3883765" y="506899"/>
                  </a:lnTo>
                  <a:lnTo>
                    <a:pt x="3885018" y="501436"/>
                  </a:lnTo>
                  <a:lnTo>
                    <a:pt x="3886271" y="496481"/>
                  </a:lnTo>
                  <a:lnTo>
                    <a:pt x="3887524" y="492072"/>
                  </a:lnTo>
                  <a:lnTo>
                    <a:pt x="3888778" y="488190"/>
                  </a:lnTo>
                  <a:lnTo>
                    <a:pt x="3890031" y="484853"/>
                  </a:lnTo>
                  <a:lnTo>
                    <a:pt x="3891284" y="482084"/>
                  </a:lnTo>
                  <a:lnTo>
                    <a:pt x="3892537" y="479890"/>
                  </a:lnTo>
                  <a:lnTo>
                    <a:pt x="3893790" y="478326"/>
                  </a:lnTo>
                  <a:lnTo>
                    <a:pt x="3895044" y="477398"/>
                  </a:lnTo>
                  <a:lnTo>
                    <a:pt x="3896297" y="477052"/>
                  </a:lnTo>
                  <a:lnTo>
                    <a:pt x="3897550" y="477262"/>
                  </a:lnTo>
                  <a:lnTo>
                    <a:pt x="3898803" y="478001"/>
                  </a:lnTo>
                  <a:lnTo>
                    <a:pt x="3900057" y="479230"/>
                  </a:lnTo>
                  <a:lnTo>
                    <a:pt x="3901310" y="480925"/>
                  </a:lnTo>
                  <a:lnTo>
                    <a:pt x="3902563" y="483045"/>
                  </a:lnTo>
                  <a:lnTo>
                    <a:pt x="3903816" y="485606"/>
                  </a:lnTo>
                  <a:lnTo>
                    <a:pt x="3905069" y="488559"/>
                  </a:lnTo>
                  <a:lnTo>
                    <a:pt x="3906323" y="491801"/>
                  </a:lnTo>
                  <a:lnTo>
                    <a:pt x="3907576" y="495242"/>
                  </a:lnTo>
                  <a:lnTo>
                    <a:pt x="3908829" y="498817"/>
                  </a:lnTo>
                  <a:lnTo>
                    <a:pt x="3910082" y="502475"/>
                  </a:lnTo>
                  <a:lnTo>
                    <a:pt x="3911335" y="506126"/>
                  </a:lnTo>
                  <a:lnTo>
                    <a:pt x="3912589" y="509676"/>
                  </a:lnTo>
                  <a:lnTo>
                    <a:pt x="3913842" y="513149"/>
                  </a:lnTo>
                  <a:lnTo>
                    <a:pt x="3915095" y="516524"/>
                  </a:lnTo>
                  <a:lnTo>
                    <a:pt x="3916348" y="519769"/>
                  </a:lnTo>
                  <a:lnTo>
                    <a:pt x="3917602" y="522964"/>
                  </a:lnTo>
                  <a:lnTo>
                    <a:pt x="3918855" y="526242"/>
                  </a:lnTo>
                  <a:lnTo>
                    <a:pt x="3920108" y="529642"/>
                  </a:lnTo>
                  <a:lnTo>
                    <a:pt x="3921361" y="533162"/>
                  </a:lnTo>
                  <a:lnTo>
                    <a:pt x="3922614" y="536785"/>
                  </a:lnTo>
                  <a:lnTo>
                    <a:pt x="3923868" y="540451"/>
                  </a:lnTo>
                  <a:lnTo>
                    <a:pt x="3925121" y="544200"/>
                  </a:lnTo>
                  <a:lnTo>
                    <a:pt x="3926374" y="548091"/>
                  </a:lnTo>
                  <a:lnTo>
                    <a:pt x="3927627" y="552064"/>
                  </a:lnTo>
                  <a:lnTo>
                    <a:pt x="3928881" y="556107"/>
                  </a:lnTo>
                  <a:lnTo>
                    <a:pt x="3930134" y="560206"/>
                  </a:lnTo>
                  <a:lnTo>
                    <a:pt x="3931387" y="564335"/>
                  </a:lnTo>
                  <a:lnTo>
                    <a:pt x="3932640" y="568477"/>
                  </a:lnTo>
                  <a:lnTo>
                    <a:pt x="3933893" y="572600"/>
                  </a:lnTo>
                  <a:lnTo>
                    <a:pt x="3935147" y="576743"/>
                  </a:lnTo>
                  <a:lnTo>
                    <a:pt x="3936400" y="580882"/>
                  </a:lnTo>
                  <a:lnTo>
                    <a:pt x="3937653" y="584995"/>
                  </a:lnTo>
                  <a:lnTo>
                    <a:pt x="3938906" y="589028"/>
                  </a:lnTo>
                  <a:lnTo>
                    <a:pt x="3940159" y="592903"/>
                  </a:lnTo>
                  <a:lnTo>
                    <a:pt x="3941413" y="596597"/>
                  </a:lnTo>
                  <a:lnTo>
                    <a:pt x="3942666" y="600133"/>
                  </a:lnTo>
                  <a:lnTo>
                    <a:pt x="3943919" y="603473"/>
                  </a:lnTo>
                  <a:lnTo>
                    <a:pt x="3945172" y="606563"/>
                  </a:lnTo>
                  <a:lnTo>
                    <a:pt x="3946426" y="609400"/>
                  </a:lnTo>
                  <a:lnTo>
                    <a:pt x="3947679" y="612001"/>
                  </a:lnTo>
                  <a:lnTo>
                    <a:pt x="3948932" y="614401"/>
                  </a:lnTo>
                  <a:lnTo>
                    <a:pt x="3950185" y="616598"/>
                  </a:lnTo>
                  <a:lnTo>
                    <a:pt x="3951438" y="618590"/>
                  </a:lnTo>
                  <a:lnTo>
                    <a:pt x="3952692" y="620406"/>
                  </a:lnTo>
                  <a:lnTo>
                    <a:pt x="3953945" y="622059"/>
                  </a:lnTo>
                  <a:lnTo>
                    <a:pt x="3955198" y="623537"/>
                  </a:lnTo>
                  <a:lnTo>
                    <a:pt x="3956451" y="624790"/>
                  </a:lnTo>
                  <a:lnTo>
                    <a:pt x="3957705" y="625757"/>
                  </a:lnTo>
                  <a:lnTo>
                    <a:pt x="3958958" y="626464"/>
                  </a:lnTo>
                  <a:lnTo>
                    <a:pt x="3960211" y="626951"/>
                  </a:lnTo>
                  <a:lnTo>
                    <a:pt x="3961464" y="627257"/>
                  </a:lnTo>
                  <a:lnTo>
                    <a:pt x="3962717" y="627450"/>
                  </a:lnTo>
                  <a:lnTo>
                    <a:pt x="3963971" y="627557"/>
                  </a:lnTo>
                  <a:lnTo>
                    <a:pt x="3965224" y="627604"/>
                  </a:lnTo>
                  <a:lnTo>
                    <a:pt x="3966477" y="627595"/>
                  </a:lnTo>
                  <a:lnTo>
                    <a:pt x="3967730" y="627520"/>
                  </a:lnTo>
                  <a:lnTo>
                    <a:pt x="3968983" y="627375"/>
                  </a:lnTo>
                  <a:lnTo>
                    <a:pt x="3970237" y="627193"/>
                  </a:lnTo>
                  <a:lnTo>
                    <a:pt x="3971490" y="626997"/>
                  </a:lnTo>
                  <a:lnTo>
                    <a:pt x="3972743" y="626834"/>
                  </a:lnTo>
                  <a:lnTo>
                    <a:pt x="3973996" y="626779"/>
                  </a:lnTo>
                  <a:lnTo>
                    <a:pt x="3975250" y="626932"/>
                  </a:lnTo>
                  <a:lnTo>
                    <a:pt x="3976503" y="627352"/>
                  </a:lnTo>
                  <a:lnTo>
                    <a:pt x="3977756" y="628038"/>
                  </a:lnTo>
                  <a:lnTo>
                    <a:pt x="3979009" y="629036"/>
                  </a:lnTo>
                  <a:lnTo>
                    <a:pt x="3980262" y="630308"/>
                  </a:lnTo>
                  <a:lnTo>
                    <a:pt x="3981516" y="631765"/>
                  </a:lnTo>
                  <a:lnTo>
                    <a:pt x="3982769" y="633353"/>
                  </a:lnTo>
                  <a:lnTo>
                    <a:pt x="3984022" y="635079"/>
                  </a:lnTo>
                  <a:lnTo>
                    <a:pt x="3985275" y="636973"/>
                  </a:lnTo>
                  <a:lnTo>
                    <a:pt x="3986528" y="639064"/>
                  </a:lnTo>
                  <a:lnTo>
                    <a:pt x="3987782" y="641393"/>
                  </a:lnTo>
                  <a:lnTo>
                    <a:pt x="3989035" y="643872"/>
                  </a:lnTo>
                  <a:lnTo>
                    <a:pt x="3990288" y="646477"/>
                  </a:lnTo>
                  <a:lnTo>
                    <a:pt x="3991541" y="649211"/>
                  </a:lnTo>
                  <a:lnTo>
                    <a:pt x="3992795" y="652048"/>
                  </a:lnTo>
                  <a:lnTo>
                    <a:pt x="3994048" y="654981"/>
                  </a:lnTo>
                  <a:lnTo>
                    <a:pt x="3995301" y="657945"/>
                  </a:lnTo>
                  <a:lnTo>
                    <a:pt x="3996554" y="660919"/>
                  </a:lnTo>
                  <a:lnTo>
                    <a:pt x="3997807" y="663865"/>
                  </a:lnTo>
                  <a:lnTo>
                    <a:pt x="3999061" y="666791"/>
                  </a:lnTo>
                  <a:lnTo>
                    <a:pt x="4000314" y="669733"/>
                  </a:lnTo>
                  <a:lnTo>
                    <a:pt x="4001567" y="672718"/>
                  </a:lnTo>
                  <a:lnTo>
                    <a:pt x="4002820" y="675828"/>
                  </a:lnTo>
                  <a:lnTo>
                    <a:pt x="4004074" y="679106"/>
                  </a:lnTo>
                  <a:lnTo>
                    <a:pt x="4005327" y="682541"/>
                  </a:lnTo>
                  <a:lnTo>
                    <a:pt x="4006580" y="686125"/>
                  </a:lnTo>
                  <a:lnTo>
                    <a:pt x="4007833" y="689918"/>
                  </a:lnTo>
                  <a:lnTo>
                    <a:pt x="4009086" y="693923"/>
                  </a:lnTo>
                  <a:lnTo>
                    <a:pt x="4010340" y="698170"/>
                  </a:lnTo>
                  <a:lnTo>
                    <a:pt x="4011593" y="702613"/>
                  </a:lnTo>
                  <a:lnTo>
                    <a:pt x="4012846" y="707184"/>
                  </a:lnTo>
                  <a:lnTo>
                    <a:pt x="4014099" y="711882"/>
                  </a:lnTo>
                  <a:lnTo>
                    <a:pt x="4015352" y="716664"/>
                  </a:lnTo>
                  <a:lnTo>
                    <a:pt x="4016606" y="721479"/>
                  </a:lnTo>
                  <a:lnTo>
                    <a:pt x="4017859" y="726291"/>
                  </a:lnTo>
                  <a:lnTo>
                    <a:pt x="4019112" y="731082"/>
                  </a:lnTo>
                  <a:lnTo>
                    <a:pt x="4020365" y="735910"/>
                  </a:lnTo>
                  <a:lnTo>
                    <a:pt x="4021619" y="740801"/>
                  </a:lnTo>
                  <a:lnTo>
                    <a:pt x="4022872" y="745730"/>
                  </a:lnTo>
                  <a:lnTo>
                    <a:pt x="4024125" y="750683"/>
                  </a:lnTo>
                  <a:lnTo>
                    <a:pt x="4025378" y="755624"/>
                  </a:lnTo>
                  <a:lnTo>
                    <a:pt x="4026631" y="760545"/>
                  </a:lnTo>
                  <a:lnTo>
                    <a:pt x="4027885" y="765451"/>
                  </a:lnTo>
                  <a:lnTo>
                    <a:pt x="4029138" y="770360"/>
                  </a:lnTo>
                  <a:lnTo>
                    <a:pt x="4030391" y="775310"/>
                  </a:lnTo>
                  <a:lnTo>
                    <a:pt x="4031644" y="780366"/>
                  </a:lnTo>
                  <a:lnTo>
                    <a:pt x="4032898" y="785549"/>
                  </a:lnTo>
                  <a:lnTo>
                    <a:pt x="4034151" y="790869"/>
                  </a:lnTo>
                  <a:lnTo>
                    <a:pt x="4035404" y="796334"/>
                  </a:lnTo>
                  <a:lnTo>
                    <a:pt x="4036657" y="801891"/>
                  </a:lnTo>
                  <a:lnTo>
                    <a:pt x="4037910" y="807493"/>
                  </a:lnTo>
                  <a:lnTo>
                    <a:pt x="4039164" y="813084"/>
                  </a:lnTo>
                  <a:lnTo>
                    <a:pt x="4040417" y="818604"/>
                  </a:lnTo>
                  <a:lnTo>
                    <a:pt x="4041670" y="823969"/>
                  </a:lnTo>
                  <a:lnTo>
                    <a:pt x="4042923" y="829164"/>
                  </a:lnTo>
                  <a:lnTo>
                    <a:pt x="4044176" y="834225"/>
                  </a:lnTo>
                  <a:lnTo>
                    <a:pt x="4045430" y="839138"/>
                  </a:lnTo>
                  <a:lnTo>
                    <a:pt x="4046683" y="843841"/>
                  </a:lnTo>
                  <a:lnTo>
                    <a:pt x="4047936" y="848270"/>
                  </a:lnTo>
                  <a:lnTo>
                    <a:pt x="4049189" y="852360"/>
                  </a:lnTo>
                  <a:lnTo>
                    <a:pt x="4050443" y="856029"/>
                  </a:lnTo>
                  <a:lnTo>
                    <a:pt x="4051696" y="859248"/>
                  </a:lnTo>
                  <a:lnTo>
                    <a:pt x="4052949" y="862044"/>
                  </a:lnTo>
                  <a:lnTo>
                    <a:pt x="4054202" y="864398"/>
                  </a:lnTo>
                  <a:lnTo>
                    <a:pt x="4055455" y="866306"/>
                  </a:lnTo>
                  <a:lnTo>
                    <a:pt x="4056709" y="867755"/>
                  </a:lnTo>
                  <a:lnTo>
                    <a:pt x="4057962" y="868749"/>
                  </a:lnTo>
                  <a:lnTo>
                    <a:pt x="4059215" y="869327"/>
                  </a:lnTo>
                  <a:lnTo>
                    <a:pt x="4060468" y="869517"/>
                  </a:lnTo>
                  <a:lnTo>
                    <a:pt x="4061722" y="869306"/>
                  </a:lnTo>
                  <a:lnTo>
                    <a:pt x="4062975" y="868647"/>
                  </a:lnTo>
                  <a:lnTo>
                    <a:pt x="4064228" y="867495"/>
                  </a:lnTo>
                  <a:lnTo>
                    <a:pt x="4065481" y="865830"/>
                  </a:lnTo>
                  <a:lnTo>
                    <a:pt x="4066734" y="863620"/>
                  </a:lnTo>
                  <a:lnTo>
                    <a:pt x="4067988" y="860876"/>
                  </a:lnTo>
                  <a:lnTo>
                    <a:pt x="4069241" y="857586"/>
                  </a:lnTo>
                  <a:lnTo>
                    <a:pt x="4070494" y="853754"/>
                  </a:lnTo>
                  <a:lnTo>
                    <a:pt x="4071747" y="849360"/>
                  </a:lnTo>
                  <a:lnTo>
                    <a:pt x="4073000" y="844386"/>
                  </a:lnTo>
                  <a:lnTo>
                    <a:pt x="4074254" y="838830"/>
                  </a:lnTo>
                  <a:lnTo>
                    <a:pt x="4075507" y="832766"/>
                  </a:lnTo>
                  <a:lnTo>
                    <a:pt x="4076760" y="826276"/>
                  </a:lnTo>
                  <a:lnTo>
                    <a:pt x="4078013" y="819386"/>
                  </a:lnTo>
                  <a:lnTo>
                    <a:pt x="4079267" y="812100"/>
                  </a:lnTo>
                  <a:lnTo>
                    <a:pt x="4080520" y="804465"/>
                  </a:lnTo>
                  <a:lnTo>
                    <a:pt x="4081773" y="796490"/>
                  </a:lnTo>
                  <a:lnTo>
                    <a:pt x="4083026" y="788226"/>
                  </a:lnTo>
                  <a:lnTo>
                    <a:pt x="4084279" y="779695"/>
                  </a:lnTo>
                  <a:lnTo>
                    <a:pt x="4085533" y="770919"/>
                  </a:lnTo>
                  <a:lnTo>
                    <a:pt x="4086786" y="761943"/>
                  </a:lnTo>
                  <a:lnTo>
                    <a:pt x="4088039" y="752830"/>
                  </a:lnTo>
                  <a:lnTo>
                    <a:pt x="4089292" y="743571"/>
                  </a:lnTo>
                  <a:lnTo>
                    <a:pt x="4090546" y="734161"/>
                  </a:lnTo>
                  <a:lnTo>
                    <a:pt x="4091799" y="724572"/>
                  </a:lnTo>
                  <a:lnTo>
                    <a:pt x="4093052" y="714769"/>
                  </a:lnTo>
                  <a:lnTo>
                    <a:pt x="4094305" y="704680"/>
                  </a:lnTo>
                  <a:lnTo>
                    <a:pt x="4095558" y="694270"/>
                  </a:lnTo>
                  <a:lnTo>
                    <a:pt x="4096812" y="683559"/>
                  </a:lnTo>
                  <a:lnTo>
                    <a:pt x="4098065" y="672539"/>
                  </a:lnTo>
                  <a:lnTo>
                    <a:pt x="4099318" y="661247"/>
                  </a:lnTo>
                  <a:lnTo>
                    <a:pt x="4100571" y="649734"/>
                  </a:lnTo>
                  <a:lnTo>
                    <a:pt x="4101824" y="638004"/>
                  </a:lnTo>
                  <a:lnTo>
                    <a:pt x="4103078" y="626082"/>
                  </a:lnTo>
                  <a:lnTo>
                    <a:pt x="4104331" y="614051"/>
                  </a:lnTo>
                  <a:lnTo>
                    <a:pt x="4105584" y="601944"/>
                  </a:lnTo>
                  <a:lnTo>
                    <a:pt x="4106837" y="589712"/>
                  </a:lnTo>
                  <a:lnTo>
                    <a:pt x="4108091" y="577372"/>
                  </a:lnTo>
                  <a:lnTo>
                    <a:pt x="4109344" y="564989"/>
                  </a:lnTo>
                  <a:lnTo>
                    <a:pt x="4110597" y="552626"/>
                  </a:lnTo>
                  <a:lnTo>
                    <a:pt x="4111850" y="540352"/>
                  </a:lnTo>
                  <a:lnTo>
                    <a:pt x="4113103" y="528238"/>
                  </a:lnTo>
                  <a:lnTo>
                    <a:pt x="4114357" y="516335"/>
                  </a:lnTo>
                  <a:lnTo>
                    <a:pt x="4115610" y="504628"/>
                  </a:lnTo>
                  <a:lnTo>
                    <a:pt x="4116863" y="493156"/>
                  </a:lnTo>
                  <a:lnTo>
                    <a:pt x="4118116" y="481923"/>
                  </a:lnTo>
                  <a:lnTo>
                    <a:pt x="4119369" y="470963"/>
                  </a:lnTo>
                  <a:lnTo>
                    <a:pt x="4120623" y="460335"/>
                  </a:lnTo>
                  <a:lnTo>
                    <a:pt x="4121876" y="450037"/>
                  </a:lnTo>
                  <a:lnTo>
                    <a:pt x="4123129" y="440051"/>
                  </a:lnTo>
                  <a:lnTo>
                    <a:pt x="4124382" y="430360"/>
                  </a:lnTo>
                  <a:lnTo>
                    <a:pt x="4125636" y="420971"/>
                  </a:lnTo>
                  <a:lnTo>
                    <a:pt x="4126889" y="411928"/>
                  </a:lnTo>
                  <a:lnTo>
                    <a:pt x="4128142" y="403254"/>
                  </a:lnTo>
                  <a:lnTo>
                    <a:pt x="4129395" y="394961"/>
                  </a:lnTo>
                  <a:lnTo>
                    <a:pt x="4130648" y="387076"/>
                  </a:lnTo>
                  <a:lnTo>
                    <a:pt x="4131902" y="379604"/>
                  </a:lnTo>
                  <a:lnTo>
                    <a:pt x="4133155" y="372537"/>
                  </a:lnTo>
                  <a:lnTo>
                    <a:pt x="4134408" y="365873"/>
                  </a:lnTo>
                  <a:lnTo>
                    <a:pt x="4135661" y="359572"/>
                  </a:lnTo>
                  <a:lnTo>
                    <a:pt x="4136915" y="353627"/>
                  </a:lnTo>
                  <a:lnTo>
                    <a:pt x="4138168" y="347965"/>
                  </a:lnTo>
                  <a:lnTo>
                    <a:pt x="4139421" y="342492"/>
                  </a:lnTo>
                  <a:lnTo>
                    <a:pt x="4140674" y="337156"/>
                  </a:lnTo>
                  <a:lnTo>
                    <a:pt x="4141927" y="331947"/>
                  </a:lnTo>
                  <a:lnTo>
                    <a:pt x="4143181" y="326884"/>
                  </a:lnTo>
                  <a:lnTo>
                    <a:pt x="4144434" y="322023"/>
                  </a:lnTo>
                  <a:lnTo>
                    <a:pt x="4145687" y="317334"/>
                  </a:lnTo>
                  <a:lnTo>
                    <a:pt x="4146940" y="312747"/>
                  </a:lnTo>
                  <a:lnTo>
                    <a:pt x="4148193" y="308204"/>
                  </a:lnTo>
                  <a:lnTo>
                    <a:pt x="4149447" y="303648"/>
                  </a:lnTo>
                  <a:lnTo>
                    <a:pt x="4150700" y="298986"/>
                  </a:lnTo>
                  <a:lnTo>
                    <a:pt x="4151953" y="294193"/>
                  </a:lnTo>
                  <a:lnTo>
                    <a:pt x="4153206" y="289288"/>
                  </a:lnTo>
                  <a:lnTo>
                    <a:pt x="4154460" y="284296"/>
                  </a:lnTo>
                  <a:lnTo>
                    <a:pt x="4155713" y="279283"/>
                  </a:lnTo>
                  <a:lnTo>
                    <a:pt x="4156966" y="274331"/>
                  </a:lnTo>
                  <a:lnTo>
                    <a:pt x="4158219" y="269523"/>
                  </a:lnTo>
                  <a:lnTo>
                    <a:pt x="4159472" y="264884"/>
                  </a:lnTo>
                  <a:lnTo>
                    <a:pt x="4160726" y="260447"/>
                  </a:lnTo>
                  <a:lnTo>
                    <a:pt x="4161979" y="256211"/>
                  </a:lnTo>
                  <a:lnTo>
                    <a:pt x="4163232" y="252127"/>
                  </a:lnTo>
                  <a:lnTo>
                    <a:pt x="4164485" y="248200"/>
                  </a:lnTo>
                  <a:lnTo>
                    <a:pt x="4165739" y="244491"/>
                  </a:lnTo>
                  <a:lnTo>
                    <a:pt x="4166992" y="241056"/>
                  </a:lnTo>
                  <a:lnTo>
                    <a:pt x="4168245" y="237900"/>
                  </a:lnTo>
                  <a:lnTo>
                    <a:pt x="4169498" y="235107"/>
                  </a:lnTo>
                  <a:lnTo>
                    <a:pt x="4170751" y="232729"/>
                  </a:lnTo>
                  <a:lnTo>
                    <a:pt x="4172005" y="230725"/>
                  </a:lnTo>
                  <a:lnTo>
                    <a:pt x="4173258" y="229054"/>
                  </a:lnTo>
                  <a:lnTo>
                    <a:pt x="4174511" y="227686"/>
                  </a:lnTo>
                  <a:lnTo>
                    <a:pt x="4175764" y="226582"/>
                  </a:lnTo>
                  <a:lnTo>
                    <a:pt x="4177017" y="225719"/>
                  </a:lnTo>
                  <a:lnTo>
                    <a:pt x="4178271" y="225110"/>
                  </a:lnTo>
                  <a:lnTo>
                    <a:pt x="4179524" y="224760"/>
                  </a:lnTo>
                  <a:lnTo>
                    <a:pt x="4180777" y="224708"/>
                  </a:lnTo>
                  <a:lnTo>
                    <a:pt x="4182030" y="224974"/>
                  </a:lnTo>
                  <a:lnTo>
                    <a:pt x="4183284" y="225458"/>
                  </a:lnTo>
                  <a:lnTo>
                    <a:pt x="4184537" y="226105"/>
                  </a:lnTo>
                  <a:lnTo>
                    <a:pt x="4185790" y="226918"/>
                  </a:lnTo>
                  <a:lnTo>
                    <a:pt x="4187043" y="227918"/>
                  </a:lnTo>
                  <a:lnTo>
                    <a:pt x="4188296" y="229113"/>
                  </a:lnTo>
                  <a:lnTo>
                    <a:pt x="4189550" y="230504"/>
                  </a:lnTo>
                  <a:lnTo>
                    <a:pt x="4190803" y="232064"/>
                  </a:lnTo>
                  <a:lnTo>
                    <a:pt x="4192056" y="233770"/>
                  </a:lnTo>
                  <a:lnTo>
                    <a:pt x="4193309" y="235572"/>
                  </a:lnTo>
                  <a:lnTo>
                    <a:pt x="4194563" y="237437"/>
                  </a:lnTo>
                  <a:lnTo>
                    <a:pt x="4195816" y="239344"/>
                  </a:lnTo>
                  <a:lnTo>
                    <a:pt x="4197069" y="241268"/>
                  </a:lnTo>
                  <a:lnTo>
                    <a:pt x="4198322" y="243206"/>
                  </a:lnTo>
                  <a:lnTo>
                    <a:pt x="4199575" y="245181"/>
                  </a:lnTo>
                  <a:lnTo>
                    <a:pt x="4200829" y="247227"/>
                  </a:lnTo>
                  <a:lnTo>
                    <a:pt x="4202082" y="249398"/>
                  </a:lnTo>
                  <a:lnTo>
                    <a:pt x="4203335" y="251733"/>
                  </a:lnTo>
                  <a:lnTo>
                    <a:pt x="4204588" y="254226"/>
                  </a:lnTo>
                  <a:lnTo>
                    <a:pt x="4205841" y="256844"/>
                  </a:lnTo>
                  <a:lnTo>
                    <a:pt x="4207095" y="259530"/>
                  </a:lnTo>
                  <a:lnTo>
                    <a:pt x="4208348" y="262229"/>
                  </a:lnTo>
                  <a:lnTo>
                    <a:pt x="4209601" y="264976"/>
                  </a:lnTo>
                  <a:lnTo>
                    <a:pt x="4210854" y="267826"/>
                  </a:lnTo>
                  <a:lnTo>
                    <a:pt x="4212108" y="270815"/>
                  </a:lnTo>
                  <a:lnTo>
                    <a:pt x="4213361" y="273983"/>
                  </a:lnTo>
                  <a:lnTo>
                    <a:pt x="4214614" y="277354"/>
                  </a:lnTo>
                  <a:lnTo>
                    <a:pt x="4215867" y="280898"/>
                  </a:lnTo>
                  <a:lnTo>
                    <a:pt x="4217120" y="284625"/>
                  </a:lnTo>
                  <a:lnTo>
                    <a:pt x="4218374" y="288475"/>
                  </a:lnTo>
                  <a:lnTo>
                    <a:pt x="4219627" y="292386"/>
                  </a:lnTo>
                  <a:lnTo>
                    <a:pt x="4220880" y="296281"/>
                  </a:lnTo>
                  <a:lnTo>
                    <a:pt x="4222133" y="300102"/>
                  </a:lnTo>
                  <a:lnTo>
                    <a:pt x="4223387" y="303822"/>
                  </a:lnTo>
                  <a:lnTo>
                    <a:pt x="4224640" y="307419"/>
                  </a:lnTo>
                  <a:lnTo>
                    <a:pt x="4225893" y="310911"/>
                  </a:lnTo>
                  <a:lnTo>
                    <a:pt x="4227146" y="314319"/>
                  </a:lnTo>
                  <a:lnTo>
                    <a:pt x="4228399" y="317578"/>
                  </a:lnTo>
                  <a:lnTo>
                    <a:pt x="4229653" y="320588"/>
                  </a:lnTo>
                  <a:lnTo>
                    <a:pt x="4230906" y="323270"/>
                  </a:lnTo>
                  <a:lnTo>
                    <a:pt x="4232159" y="325557"/>
                  </a:lnTo>
                  <a:lnTo>
                    <a:pt x="4233412" y="327365"/>
                  </a:lnTo>
                  <a:lnTo>
                    <a:pt x="4234665" y="328702"/>
                  </a:lnTo>
                  <a:lnTo>
                    <a:pt x="4235919" y="329613"/>
                  </a:lnTo>
                  <a:lnTo>
                    <a:pt x="4237172" y="330125"/>
                  </a:lnTo>
                  <a:lnTo>
                    <a:pt x="4238425" y="330264"/>
                  </a:lnTo>
                  <a:lnTo>
                    <a:pt x="4239678" y="330069"/>
                  </a:lnTo>
                  <a:lnTo>
                    <a:pt x="4240932" y="329525"/>
                  </a:lnTo>
                  <a:lnTo>
                    <a:pt x="4242185" y="328602"/>
                  </a:lnTo>
                  <a:lnTo>
                    <a:pt x="4243438" y="327260"/>
                  </a:lnTo>
                  <a:lnTo>
                    <a:pt x="4244691" y="325419"/>
                  </a:lnTo>
                  <a:lnTo>
                    <a:pt x="4245944" y="323127"/>
                  </a:lnTo>
                  <a:lnTo>
                    <a:pt x="4247198" y="320531"/>
                  </a:lnTo>
                  <a:lnTo>
                    <a:pt x="4248451" y="317657"/>
                  </a:lnTo>
                  <a:lnTo>
                    <a:pt x="4249704" y="314523"/>
                  </a:lnTo>
                  <a:lnTo>
                    <a:pt x="4250957" y="311143"/>
                  </a:lnTo>
                  <a:lnTo>
                    <a:pt x="4252211" y="307559"/>
                  </a:lnTo>
                  <a:lnTo>
                    <a:pt x="4253464" y="303781"/>
                  </a:lnTo>
                  <a:lnTo>
                    <a:pt x="4254717" y="299796"/>
                  </a:lnTo>
                  <a:lnTo>
                    <a:pt x="4255970" y="295617"/>
                  </a:lnTo>
                  <a:lnTo>
                    <a:pt x="4257223" y="291277"/>
                  </a:lnTo>
                  <a:lnTo>
                    <a:pt x="4258477" y="286820"/>
                  </a:lnTo>
                  <a:lnTo>
                    <a:pt x="4259730" y="282309"/>
                  </a:lnTo>
                  <a:lnTo>
                    <a:pt x="4260983" y="277839"/>
                  </a:lnTo>
                  <a:lnTo>
                    <a:pt x="4262236" y="273446"/>
                  </a:lnTo>
                  <a:lnTo>
                    <a:pt x="4263489" y="269188"/>
                  </a:lnTo>
                  <a:lnTo>
                    <a:pt x="4264743" y="265072"/>
                  </a:lnTo>
                  <a:lnTo>
                    <a:pt x="4265996" y="261081"/>
                  </a:lnTo>
                  <a:lnTo>
                    <a:pt x="4267249" y="257241"/>
                  </a:lnTo>
                  <a:lnTo>
                    <a:pt x="4268502" y="253602"/>
                  </a:lnTo>
                  <a:lnTo>
                    <a:pt x="4269756" y="250190"/>
                  </a:lnTo>
                  <a:lnTo>
                    <a:pt x="4271009" y="247043"/>
                  </a:lnTo>
                  <a:lnTo>
                    <a:pt x="4272262" y="244218"/>
                  </a:lnTo>
                  <a:lnTo>
                    <a:pt x="4273515" y="241754"/>
                  </a:lnTo>
                  <a:lnTo>
                    <a:pt x="4274768" y="239671"/>
                  </a:lnTo>
                  <a:lnTo>
                    <a:pt x="4276022" y="238000"/>
                  </a:lnTo>
                  <a:lnTo>
                    <a:pt x="4277275" y="236761"/>
                  </a:lnTo>
                  <a:lnTo>
                    <a:pt x="4278528" y="235972"/>
                  </a:lnTo>
                  <a:lnTo>
                    <a:pt x="4279781" y="235623"/>
                  </a:lnTo>
                  <a:lnTo>
                    <a:pt x="4281034" y="235729"/>
                  </a:lnTo>
                  <a:lnTo>
                    <a:pt x="4282288" y="236335"/>
                  </a:lnTo>
                  <a:lnTo>
                    <a:pt x="4283541" y="237459"/>
                  </a:lnTo>
                  <a:lnTo>
                    <a:pt x="4284794" y="239122"/>
                  </a:lnTo>
                  <a:lnTo>
                    <a:pt x="4286047" y="241306"/>
                  </a:lnTo>
                  <a:lnTo>
                    <a:pt x="4287301" y="244004"/>
                  </a:lnTo>
                  <a:lnTo>
                    <a:pt x="4288554" y="247219"/>
                  </a:lnTo>
                  <a:lnTo>
                    <a:pt x="4289807" y="250927"/>
                  </a:lnTo>
                  <a:lnTo>
                    <a:pt x="4291060" y="255145"/>
                  </a:lnTo>
                  <a:lnTo>
                    <a:pt x="4292313" y="259956"/>
                  </a:lnTo>
                  <a:lnTo>
                    <a:pt x="4293567" y="265430"/>
                  </a:lnTo>
                  <a:lnTo>
                    <a:pt x="4294820" y="271575"/>
                  </a:lnTo>
                  <a:lnTo>
                    <a:pt x="4296073" y="278386"/>
                  </a:lnTo>
                  <a:lnTo>
                    <a:pt x="4297326" y="285853"/>
                  </a:lnTo>
                  <a:lnTo>
                    <a:pt x="4298580" y="293919"/>
                  </a:lnTo>
                  <a:lnTo>
                    <a:pt x="4299833" y="302542"/>
                  </a:lnTo>
                  <a:lnTo>
                    <a:pt x="4301086" y="311700"/>
                  </a:lnTo>
                  <a:lnTo>
                    <a:pt x="4302339" y="321366"/>
                  </a:lnTo>
                  <a:lnTo>
                    <a:pt x="4303592" y="331534"/>
                  </a:lnTo>
                  <a:lnTo>
                    <a:pt x="4304846" y="342246"/>
                  </a:lnTo>
                  <a:lnTo>
                    <a:pt x="4306099" y="353482"/>
                  </a:lnTo>
                  <a:lnTo>
                    <a:pt x="4307352" y="365228"/>
                  </a:lnTo>
                  <a:lnTo>
                    <a:pt x="4308605" y="377454"/>
                  </a:lnTo>
                  <a:lnTo>
                    <a:pt x="4309858" y="390068"/>
                  </a:lnTo>
                  <a:lnTo>
                    <a:pt x="4311112" y="402985"/>
                  </a:lnTo>
                  <a:lnTo>
                    <a:pt x="4312365" y="416165"/>
                  </a:lnTo>
                  <a:lnTo>
                    <a:pt x="4313618" y="429589"/>
                  </a:lnTo>
                  <a:lnTo>
                    <a:pt x="4314871" y="443206"/>
                  </a:lnTo>
                  <a:lnTo>
                    <a:pt x="4316125" y="456979"/>
                  </a:lnTo>
                  <a:lnTo>
                    <a:pt x="4317378" y="470932"/>
                  </a:lnTo>
                  <a:lnTo>
                    <a:pt x="4318631" y="485054"/>
                  </a:lnTo>
                  <a:lnTo>
                    <a:pt x="4319884" y="499317"/>
                  </a:lnTo>
                  <a:lnTo>
                    <a:pt x="4321137" y="513671"/>
                  </a:lnTo>
                  <a:lnTo>
                    <a:pt x="4322391" y="528047"/>
                  </a:lnTo>
                  <a:lnTo>
                    <a:pt x="4323644" y="542349"/>
                  </a:lnTo>
                  <a:lnTo>
                    <a:pt x="4324897" y="556503"/>
                  </a:lnTo>
                  <a:lnTo>
                    <a:pt x="4326150" y="570444"/>
                  </a:lnTo>
                  <a:lnTo>
                    <a:pt x="4327404" y="584126"/>
                  </a:lnTo>
                  <a:lnTo>
                    <a:pt x="4328657" y="597524"/>
                  </a:lnTo>
                  <a:lnTo>
                    <a:pt x="4329910" y="610633"/>
                  </a:lnTo>
                  <a:lnTo>
                    <a:pt x="4331163" y="623402"/>
                  </a:lnTo>
                  <a:lnTo>
                    <a:pt x="4332416" y="635817"/>
                  </a:lnTo>
                  <a:lnTo>
                    <a:pt x="4333670" y="647907"/>
                  </a:lnTo>
                  <a:lnTo>
                    <a:pt x="4334923" y="659614"/>
                  </a:lnTo>
                  <a:lnTo>
                    <a:pt x="4336176" y="670832"/>
                  </a:lnTo>
                  <a:lnTo>
                    <a:pt x="4337429" y="681499"/>
                  </a:lnTo>
                  <a:lnTo>
                    <a:pt x="4338682" y="691560"/>
                  </a:lnTo>
                  <a:lnTo>
                    <a:pt x="4339936" y="700967"/>
                  </a:lnTo>
                  <a:lnTo>
                    <a:pt x="4341189" y="709732"/>
                  </a:lnTo>
                  <a:lnTo>
                    <a:pt x="4342442" y="717910"/>
                  </a:lnTo>
                  <a:lnTo>
                    <a:pt x="4343695" y="725480"/>
                  </a:lnTo>
                  <a:lnTo>
                    <a:pt x="4344949" y="732414"/>
                  </a:lnTo>
                  <a:lnTo>
                    <a:pt x="4346202" y="738687"/>
                  </a:lnTo>
                  <a:lnTo>
                    <a:pt x="4347455" y="744271"/>
                  </a:lnTo>
                  <a:lnTo>
                    <a:pt x="4348708" y="749197"/>
                  </a:lnTo>
                  <a:lnTo>
                    <a:pt x="4349961" y="753516"/>
                  </a:lnTo>
                  <a:lnTo>
                    <a:pt x="4351215" y="757218"/>
                  </a:lnTo>
                  <a:lnTo>
                    <a:pt x="4352468" y="760301"/>
                  </a:lnTo>
                  <a:lnTo>
                    <a:pt x="4353721" y="762758"/>
                  </a:lnTo>
                  <a:lnTo>
                    <a:pt x="4354974" y="764524"/>
                  </a:lnTo>
                  <a:lnTo>
                    <a:pt x="4356228" y="765539"/>
                  </a:lnTo>
                  <a:lnTo>
                    <a:pt x="4357481" y="765792"/>
                  </a:lnTo>
                  <a:lnTo>
                    <a:pt x="4358734" y="765332"/>
                  </a:lnTo>
                  <a:lnTo>
                    <a:pt x="4359987" y="764216"/>
                  </a:lnTo>
                  <a:lnTo>
                    <a:pt x="4361240" y="762501"/>
                  </a:lnTo>
                  <a:lnTo>
                    <a:pt x="4362494" y="760232"/>
                  </a:lnTo>
                  <a:lnTo>
                    <a:pt x="4363747" y="757411"/>
                  </a:lnTo>
                  <a:lnTo>
                    <a:pt x="4365000" y="754056"/>
                  </a:lnTo>
                  <a:lnTo>
                    <a:pt x="4366253" y="750189"/>
                  </a:lnTo>
                  <a:lnTo>
                    <a:pt x="4367506" y="745770"/>
                  </a:lnTo>
                  <a:lnTo>
                    <a:pt x="4368760" y="740786"/>
                  </a:lnTo>
                  <a:lnTo>
                    <a:pt x="4370013" y="735357"/>
                  </a:lnTo>
                  <a:lnTo>
                    <a:pt x="4371266" y="729589"/>
                  </a:lnTo>
                  <a:lnTo>
                    <a:pt x="4372519" y="723539"/>
                  </a:lnTo>
                  <a:lnTo>
                    <a:pt x="4373773" y="717287"/>
                  </a:lnTo>
                  <a:lnTo>
                    <a:pt x="4375026" y="710882"/>
                  </a:lnTo>
                  <a:lnTo>
                    <a:pt x="4376279" y="704351"/>
                  </a:lnTo>
                  <a:lnTo>
                    <a:pt x="4377532" y="697700"/>
                  </a:lnTo>
                  <a:lnTo>
                    <a:pt x="4378785" y="690949"/>
                  </a:lnTo>
                  <a:lnTo>
                    <a:pt x="4380039" y="684100"/>
                  </a:lnTo>
                  <a:lnTo>
                    <a:pt x="4381292" y="677194"/>
                  </a:lnTo>
                  <a:lnTo>
                    <a:pt x="4382545" y="670303"/>
                  </a:lnTo>
                  <a:lnTo>
                    <a:pt x="4383798" y="663474"/>
                  </a:lnTo>
                  <a:lnTo>
                    <a:pt x="4385052" y="656780"/>
                  </a:lnTo>
                  <a:lnTo>
                    <a:pt x="4386305" y="650287"/>
                  </a:lnTo>
                  <a:lnTo>
                    <a:pt x="4387558" y="644068"/>
                  </a:lnTo>
                  <a:lnTo>
                    <a:pt x="4388811" y="638152"/>
                  </a:lnTo>
                  <a:lnTo>
                    <a:pt x="4390064" y="632595"/>
                  </a:lnTo>
                  <a:lnTo>
                    <a:pt x="4391318" y="627434"/>
                  </a:lnTo>
                  <a:lnTo>
                    <a:pt x="4392571" y="622684"/>
                  </a:lnTo>
                  <a:lnTo>
                    <a:pt x="4393824" y="618371"/>
                  </a:lnTo>
                  <a:lnTo>
                    <a:pt x="4395077" y="614530"/>
                  </a:lnTo>
                  <a:lnTo>
                    <a:pt x="4396330" y="611122"/>
                  </a:lnTo>
                  <a:lnTo>
                    <a:pt x="4397584" y="608129"/>
                  </a:lnTo>
                  <a:lnTo>
                    <a:pt x="4398837" y="605597"/>
                  </a:lnTo>
                  <a:lnTo>
                    <a:pt x="4400090" y="603557"/>
                  </a:lnTo>
                  <a:lnTo>
                    <a:pt x="4401343" y="602019"/>
                  </a:lnTo>
                  <a:lnTo>
                    <a:pt x="4402597" y="601037"/>
                  </a:lnTo>
                  <a:lnTo>
                    <a:pt x="4403850" y="600634"/>
                  </a:lnTo>
                  <a:lnTo>
                    <a:pt x="4405103" y="600755"/>
                  </a:lnTo>
                  <a:lnTo>
                    <a:pt x="4406356" y="601409"/>
                  </a:lnTo>
                  <a:lnTo>
                    <a:pt x="4407609" y="602646"/>
                  </a:lnTo>
                  <a:lnTo>
                    <a:pt x="4408863" y="604476"/>
                  </a:lnTo>
                  <a:lnTo>
                    <a:pt x="4410116" y="606884"/>
                  </a:lnTo>
                  <a:lnTo>
                    <a:pt x="4411369" y="609837"/>
                  </a:lnTo>
                  <a:lnTo>
                    <a:pt x="4412622" y="613285"/>
                  </a:lnTo>
                  <a:lnTo>
                    <a:pt x="4413876" y="617225"/>
                  </a:lnTo>
                  <a:lnTo>
                    <a:pt x="4415129" y="621655"/>
                  </a:lnTo>
                  <a:lnTo>
                    <a:pt x="4416382" y="626576"/>
                  </a:lnTo>
                  <a:lnTo>
                    <a:pt x="4417635" y="632044"/>
                  </a:lnTo>
                  <a:lnTo>
                    <a:pt x="4418888" y="638136"/>
                  </a:lnTo>
                  <a:lnTo>
                    <a:pt x="4420142" y="644876"/>
                  </a:lnTo>
                  <a:lnTo>
                    <a:pt x="4421395" y="652245"/>
                  </a:lnTo>
                  <a:lnTo>
                    <a:pt x="4422648" y="660167"/>
                  </a:lnTo>
                  <a:lnTo>
                    <a:pt x="4423901" y="668572"/>
                  </a:lnTo>
                  <a:lnTo>
                    <a:pt x="4425154" y="677419"/>
                  </a:lnTo>
                  <a:lnTo>
                    <a:pt x="4426408" y="686703"/>
                  </a:lnTo>
                  <a:lnTo>
                    <a:pt x="4427661" y="696415"/>
                  </a:lnTo>
                  <a:lnTo>
                    <a:pt x="4428914" y="706541"/>
                  </a:lnTo>
                  <a:lnTo>
                    <a:pt x="4430167" y="717118"/>
                  </a:lnTo>
                  <a:lnTo>
                    <a:pt x="4431421" y="728191"/>
                  </a:lnTo>
                  <a:lnTo>
                    <a:pt x="4432674" y="739710"/>
                  </a:lnTo>
                  <a:lnTo>
                    <a:pt x="4433927" y="751585"/>
                  </a:lnTo>
                  <a:lnTo>
                    <a:pt x="4435180" y="763716"/>
                  </a:lnTo>
                  <a:lnTo>
                    <a:pt x="4436433" y="776041"/>
                  </a:lnTo>
                  <a:lnTo>
                    <a:pt x="4437687" y="788509"/>
                  </a:lnTo>
                  <a:lnTo>
                    <a:pt x="4438940" y="801081"/>
                  </a:lnTo>
                  <a:lnTo>
                    <a:pt x="4440193" y="813757"/>
                  </a:lnTo>
                  <a:lnTo>
                    <a:pt x="4441446" y="826570"/>
                  </a:lnTo>
                  <a:lnTo>
                    <a:pt x="4442699" y="839544"/>
                  </a:lnTo>
                  <a:lnTo>
                    <a:pt x="4443953" y="852643"/>
                  </a:lnTo>
                  <a:lnTo>
                    <a:pt x="4445206" y="865787"/>
                  </a:lnTo>
                  <a:lnTo>
                    <a:pt x="4446459" y="878941"/>
                  </a:lnTo>
                  <a:lnTo>
                    <a:pt x="4447712" y="892074"/>
                  </a:lnTo>
                  <a:lnTo>
                    <a:pt x="4448966" y="905139"/>
                  </a:lnTo>
                  <a:lnTo>
                    <a:pt x="4450219" y="918076"/>
                  </a:lnTo>
                  <a:lnTo>
                    <a:pt x="4451472" y="930842"/>
                  </a:lnTo>
                  <a:lnTo>
                    <a:pt x="4452725" y="943384"/>
                  </a:lnTo>
                  <a:lnTo>
                    <a:pt x="4453978" y="955682"/>
                  </a:lnTo>
                  <a:lnTo>
                    <a:pt x="4455232" y="967696"/>
                  </a:lnTo>
                  <a:lnTo>
                    <a:pt x="4456485" y="979392"/>
                  </a:lnTo>
                  <a:lnTo>
                    <a:pt x="4457738" y="990737"/>
                  </a:lnTo>
                  <a:lnTo>
                    <a:pt x="4458991" y="1001714"/>
                  </a:lnTo>
                  <a:lnTo>
                    <a:pt x="4460245" y="1012342"/>
                  </a:lnTo>
                  <a:lnTo>
                    <a:pt x="4461498" y="1022625"/>
                  </a:lnTo>
                  <a:lnTo>
                    <a:pt x="4462751" y="1032569"/>
                  </a:lnTo>
                  <a:lnTo>
                    <a:pt x="4464004" y="1042184"/>
                  </a:lnTo>
                  <a:lnTo>
                    <a:pt x="4465257" y="1051392"/>
                  </a:lnTo>
                  <a:lnTo>
                    <a:pt x="4466511" y="1060099"/>
                  </a:lnTo>
                  <a:lnTo>
                    <a:pt x="4467764" y="1068262"/>
                  </a:lnTo>
                  <a:lnTo>
                    <a:pt x="4469017" y="1075870"/>
                  </a:lnTo>
                  <a:lnTo>
                    <a:pt x="4470270" y="1082842"/>
                  </a:lnTo>
                  <a:lnTo>
                    <a:pt x="4471523" y="1089167"/>
                  </a:lnTo>
                  <a:lnTo>
                    <a:pt x="4472777" y="1094879"/>
                  </a:lnTo>
                  <a:lnTo>
                    <a:pt x="4474030" y="1100056"/>
                  </a:lnTo>
                  <a:lnTo>
                    <a:pt x="4475283" y="1104785"/>
                  </a:lnTo>
                  <a:lnTo>
                    <a:pt x="4476536" y="1109103"/>
                  </a:lnTo>
                  <a:lnTo>
                    <a:pt x="4477790" y="1113038"/>
                  </a:lnTo>
                  <a:lnTo>
                    <a:pt x="4479043" y="1116610"/>
                  </a:lnTo>
                  <a:lnTo>
                    <a:pt x="4480296" y="1119787"/>
                  </a:lnTo>
                  <a:lnTo>
                    <a:pt x="4481549" y="1122527"/>
                  </a:lnTo>
                  <a:lnTo>
                    <a:pt x="4482802" y="1124795"/>
                  </a:lnTo>
                  <a:lnTo>
                    <a:pt x="4484056" y="1126666"/>
                  </a:lnTo>
                  <a:lnTo>
                    <a:pt x="4485309" y="1128205"/>
                  </a:lnTo>
                  <a:lnTo>
                    <a:pt x="4486562" y="1129488"/>
                  </a:lnTo>
                  <a:lnTo>
                    <a:pt x="4487815" y="1130566"/>
                  </a:lnTo>
                  <a:lnTo>
                    <a:pt x="4489069" y="1131450"/>
                  </a:lnTo>
                  <a:lnTo>
                    <a:pt x="4490322" y="1132139"/>
                  </a:lnTo>
                  <a:lnTo>
                    <a:pt x="4491575" y="1132642"/>
                  </a:lnTo>
                  <a:lnTo>
                    <a:pt x="4492828" y="1132938"/>
                  </a:lnTo>
                  <a:lnTo>
                    <a:pt x="4494081" y="1133005"/>
                  </a:lnTo>
                  <a:lnTo>
                    <a:pt x="4495335" y="1132845"/>
                  </a:lnTo>
                  <a:lnTo>
                    <a:pt x="4496588" y="1132476"/>
                  </a:lnTo>
                  <a:lnTo>
                    <a:pt x="4497841" y="1131956"/>
                  </a:lnTo>
                  <a:lnTo>
                    <a:pt x="4499094" y="1131343"/>
                  </a:lnTo>
                  <a:lnTo>
                    <a:pt x="4500347" y="1130685"/>
                  </a:lnTo>
                  <a:lnTo>
                    <a:pt x="4501601" y="1130038"/>
                  </a:lnTo>
                  <a:lnTo>
                    <a:pt x="4502854" y="1129428"/>
                  </a:lnTo>
                  <a:lnTo>
                    <a:pt x="4504107" y="1128865"/>
                  </a:lnTo>
                  <a:lnTo>
                    <a:pt x="4505360" y="1128296"/>
                  </a:lnTo>
                  <a:lnTo>
                    <a:pt x="4506614" y="1127704"/>
                  </a:lnTo>
                  <a:lnTo>
                    <a:pt x="4507867" y="1127120"/>
                  </a:lnTo>
                  <a:lnTo>
                    <a:pt x="4509120" y="1126582"/>
                  </a:lnTo>
                  <a:lnTo>
                    <a:pt x="4510373" y="1126070"/>
                  </a:lnTo>
                  <a:lnTo>
                    <a:pt x="4511626" y="1125599"/>
                  </a:lnTo>
                  <a:lnTo>
                    <a:pt x="4512880" y="1125147"/>
                  </a:lnTo>
                  <a:lnTo>
                    <a:pt x="4514133" y="1124738"/>
                  </a:lnTo>
                  <a:lnTo>
                    <a:pt x="4515386" y="1124394"/>
                  </a:lnTo>
                  <a:lnTo>
                    <a:pt x="4516639" y="1124140"/>
                  </a:lnTo>
                  <a:lnTo>
                    <a:pt x="4517893" y="1123978"/>
                  </a:lnTo>
                  <a:lnTo>
                    <a:pt x="4519146" y="1123955"/>
                  </a:lnTo>
                  <a:lnTo>
                    <a:pt x="4520399" y="1124082"/>
                  </a:lnTo>
                  <a:lnTo>
                    <a:pt x="4521652" y="1124312"/>
                  </a:lnTo>
                  <a:lnTo>
                    <a:pt x="4522905" y="1124626"/>
                  </a:lnTo>
                  <a:lnTo>
                    <a:pt x="4524159" y="1125040"/>
                  </a:lnTo>
                  <a:lnTo>
                    <a:pt x="4525412" y="1125543"/>
                  </a:lnTo>
                  <a:lnTo>
                    <a:pt x="4526665" y="1126145"/>
                  </a:lnTo>
                  <a:lnTo>
                    <a:pt x="4527918" y="1126895"/>
                  </a:lnTo>
                  <a:lnTo>
                    <a:pt x="4529171" y="1127912"/>
                  </a:lnTo>
                  <a:lnTo>
                    <a:pt x="4530425" y="1129251"/>
                  </a:lnTo>
                  <a:lnTo>
                    <a:pt x="4531678" y="1130961"/>
                  </a:lnTo>
                  <a:lnTo>
                    <a:pt x="4532931" y="1133122"/>
                  </a:lnTo>
                  <a:lnTo>
                    <a:pt x="4534184" y="1135762"/>
                  </a:lnTo>
                  <a:lnTo>
                    <a:pt x="4535438" y="1138862"/>
                  </a:lnTo>
                  <a:lnTo>
                    <a:pt x="4536691" y="1142355"/>
                  </a:lnTo>
                  <a:lnTo>
                    <a:pt x="4537944" y="1146204"/>
                  </a:lnTo>
                  <a:lnTo>
                    <a:pt x="4539197" y="1150354"/>
                  </a:lnTo>
                  <a:lnTo>
                    <a:pt x="4540450" y="1154785"/>
                  </a:lnTo>
                  <a:lnTo>
                    <a:pt x="4541704" y="1159478"/>
                  </a:lnTo>
                  <a:lnTo>
                    <a:pt x="4542957" y="1164427"/>
                  </a:lnTo>
                  <a:lnTo>
                    <a:pt x="4544210" y="1169636"/>
                  </a:lnTo>
                  <a:lnTo>
                    <a:pt x="4545463" y="1175096"/>
                  </a:lnTo>
                  <a:lnTo>
                    <a:pt x="4546717" y="1180763"/>
                  </a:lnTo>
                  <a:lnTo>
                    <a:pt x="4547970" y="1186566"/>
                  </a:lnTo>
                  <a:lnTo>
                    <a:pt x="4549223" y="1192469"/>
                  </a:lnTo>
                  <a:lnTo>
                    <a:pt x="4550476" y="1198466"/>
                  </a:lnTo>
                  <a:lnTo>
                    <a:pt x="4551729" y="1204508"/>
                  </a:lnTo>
                  <a:lnTo>
                    <a:pt x="4552983" y="1210596"/>
                  </a:lnTo>
                  <a:lnTo>
                    <a:pt x="4554236" y="1216748"/>
                  </a:lnTo>
                  <a:lnTo>
                    <a:pt x="4555489" y="1223010"/>
                  </a:lnTo>
                  <a:lnTo>
                    <a:pt x="4556742" y="1229301"/>
                  </a:lnTo>
                  <a:lnTo>
                    <a:pt x="4557995" y="1235637"/>
                  </a:lnTo>
                  <a:lnTo>
                    <a:pt x="4559249" y="1242020"/>
                  </a:lnTo>
                  <a:lnTo>
                    <a:pt x="4560502" y="1248449"/>
                  </a:lnTo>
                  <a:lnTo>
                    <a:pt x="4561755" y="1254885"/>
                  </a:lnTo>
                  <a:lnTo>
                    <a:pt x="4563008" y="1261279"/>
                  </a:lnTo>
                  <a:lnTo>
                    <a:pt x="4564262" y="1267591"/>
                  </a:lnTo>
                  <a:lnTo>
                    <a:pt x="4565515" y="1273763"/>
                  </a:lnTo>
                  <a:lnTo>
                    <a:pt x="4566768" y="1279726"/>
                  </a:lnTo>
                  <a:lnTo>
                    <a:pt x="4568021" y="1285456"/>
                  </a:lnTo>
                  <a:lnTo>
                    <a:pt x="4569274" y="1290968"/>
                  </a:lnTo>
                  <a:lnTo>
                    <a:pt x="4570528" y="1296254"/>
                  </a:lnTo>
                  <a:lnTo>
                    <a:pt x="4571781" y="1301316"/>
                  </a:lnTo>
                  <a:lnTo>
                    <a:pt x="4573034" y="1306156"/>
                  </a:lnTo>
                  <a:lnTo>
                    <a:pt x="4574287" y="1310777"/>
                  </a:lnTo>
                  <a:lnTo>
                    <a:pt x="4575541" y="1315215"/>
                  </a:lnTo>
                  <a:lnTo>
                    <a:pt x="4576794" y="1319481"/>
                  </a:lnTo>
                  <a:lnTo>
                    <a:pt x="4578047" y="1323573"/>
                  </a:lnTo>
                  <a:lnTo>
                    <a:pt x="4579300" y="1327481"/>
                  </a:lnTo>
                  <a:lnTo>
                    <a:pt x="4580553" y="1331220"/>
                  </a:lnTo>
                  <a:lnTo>
                    <a:pt x="4581807" y="1334798"/>
                  </a:lnTo>
                  <a:lnTo>
                    <a:pt x="4583060" y="1338203"/>
                  </a:lnTo>
                  <a:lnTo>
                    <a:pt x="4584313" y="1341527"/>
                  </a:lnTo>
                  <a:lnTo>
                    <a:pt x="4585566" y="1344879"/>
                  </a:lnTo>
                  <a:lnTo>
                    <a:pt x="4586819" y="1348285"/>
                  </a:lnTo>
                  <a:lnTo>
                    <a:pt x="4588073" y="1351744"/>
                  </a:lnTo>
                  <a:lnTo>
                    <a:pt x="4589326" y="1355263"/>
                  </a:lnTo>
                  <a:lnTo>
                    <a:pt x="4590579" y="1358848"/>
                  </a:lnTo>
                  <a:lnTo>
                    <a:pt x="4591832" y="1362440"/>
                  </a:lnTo>
                  <a:lnTo>
                    <a:pt x="4593086" y="1366003"/>
                  </a:lnTo>
                  <a:lnTo>
                    <a:pt x="4594339" y="1369505"/>
                  </a:lnTo>
                  <a:lnTo>
                    <a:pt x="4595592" y="1372912"/>
                  </a:lnTo>
                  <a:lnTo>
                    <a:pt x="4596845" y="1376181"/>
                  </a:lnTo>
                  <a:lnTo>
                    <a:pt x="4598098" y="1379334"/>
                  </a:lnTo>
                  <a:lnTo>
                    <a:pt x="4599352" y="1382417"/>
                  </a:lnTo>
                  <a:lnTo>
                    <a:pt x="4600605" y="1385432"/>
                  </a:lnTo>
                  <a:lnTo>
                    <a:pt x="4601858" y="1388367"/>
                  </a:lnTo>
                  <a:lnTo>
                    <a:pt x="4603111" y="1391221"/>
                  </a:lnTo>
                  <a:lnTo>
                    <a:pt x="4604364" y="1393974"/>
                  </a:lnTo>
                  <a:lnTo>
                    <a:pt x="4605618" y="1396625"/>
                  </a:lnTo>
                  <a:lnTo>
                    <a:pt x="4606871" y="1399169"/>
                  </a:lnTo>
                  <a:lnTo>
                    <a:pt x="4608124" y="1401644"/>
                  </a:lnTo>
                  <a:lnTo>
                    <a:pt x="4609377" y="1404069"/>
                  </a:lnTo>
                  <a:lnTo>
                    <a:pt x="4610631" y="1406490"/>
                  </a:lnTo>
                  <a:lnTo>
                    <a:pt x="4611884" y="1408904"/>
                  </a:lnTo>
                  <a:lnTo>
                    <a:pt x="4613137" y="1411284"/>
                  </a:lnTo>
                  <a:lnTo>
                    <a:pt x="4614390" y="1413639"/>
                  </a:lnTo>
                  <a:lnTo>
                    <a:pt x="4615643" y="1416010"/>
                  </a:lnTo>
                  <a:lnTo>
                    <a:pt x="4616897" y="1418366"/>
                  </a:lnTo>
                  <a:lnTo>
                    <a:pt x="4618150" y="1420623"/>
                  </a:lnTo>
                  <a:lnTo>
                    <a:pt x="4619403" y="1422819"/>
                  </a:lnTo>
                  <a:lnTo>
                    <a:pt x="4620656" y="1425004"/>
                  </a:lnTo>
                  <a:lnTo>
                    <a:pt x="4621910" y="1427137"/>
                  </a:lnTo>
                  <a:lnTo>
                    <a:pt x="4623163" y="1429208"/>
                  </a:lnTo>
                  <a:lnTo>
                    <a:pt x="4624416" y="1431212"/>
                  </a:lnTo>
                  <a:lnTo>
                    <a:pt x="4625669" y="1433176"/>
                  </a:lnTo>
                  <a:lnTo>
                    <a:pt x="4626922" y="1435137"/>
                  </a:lnTo>
                  <a:lnTo>
                    <a:pt x="4628176" y="1437133"/>
                  </a:lnTo>
                  <a:lnTo>
                    <a:pt x="4629429" y="1439189"/>
                  </a:lnTo>
                  <a:lnTo>
                    <a:pt x="4630682" y="1441379"/>
                  </a:lnTo>
                  <a:lnTo>
                    <a:pt x="4631935" y="1443732"/>
                  </a:lnTo>
                  <a:lnTo>
                    <a:pt x="4633188" y="1446281"/>
                  </a:lnTo>
                  <a:lnTo>
                    <a:pt x="4634442" y="1449015"/>
                  </a:lnTo>
                  <a:lnTo>
                    <a:pt x="4635695" y="1451922"/>
                  </a:lnTo>
                  <a:lnTo>
                    <a:pt x="4636948" y="1454997"/>
                  </a:lnTo>
                  <a:lnTo>
                    <a:pt x="4638201" y="1458245"/>
                  </a:lnTo>
                  <a:lnTo>
                    <a:pt x="4639455" y="1461658"/>
                  </a:lnTo>
                  <a:lnTo>
                    <a:pt x="4640708" y="1465259"/>
                  </a:lnTo>
                  <a:lnTo>
                    <a:pt x="4641961" y="1469050"/>
                  </a:lnTo>
                  <a:lnTo>
                    <a:pt x="4643214" y="1473038"/>
                  </a:lnTo>
                  <a:lnTo>
                    <a:pt x="4644467" y="1477205"/>
                  </a:lnTo>
                  <a:lnTo>
                    <a:pt x="4645721" y="1481529"/>
                  </a:lnTo>
                  <a:lnTo>
                    <a:pt x="4646974" y="1485986"/>
                  </a:lnTo>
                  <a:lnTo>
                    <a:pt x="4648227" y="1490484"/>
                  </a:lnTo>
                  <a:lnTo>
                    <a:pt x="4649480" y="1494971"/>
                  </a:lnTo>
                  <a:lnTo>
                    <a:pt x="4650734" y="1499428"/>
                  </a:lnTo>
                  <a:lnTo>
                    <a:pt x="4651987" y="1503831"/>
                  </a:lnTo>
                  <a:lnTo>
                    <a:pt x="4653240" y="1508157"/>
                  </a:lnTo>
                  <a:lnTo>
                    <a:pt x="4654493" y="1512395"/>
                  </a:lnTo>
                  <a:lnTo>
                    <a:pt x="4655746" y="1516566"/>
                  </a:lnTo>
                  <a:lnTo>
                    <a:pt x="4657000" y="1520671"/>
                  </a:lnTo>
                  <a:lnTo>
                    <a:pt x="4658253" y="1524700"/>
                  </a:lnTo>
                  <a:lnTo>
                    <a:pt x="4659506" y="1528649"/>
                  </a:lnTo>
                  <a:lnTo>
                    <a:pt x="4660759" y="1532520"/>
                  </a:lnTo>
                  <a:lnTo>
                    <a:pt x="4662012" y="1536280"/>
                  </a:lnTo>
                  <a:lnTo>
                    <a:pt x="4663266" y="1539898"/>
                  </a:lnTo>
                  <a:lnTo>
                    <a:pt x="4664519" y="1543403"/>
                  </a:lnTo>
                  <a:lnTo>
                    <a:pt x="4665772" y="1546782"/>
                  </a:lnTo>
                  <a:lnTo>
                    <a:pt x="4667025" y="1550069"/>
                  </a:lnTo>
                  <a:lnTo>
                    <a:pt x="4668279" y="1553268"/>
                  </a:lnTo>
                  <a:lnTo>
                    <a:pt x="4669532" y="1556382"/>
                  </a:lnTo>
                  <a:lnTo>
                    <a:pt x="4670785" y="1559413"/>
                  </a:lnTo>
                  <a:lnTo>
                    <a:pt x="4672038" y="1562333"/>
                  </a:lnTo>
                  <a:lnTo>
                    <a:pt x="4673291" y="1565136"/>
                  </a:lnTo>
                  <a:lnTo>
                    <a:pt x="4674545" y="1567821"/>
                  </a:lnTo>
                  <a:lnTo>
                    <a:pt x="4675798" y="1570388"/>
                  </a:lnTo>
                  <a:lnTo>
                    <a:pt x="4677051" y="1572870"/>
                  </a:lnTo>
                  <a:lnTo>
                    <a:pt x="4678304" y="1575228"/>
                  </a:lnTo>
                  <a:lnTo>
                    <a:pt x="4679558" y="1577466"/>
                  </a:lnTo>
                  <a:lnTo>
                    <a:pt x="4680811" y="1579618"/>
                  </a:lnTo>
                  <a:lnTo>
                    <a:pt x="4682064" y="1581747"/>
                  </a:lnTo>
                  <a:lnTo>
                    <a:pt x="4683317" y="1583786"/>
                  </a:lnTo>
                  <a:lnTo>
                    <a:pt x="4684570" y="1585776"/>
                  </a:lnTo>
                  <a:lnTo>
                    <a:pt x="4685824" y="1587724"/>
                  </a:lnTo>
                  <a:lnTo>
                    <a:pt x="4687077" y="1589636"/>
                  </a:lnTo>
                  <a:lnTo>
                    <a:pt x="4688330" y="1591515"/>
                  </a:lnTo>
                  <a:lnTo>
                    <a:pt x="4689583" y="1593335"/>
                  </a:lnTo>
                  <a:lnTo>
                    <a:pt x="4690836" y="1595090"/>
                  </a:lnTo>
                  <a:lnTo>
                    <a:pt x="4692090" y="1596787"/>
                  </a:lnTo>
                  <a:lnTo>
                    <a:pt x="4693343" y="1598398"/>
                  </a:lnTo>
                  <a:lnTo>
                    <a:pt x="4694596" y="1599913"/>
                  </a:lnTo>
                  <a:lnTo>
                    <a:pt x="4695849" y="1601315"/>
                  </a:lnTo>
                  <a:lnTo>
                    <a:pt x="4697103" y="1602588"/>
                  </a:lnTo>
                  <a:lnTo>
                    <a:pt x="4698356" y="1603754"/>
                  </a:lnTo>
                  <a:lnTo>
                    <a:pt x="4699609" y="1604812"/>
                  </a:lnTo>
                  <a:lnTo>
                    <a:pt x="4700862" y="1605758"/>
                  </a:lnTo>
                  <a:lnTo>
                    <a:pt x="4702115" y="1606548"/>
                  </a:lnTo>
                  <a:lnTo>
                    <a:pt x="4703369" y="1607157"/>
                  </a:lnTo>
                  <a:lnTo>
                    <a:pt x="4704622" y="1607590"/>
                  </a:lnTo>
                  <a:lnTo>
                    <a:pt x="4705875" y="1607844"/>
                  </a:lnTo>
                  <a:lnTo>
                    <a:pt x="4707128" y="1607920"/>
                  </a:lnTo>
                  <a:lnTo>
                    <a:pt x="4708382" y="1607836"/>
                  </a:lnTo>
                  <a:lnTo>
                    <a:pt x="4709635" y="1607570"/>
                  </a:lnTo>
                  <a:lnTo>
                    <a:pt x="4710888" y="1607112"/>
                  </a:lnTo>
                  <a:lnTo>
                    <a:pt x="4712141" y="1606476"/>
                  </a:lnTo>
                  <a:lnTo>
                    <a:pt x="4713394" y="1605674"/>
                  </a:lnTo>
                  <a:lnTo>
                    <a:pt x="4714648" y="1604681"/>
                  </a:lnTo>
                  <a:lnTo>
                    <a:pt x="4715901" y="1603516"/>
                  </a:lnTo>
                  <a:lnTo>
                    <a:pt x="4717154" y="1602192"/>
                  </a:lnTo>
                  <a:lnTo>
                    <a:pt x="4718407" y="1600709"/>
                  </a:lnTo>
                  <a:lnTo>
                    <a:pt x="4719660" y="1599071"/>
                  </a:lnTo>
                  <a:lnTo>
                    <a:pt x="4720914" y="1597310"/>
                  </a:lnTo>
                  <a:lnTo>
                    <a:pt x="4722167" y="1595471"/>
                  </a:lnTo>
                  <a:lnTo>
                    <a:pt x="4723420" y="1593558"/>
                  </a:lnTo>
                  <a:lnTo>
                    <a:pt x="4724673" y="1591567"/>
                  </a:lnTo>
                  <a:lnTo>
                    <a:pt x="4725927" y="1589476"/>
                  </a:lnTo>
                  <a:lnTo>
                    <a:pt x="4727180" y="1587289"/>
                  </a:lnTo>
                  <a:lnTo>
                    <a:pt x="4728433" y="1585033"/>
                  </a:lnTo>
                  <a:lnTo>
                    <a:pt x="4729686" y="1582721"/>
                  </a:lnTo>
                  <a:lnTo>
                    <a:pt x="4730939" y="1580360"/>
                  </a:lnTo>
                  <a:lnTo>
                    <a:pt x="4732193" y="1577960"/>
                  </a:lnTo>
                  <a:lnTo>
                    <a:pt x="4733446" y="1575551"/>
                  </a:lnTo>
                  <a:lnTo>
                    <a:pt x="4734699" y="1573132"/>
                  </a:lnTo>
                  <a:lnTo>
                    <a:pt x="4735952" y="1570710"/>
                  </a:lnTo>
                  <a:lnTo>
                    <a:pt x="4737206" y="1568284"/>
                  </a:lnTo>
                  <a:lnTo>
                    <a:pt x="4738459" y="1565850"/>
                  </a:lnTo>
                  <a:lnTo>
                    <a:pt x="4739712" y="1563410"/>
                  </a:lnTo>
                  <a:lnTo>
                    <a:pt x="4740965" y="1560957"/>
                  </a:lnTo>
                  <a:lnTo>
                    <a:pt x="4742218" y="1558491"/>
                  </a:lnTo>
                  <a:lnTo>
                    <a:pt x="4743472" y="1556019"/>
                  </a:lnTo>
                  <a:lnTo>
                    <a:pt x="4744725" y="1553572"/>
                  </a:lnTo>
                  <a:lnTo>
                    <a:pt x="4745978" y="1551139"/>
                  </a:lnTo>
                  <a:lnTo>
                    <a:pt x="4747231" y="1548715"/>
                  </a:lnTo>
                  <a:lnTo>
                    <a:pt x="4748484" y="1546299"/>
                  </a:lnTo>
                  <a:lnTo>
                    <a:pt x="4749738" y="1543893"/>
                  </a:lnTo>
                  <a:lnTo>
                    <a:pt x="4750991" y="1541483"/>
                  </a:lnTo>
                  <a:lnTo>
                    <a:pt x="4752244" y="1539070"/>
                  </a:lnTo>
                  <a:lnTo>
                    <a:pt x="4753497" y="1536653"/>
                  </a:lnTo>
                  <a:lnTo>
                    <a:pt x="4754751" y="1534226"/>
                  </a:lnTo>
                  <a:lnTo>
                    <a:pt x="4756004" y="1531791"/>
                  </a:lnTo>
                  <a:lnTo>
                    <a:pt x="4757257" y="1529346"/>
                  </a:lnTo>
                  <a:lnTo>
                    <a:pt x="4758510" y="1526892"/>
                  </a:lnTo>
                  <a:lnTo>
                    <a:pt x="4759763" y="1524430"/>
                  </a:lnTo>
                  <a:lnTo>
                    <a:pt x="4761017" y="1521958"/>
                  </a:lnTo>
                  <a:lnTo>
                    <a:pt x="4762270" y="1519477"/>
                  </a:lnTo>
                  <a:lnTo>
                    <a:pt x="4763523" y="1516987"/>
                  </a:lnTo>
                  <a:lnTo>
                    <a:pt x="4764776" y="1514530"/>
                  </a:lnTo>
                  <a:lnTo>
                    <a:pt x="4766029" y="1512152"/>
                  </a:lnTo>
                  <a:lnTo>
                    <a:pt x="4767283" y="1509854"/>
                  </a:lnTo>
                  <a:lnTo>
                    <a:pt x="4768536" y="1507636"/>
                  </a:lnTo>
                  <a:lnTo>
                    <a:pt x="4769789" y="1505504"/>
                  </a:lnTo>
                  <a:lnTo>
                    <a:pt x="4771042" y="1503458"/>
                  </a:lnTo>
                  <a:lnTo>
                    <a:pt x="4772296" y="1501523"/>
                  </a:lnTo>
                  <a:lnTo>
                    <a:pt x="4773549" y="1499744"/>
                  </a:lnTo>
                  <a:lnTo>
                    <a:pt x="4774802" y="1498133"/>
                  </a:lnTo>
                  <a:lnTo>
                    <a:pt x="4776055" y="1496693"/>
                  </a:lnTo>
                  <a:lnTo>
                    <a:pt x="4777308" y="1495457"/>
                  </a:lnTo>
                  <a:lnTo>
                    <a:pt x="4778562" y="1494454"/>
                  </a:lnTo>
                  <a:lnTo>
                    <a:pt x="4779815" y="1493687"/>
                  </a:lnTo>
                  <a:lnTo>
                    <a:pt x="4781068" y="1493153"/>
                  </a:lnTo>
                  <a:lnTo>
                    <a:pt x="4782321" y="1492849"/>
                  </a:lnTo>
                  <a:lnTo>
                    <a:pt x="4783575" y="1492737"/>
                  </a:lnTo>
                  <a:lnTo>
                    <a:pt x="4784828" y="1492787"/>
                  </a:lnTo>
                  <a:lnTo>
                    <a:pt x="4786081" y="1492994"/>
                  </a:lnTo>
                  <a:lnTo>
                    <a:pt x="4787334" y="1493364"/>
                  </a:lnTo>
                  <a:lnTo>
                    <a:pt x="4788587" y="1493929"/>
                  </a:lnTo>
                  <a:lnTo>
                    <a:pt x="4789841" y="1494716"/>
                  </a:lnTo>
                  <a:lnTo>
                    <a:pt x="4791094" y="1495704"/>
                  </a:lnTo>
                  <a:lnTo>
                    <a:pt x="4792347" y="1496857"/>
                  </a:lnTo>
                  <a:lnTo>
                    <a:pt x="4793600" y="1498157"/>
                  </a:lnTo>
                  <a:lnTo>
                    <a:pt x="4794853" y="1499601"/>
                  </a:lnTo>
                  <a:lnTo>
                    <a:pt x="4796107" y="1501148"/>
                  </a:lnTo>
                  <a:lnTo>
                    <a:pt x="4797360" y="1502762"/>
                  </a:lnTo>
                  <a:lnTo>
                    <a:pt x="4798613" y="1504444"/>
                  </a:lnTo>
                  <a:lnTo>
                    <a:pt x="4799866" y="1506193"/>
                  </a:lnTo>
                  <a:lnTo>
                    <a:pt x="4801120" y="1508013"/>
                  </a:lnTo>
                  <a:lnTo>
                    <a:pt x="4802373" y="1509907"/>
                  </a:lnTo>
                  <a:lnTo>
                    <a:pt x="4803626" y="1511876"/>
                  </a:lnTo>
                  <a:lnTo>
                    <a:pt x="4804879" y="1513918"/>
                  </a:lnTo>
                  <a:lnTo>
                    <a:pt x="4806132" y="1516028"/>
                  </a:lnTo>
                  <a:lnTo>
                    <a:pt x="4807386" y="1518164"/>
                  </a:lnTo>
                  <a:lnTo>
                    <a:pt x="4808639" y="1520288"/>
                  </a:lnTo>
                  <a:lnTo>
                    <a:pt x="4809892" y="1522407"/>
                  </a:lnTo>
                  <a:lnTo>
                    <a:pt x="4811145" y="1524519"/>
                  </a:lnTo>
                  <a:lnTo>
                    <a:pt x="4812399" y="1526626"/>
                  </a:lnTo>
                  <a:lnTo>
                    <a:pt x="4813652" y="1528736"/>
                  </a:lnTo>
                  <a:lnTo>
                    <a:pt x="4814905" y="1530856"/>
                  </a:lnTo>
                  <a:lnTo>
                    <a:pt x="4816158" y="1532984"/>
                  </a:lnTo>
                  <a:lnTo>
                    <a:pt x="4817411" y="1535121"/>
                  </a:lnTo>
                  <a:lnTo>
                    <a:pt x="4818665" y="1537268"/>
                  </a:lnTo>
                  <a:lnTo>
                    <a:pt x="4819918" y="1539424"/>
                  </a:lnTo>
                  <a:lnTo>
                    <a:pt x="4821171" y="1541588"/>
                  </a:lnTo>
                  <a:lnTo>
                    <a:pt x="4822424" y="1543762"/>
                  </a:lnTo>
                  <a:lnTo>
                    <a:pt x="4823677" y="1545945"/>
                  </a:lnTo>
                  <a:lnTo>
                    <a:pt x="4824931" y="1548137"/>
                  </a:lnTo>
                  <a:lnTo>
                    <a:pt x="4826184" y="1550338"/>
                  </a:lnTo>
                  <a:lnTo>
                    <a:pt x="4827437" y="1552548"/>
                  </a:lnTo>
                  <a:lnTo>
                    <a:pt x="4828690" y="1554725"/>
                  </a:lnTo>
                  <a:lnTo>
                    <a:pt x="4829944" y="1556865"/>
                  </a:lnTo>
                  <a:lnTo>
                    <a:pt x="4831197" y="1558968"/>
                  </a:lnTo>
                  <a:lnTo>
                    <a:pt x="4832450" y="1561028"/>
                  </a:lnTo>
                  <a:lnTo>
                    <a:pt x="4833703" y="1563045"/>
                  </a:lnTo>
                  <a:lnTo>
                    <a:pt x="4834956" y="1565020"/>
                  </a:lnTo>
                  <a:lnTo>
                    <a:pt x="4836210" y="1566925"/>
                  </a:lnTo>
                  <a:lnTo>
                    <a:pt x="4837463" y="1568750"/>
                  </a:lnTo>
                  <a:lnTo>
                    <a:pt x="4838716" y="1570495"/>
                  </a:lnTo>
                  <a:lnTo>
                    <a:pt x="4839969" y="1572159"/>
                  </a:lnTo>
                  <a:lnTo>
                    <a:pt x="4841223" y="1573710"/>
                  </a:lnTo>
                  <a:lnTo>
                    <a:pt x="4842476" y="1575148"/>
                  </a:lnTo>
                  <a:lnTo>
                    <a:pt x="4843729" y="1576474"/>
                  </a:lnTo>
                  <a:lnTo>
                    <a:pt x="4844982" y="1577687"/>
                  </a:lnTo>
                  <a:lnTo>
                    <a:pt x="4846235" y="1578793"/>
                  </a:lnTo>
                  <a:lnTo>
                    <a:pt x="4847489" y="1579822"/>
                  </a:lnTo>
                  <a:lnTo>
                    <a:pt x="4848742" y="1580776"/>
                  </a:lnTo>
                  <a:lnTo>
                    <a:pt x="4849995" y="1581656"/>
                  </a:lnTo>
                  <a:lnTo>
                    <a:pt x="4851248" y="1582457"/>
                  </a:lnTo>
                  <a:lnTo>
                    <a:pt x="4852501" y="1583151"/>
                  </a:lnTo>
                  <a:lnTo>
                    <a:pt x="4853755" y="1583739"/>
                  </a:lnTo>
                  <a:lnTo>
                    <a:pt x="4855008" y="1584241"/>
                  </a:lnTo>
                  <a:lnTo>
                    <a:pt x="4856261" y="1584670"/>
                  </a:lnTo>
                  <a:lnTo>
                    <a:pt x="4857514" y="1585024"/>
                  </a:lnTo>
                  <a:lnTo>
                    <a:pt x="4858768" y="1585310"/>
                  </a:lnTo>
                  <a:lnTo>
                    <a:pt x="4860021" y="1585561"/>
                  </a:lnTo>
                  <a:lnTo>
                    <a:pt x="4861274" y="1585779"/>
                  </a:lnTo>
                  <a:lnTo>
                    <a:pt x="4862527" y="1585964"/>
                  </a:lnTo>
                  <a:lnTo>
                    <a:pt x="4863780" y="1586114"/>
                  </a:lnTo>
                  <a:lnTo>
                    <a:pt x="4865034" y="1586227"/>
                  </a:lnTo>
                  <a:lnTo>
                    <a:pt x="4866287" y="1586304"/>
                  </a:lnTo>
                  <a:lnTo>
                    <a:pt x="4867540" y="1586343"/>
                  </a:lnTo>
                  <a:lnTo>
                    <a:pt x="4868793" y="1586345"/>
                  </a:lnTo>
                  <a:lnTo>
                    <a:pt x="4870047" y="1586316"/>
                  </a:lnTo>
                  <a:lnTo>
                    <a:pt x="4871300" y="1586293"/>
                  </a:lnTo>
                  <a:lnTo>
                    <a:pt x="4872553" y="1586276"/>
                  </a:lnTo>
                  <a:lnTo>
                    <a:pt x="4873806" y="1586264"/>
                  </a:lnTo>
                  <a:lnTo>
                    <a:pt x="4875059" y="1586258"/>
                  </a:lnTo>
                  <a:lnTo>
                    <a:pt x="4876313" y="1586258"/>
                  </a:lnTo>
                  <a:lnTo>
                    <a:pt x="4877566" y="1586258"/>
                  </a:lnTo>
                  <a:lnTo>
                    <a:pt x="4878819" y="1586258"/>
                  </a:lnTo>
                  <a:lnTo>
                    <a:pt x="4880072" y="1586258"/>
                  </a:lnTo>
                  <a:lnTo>
                    <a:pt x="4881325" y="1586258"/>
                  </a:lnTo>
                  <a:lnTo>
                    <a:pt x="4882579" y="1586258"/>
                  </a:lnTo>
                  <a:lnTo>
                    <a:pt x="4883832" y="1586258"/>
                  </a:lnTo>
                  <a:lnTo>
                    <a:pt x="4885085" y="1586258"/>
                  </a:lnTo>
                  <a:lnTo>
                    <a:pt x="4886338" y="1586258"/>
                  </a:lnTo>
                  <a:lnTo>
                    <a:pt x="4887592" y="1586258"/>
                  </a:lnTo>
                  <a:lnTo>
                    <a:pt x="4888845" y="1586258"/>
                  </a:lnTo>
                  <a:lnTo>
                    <a:pt x="4890098" y="1586258"/>
                  </a:lnTo>
                  <a:lnTo>
                    <a:pt x="4891351" y="1586258"/>
                  </a:lnTo>
                  <a:lnTo>
                    <a:pt x="4892604" y="1586258"/>
                  </a:lnTo>
                  <a:lnTo>
                    <a:pt x="4893858" y="1586258"/>
                  </a:lnTo>
                  <a:lnTo>
                    <a:pt x="4895111" y="1586258"/>
                  </a:lnTo>
                  <a:lnTo>
                    <a:pt x="4896364" y="1586258"/>
                  </a:lnTo>
                  <a:lnTo>
                    <a:pt x="4897617" y="1586258"/>
                  </a:lnTo>
                  <a:lnTo>
                    <a:pt x="4898871" y="1586258"/>
                  </a:lnTo>
                  <a:lnTo>
                    <a:pt x="4900124" y="1586258"/>
                  </a:lnTo>
                  <a:lnTo>
                    <a:pt x="4901377" y="1586258"/>
                  </a:lnTo>
                  <a:lnTo>
                    <a:pt x="4902630" y="1586258"/>
                  </a:lnTo>
                  <a:lnTo>
                    <a:pt x="4903883" y="1586258"/>
                  </a:lnTo>
                  <a:lnTo>
                    <a:pt x="4905137" y="1586258"/>
                  </a:lnTo>
                  <a:lnTo>
                    <a:pt x="4906390" y="1586258"/>
                  </a:lnTo>
                  <a:lnTo>
                    <a:pt x="4907643" y="1586258"/>
                  </a:lnTo>
                  <a:lnTo>
                    <a:pt x="4908896" y="1586258"/>
                  </a:lnTo>
                  <a:lnTo>
                    <a:pt x="4910149" y="1586258"/>
                  </a:lnTo>
                  <a:lnTo>
                    <a:pt x="4911403" y="1586258"/>
                  </a:lnTo>
                  <a:lnTo>
                    <a:pt x="4912656" y="1586258"/>
                  </a:lnTo>
                  <a:lnTo>
                    <a:pt x="4913909" y="1586258"/>
                  </a:lnTo>
                  <a:lnTo>
                    <a:pt x="4915162" y="1586258"/>
                  </a:lnTo>
                  <a:lnTo>
                    <a:pt x="4916416" y="1586258"/>
                  </a:lnTo>
                  <a:lnTo>
                    <a:pt x="4917669" y="1586258"/>
                  </a:lnTo>
                  <a:lnTo>
                    <a:pt x="4918922" y="1586258"/>
                  </a:lnTo>
                  <a:lnTo>
                    <a:pt x="4920175" y="1586258"/>
                  </a:lnTo>
                  <a:lnTo>
                    <a:pt x="4921428" y="1586258"/>
                  </a:lnTo>
                  <a:lnTo>
                    <a:pt x="4922682" y="1586258"/>
                  </a:lnTo>
                  <a:lnTo>
                    <a:pt x="4923935" y="1586258"/>
                  </a:lnTo>
                  <a:lnTo>
                    <a:pt x="4925188" y="1586258"/>
                  </a:lnTo>
                  <a:lnTo>
                    <a:pt x="4926441" y="1586258"/>
                  </a:lnTo>
                  <a:lnTo>
                    <a:pt x="4927694" y="1586258"/>
                  </a:lnTo>
                  <a:lnTo>
                    <a:pt x="4928948" y="1586258"/>
                  </a:lnTo>
                  <a:lnTo>
                    <a:pt x="4930201" y="1586258"/>
                  </a:lnTo>
                  <a:lnTo>
                    <a:pt x="4931454" y="1586258"/>
                  </a:lnTo>
                  <a:lnTo>
                    <a:pt x="4932707" y="1586258"/>
                  </a:lnTo>
                  <a:lnTo>
                    <a:pt x="4933961" y="1586258"/>
                  </a:lnTo>
                  <a:lnTo>
                    <a:pt x="4935214" y="1586258"/>
                  </a:lnTo>
                  <a:lnTo>
                    <a:pt x="4936467" y="1586258"/>
                  </a:lnTo>
                  <a:lnTo>
                    <a:pt x="4937720" y="1586258"/>
                  </a:lnTo>
                  <a:lnTo>
                    <a:pt x="4938973" y="1586258"/>
                  </a:lnTo>
                  <a:lnTo>
                    <a:pt x="4940227" y="1586258"/>
                  </a:lnTo>
                  <a:lnTo>
                    <a:pt x="4941480" y="1586258"/>
                  </a:lnTo>
                  <a:lnTo>
                    <a:pt x="4942733" y="1586258"/>
                  </a:lnTo>
                  <a:lnTo>
                    <a:pt x="4943986" y="1586258"/>
                  </a:lnTo>
                  <a:lnTo>
                    <a:pt x="4945240" y="1586258"/>
                  </a:lnTo>
                  <a:lnTo>
                    <a:pt x="4946493" y="1586258"/>
                  </a:lnTo>
                  <a:lnTo>
                    <a:pt x="4947746" y="1586258"/>
                  </a:lnTo>
                  <a:lnTo>
                    <a:pt x="4948999" y="1586258"/>
                  </a:lnTo>
                  <a:lnTo>
                    <a:pt x="4950252" y="1586258"/>
                  </a:lnTo>
                  <a:lnTo>
                    <a:pt x="4951506" y="1586258"/>
                  </a:lnTo>
                  <a:lnTo>
                    <a:pt x="4952759" y="1586258"/>
                  </a:lnTo>
                  <a:lnTo>
                    <a:pt x="4954012" y="1586258"/>
                  </a:lnTo>
                  <a:lnTo>
                    <a:pt x="4955265" y="1586258"/>
                  </a:lnTo>
                  <a:lnTo>
                    <a:pt x="4956518" y="1586258"/>
                  </a:lnTo>
                  <a:lnTo>
                    <a:pt x="4957772" y="1586258"/>
                  </a:lnTo>
                  <a:lnTo>
                    <a:pt x="4959025" y="1586258"/>
                  </a:lnTo>
                  <a:lnTo>
                    <a:pt x="4960278" y="1586258"/>
                  </a:lnTo>
                  <a:lnTo>
                    <a:pt x="4961531" y="1586258"/>
                  </a:lnTo>
                  <a:lnTo>
                    <a:pt x="4962785" y="1586258"/>
                  </a:lnTo>
                  <a:lnTo>
                    <a:pt x="4964038" y="1586258"/>
                  </a:lnTo>
                  <a:lnTo>
                    <a:pt x="4965291" y="1586258"/>
                  </a:lnTo>
                  <a:lnTo>
                    <a:pt x="4966544" y="1586258"/>
                  </a:lnTo>
                  <a:lnTo>
                    <a:pt x="4967797" y="1586258"/>
                  </a:lnTo>
                  <a:lnTo>
                    <a:pt x="4969051" y="1586258"/>
                  </a:lnTo>
                  <a:lnTo>
                    <a:pt x="4970304" y="1586258"/>
                  </a:lnTo>
                  <a:lnTo>
                    <a:pt x="4971557" y="1586258"/>
                  </a:lnTo>
                  <a:lnTo>
                    <a:pt x="4972810" y="1586258"/>
                  </a:lnTo>
                  <a:lnTo>
                    <a:pt x="4974064" y="1586258"/>
                  </a:lnTo>
                  <a:lnTo>
                    <a:pt x="4975317" y="1586258"/>
                  </a:lnTo>
                  <a:lnTo>
                    <a:pt x="4976570" y="1586258"/>
                  </a:lnTo>
                  <a:lnTo>
                    <a:pt x="4977823" y="1586258"/>
                  </a:lnTo>
                  <a:lnTo>
                    <a:pt x="4979076" y="1586258"/>
                  </a:lnTo>
                  <a:lnTo>
                    <a:pt x="4980330" y="1586258"/>
                  </a:lnTo>
                  <a:lnTo>
                    <a:pt x="4981583" y="1586258"/>
                  </a:lnTo>
                  <a:lnTo>
                    <a:pt x="4982836" y="1586258"/>
                  </a:lnTo>
                  <a:lnTo>
                    <a:pt x="4984089" y="1586258"/>
                  </a:lnTo>
                  <a:lnTo>
                    <a:pt x="4985342" y="1586258"/>
                  </a:lnTo>
                  <a:lnTo>
                    <a:pt x="4986596" y="1586258"/>
                  </a:lnTo>
                  <a:lnTo>
                    <a:pt x="4987849" y="1586258"/>
                  </a:lnTo>
                  <a:lnTo>
                    <a:pt x="4989102" y="1586258"/>
                  </a:lnTo>
                  <a:lnTo>
                    <a:pt x="4990355" y="1586258"/>
                  </a:lnTo>
                  <a:lnTo>
                    <a:pt x="4991609" y="1586258"/>
                  </a:lnTo>
                  <a:lnTo>
                    <a:pt x="4992862" y="1586258"/>
                  </a:lnTo>
                  <a:lnTo>
                    <a:pt x="4994115" y="1586258"/>
                  </a:lnTo>
                  <a:lnTo>
                    <a:pt x="4995368" y="1586258"/>
                  </a:lnTo>
                  <a:lnTo>
                    <a:pt x="4996621" y="1586258"/>
                  </a:lnTo>
                  <a:lnTo>
                    <a:pt x="4997875" y="1586258"/>
                  </a:lnTo>
                  <a:lnTo>
                    <a:pt x="4999128" y="1586258"/>
                  </a:lnTo>
                  <a:lnTo>
                    <a:pt x="5000381" y="1586258"/>
                  </a:lnTo>
                  <a:lnTo>
                    <a:pt x="5001634" y="1586258"/>
                  </a:lnTo>
                  <a:lnTo>
                    <a:pt x="5002888" y="1586258"/>
                  </a:lnTo>
                  <a:lnTo>
                    <a:pt x="5004141" y="1586258"/>
                  </a:lnTo>
                  <a:lnTo>
                    <a:pt x="5005394" y="1586258"/>
                  </a:lnTo>
                  <a:lnTo>
                    <a:pt x="5006647" y="1586258"/>
                  </a:lnTo>
                  <a:lnTo>
                    <a:pt x="5007900" y="1586258"/>
                  </a:lnTo>
                  <a:lnTo>
                    <a:pt x="5009154" y="1586258"/>
                  </a:lnTo>
                  <a:lnTo>
                    <a:pt x="5010407" y="1586258"/>
                  </a:lnTo>
                  <a:lnTo>
                    <a:pt x="5011660" y="1586258"/>
                  </a:lnTo>
                  <a:lnTo>
                    <a:pt x="5012913" y="1586258"/>
                  </a:lnTo>
                  <a:lnTo>
                    <a:pt x="5014166" y="1586258"/>
                  </a:lnTo>
                  <a:lnTo>
                    <a:pt x="5015420" y="1586258"/>
                  </a:lnTo>
                  <a:lnTo>
                    <a:pt x="5016673" y="1586258"/>
                  </a:lnTo>
                  <a:lnTo>
                    <a:pt x="5017926" y="1586258"/>
                  </a:lnTo>
                  <a:lnTo>
                    <a:pt x="5019179" y="1586258"/>
                  </a:lnTo>
                  <a:lnTo>
                    <a:pt x="5020433" y="1586258"/>
                  </a:lnTo>
                  <a:lnTo>
                    <a:pt x="5021686" y="1586258"/>
                  </a:lnTo>
                  <a:lnTo>
                    <a:pt x="5022939" y="1586258"/>
                  </a:lnTo>
                  <a:lnTo>
                    <a:pt x="5024192" y="1586258"/>
                  </a:lnTo>
                  <a:lnTo>
                    <a:pt x="5025445" y="1586258"/>
                  </a:lnTo>
                  <a:lnTo>
                    <a:pt x="5026699" y="1586258"/>
                  </a:lnTo>
                  <a:lnTo>
                    <a:pt x="5027952" y="1586258"/>
                  </a:lnTo>
                  <a:lnTo>
                    <a:pt x="5029205" y="1586258"/>
                  </a:lnTo>
                  <a:lnTo>
                    <a:pt x="5030458" y="1586258"/>
                  </a:lnTo>
                  <a:lnTo>
                    <a:pt x="5031712" y="1586258"/>
                  </a:lnTo>
                  <a:lnTo>
                    <a:pt x="5032965" y="1586258"/>
                  </a:lnTo>
                  <a:lnTo>
                    <a:pt x="5034218" y="1586258"/>
                  </a:lnTo>
                  <a:lnTo>
                    <a:pt x="5035471" y="1586258"/>
                  </a:lnTo>
                  <a:lnTo>
                    <a:pt x="5036724" y="1586258"/>
                  </a:lnTo>
                  <a:lnTo>
                    <a:pt x="5037978" y="1586258"/>
                  </a:lnTo>
                  <a:lnTo>
                    <a:pt x="5039231" y="1586258"/>
                  </a:lnTo>
                  <a:lnTo>
                    <a:pt x="5040484" y="1586258"/>
                  </a:lnTo>
                  <a:lnTo>
                    <a:pt x="5041737" y="1586258"/>
                  </a:lnTo>
                  <a:lnTo>
                    <a:pt x="5042990" y="1586258"/>
                  </a:lnTo>
                  <a:lnTo>
                    <a:pt x="5044244" y="1586258"/>
                  </a:lnTo>
                  <a:lnTo>
                    <a:pt x="5045497" y="1586258"/>
                  </a:lnTo>
                  <a:lnTo>
                    <a:pt x="5046750" y="1586258"/>
                  </a:lnTo>
                  <a:lnTo>
                    <a:pt x="5048003" y="1586258"/>
                  </a:lnTo>
                  <a:lnTo>
                    <a:pt x="5049257" y="1586258"/>
                  </a:lnTo>
                  <a:lnTo>
                    <a:pt x="5050510" y="1586258"/>
                  </a:lnTo>
                  <a:lnTo>
                    <a:pt x="5051763" y="1586258"/>
                  </a:lnTo>
                  <a:lnTo>
                    <a:pt x="5053016" y="1586258"/>
                  </a:lnTo>
                  <a:lnTo>
                    <a:pt x="5054269" y="1586258"/>
                  </a:lnTo>
                  <a:lnTo>
                    <a:pt x="5055523" y="1586258"/>
                  </a:lnTo>
                  <a:lnTo>
                    <a:pt x="5056776" y="1586258"/>
                  </a:lnTo>
                  <a:lnTo>
                    <a:pt x="5058029" y="1586258"/>
                  </a:lnTo>
                  <a:lnTo>
                    <a:pt x="5059282" y="1586258"/>
                  </a:lnTo>
                  <a:lnTo>
                    <a:pt x="5060536" y="1586258"/>
                  </a:lnTo>
                  <a:lnTo>
                    <a:pt x="5061789" y="1586258"/>
                  </a:lnTo>
                  <a:lnTo>
                    <a:pt x="5063042" y="1586258"/>
                  </a:lnTo>
                  <a:lnTo>
                    <a:pt x="5064295" y="1586258"/>
                  </a:lnTo>
                  <a:lnTo>
                    <a:pt x="5065548" y="1586258"/>
                  </a:lnTo>
                  <a:lnTo>
                    <a:pt x="5066802" y="1586258"/>
                  </a:lnTo>
                  <a:lnTo>
                    <a:pt x="5068055" y="1586258"/>
                  </a:lnTo>
                  <a:lnTo>
                    <a:pt x="5069308" y="1586258"/>
                  </a:lnTo>
                  <a:lnTo>
                    <a:pt x="5070561" y="1586258"/>
                  </a:lnTo>
                  <a:lnTo>
                    <a:pt x="5071814" y="1586258"/>
                  </a:lnTo>
                  <a:lnTo>
                    <a:pt x="5073068" y="1586258"/>
                  </a:lnTo>
                  <a:lnTo>
                    <a:pt x="5074321" y="1586258"/>
                  </a:lnTo>
                  <a:lnTo>
                    <a:pt x="5075574" y="1586258"/>
                  </a:lnTo>
                  <a:lnTo>
                    <a:pt x="5076827" y="1586258"/>
                  </a:lnTo>
                  <a:lnTo>
                    <a:pt x="5078081" y="1586258"/>
                  </a:lnTo>
                  <a:lnTo>
                    <a:pt x="5079334" y="1586258"/>
                  </a:lnTo>
                  <a:lnTo>
                    <a:pt x="5080587" y="1586258"/>
                  </a:lnTo>
                  <a:lnTo>
                    <a:pt x="5081840" y="1586258"/>
                  </a:lnTo>
                  <a:lnTo>
                    <a:pt x="5083093" y="1586258"/>
                  </a:lnTo>
                  <a:lnTo>
                    <a:pt x="5084347" y="1586258"/>
                  </a:lnTo>
                  <a:lnTo>
                    <a:pt x="5085600" y="1586258"/>
                  </a:lnTo>
                  <a:lnTo>
                    <a:pt x="5086853" y="1586258"/>
                  </a:lnTo>
                  <a:lnTo>
                    <a:pt x="5088106" y="1586258"/>
                  </a:lnTo>
                  <a:lnTo>
                    <a:pt x="5089359" y="1586258"/>
                  </a:lnTo>
                  <a:lnTo>
                    <a:pt x="5090613" y="1586258"/>
                  </a:lnTo>
                  <a:lnTo>
                    <a:pt x="5091866" y="1586258"/>
                  </a:lnTo>
                  <a:lnTo>
                    <a:pt x="5093119" y="1586258"/>
                  </a:lnTo>
                  <a:lnTo>
                    <a:pt x="5094372" y="1586258"/>
                  </a:lnTo>
                  <a:lnTo>
                    <a:pt x="5095626" y="1586258"/>
                  </a:lnTo>
                  <a:lnTo>
                    <a:pt x="5096879" y="1586258"/>
                  </a:lnTo>
                  <a:lnTo>
                    <a:pt x="5098132" y="1586258"/>
                  </a:lnTo>
                  <a:lnTo>
                    <a:pt x="5099385" y="1586258"/>
                  </a:lnTo>
                  <a:lnTo>
                    <a:pt x="5100638" y="1586258"/>
                  </a:lnTo>
                  <a:lnTo>
                    <a:pt x="5101892" y="1586258"/>
                  </a:lnTo>
                  <a:lnTo>
                    <a:pt x="5103145" y="1586258"/>
                  </a:lnTo>
                  <a:lnTo>
                    <a:pt x="5104398" y="1586258"/>
                  </a:lnTo>
                  <a:lnTo>
                    <a:pt x="5105651" y="1586258"/>
                  </a:lnTo>
                  <a:lnTo>
                    <a:pt x="5106905" y="1586258"/>
                  </a:lnTo>
                  <a:lnTo>
                    <a:pt x="5108158" y="1586258"/>
                  </a:lnTo>
                  <a:lnTo>
                    <a:pt x="5109411" y="1586258"/>
                  </a:lnTo>
                  <a:lnTo>
                    <a:pt x="5110664" y="1586258"/>
                  </a:lnTo>
                  <a:lnTo>
                    <a:pt x="5111917" y="1586258"/>
                  </a:lnTo>
                  <a:lnTo>
                    <a:pt x="5113171" y="1586258"/>
                  </a:lnTo>
                  <a:lnTo>
                    <a:pt x="5114424" y="1586258"/>
                  </a:lnTo>
                  <a:lnTo>
                    <a:pt x="5115677" y="1586258"/>
                  </a:lnTo>
                  <a:lnTo>
                    <a:pt x="5116930" y="1586258"/>
                  </a:lnTo>
                  <a:lnTo>
                    <a:pt x="5118183" y="1586258"/>
                  </a:lnTo>
                  <a:lnTo>
                    <a:pt x="5119437" y="1586258"/>
                  </a:lnTo>
                  <a:lnTo>
                    <a:pt x="5120690" y="1586258"/>
                  </a:lnTo>
                  <a:lnTo>
                    <a:pt x="5121943" y="1586258"/>
                  </a:lnTo>
                  <a:lnTo>
                    <a:pt x="5123196" y="1586258"/>
                  </a:lnTo>
                  <a:lnTo>
                    <a:pt x="5124450" y="1586258"/>
                  </a:lnTo>
                  <a:lnTo>
                    <a:pt x="5125703" y="1586258"/>
                  </a:lnTo>
                  <a:lnTo>
                    <a:pt x="5126956" y="1586258"/>
                  </a:lnTo>
                  <a:lnTo>
                    <a:pt x="5128209" y="1586258"/>
                  </a:lnTo>
                  <a:lnTo>
                    <a:pt x="5129462" y="1586258"/>
                  </a:lnTo>
                  <a:lnTo>
                    <a:pt x="5130716" y="1586258"/>
                  </a:lnTo>
                  <a:lnTo>
                    <a:pt x="5131969" y="1586258"/>
                  </a:lnTo>
                  <a:lnTo>
                    <a:pt x="5133222" y="1586258"/>
                  </a:lnTo>
                  <a:lnTo>
                    <a:pt x="5134475" y="1586258"/>
                  </a:lnTo>
                  <a:lnTo>
                    <a:pt x="5135729" y="1586258"/>
                  </a:lnTo>
                  <a:lnTo>
                    <a:pt x="5136982" y="1586258"/>
                  </a:lnTo>
                  <a:lnTo>
                    <a:pt x="5138235" y="1586258"/>
                  </a:lnTo>
                  <a:lnTo>
                    <a:pt x="5139488" y="1586258"/>
                  </a:lnTo>
                  <a:lnTo>
                    <a:pt x="5140741" y="1586258"/>
                  </a:lnTo>
                  <a:lnTo>
                    <a:pt x="5141995" y="1586258"/>
                  </a:lnTo>
                  <a:lnTo>
                    <a:pt x="5143248" y="1586258"/>
                  </a:lnTo>
                  <a:lnTo>
                    <a:pt x="5144501" y="1586258"/>
                  </a:lnTo>
                  <a:lnTo>
                    <a:pt x="5145754" y="1586258"/>
                  </a:lnTo>
                  <a:lnTo>
                    <a:pt x="5147007" y="1586258"/>
                  </a:lnTo>
                  <a:lnTo>
                    <a:pt x="5148261" y="1586258"/>
                  </a:lnTo>
                  <a:lnTo>
                    <a:pt x="5149514" y="1586258"/>
                  </a:lnTo>
                  <a:lnTo>
                    <a:pt x="5150767" y="1586258"/>
                  </a:lnTo>
                  <a:lnTo>
                    <a:pt x="5152020" y="1586258"/>
                  </a:lnTo>
                  <a:lnTo>
                    <a:pt x="5153274" y="1586258"/>
                  </a:lnTo>
                  <a:lnTo>
                    <a:pt x="5154527" y="1586258"/>
                  </a:lnTo>
                  <a:lnTo>
                    <a:pt x="5155780" y="1586258"/>
                  </a:lnTo>
                  <a:lnTo>
                    <a:pt x="5157033" y="1586258"/>
                  </a:lnTo>
                  <a:lnTo>
                    <a:pt x="5158286" y="1586258"/>
                  </a:lnTo>
                  <a:lnTo>
                    <a:pt x="5159540" y="1586258"/>
                  </a:lnTo>
                  <a:lnTo>
                    <a:pt x="5160793" y="1586258"/>
                  </a:lnTo>
                  <a:lnTo>
                    <a:pt x="5162046" y="1586258"/>
                  </a:lnTo>
                  <a:lnTo>
                    <a:pt x="5163299" y="1586258"/>
                  </a:lnTo>
                  <a:lnTo>
                    <a:pt x="5164553" y="1586258"/>
                  </a:lnTo>
                  <a:lnTo>
                    <a:pt x="5165806" y="1586258"/>
                  </a:lnTo>
                  <a:lnTo>
                    <a:pt x="5167059" y="1586258"/>
                  </a:lnTo>
                  <a:lnTo>
                    <a:pt x="5168312" y="1586258"/>
                  </a:lnTo>
                  <a:lnTo>
                    <a:pt x="5169565" y="1586258"/>
                  </a:lnTo>
                  <a:lnTo>
                    <a:pt x="5170819" y="1586258"/>
                  </a:lnTo>
                  <a:lnTo>
                    <a:pt x="5172072" y="1586258"/>
                  </a:lnTo>
                  <a:lnTo>
                    <a:pt x="5173325" y="1586258"/>
                  </a:lnTo>
                  <a:lnTo>
                    <a:pt x="5174578" y="1586258"/>
                  </a:lnTo>
                  <a:lnTo>
                    <a:pt x="5175831" y="1586258"/>
                  </a:lnTo>
                  <a:lnTo>
                    <a:pt x="5177085" y="1586258"/>
                  </a:lnTo>
                  <a:lnTo>
                    <a:pt x="5178338" y="1586258"/>
                  </a:lnTo>
                  <a:lnTo>
                    <a:pt x="5179591" y="1586258"/>
                  </a:lnTo>
                  <a:lnTo>
                    <a:pt x="5180844" y="1586258"/>
                  </a:lnTo>
                  <a:lnTo>
                    <a:pt x="5182098" y="1586258"/>
                  </a:lnTo>
                  <a:lnTo>
                    <a:pt x="5183351" y="1586258"/>
                  </a:lnTo>
                  <a:lnTo>
                    <a:pt x="5184604" y="1586258"/>
                  </a:lnTo>
                  <a:lnTo>
                    <a:pt x="5185857" y="1586258"/>
                  </a:lnTo>
                  <a:lnTo>
                    <a:pt x="5187110" y="1586258"/>
                  </a:lnTo>
                  <a:lnTo>
                    <a:pt x="5188364" y="1586258"/>
                  </a:lnTo>
                  <a:lnTo>
                    <a:pt x="5189617" y="1586258"/>
                  </a:lnTo>
                  <a:lnTo>
                    <a:pt x="5190870" y="1586258"/>
                  </a:lnTo>
                  <a:lnTo>
                    <a:pt x="5192123" y="1586258"/>
                  </a:lnTo>
                  <a:lnTo>
                    <a:pt x="5193377" y="1586258"/>
                  </a:lnTo>
                  <a:lnTo>
                    <a:pt x="5194630" y="1586258"/>
                  </a:lnTo>
                  <a:lnTo>
                    <a:pt x="5195883" y="1586258"/>
                  </a:lnTo>
                  <a:lnTo>
                    <a:pt x="5197136" y="1586258"/>
                  </a:lnTo>
                  <a:lnTo>
                    <a:pt x="5198389" y="1586258"/>
                  </a:lnTo>
                  <a:lnTo>
                    <a:pt x="5199643" y="1586258"/>
                  </a:lnTo>
                  <a:lnTo>
                    <a:pt x="5200896" y="1586258"/>
                  </a:lnTo>
                  <a:lnTo>
                    <a:pt x="5202149" y="1586258"/>
                  </a:lnTo>
                  <a:lnTo>
                    <a:pt x="5203402" y="1586258"/>
                  </a:lnTo>
                  <a:lnTo>
                    <a:pt x="5204655" y="1586258"/>
                  </a:lnTo>
                  <a:lnTo>
                    <a:pt x="5205909" y="1586258"/>
                  </a:lnTo>
                  <a:lnTo>
                    <a:pt x="5207162" y="1586258"/>
                  </a:lnTo>
                  <a:lnTo>
                    <a:pt x="5208415" y="1586258"/>
                  </a:lnTo>
                  <a:lnTo>
                    <a:pt x="5209668" y="1586258"/>
                  </a:lnTo>
                  <a:lnTo>
                    <a:pt x="5210922" y="1586258"/>
                  </a:lnTo>
                  <a:lnTo>
                    <a:pt x="5212175" y="1586258"/>
                  </a:lnTo>
                  <a:lnTo>
                    <a:pt x="5213428" y="1586258"/>
                  </a:lnTo>
                  <a:lnTo>
                    <a:pt x="5214681" y="1586258"/>
                  </a:lnTo>
                  <a:lnTo>
                    <a:pt x="5215934" y="1586258"/>
                  </a:lnTo>
                  <a:lnTo>
                    <a:pt x="5217188" y="1586258"/>
                  </a:lnTo>
                  <a:lnTo>
                    <a:pt x="5218441" y="1586258"/>
                  </a:lnTo>
                  <a:lnTo>
                    <a:pt x="5219694" y="1586258"/>
                  </a:lnTo>
                  <a:lnTo>
                    <a:pt x="5220947" y="1586258"/>
                  </a:lnTo>
                  <a:lnTo>
                    <a:pt x="5222201" y="1586258"/>
                  </a:lnTo>
                  <a:lnTo>
                    <a:pt x="5223454" y="1586258"/>
                  </a:lnTo>
                  <a:lnTo>
                    <a:pt x="5224707" y="1586258"/>
                  </a:lnTo>
                  <a:lnTo>
                    <a:pt x="5225960" y="1586258"/>
                  </a:lnTo>
                  <a:lnTo>
                    <a:pt x="5227213" y="1586258"/>
                  </a:lnTo>
                  <a:lnTo>
                    <a:pt x="5228467" y="1586258"/>
                  </a:lnTo>
                  <a:lnTo>
                    <a:pt x="5229720" y="1586258"/>
                  </a:lnTo>
                  <a:lnTo>
                    <a:pt x="5230973" y="1586258"/>
                  </a:lnTo>
                  <a:lnTo>
                    <a:pt x="5232226" y="1586258"/>
                  </a:lnTo>
                  <a:lnTo>
                    <a:pt x="5233479" y="1586258"/>
                  </a:lnTo>
                  <a:lnTo>
                    <a:pt x="5234733" y="1586258"/>
                  </a:lnTo>
                  <a:lnTo>
                    <a:pt x="5235986" y="1586258"/>
                  </a:lnTo>
                  <a:lnTo>
                    <a:pt x="5237239" y="1586258"/>
                  </a:lnTo>
                  <a:lnTo>
                    <a:pt x="5238492" y="1586258"/>
                  </a:lnTo>
                  <a:lnTo>
                    <a:pt x="5239746" y="1586258"/>
                  </a:lnTo>
                  <a:lnTo>
                    <a:pt x="5240999" y="1586258"/>
                  </a:lnTo>
                  <a:lnTo>
                    <a:pt x="5242252" y="1586258"/>
                  </a:lnTo>
                  <a:lnTo>
                    <a:pt x="5243505" y="1586258"/>
                  </a:lnTo>
                  <a:lnTo>
                    <a:pt x="5244758" y="1586258"/>
                  </a:lnTo>
                  <a:lnTo>
                    <a:pt x="5246012" y="1586258"/>
                  </a:lnTo>
                  <a:lnTo>
                    <a:pt x="5247265" y="1586258"/>
                  </a:lnTo>
                  <a:lnTo>
                    <a:pt x="5248518" y="1586258"/>
                  </a:lnTo>
                  <a:lnTo>
                    <a:pt x="5249771" y="1586258"/>
                  </a:lnTo>
                  <a:lnTo>
                    <a:pt x="5251024" y="1586258"/>
                  </a:lnTo>
                  <a:lnTo>
                    <a:pt x="5252278" y="1586258"/>
                  </a:lnTo>
                  <a:lnTo>
                    <a:pt x="5253531" y="1586258"/>
                  </a:lnTo>
                  <a:lnTo>
                    <a:pt x="5254784" y="1586258"/>
                  </a:lnTo>
                  <a:lnTo>
                    <a:pt x="5256037" y="1586258"/>
                  </a:lnTo>
                  <a:lnTo>
                    <a:pt x="5257291" y="1586258"/>
                  </a:lnTo>
                  <a:lnTo>
                    <a:pt x="5258544" y="1586258"/>
                  </a:lnTo>
                  <a:lnTo>
                    <a:pt x="5259797" y="1586258"/>
                  </a:lnTo>
                  <a:lnTo>
                    <a:pt x="5261050" y="1586258"/>
                  </a:lnTo>
                  <a:lnTo>
                    <a:pt x="5262303" y="1586258"/>
                  </a:lnTo>
                  <a:lnTo>
                    <a:pt x="5263557" y="1586258"/>
                  </a:lnTo>
                  <a:lnTo>
                    <a:pt x="5264810" y="1586258"/>
                  </a:lnTo>
                  <a:lnTo>
                    <a:pt x="5266063" y="1586258"/>
                  </a:lnTo>
                  <a:lnTo>
                    <a:pt x="5267316" y="1586258"/>
                  </a:lnTo>
                  <a:lnTo>
                    <a:pt x="5268570" y="1586258"/>
                  </a:lnTo>
                  <a:lnTo>
                    <a:pt x="5269823" y="1586258"/>
                  </a:lnTo>
                  <a:lnTo>
                    <a:pt x="5271076" y="1586258"/>
                  </a:lnTo>
                  <a:lnTo>
                    <a:pt x="5272329" y="1586258"/>
                  </a:lnTo>
                  <a:lnTo>
                    <a:pt x="5273582" y="1586258"/>
                  </a:lnTo>
                  <a:lnTo>
                    <a:pt x="5274836" y="1586258"/>
                  </a:lnTo>
                  <a:lnTo>
                    <a:pt x="5276089" y="1586258"/>
                  </a:lnTo>
                  <a:lnTo>
                    <a:pt x="5277342" y="1586258"/>
                  </a:lnTo>
                  <a:lnTo>
                    <a:pt x="5278595" y="1586258"/>
                  </a:lnTo>
                  <a:lnTo>
                    <a:pt x="5279848" y="1586258"/>
                  </a:lnTo>
                  <a:lnTo>
                    <a:pt x="5281102" y="1586258"/>
                  </a:lnTo>
                  <a:lnTo>
                    <a:pt x="5282355" y="1586258"/>
                  </a:lnTo>
                  <a:lnTo>
                    <a:pt x="5283608" y="1586258"/>
                  </a:lnTo>
                  <a:lnTo>
                    <a:pt x="5284861" y="1586258"/>
                  </a:lnTo>
                  <a:lnTo>
                    <a:pt x="5286115" y="1586258"/>
                  </a:lnTo>
                  <a:lnTo>
                    <a:pt x="5287368" y="1586258"/>
                  </a:lnTo>
                  <a:lnTo>
                    <a:pt x="5288621" y="1586258"/>
                  </a:lnTo>
                  <a:lnTo>
                    <a:pt x="5289874" y="1586258"/>
                  </a:lnTo>
                  <a:lnTo>
                    <a:pt x="5291127" y="1586258"/>
                  </a:lnTo>
                  <a:lnTo>
                    <a:pt x="5292381" y="1586258"/>
                  </a:lnTo>
                  <a:lnTo>
                    <a:pt x="5293634" y="1586258"/>
                  </a:lnTo>
                  <a:lnTo>
                    <a:pt x="5294887" y="1586258"/>
                  </a:lnTo>
                  <a:lnTo>
                    <a:pt x="5296140" y="1586258"/>
                  </a:lnTo>
                  <a:lnTo>
                    <a:pt x="5297394" y="1586258"/>
                  </a:lnTo>
                  <a:lnTo>
                    <a:pt x="5298647" y="1586258"/>
                  </a:lnTo>
                  <a:lnTo>
                    <a:pt x="5299900" y="1586258"/>
                  </a:lnTo>
                  <a:lnTo>
                    <a:pt x="5301153" y="1586258"/>
                  </a:lnTo>
                  <a:lnTo>
                    <a:pt x="5302406" y="1586258"/>
                  </a:lnTo>
                  <a:lnTo>
                    <a:pt x="5303660" y="1586258"/>
                  </a:lnTo>
                  <a:lnTo>
                    <a:pt x="5304913" y="1586258"/>
                  </a:lnTo>
                  <a:lnTo>
                    <a:pt x="5306166" y="1586258"/>
                  </a:lnTo>
                  <a:lnTo>
                    <a:pt x="5307419" y="1586258"/>
                  </a:lnTo>
                  <a:lnTo>
                    <a:pt x="5308672" y="1586258"/>
                  </a:lnTo>
                  <a:lnTo>
                    <a:pt x="5309926" y="1586258"/>
                  </a:lnTo>
                  <a:lnTo>
                    <a:pt x="5311179" y="1586258"/>
                  </a:lnTo>
                  <a:lnTo>
                    <a:pt x="5312432" y="1586258"/>
                  </a:lnTo>
                  <a:lnTo>
                    <a:pt x="5313685" y="1586258"/>
                  </a:lnTo>
                  <a:lnTo>
                    <a:pt x="5314939" y="1586258"/>
                  </a:lnTo>
                  <a:lnTo>
                    <a:pt x="5316192" y="1586258"/>
                  </a:lnTo>
                  <a:lnTo>
                    <a:pt x="5317445" y="1586258"/>
                  </a:lnTo>
                  <a:lnTo>
                    <a:pt x="5318698" y="1586258"/>
                  </a:lnTo>
                  <a:lnTo>
                    <a:pt x="5319951" y="1586258"/>
                  </a:lnTo>
                  <a:lnTo>
                    <a:pt x="5321205" y="1586258"/>
                  </a:lnTo>
                  <a:lnTo>
                    <a:pt x="5322458" y="1586258"/>
                  </a:lnTo>
                  <a:lnTo>
                    <a:pt x="5323711" y="1586258"/>
                  </a:lnTo>
                  <a:lnTo>
                    <a:pt x="5324964" y="1586258"/>
                  </a:lnTo>
                  <a:lnTo>
                    <a:pt x="5326218" y="1586258"/>
                  </a:lnTo>
                  <a:lnTo>
                    <a:pt x="5327471" y="1586258"/>
                  </a:lnTo>
                  <a:lnTo>
                    <a:pt x="5328724" y="1586258"/>
                  </a:lnTo>
                  <a:lnTo>
                    <a:pt x="5329977" y="1586258"/>
                  </a:lnTo>
                  <a:lnTo>
                    <a:pt x="5331230" y="1586258"/>
                  </a:lnTo>
                  <a:lnTo>
                    <a:pt x="5332484" y="1586258"/>
                  </a:lnTo>
                  <a:lnTo>
                    <a:pt x="5333737" y="1586258"/>
                  </a:lnTo>
                  <a:lnTo>
                    <a:pt x="5334990" y="1586258"/>
                  </a:lnTo>
                  <a:lnTo>
                    <a:pt x="5336243" y="1586258"/>
                  </a:lnTo>
                  <a:lnTo>
                    <a:pt x="5337496" y="1586258"/>
                  </a:lnTo>
                  <a:lnTo>
                    <a:pt x="5338750" y="1586258"/>
                  </a:lnTo>
                  <a:lnTo>
                    <a:pt x="5340003" y="1586258"/>
                  </a:lnTo>
                  <a:lnTo>
                    <a:pt x="5341256" y="1586258"/>
                  </a:lnTo>
                  <a:lnTo>
                    <a:pt x="5342509" y="1586258"/>
                  </a:lnTo>
                  <a:lnTo>
                    <a:pt x="5343763" y="1586258"/>
                  </a:lnTo>
                  <a:lnTo>
                    <a:pt x="5345016" y="1586258"/>
                  </a:lnTo>
                  <a:lnTo>
                    <a:pt x="5346269" y="1586258"/>
                  </a:lnTo>
                  <a:lnTo>
                    <a:pt x="5347522" y="1586258"/>
                  </a:lnTo>
                  <a:lnTo>
                    <a:pt x="5348775" y="1586258"/>
                  </a:lnTo>
                  <a:lnTo>
                    <a:pt x="5350029" y="1586258"/>
                  </a:lnTo>
                  <a:lnTo>
                    <a:pt x="5351282" y="1586258"/>
                  </a:lnTo>
                  <a:lnTo>
                    <a:pt x="5352535" y="1586258"/>
                  </a:lnTo>
                  <a:lnTo>
                    <a:pt x="5353788" y="1586258"/>
                  </a:lnTo>
                  <a:lnTo>
                    <a:pt x="5355042" y="1586258"/>
                  </a:lnTo>
                  <a:lnTo>
                    <a:pt x="5356295" y="1586258"/>
                  </a:lnTo>
                  <a:lnTo>
                    <a:pt x="5357548" y="1586258"/>
                  </a:lnTo>
                  <a:lnTo>
                    <a:pt x="5358801" y="1586258"/>
                  </a:lnTo>
                  <a:lnTo>
                    <a:pt x="5360054" y="1586258"/>
                  </a:lnTo>
                  <a:lnTo>
                    <a:pt x="5361308" y="1586258"/>
                  </a:lnTo>
                  <a:lnTo>
                    <a:pt x="5362561" y="1586258"/>
                  </a:lnTo>
                  <a:lnTo>
                    <a:pt x="5363814" y="1586258"/>
                  </a:lnTo>
                  <a:lnTo>
                    <a:pt x="5365067" y="1586258"/>
                  </a:lnTo>
                  <a:lnTo>
                    <a:pt x="5366320" y="1586258"/>
                  </a:lnTo>
                  <a:lnTo>
                    <a:pt x="5367574" y="1586258"/>
                  </a:lnTo>
                  <a:lnTo>
                    <a:pt x="5368827" y="1586258"/>
                  </a:lnTo>
                  <a:lnTo>
                    <a:pt x="5370080" y="1586258"/>
                  </a:lnTo>
                  <a:lnTo>
                    <a:pt x="5371333" y="1586258"/>
                  </a:lnTo>
                  <a:lnTo>
                    <a:pt x="5372587" y="1586258"/>
                  </a:lnTo>
                  <a:lnTo>
                    <a:pt x="5373840" y="1586258"/>
                  </a:lnTo>
                  <a:lnTo>
                    <a:pt x="5375093" y="1586258"/>
                  </a:lnTo>
                  <a:lnTo>
                    <a:pt x="5376346" y="1586258"/>
                  </a:lnTo>
                  <a:lnTo>
                    <a:pt x="5377599" y="1586258"/>
                  </a:lnTo>
                  <a:lnTo>
                    <a:pt x="5378853" y="1586258"/>
                  </a:lnTo>
                  <a:lnTo>
                    <a:pt x="5380106" y="1586258"/>
                  </a:lnTo>
                  <a:lnTo>
                    <a:pt x="5381359" y="1586258"/>
                  </a:lnTo>
                  <a:lnTo>
                    <a:pt x="5382612" y="1586258"/>
                  </a:lnTo>
                  <a:lnTo>
                    <a:pt x="5383866" y="1586258"/>
                  </a:lnTo>
                  <a:lnTo>
                    <a:pt x="5385119" y="1586258"/>
                  </a:lnTo>
                  <a:lnTo>
                    <a:pt x="5386372" y="1586258"/>
                  </a:lnTo>
                  <a:lnTo>
                    <a:pt x="5387625" y="1586258"/>
                  </a:lnTo>
                  <a:lnTo>
                    <a:pt x="5388878" y="1586258"/>
                  </a:lnTo>
                  <a:lnTo>
                    <a:pt x="5390132" y="1586258"/>
                  </a:lnTo>
                  <a:lnTo>
                    <a:pt x="5391385" y="1586258"/>
                  </a:lnTo>
                  <a:lnTo>
                    <a:pt x="5392638" y="1586258"/>
                  </a:lnTo>
                  <a:lnTo>
                    <a:pt x="5393891" y="1586258"/>
                  </a:lnTo>
                  <a:lnTo>
                    <a:pt x="5395144" y="1586258"/>
                  </a:lnTo>
                  <a:lnTo>
                    <a:pt x="5396398" y="1586258"/>
                  </a:lnTo>
                  <a:lnTo>
                    <a:pt x="5397651" y="1586258"/>
                  </a:lnTo>
                  <a:lnTo>
                    <a:pt x="5398904" y="1586258"/>
                  </a:lnTo>
                  <a:lnTo>
                    <a:pt x="5400157" y="1586258"/>
                  </a:lnTo>
                  <a:lnTo>
                    <a:pt x="5401411" y="1586258"/>
                  </a:lnTo>
                  <a:lnTo>
                    <a:pt x="5402664" y="1586258"/>
                  </a:lnTo>
                  <a:lnTo>
                    <a:pt x="5403917" y="1586258"/>
                  </a:lnTo>
                  <a:lnTo>
                    <a:pt x="5405170" y="1586258"/>
                  </a:lnTo>
                  <a:lnTo>
                    <a:pt x="5406423" y="1586258"/>
                  </a:lnTo>
                  <a:lnTo>
                    <a:pt x="5407677" y="1586258"/>
                  </a:lnTo>
                  <a:lnTo>
                    <a:pt x="5408930" y="1586258"/>
                  </a:lnTo>
                  <a:lnTo>
                    <a:pt x="5410183" y="1586258"/>
                  </a:lnTo>
                  <a:lnTo>
                    <a:pt x="5411436" y="1586258"/>
                  </a:lnTo>
                  <a:lnTo>
                    <a:pt x="5412689" y="1586258"/>
                  </a:lnTo>
                  <a:lnTo>
                    <a:pt x="5413943" y="1586258"/>
                  </a:lnTo>
                  <a:lnTo>
                    <a:pt x="5415196" y="1586258"/>
                  </a:lnTo>
                  <a:lnTo>
                    <a:pt x="5416449" y="1586258"/>
                  </a:lnTo>
                  <a:lnTo>
                    <a:pt x="5417702" y="1586258"/>
                  </a:lnTo>
                  <a:lnTo>
                    <a:pt x="5418956" y="1586258"/>
                  </a:lnTo>
                  <a:lnTo>
                    <a:pt x="5420209" y="1586258"/>
                  </a:lnTo>
                  <a:lnTo>
                    <a:pt x="5421462" y="1586258"/>
                  </a:lnTo>
                  <a:lnTo>
                    <a:pt x="5422715" y="1586258"/>
                  </a:lnTo>
                  <a:lnTo>
                    <a:pt x="5423968" y="1586258"/>
                  </a:lnTo>
                  <a:lnTo>
                    <a:pt x="5425222" y="1586258"/>
                  </a:lnTo>
                  <a:lnTo>
                    <a:pt x="5426475" y="1586258"/>
                  </a:lnTo>
                  <a:lnTo>
                    <a:pt x="5427728" y="1586258"/>
                  </a:lnTo>
                  <a:lnTo>
                    <a:pt x="5428981" y="1586258"/>
                  </a:lnTo>
                  <a:lnTo>
                    <a:pt x="5430235" y="1586258"/>
                  </a:lnTo>
                  <a:lnTo>
                    <a:pt x="5431488" y="1586258"/>
                  </a:lnTo>
                  <a:lnTo>
                    <a:pt x="5432741" y="1586258"/>
                  </a:lnTo>
                  <a:lnTo>
                    <a:pt x="5433994" y="1586258"/>
                  </a:lnTo>
                  <a:lnTo>
                    <a:pt x="5435247" y="1586258"/>
                  </a:lnTo>
                  <a:lnTo>
                    <a:pt x="5436501" y="1586258"/>
                  </a:lnTo>
                  <a:lnTo>
                    <a:pt x="5437754" y="1586258"/>
                  </a:lnTo>
                  <a:lnTo>
                    <a:pt x="5439007" y="1586258"/>
                  </a:lnTo>
                  <a:lnTo>
                    <a:pt x="5440260" y="1586258"/>
                  </a:lnTo>
                  <a:lnTo>
                    <a:pt x="5441513" y="1586258"/>
                  </a:lnTo>
                  <a:lnTo>
                    <a:pt x="5442767" y="1586258"/>
                  </a:lnTo>
                  <a:lnTo>
                    <a:pt x="5444020" y="1586258"/>
                  </a:lnTo>
                  <a:lnTo>
                    <a:pt x="5445273" y="1586258"/>
                  </a:lnTo>
                  <a:lnTo>
                    <a:pt x="5446526" y="1586258"/>
                  </a:lnTo>
                  <a:lnTo>
                    <a:pt x="5447780" y="1586258"/>
                  </a:lnTo>
                  <a:lnTo>
                    <a:pt x="5449033" y="1586258"/>
                  </a:lnTo>
                  <a:lnTo>
                    <a:pt x="5450286" y="1586258"/>
                  </a:lnTo>
                  <a:lnTo>
                    <a:pt x="5451539" y="1586258"/>
                  </a:lnTo>
                  <a:lnTo>
                    <a:pt x="5452792" y="1586258"/>
                  </a:lnTo>
                  <a:lnTo>
                    <a:pt x="5454046" y="1586258"/>
                  </a:lnTo>
                  <a:lnTo>
                    <a:pt x="5455299" y="1586258"/>
                  </a:lnTo>
                  <a:lnTo>
                    <a:pt x="5456552" y="1586258"/>
                  </a:lnTo>
                  <a:lnTo>
                    <a:pt x="5457805" y="1586258"/>
                  </a:lnTo>
                  <a:lnTo>
                    <a:pt x="5459059" y="1586258"/>
                  </a:lnTo>
                  <a:lnTo>
                    <a:pt x="5460312" y="1586258"/>
                  </a:lnTo>
                  <a:lnTo>
                    <a:pt x="5461565" y="1586258"/>
                  </a:lnTo>
                  <a:lnTo>
                    <a:pt x="5462818" y="1586258"/>
                  </a:lnTo>
                  <a:lnTo>
                    <a:pt x="5464071" y="1586258"/>
                  </a:lnTo>
                  <a:lnTo>
                    <a:pt x="5465325" y="1586258"/>
                  </a:lnTo>
                  <a:lnTo>
                    <a:pt x="5466578" y="1586258"/>
                  </a:lnTo>
                  <a:lnTo>
                    <a:pt x="5467831" y="1586258"/>
                  </a:lnTo>
                  <a:lnTo>
                    <a:pt x="5469084" y="1586258"/>
                  </a:lnTo>
                  <a:lnTo>
                    <a:pt x="5470337" y="1586258"/>
                  </a:lnTo>
                  <a:lnTo>
                    <a:pt x="5471591" y="1586258"/>
                  </a:lnTo>
                  <a:lnTo>
                    <a:pt x="5472844" y="1586258"/>
                  </a:lnTo>
                  <a:lnTo>
                    <a:pt x="5474097" y="1586258"/>
                  </a:lnTo>
                  <a:lnTo>
                    <a:pt x="5475350" y="1586258"/>
                  </a:lnTo>
                  <a:lnTo>
                    <a:pt x="5476604" y="1586258"/>
                  </a:lnTo>
                  <a:lnTo>
                    <a:pt x="5477857" y="1586258"/>
                  </a:lnTo>
                  <a:lnTo>
                    <a:pt x="5479110" y="1586258"/>
                  </a:lnTo>
                  <a:lnTo>
                    <a:pt x="5480363" y="1586258"/>
                  </a:lnTo>
                  <a:lnTo>
                    <a:pt x="5481616" y="1586258"/>
                  </a:lnTo>
                  <a:lnTo>
                    <a:pt x="5482870" y="1586258"/>
                  </a:lnTo>
                  <a:lnTo>
                    <a:pt x="5484123" y="1586258"/>
                  </a:lnTo>
                  <a:lnTo>
                    <a:pt x="5485376" y="1586258"/>
                  </a:lnTo>
                  <a:lnTo>
                    <a:pt x="5486629" y="1586258"/>
                  </a:lnTo>
                  <a:lnTo>
                    <a:pt x="5487883" y="1586258"/>
                  </a:lnTo>
                  <a:lnTo>
                    <a:pt x="5489136" y="1586258"/>
                  </a:lnTo>
                  <a:lnTo>
                    <a:pt x="5490389" y="1586258"/>
                  </a:lnTo>
                  <a:lnTo>
                    <a:pt x="5491642" y="1586258"/>
                  </a:lnTo>
                  <a:lnTo>
                    <a:pt x="5492895" y="1586258"/>
                  </a:lnTo>
                  <a:lnTo>
                    <a:pt x="5494149" y="1586258"/>
                  </a:lnTo>
                  <a:lnTo>
                    <a:pt x="5495402" y="1586258"/>
                  </a:lnTo>
                  <a:lnTo>
                    <a:pt x="5496655" y="1586258"/>
                  </a:lnTo>
                  <a:lnTo>
                    <a:pt x="5497908" y="1586258"/>
                  </a:lnTo>
                  <a:lnTo>
                    <a:pt x="5499161" y="1586258"/>
                  </a:lnTo>
                  <a:lnTo>
                    <a:pt x="5500415" y="1586258"/>
                  </a:lnTo>
                  <a:lnTo>
                    <a:pt x="5501668" y="1586258"/>
                  </a:lnTo>
                  <a:lnTo>
                    <a:pt x="5502921" y="1586258"/>
                  </a:lnTo>
                  <a:lnTo>
                    <a:pt x="5504174" y="1586258"/>
                  </a:lnTo>
                  <a:lnTo>
                    <a:pt x="5505428" y="1586258"/>
                  </a:lnTo>
                  <a:lnTo>
                    <a:pt x="5506681" y="1586258"/>
                  </a:lnTo>
                  <a:lnTo>
                    <a:pt x="5507934" y="1586258"/>
                  </a:lnTo>
                  <a:lnTo>
                    <a:pt x="5509187" y="1586258"/>
                  </a:lnTo>
                  <a:lnTo>
                    <a:pt x="5510440" y="1586258"/>
                  </a:lnTo>
                  <a:lnTo>
                    <a:pt x="5511694" y="1586258"/>
                  </a:lnTo>
                  <a:lnTo>
                    <a:pt x="5512947" y="1586258"/>
                  </a:lnTo>
                  <a:lnTo>
                    <a:pt x="5514200" y="1586258"/>
                  </a:lnTo>
                  <a:lnTo>
                    <a:pt x="5515453" y="1586258"/>
                  </a:lnTo>
                  <a:lnTo>
                    <a:pt x="5516707" y="1586258"/>
                  </a:lnTo>
                  <a:lnTo>
                    <a:pt x="5517960" y="1586258"/>
                  </a:lnTo>
                  <a:lnTo>
                    <a:pt x="5519213" y="1586258"/>
                  </a:lnTo>
                  <a:lnTo>
                    <a:pt x="5520466" y="1586258"/>
                  </a:lnTo>
                  <a:lnTo>
                    <a:pt x="5521719" y="1586258"/>
                  </a:lnTo>
                  <a:lnTo>
                    <a:pt x="5522973" y="1586258"/>
                  </a:lnTo>
                  <a:lnTo>
                    <a:pt x="5524226" y="1586258"/>
                  </a:lnTo>
                  <a:lnTo>
                    <a:pt x="5525479" y="1586258"/>
                  </a:lnTo>
                  <a:lnTo>
                    <a:pt x="5526732" y="1586258"/>
                  </a:lnTo>
                  <a:lnTo>
                    <a:pt x="5527985" y="1586258"/>
                  </a:lnTo>
                  <a:lnTo>
                    <a:pt x="5529239" y="1586258"/>
                  </a:lnTo>
                  <a:lnTo>
                    <a:pt x="5530492" y="1586258"/>
                  </a:lnTo>
                  <a:lnTo>
                    <a:pt x="5531745" y="1586258"/>
                  </a:lnTo>
                  <a:lnTo>
                    <a:pt x="5532998" y="1586258"/>
                  </a:lnTo>
                  <a:lnTo>
                    <a:pt x="5534252" y="1586258"/>
                  </a:lnTo>
                  <a:lnTo>
                    <a:pt x="5535505" y="1586258"/>
                  </a:lnTo>
                  <a:lnTo>
                    <a:pt x="5536758" y="1586258"/>
                  </a:lnTo>
                  <a:lnTo>
                    <a:pt x="5538011" y="1586258"/>
                  </a:lnTo>
                  <a:lnTo>
                    <a:pt x="5539264" y="1586258"/>
                  </a:lnTo>
                  <a:lnTo>
                    <a:pt x="5540518" y="1586258"/>
                  </a:lnTo>
                  <a:lnTo>
                    <a:pt x="5541771" y="1586258"/>
                  </a:lnTo>
                  <a:lnTo>
                    <a:pt x="5543024" y="1586258"/>
                  </a:lnTo>
                  <a:lnTo>
                    <a:pt x="5544277" y="1586258"/>
                  </a:lnTo>
                  <a:lnTo>
                    <a:pt x="5545531" y="1586258"/>
                  </a:lnTo>
                  <a:lnTo>
                    <a:pt x="5546784" y="1586258"/>
                  </a:lnTo>
                  <a:lnTo>
                    <a:pt x="5548037" y="1586258"/>
                  </a:lnTo>
                  <a:lnTo>
                    <a:pt x="5549290" y="1586258"/>
                  </a:lnTo>
                  <a:lnTo>
                    <a:pt x="5550543" y="1586258"/>
                  </a:lnTo>
                  <a:lnTo>
                    <a:pt x="5551797" y="1586258"/>
                  </a:lnTo>
                  <a:lnTo>
                    <a:pt x="5553050" y="1586258"/>
                  </a:lnTo>
                  <a:lnTo>
                    <a:pt x="5554303" y="1586258"/>
                  </a:lnTo>
                  <a:lnTo>
                    <a:pt x="5555556" y="1586258"/>
                  </a:lnTo>
                  <a:lnTo>
                    <a:pt x="5556809" y="1586258"/>
                  </a:lnTo>
                  <a:lnTo>
                    <a:pt x="5558063" y="1586258"/>
                  </a:lnTo>
                  <a:lnTo>
                    <a:pt x="5559316" y="1586258"/>
                  </a:lnTo>
                  <a:lnTo>
                    <a:pt x="5560569" y="1586258"/>
                  </a:lnTo>
                  <a:lnTo>
                    <a:pt x="5561822" y="1586258"/>
                  </a:lnTo>
                  <a:lnTo>
                    <a:pt x="5563076" y="1586258"/>
                  </a:lnTo>
                  <a:lnTo>
                    <a:pt x="5564329" y="1586258"/>
                  </a:lnTo>
                  <a:lnTo>
                    <a:pt x="5565582" y="1586258"/>
                  </a:lnTo>
                  <a:lnTo>
                    <a:pt x="5566835" y="1586258"/>
                  </a:lnTo>
                  <a:lnTo>
                    <a:pt x="5568088" y="1586258"/>
                  </a:lnTo>
                  <a:lnTo>
                    <a:pt x="5569342" y="1586258"/>
                  </a:lnTo>
                  <a:lnTo>
                    <a:pt x="5570595" y="1586258"/>
                  </a:lnTo>
                  <a:lnTo>
                    <a:pt x="5571848" y="1586258"/>
                  </a:lnTo>
                  <a:lnTo>
                    <a:pt x="5573101" y="1586258"/>
                  </a:lnTo>
                  <a:lnTo>
                    <a:pt x="5574354" y="1586258"/>
                  </a:lnTo>
                  <a:lnTo>
                    <a:pt x="5575608" y="1586258"/>
                  </a:lnTo>
                  <a:lnTo>
                    <a:pt x="5576861" y="1586258"/>
                  </a:lnTo>
                  <a:lnTo>
                    <a:pt x="5578114" y="1586258"/>
                  </a:lnTo>
                  <a:lnTo>
                    <a:pt x="5579367" y="1586258"/>
                  </a:lnTo>
                  <a:lnTo>
                    <a:pt x="5580621" y="1586258"/>
                  </a:lnTo>
                  <a:lnTo>
                    <a:pt x="5581874" y="1586258"/>
                  </a:lnTo>
                  <a:lnTo>
                    <a:pt x="5583127" y="1586258"/>
                  </a:lnTo>
                  <a:lnTo>
                    <a:pt x="5584380" y="1586258"/>
                  </a:lnTo>
                  <a:lnTo>
                    <a:pt x="5585633" y="1586258"/>
                  </a:lnTo>
                  <a:lnTo>
                    <a:pt x="5586887" y="1586258"/>
                  </a:lnTo>
                  <a:lnTo>
                    <a:pt x="5588140" y="1586258"/>
                  </a:lnTo>
                  <a:lnTo>
                    <a:pt x="5589393" y="1586258"/>
                  </a:lnTo>
                  <a:lnTo>
                    <a:pt x="5590646" y="1586258"/>
                  </a:lnTo>
                  <a:lnTo>
                    <a:pt x="5591900" y="1586258"/>
                  </a:lnTo>
                  <a:lnTo>
                    <a:pt x="5593153" y="1586258"/>
                  </a:lnTo>
                  <a:lnTo>
                    <a:pt x="5594406" y="1586258"/>
                  </a:lnTo>
                  <a:lnTo>
                    <a:pt x="5595659" y="1586258"/>
                  </a:lnTo>
                  <a:lnTo>
                    <a:pt x="5596912" y="1586258"/>
                  </a:lnTo>
                  <a:lnTo>
                    <a:pt x="5598166" y="1586258"/>
                  </a:lnTo>
                  <a:lnTo>
                    <a:pt x="5599419" y="1586258"/>
                  </a:lnTo>
                  <a:lnTo>
                    <a:pt x="5600672" y="1586258"/>
                  </a:lnTo>
                  <a:lnTo>
                    <a:pt x="5601925" y="1586258"/>
                  </a:lnTo>
                  <a:lnTo>
                    <a:pt x="5603178" y="1586258"/>
                  </a:lnTo>
                  <a:lnTo>
                    <a:pt x="5604432" y="1586258"/>
                  </a:lnTo>
                  <a:lnTo>
                    <a:pt x="5605685" y="1586258"/>
                  </a:lnTo>
                  <a:lnTo>
                    <a:pt x="5606938" y="1586258"/>
                  </a:lnTo>
                  <a:lnTo>
                    <a:pt x="5608191" y="1586258"/>
                  </a:lnTo>
                  <a:lnTo>
                    <a:pt x="5609445" y="1586258"/>
                  </a:lnTo>
                  <a:lnTo>
                    <a:pt x="5610698" y="1586258"/>
                  </a:lnTo>
                  <a:lnTo>
                    <a:pt x="5611951" y="1586258"/>
                  </a:lnTo>
                  <a:lnTo>
                    <a:pt x="5613204" y="1586258"/>
                  </a:lnTo>
                  <a:lnTo>
                    <a:pt x="5614457" y="1586258"/>
                  </a:lnTo>
                  <a:lnTo>
                    <a:pt x="5615711" y="1586258"/>
                  </a:lnTo>
                  <a:lnTo>
                    <a:pt x="5616964" y="1586258"/>
                  </a:lnTo>
                  <a:lnTo>
                    <a:pt x="5618217" y="1586258"/>
                  </a:lnTo>
                  <a:lnTo>
                    <a:pt x="5619470" y="1586258"/>
                  </a:lnTo>
                  <a:lnTo>
                    <a:pt x="5620724" y="1586258"/>
                  </a:lnTo>
                  <a:lnTo>
                    <a:pt x="5621977" y="1586258"/>
                  </a:lnTo>
                  <a:lnTo>
                    <a:pt x="5623230" y="1586258"/>
                  </a:lnTo>
                  <a:lnTo>
                    <a:pt x="5624483" y="1586258"/>
                  </a:lnTo>
                  <a:lnTo>
                    <a:pt x="5625736" y="1586258"/>
                  </a:lnTo>
                  <a:lnTo>
                    <a:pt x="5626990" y="1586258"/>
                  </a:lnTo>
                  <a:lnTo>
                    <a:pt x="5628243" y="1586258"/>
                  </a:lnTo>
                  <a:lnTo>
                    <a:pt x="5629496" y="1586258"/>
                  </a:lnTo>
                  <a:lnTo>
                    <a:pt x="5630749" y="1586258"/>
                  </a:lnTo>
                  <a:lnTo>
                    <a:pt x="5632002" y="1586258"/>
                  </a:lnTo>
                  <a:lnTo>
                    <a:pt x="5633256" y="1586258"/>
                  </a:lnTo>
                  <a:lnTo>
                    <a:pt x="5634509" y="1586258"/>
                  </a:lnTo>
                  <a:lnTo>
                    <a:pt x="5635762" y="1586258"/>
                  </a:lnTo>
                  <a:lnTo>
                    <a:pt x="5637015" y="1586258"/>
                  </a:lnTo>
                  <a:lnTo>
                    <a:pt x="5638269" y="1586258"/>
                  </a:lnTo>
                  <a:lnTo>
                    <a:pt x="5639522" y="1586258"/>
                  </a:lnTo>
                  <a:lnTo>
                    <a:pt x="5640775" y="1586258"/>
                  </a:lnTo>
                  <a:lnTo>
                    <a:pt x="5642028" y="1586258"/>
                  </a:lnTo>
                  <a:lnTo>
                    <a:pt x="5643281" y="1586258"/>
                  </a:lnTo>
                  <a:lnTo>
                    <a:pt x="5644535" y="1586258"/>
                  </a:lnTo>
                  <a:lnTo>
                    <a:pt x="5645788" y="1586258"/>
                  </a:lnTo>
                  <a:lnTo>
                    <a:pt x="5647041" y="1586258"/>
                  </a:lnTo>
                  <a:lnTo>
                    <a:pt x="5648294" y="1586258"/>
                  </a:lnTo>
                  <a:lnTo>
                    <a:pt x="5649548" y="1586258"/>
                  </a:lnTo>
                  <a:lnTo>
                    <a:pt x="5650801" y="1586258"/>
                  </a:lnTo>
                  <a:lnTo>
                    <a:pt x="5652054" y="1586258"/>
                  </a:lnTo>
                  <a:lnTo>
                    <a:pt x="5653307" y="1586258"/>
                  </a:lnTo>
                  <a:lnTo>
                    <a:pt x="5654560" y="1586258"/>
                  </a:lnTo>
                  <a:lnTo>
                    <a:pt x="5655814" y="1586258"/>
                  </a:lnTo>
                  <a:lnTo>
                    <a:pt x="5657067" y="1586258"/>
                  </a:lnTo>
                  <a:lnTo>
                    <a:pt x="5658320" y="1586258"/>
                  </a:lnTo>
                  <a:lnTo>
                    <a:pt x="5659573" y="1586258"/>
                  </a:lnTo>
                  <a:lnTo>
                    <a:pt x="5660826" y="1586258"/>
                  </a:lnTo>
                  <a:lnTo>
                    <a:pt x="5662080" y="1586258"/>
                  </a:lnTo>
                  <a:lnTo>
                    <a:pt x="5663333" y="1586258"/>
                  </a:lnTo>
                  <a:lnTo>
                    <a:pt x="5664586" y="1586258"/>
                  </a:lnTo>
                  <a:lnTo>
                    <a:pt x="5665839" y="1586258"/>
                  </a:lnTo>
                  <a:lnTo>
                    <a:pt x="5667093" y="1586258"/>
                  </a:lnTo>
                  <a:lnTo>
                    <a:pt x="5668346" y="1586258"/>
                  </a:lnTo>
                  <a:lnTo>
                    <a:pt x="5669599" y="1586258"/>
                  </a:lnTo>
                  <a:lnTo>
                    <a:pt x="5670852" y="1586258"/>
                  </a:lnTo>
                  <a:lnTo>
                    <a:pt x="5672105" y="1586258"/>
                  </a:lnTo>
                  <a:lnTo>
                    <a:pt x="5673359" y="1586258"/>
                  </a:lnTo>
                  <a:lnTo>
                    <a:pt x="5674612" y="1586258"/>
                  </a:lnTo>
                  <a:lnTo>
                    <a:pt x="5675865" y="1586258"/>
                  </a:lnTo>
                  <a:lnTo>
                    <a:pt x="5677118" y="1586258"/>
                  </a:lnTo>
                  <a:lnTo>
                    <a:pt x="5678372" y="1586258"/>
                  </a:lnTo>
                  <a:lnTo>
                    <a:pt x="5679625" y="1586258"/>
                  </a:lnTo>
                  <a:lnTo>
                    <a:pt x="5680878" y="1586258"/>
                  </a:lnTo>
                  <a:lnTo>
                    <a:pt x="5682131" y="1586258"/>
                  </a:lnTo>
                  <a:lnTo>
                    <a:pt x="5683384" y="1586258"/>
                  </a:lnTo>
                  <a:lnTo>
                    <a:pt x="5684638" y="1586258"/>
                  </a:lnTo>
                  <a:lnTo>
                    <a:pt x="5685891" y="1586258"/>
                  </a:lnTo>
                  <a:lnTo>
                    <a:pt x="5687144" y="1586258"/>
                  </a:lnTo>
                  <a:lnTo>
                    <a:pt x="5688397" y="1586258"/>
                  </a:lnTo>
                  <a:lnTo>
                    <a:pt x="5689650" y="1586258"/>
                  </a:lnTo>
                  <a:lnTo>
                    <a:pt x="5690904" y="1586258"/>
                  </a:lnTo>
                  <a:lnTo>
                    <a:pt x="5692157" y="1586258"/>
                  </a:lnTo>
                  <a:lnTo>
                    <a:pt x="5693410" y="1586258"/>
                  </a:lnTo>
                  <a:lnTo>
                    <a:pt x="5694663" y="1586258"/>
                  </a:lnTo>
                  <a:lnTo>
                    <a:pt x="5695917" y="1586258"/>
                  </a:lnTo>
                  <a:lnTo>
                    <a:pt x="5697170" y="1586258"/>
                  </a:lnTo>
                  <a:lnTo>
                    <a:pt x="5698423" y="1586258"/>
                  </a:lnTo>
                  <a:lnTo>
                    <a:pt x="5699676" y="1586258"/>
                  </a:lnTo>
                  <a:lnTo>
                    <a:pt x="5700929" y="1586258"/>
                  </a:lnTo>
                  <a:lnTo>
                    <a:pt x="5702183" y="1586258"/>
                  </a:lnTo>
                  <a:lnTo>
                    <a:pt x="5703436" y="1586258"/>
                  </a:lnTo>
                  <a:lnTo>
                    <a:pt x="5704689" y="1586258"/>
                  </a:lnTo>
                  <a:lnTo>
                    <a:pt x="5705942" y="1586258"/>
                  </a:lnTo>
                  <a:lnTo>
                    <a:pt x="5707196" y="1586258"/>
                  </a:lnTo>
                  <a:lnTo>
                    <a:pt x="5708449" y="1586258"/>
                  </a:lnTo>
                  <a:lnTo>
                    <a:pt x="5709702" y="1586258"/>
                  </a:lnTo>
                  <a:lnTo>
                    <a:pt x="5710955" y="1586258"/>
                  </a:lnTo>
                  <a:lnTo>
                    <a:pt x="5712208" y="1586258"/>
                  </a:lnTo>
                  <a:lnTo>
                    <a:pt x="5713462" y="1586258"/>
                  </a:lnTo>
                  <a:lnTo>
                    <a:pt x="5714715" y="1586258"/>
                  </a:lnTo>
                  <a:lnTo>
                    <a:pt x="5715968" y="1586258"/>
                  </a:lnTo>
                  <a:lnTo>
                    <a:pt x="5717221" y="1586258"/>
                  </a:lnTo>
                  <a:lnTo>
                    <a:pt x="5718474" y="1586258"/>
                  </a:lnTo>
                  <a:lnTo>
                    <a:pt x="5719728" y="1586258"/>
                  </a:lnTo>
                  <a:lnTo>
                    <a:pt x="5720981" y="1586258"/>
                  </a:lnTo>
                  <a:lnTo>
                    <a:pt x="5722234" y="1586258"/>
                  </a:lnTo>
                  <a:lnTo>
                    <a:pt x="5723487" y="1586258"/>
                  </a:lnTo>
                  <a:lnTo>
                    <a:pt x="5724741" y="1586258"/>
                  </a:lnTo>
                  <a:lnTo>
                    <a:pt x="5725994" y="1586258"/>
                  </a:lnTo>
                  <a:lnTo>
                    <a:pt x="5727247" y="1586258"/>
                  </a:lnTo>
                  <a:lnTo>
                    <a:pt x="5728500" y="1586258"/>
                  </a:lnTo>
                  <a:lnTo>
                    <a:pt x="5729753" y="1586258"/>
                  </a:lnTo>
                  <a:lnTo>
                    <a:pt x="5731007" y="1586258"/>
                  </a:lnTo>
                  <a:lnTo>
                    <a:pt x="5732260" y="1586258"/>
                  </a:lnTo>
                  <a:lnTo>
                    <a:pt x="5733513" y="1586258"/>
                  </a:lnTo>
                  <a:lnTo>
                    <a:pt x="5734766" y="1586258"/>
                  </a:lnTo>
                  <a:lnTo>
                    <a:pt x="5736019" y="1586258"/>
                  </a:lnTo>
                  <a:lnTo>
                    <a:pt x="5737273" y="1586258"/>
                  </a:lnTo>
                  <a:lnTo>
                    <a:pt x="5738526" y="1586258"/>
                  </a:lnTo>
                  <a:lnTo>
                    <a:pt x="5739779" y="1586258"/>
                  </a:lnTo>
                  <a:lnTo>
                    <a:pt x="5741032" y="1586258"/>
                  </a:lnTo>
                  <a:lnTo>
                    <a:pt x="5742286" y="1586258"/>
                  </a:lnTo>
                  <a:lnTo>
                    <a:pt x="5743539" y="1586258"/>
                  </a:lnTo>
                  <a:lnTo>
                    <a:pt x="5744792" y="1586258"/>
                  </a:lnTo>
                  <a:lnTo>
                    <a:pt x="5746045" y="1586258"/>
                  </a:lnTo>
                  <a:lnTo>
                    <a:pt x="5747298" y="1586258"/>
                  </a:lnTo>
                  <a:lnTo>
                    <a:pt x="5748552" y="1586258"/>
                  </a:lnTo>
                  <a:lnTo>
                    <a:pt x="5749805" y="1586258"/>
                  </a:lnTo>
                  <a:lnTo>
                    <a:pt x="5751058" y="1586258"/>
                  </a:lnTo>
                  <a:lnTo>
                    <a:pt x="5752311" y="1586258"/>
                  </a:lnTo>
                  <a:lnTo>
                    <a:pt x="5753565" y="1586258"/>
                  </a:lnTo>
                  <a:lnTo>
                    <a:pt x="5754818" y="1586258"/>
                  </a:lnTo>
                  <a:lnTo>
                    <a:pt x="5756071" y="1586258"/>
                  </a:lnTo>
                  <a:lnTo>
                    <a:pt x="5757324" y="1586258"/>
                  </a:lnTo>
                  <a:lnTo>
                    <a:pt x="5758577" y="1586258"/>
                  </a:lnTo>
                  <a:lnTo>
                    <a:pt x="5759831" y="1586258"/>
                  </a:lnTo>
                  <a:lnTo>
                    <a:pt x="5761084" y="1586258"/>
                  </a:lnTo>
                  <a:lnTo>
                    <a:pt x="5762337" y="1586258"/>
                  </a:lnTo>
                  <a:lnTo>
                    <a:pt x="5763590" y="1586258"/>
                  </a:lnTo>
                  <a:lnTo>
                    <a:pt x="5764843" y="1586258"/>
                  </a:lnTo>
                  <a:lnTo>
                    <a:pt x="5766097" y="1586258"/>
                  </a:lnTo>
                  <a:lnTo>
                    <a:pt x="5767350" y="1586258"/>
                  </a:lnTo>
                  <a:lnTo>
                    <a:pt x="5768603" y="1586258"/>
                  </a:lnTo>
                  <a:lnTo>
                    <a:pt x="5769856" y="1586258"/>
                  </a:lnTo>
                  <a:lnTo>
                    <a:pt x="5771110" y="1586258"/>
                  </a:lnTo>
                  <a:lnTo>
                    <a:pt x="5772363" y="1586258"/>
                  </a:lnTo>
                  <a:lnTo>
                    <a:pt x="5773616" y="1586258"/>
                  </a:lnTo>
                  <a:lnTo>
                    <a:pt x="5774869" y="1586258"/>
                  </a:lnTo>
                  <a:lnTo>
                    <a:pt x="5776122" y="1586258"/>
                  </a:lnTo>
                  <a:lnTo>
                    <a:pt x="5777376" y="1586258"/>
                  </a:lnTo>
                  <a:lnTo>
                    <a:pt x="5778629" y="1586258"/>
                  </a:lnTo>
                  <a:lnTo>
                    <a:pt x="5779882" y="1586258"/>
                  </a:lnTo>
                  <a:lnTo>
                    <a:pt x="5781135" y="1586258"/>
                  </a:lnTo>
                  <a:lnTo>
                    <a:pt x="5782389" y="1586258"/>
                  </a:lnTo>
                  <a:lnTo>
                    <a:pt x="5783642" y="1586258"/>
                  </a:lnTo>
                  <a:lnTo>
                    <a:pt x="5784895" y="1586258"/>
                  </a:lnTo>
                  <a:lnTo>
                    <a:pt x="5786148" y="1586258"/>
                  </a:lnTo>
                  <a:lnTo>
                    <a:pt x="5787401" y="1586258"/>
                  </a:lnTo>
                  <a:lnTo>
                    <a:pt x="5788655" y="1586258"/>
                  </a:lnTo>
                  <a:lnTo>
                    <a:pt x="5789908" y="1586258"/>
                  </a:lnTo>
                  <a:lnTo>
                    <a:pt x="5791161" y="1586258"/>
                  </a:lnTo>
                  <a:lnTo>
                    <a:pt x="5792414" y="1586258"/>
                  </a:lnTo>
                  <a:lnTo>
                    <a:pt x="5793667" y="1586258"/>
                  </a:lnTo>
                  <a:lnTo>
                    <a:pt x="5794921" y="1586258"/>
                  </a:lnTo>
                  <a:lnTo>
                    <a:pt x="5796174" y="1586258"/>
                  </a:lnTo>
                  <a:lnTo>
                    <a:pt x="5797427" y="1586258"/>
                  </a:lnTo>
                  <a:lnTo>
                    <a:pt x="5798680" y="1586258"/>
                  </a:lnTo>
                  <a:lnTo>
                    <a:pt x="5799934" y="1586258"/>
                  </a:lnTo>
                  <a:lnTo>
                    <a:pt x="5801187" y="1586258"/>
                  </a:lnTo>
                  <a:lnTo>
                    <a:pt x="5802440" y="1586258"/>
                  </a:lnTo>
                  <a:lnTo>
                    <a:pt x="5803693" y="1586258"/>
                  </a:lnTo>
                  <a:lnTo>
                    <a:pt x="5804946" y="1586258"/>
                  </a:lnTo>
                  <a:lnTo>
                    <a:pt x="5806200" y="1586258"/>
                  </a:lnTo>
                  <a:lnTo>
                    <a:pt x="5807453" y="1586258"/>
                  </a:lnTo>
                  <a:lnTo>
                    <a:pt x="5808706" y="1586258"/>
                  </a:lnTo>
                  <a:lnTo>
                    <a:pt x="5809959" y="1586258"/>
                  </a:lnTo>
                  <a:lnTo>
                    <a:pt x="5811213" y="1586258"/>
                  </a:lnTo>
                  <a:lnTo>
                    <a:pt x="5812466" y="1586258"/>
                  </a:lnTo>
                  <a:lnTo>
                    <a:pt x="5813719" y="1586258"/>
                  </a:lnTo>
                  <a:lnTo>
                    <a:pt x="5814972" y="1586258"/>
                  </a:lnTo>
                  <a:lnTo>
                    <a:pt x="5816225" y="1586258"/>
                  </a:lnTo>
                  <a:lnTo>
                    <a:pt x="5817479" y="1586258"/>
                  </a:lnTo>
                  <a:lnTo>
                    <a:pt x="5818732" y="1586258"/>
                  </a:lnTo>
                  <a:lnTo>
                    <a:pt x="5819985" y="1586258"/>
                  </a:lnTo>
                  <a:lnTo>
                    <a:pt x="5821238" y="1586258"/>
                  </a:lnTo>
                  <a:lnTo>
                    <a:pt x="5822491" y="1586258"/>
                  </a:lnTo>
                  <a:lnTo>
                    <a:pt x="5823745" y="1586258"/>
                  </a:lnTo>
                  <a:lnTo>
                    <a:pt x="5824998" y="1586258"/>
                  </a:lnTo>
                  <a:lnTo>
                    <a:pt x="5826251" y="1586258"/>
                  </a:lnTo>
                  <a:lnTo>
                    <a:pt x="5827504" y="1586258"/>
                  </a:lnTo>
                  <a:lnTo>
                    <a:pt x="5828758" y="1586258"/>
                  </a:lnTo>
                  <a:lnTo>
                    <a:pt x="5830011" y="1586258"/>
                  </a:lnTo>
                  <a:lnTo>
                    <a:pt x="5831264" y="1586258"/>
                  </a:lnTo>
                  <a:lnTo>
                    <a:pt x="5832517" y="1586258"/>
                  </a:lnTo>
                  <a:lnTo>
                    <a:pt x="5833770" y="1586258"/>
                  </a:lnTo>
                  <a:lnTo>
                    <a:pt x="5835024" y="1586258"/>
                  </a:lnTo>
                  <a:lnTo>
                    <a:pt x="5836277" y="1586258"/>
                  </a:lnTo>
                  <a:lnTo>
                    <a:pt x="5837530" y="1586258"/>
                  </a:lnTo>
                  <a:lnTo>
                    <a:pt x="5838783" y="1586258"/>
                  </a:lnTo>
                  <a:lnTo>
                    <a:pt x="5840037" y="1586258"/>
                  </a:lnTo>
                  <a:lnTo>
                    <a:pt x="5841290" y="1586258"/>
                  </a:lnTo>
                  <a:lnTo>
                    <a:pt x="5842543" y="1586258"/>
                  </a:lnTo>
                  <a:lnTo>
                    <a:pt x="5843796" y="1586258"/>
                  </a:lnTo>
                  <a:lnTo>
                    <a:pt x="5845049" y="1586258"/>
                  </a:lnTo>
                  <a:lnTo>
                    <a:pt x="5846303" y="1586258"/>
                  </a:lnTo>
                  <a:lnTo>
                    <a:pt x="5847556" y="1586258"/>
                  </a:lnTo>
                  <a:lnTo>
                    <a:pt x="5848809" y="1586258"/>
                  </a:lnTo>
                  <a:lnTo>
                    <a:pt x="5850062" y="1586258"/>
                  </a:lnTo>
                  <a:lnTo>
                    <a:pt x="5851315" y="1586258"/>
                  </a:lnTo>
                  <a:lnTo>
                    <a:pt x="5852569" y="1586258"/>
                  </a:lnTo>
                  <a:lnTo>
                    <a:pt x="5853822" y="1586258"/>
                  </a:lnTo>
                  <a:lnTo>
                    <a:pt x="5855075" y="1586258"/>
                  </a:lnTo>
                  <a:lnTo>
                    <a:pt x="5856328" y="1586258"/>
                  </a:lnTo>
                  <a:lnTo>
                    <a:pt x="5857582" y="1586258"/>
                  </a:lnTo>
                  <a:lnTo>
                    <a:pt x="5858835" y="1586258"/>
                  </a:lnTo>
                  <a:lnTo>
                    <a:pt x="5860088" y="1586258"/>
                  </a:lnTo>
                  <a:lnTo>
                    <a:pt x="5861341" y="1586258"/>
                  </a:lnTo>
                  <a:lnTo>
                    <a:pt x="5862594" y="1586258"/>
                  </a:lnTo>
                  <a:lnTo>
                    <a:pt x="5863848" y="1586258"/>
                  </a:lnTo>
                  <a:lnTo>
                    <a:pt x="5865101" y="1586258"/>
                  </a:lnTo>
                  <a:lnTo>
                    <a:pt x="5866354" y="1586258"/>
                  </a:lnTo>
                  <a:lnTo>
                    <a:pt x="5867607" y="1586258"/>
                  </a:lnTo>
                  <a:lnTo>
                    <a:pt x="5868861" y="1586258"/>
                  </a:lnTo>
                  <a:lnTo>
                    <a:pt x="5870114" y="1586258"/>
                  </a:lnTo>
                  <a:lnTo>
                    <a:pt x="5871367" y="1586258"/>
                  </a:lnTo>
                  <a:lnTo>
                    <a:pt x="5872620" y="1586258"/>
                  </a:lnTo>
                  <a:lnTo>
                    <a:pt x="5873873" y="1586258"/>
                  </a:lnTo>
                  <a:lnTo>
                    <a:pt x="5875127" y="1586258"/>
                  </a:lnTo>
                  <a:lnTo>
                    <a:pt x="5876380" y="1586258"/>
                  </a:lnTo>
                  <a:lnTo>
                    <a:pt x="5877633" y="1586258"/>
                  </a:lnTo>
                  <a:lnTo>
                    <a:pt x="5878886" y="1586258"/>
                  </a:lnTo>
                  <a:lnTo>
                    <a:pt x="5880139" y="1586258"/>
                  </a:lnTo>
                  <a:lnTo>
                    <a:pt x="5881393" y="1586258"/>
                  </a:lnTo>
                  <a:lnTo>
                    <a:pt x="5882646" y="1586258"/>
                  </a:lnTo>
                  <a:lnTo>
                    <a:pt x="5883899" y="1586258"/>
                  </a:lnTo>
                  <a:lnTo>
                    <a:pt x="5885152" y="1586258"/>
                  </a:lnTo>
                  <a:lnTo>
                    <a:pt x="5886406" y="1586258"/>
                  </a:lnTo>
                  <a:lnTo>
                    <a:pt x="5887659" y="1586258"/>
                  </a:lnTo>
                  <a:lnTo>
                    <a:pt x="5888912" y="1586258"/>
                  </a:lnTo>
                  <a:lnTo>
                    <a:pt x="5890165" y="1586258"/>
                  </a:lnTo>
                  <a:lnTo>
                    <a:pt x="5891418" y="1586258"/>
                  </a:lnTo>
                  <a:lnTo>
                    <a:pt x="5892672" y="1586258"/>
                  </a:lnTo>
                  <a:lnTo>
                    <a:pt x="5893925" y="1586258"/>
                  </a:lnTo>
                  <a:lnTo>
                    <a:pt x="5895178" y="1586258"/>
                  </a:lnTo>
                  <a:lnTo>
                    <a:pt x="5896431" y="1586258"/>
                  </a:lnTo>
                  <a:lnTo>
                    <a:pt x="5897684" y="1586258"/>
                  </a:lnTo>
                  <a:lnTo>
                    <a:pt x="5898938" y="1586258"/>
                  </a:lnTo>
                  <a:lnTo>
                    <a:pt x="5900191" y="1586258"/>
                  </a:lnTo>
                  <a:lnTo>
                    <a:pt x="5901444" y="1586258"/>
                  </a:lnTo>
                  <a:lnTo>
                    <a:pt x="5902697" y="1586258"/>
                  </a:lnTo>
                  <a:lnTo>
                    <a:pt x="5903951" y="1586258"/>
                  </a:lnTo>
                  <a:lnTo>
                    <a:pt x="5905204" y="1586258"/>
                  </a:lnTo>
                  <a:lnTo>
                    <a:pt x="5906457" y="1586258"/>
                  </a:lnTo>
                  <a:lnTo>
                    <a:pt x="5907710" y="1586258"/>
                  </a:lnTo>
                  <a:lnTo>
                    <a:pt x="5908963" y="1586258"/>
                  </a:lnTo>
                  <a:lnTo>
                    <a:pt x="5910217" y="1586258"/>
                  </a:lnTo>
                  <a:lnTo>
                    <a:pt x="5911470" y="1586258"/>
                  </a:lnTo>
                  <a:lnTo>
                    <a:pt x="5912723" y="1586258"/>
                  </a:lnTo>
                  <a:lnTo>
                    <a:pt x="5913976" y="1586258"/>
                  </a:lnTo>
                  <a:lnTo>
                    <a:pt x="5915230" y="1586258"/>
                  </a:lnTo>
                  <a:lnTo>
                    <a:pt x="5916483" y="1586258"/>
                  </a:lnTo>
                  <a:lnTo>
                    <a:pt x="5917736" y="1586258"/>
                  </a:lnTo>
                  <a:lnTo>
                    <a:pt x="5918989" y="1586258"/>
                  </a:lnTo>
                  <a:lnTo>
                    <a:pt x="5920242" y="1586258"/>
                  </a:lnTo>
                  <a:lnTo>
                    <a:pt x="5921496" y="1586258"/>
                  </a:lnTo>
                  <a:lnTo>
                    <a:pt x="5922749" y="1586258"/>
                  </a:lnTo>
                  <a:lnTo>
                    <a:pt x="5924002" y="1586258"/>
                  </a:lnTo>
                  <a:lnTo>
                    <a:pt x="5925255" y="1586258"/>
                  </a:lnTo>
                  <a:lnTo>
                    <a:pt x="5926508" y="1586258"/>
                  </a:lnTo>
                  <a:lnTo>
                    <a:pt x="5927762" y="1586258"/>
                  </a:lnTo>
                  <a:lnTo>
                    <a:pt x="5929015" y="1586258"/>
                  </a:lnTo>
                  <a:lnTo>
                    <a:pt x="5930268" y="1586258"/>
                  </a:lnTo>
                  <a:lnTo>
                    <a:pt x="5931521" y="1586258"/>
                  </a:lnTo>
                  <a:lnTo>
                    <a:pt x="5932775" y="1586258"/>
                  </a:lnTo>
                  <a:lnTo>
                    <a:pt x="5934028" y="1586258"/>
                  </a:lnTo>
                  <a:lnTo>
                    <a:pt x="5935281" y="1586258"/>
                  </a:lnTo>
                  <a:lnTo>
                    <a:pt x="5936534" y="1586258"/>
                  </a:lnTo>
                  <a:lnTo>
                    <a:pt x="5937787" y="1586258"/>
                  </a:lnTo>
                  <a:lnTo>
                    <a:pt x="5939041" y="1586258"/>
                  </a:lnTo>
                  <a:lnTo>
                    <a:pt x="5940294" y="1586258"/>
                  </a:lnTo>
                  <a:lnTo>
                    <a:pt x="5941547" y="1586258"/>
                  </a:lnTo>
                  <a:lnTo>
                    <a:pt x="5942800" y="1586258"/>
                  </a:lnTo>
                  <a:lnTo>
                    <a:pt x="5944054" y="1586258"/>
                  </a:lnTo>
                  <a:lnTo>
                    <a:pt x="5945307" y="1586258"/>
                  </a:lnTo>
                  <a:lnTo>
                    <a:pt x="5946560" y="1586258"/>
                  </a:lnTo>
                  <a:lnTo>
                    <a:pt x="5947813" y="1586258"/>
                  </a:lnTo>
                  <a:lnTo>
                    <a:pt x="5949066" y="1586258"/>
                  </a:lnTo>
                  <a:lnTo>
                    <a:pt x="5950320" y="1586258"/>
                  </a:lnTo>
                  <a:lnTo>
                    <a:pt x="5951573" y="1586258"/>
                  </a:lnTo>
                  <a:lnTo>
                    <a:pt x="5952826" y="1586258"/>
                  </a:lnTo>
                  <a:lnTo>
                    <a:pt x="5954079" y="1586258"/>
                  </a:lnTo>
                  <a:lnTo>
                    <a:pt x="5955332" y="1586258"/>
                  </a:lnTo>
                  <a:lnTo>
                    <a:pt x="5956586" y="1586258"/>
                  </a:lnTo>
                  <a:lnTo>
                    <a:pt x="5957839" y="1586258"/>
                  </a:lnTo>
                  <a:lnTo>
                    <a:pt x="5959092" y="1586258"/>
                  </a:lnTo>
                  <a:lnTo>
                    <a:pt x="5960345" y="1586258"/>
                  </a:lnTo>
                  <a:lnTo>
                    <a:pt x="5961599" y="1586258"/>
                  </a:lnTo>
                  <a:lnTo>
                    <a:pt x="5962852" y="1586258"/>
                  </a:lnTo>
                  <a:lnTo>
                    <a:pt x="5964105" y="1586258"/>
                  </a:lnTo>
                  <a:lnTo>
                    <a:pt x="5965358" y="1586258"/>
                  </a:lnTo>
                  <a:lnTo>
                    <a:pt x="5966611" y="1586258"/>
                  </a:lnTo>
                  <a:lnTo>
                    <a:pt x="5967865" y="1586258"/>
                  </a:lnTo>
                  <a:lnTo>
                    <a:pt x="5969118" y="1586258"/>
                  </a:lnTo>
                  <a:lnTo>
                    <a:pt x="5970371" y="1586258"/>
                  </a:lnTo>
                  <a:lnTo>
                    <a:pt x="5971624" y="1586258"/>
                  </a:lnTo>
                  <a:lnTo>
                    <a:pt x="5972878" y="1586258"/>
                  </a:lnTo>
                  <a:lnTo>
                    <a:pt x="5974131" y="1586258"/>
                  </a:lnTo>
                  <a:lnTo>
                    <a:pt x="5975384" y="1586258"/>
                  </a:lnTo>
                  <a:lnTo>
                    <a:pt x="5976637" y="1586258"/>
                  </a:lnTo>
                  <a:lnTo>
                    <a:pt x="5977890" y="1586258"/>
                  </a:lnTo>
                  <a:lnTo>
                    <a:pt x="5979144" y="1586258"/>
                  </a:lnTo>
                  <a:lnTo>
                    <a:pt x="5980397" y="1586258"/>
                  </a:lnTo>
                  <a:lnTo>
                    <a:pt x="5981650" y="1586258"/>
                  </a:lnTo>
                  <a:lnTo>
                    <a:pt x="5982903" y="1586258"/>
                  </a:lnTo>
                  <a:lnTo>
                    <a:pt x="5984156" y="1586258"/>
                  </a:lnTo>
                  <a:lnTo>
                    <a:pt x="5985410" y="1586258"/>
                  </a:lnTo>
                  <a:lnTo>
                    <a:pt x="5986663" y="1586258"/>
                  </a:lnTo>
                  <a:lnTo>
                    <a:pt x="5987916" y="1586258"/>
                  </a:lnTo>
                  <a:lnTo>
                    <a:pt x="5989169" y="1586258"/>
                  </a:lnTo>
                  <a:lnTo>
                    <a:pt x="5990423" y="1586258"/>
                  </a:lnTo>
                  <a:lnTo>
                    <a:pt x="5991676" y="1586258"/>
                  </a:lnTo>
                  <a:lnTo>
                    <a:pt x="5992929" y="1586258"/>
                  </a:lnTo>
                  <a:lnTo>
                    <a:pt x="5994182" y="1586258"/>
                  </a:lnTo>
                  <a:lnTo>
                    <a:pt x="5995435" y="1586258"/>
                  </a:lnTo>
                  <a:lnTo>
                    <a:pt x="5996689" y="1586258"/>
                  </a:lnTo>
                  <a:lnTo>
                    <a:pt x="5997942" y="1586258"/>
                  </a:lnTo>
                  <a:lnTo>
                    <a:pt x="5999195" y="1586258"/>
                  </a:lnTo>
                  <a:lnTo>
                    <a:pt x="6000448" y="1586258"/>
                  </a:lnTo>
                  <a:lnTo>
                    <a:pt x="6001702" y="1586258"/>
                  </a:lnTo>
                  <a:lnTo>
                    <a:pt x="6002955" y="1586258"/>
                  </a:lnTo>
                  <a:lnTo>
                    <a:pt x="6004208" y="1586258"/>
                  </a:lnTo>
                  <a:lnTo>
                    <a:pt x="6005461" y="1586258"/>
                  </a:lnTo>
                  <a:lnTo>
                    <a:pt x="6006714" y="1586258"/>
                  </a:lnTo>
                  <a:lnTo>
                    <a:pt x="6007968" y="1586258"/>
                  </a:lnTo>
                  <a:lnTo>
                    <a:pt x="6009221" y="1586258"/>
                  </a:lnTo>
                  <a:lnTo>
                    <a:pt x="6010474" y="1586258"/>
                  </a:lnTo>
                  <a:lnTo>
                    <a:pt x="6011727" y="1586258"/>
                  </a:lnTo>
                  <a:lnTo>
                    <a:pt x="6012980" y="1586258"/>
                  </a:lnTo>
                  <a:lnTo>
                    <a:pt x="6014234" y="1586258"/>
                  </a:lnTo>
                  <a:lnTo>
                    <a:pt x="6015487" y="1586258"/>
                  </a:lnTo>
                  <a:lnTo>
                    <a:pt x="6016740" y="1586258"/>
                  </a:lnTo>
                  <a:lnTo>
                    <a:pt x="6017993" y="1586258"/>
                  </a:lnTo>
                  <a:lnTo>
                    <a:pt x="6019247" y="1586258"/>
                  </a:lnTo>
                  <a:lnTo>
                    <a:pt x="6020500" y="1586258"/>
                  </a:lnTo>
                  <a:lnTo>
                    <a:pt x="6021753" y="1586258"/>
                  </a:lnTo>
                  <a:lnTo>
                    <a:pt x="6023006" y="1586258"/>
                  </a:lnTo>
                  <a:lnTo>
                    <a:pt x="6024259" y="1586258"/>
                  </a:lnTo>
                  <a:lnTo>
                    <a:pt x="6025513" y="1586258"/>
                  </a:lnTo>
                  <a:lnTo>
                    <a:pt x="6026766" y="1586258"/>
                  </a:lnTo>
                  <a:lnTo>
                    <a:pt x="6028019" y="1586258"/>
                  </a:lnTo>
                  <a:lnTo>
                    <a:pt x="6029272" y="1586258"/>
                  </a:lnTo>
                  <a:lnTo>
                    <a:pt x="6030526" y="1586258"/>
                  </a:lnTo>
                  <a:lnTo>
                    <a:pt x="6031779" y="1586258"/>
                  </a:lnTo>
                  <a:lnTo>
                    <a:pt x="6033032" y="1586258"/>
                  </a:lnTo>
                  <a:lnTo>
                    <a:pt x="6034285" y="1586258"/>
                  </a:lnTo>
                  <a:lnTo>
                    <a:pt x="6035538" y="1586258"/>
                  </a:lnTo>
                  <a:lnTo>
                    <a:pt x="6036792" y="1586258"/>
                  </a:lnTo>
                  <a:lnTo>
                    <a:pt x="6038045" y="1586258"/>
                  </a:lnTo>
                  <a:lnTo>
                    <a:pt x="6039298" y="1586258"/>
                  </a:lnTo>
                  <a:lnTo>
                    <a:pt x="6040551" y="1586258"/>
                  </a:lnTo>
                  <a:lnTo>
                    <a:pt x="6041804" y="1586258"/>
                  </a:lnTo>
                  <a:lnTo>
                    <a:pt x="6043058" y="1586258"/>
                  </a:lnTo>
                  <a:lnTo>
                    <a:pt x="6044311" y="1586258"/>
                  </a:lnTo>
                  <a:lnTo>
                    <a:pt x="6045564" y="1586258"/>
                  </a:lnTo>
                  <a:lnTo>
                    <a:pt x="6046817" y="1586258"/>
                  </a:lnTo>
                  <a:lnTo>
                    <a:pt x="6048071" y="1586258"/>
                  </a:lnTo>
                  <a:lnTo>
                    <a:pt x="6049324" y="1586258"/>
                  </a:lnTo>
                  <a:lnTo>
                    <a:pt x="6050577" y="1586258"/>
                  </a:lnTo>
                  <a:lnTo>
                    <a:pt x="6051830" y="1586258"/>
                  </a:lnTo>
                  <a:lnTo>
                    <a:pt x="6053083" y="1586258"/>
                  </a:lnTo>
                  <a:lnTo>
                    <a:pt x="6054337" y="1586258"/>
                  </a:lnTo>
                  <a:lnTo>
                    <a:pt x="6055590" y="1586258"/>
                  </a:lnTo>
                  <a:lnTo>
                    <a:pt x="6056843" y="1586258"/>
                  </a:lnTo>
                  <a:lnTo>
                    <a:pt x="6058096" y="1586258"/>
                  </a:lnTo>
                  <a:lnTo>
                    <a:pt x="6059349" y="1586258"/>
                  </a:lnTo>
                  <a:lnTo>
                    <a:pt x="6060603" y="1586258"/>
                  </a:lnTo>
                  <a:lnTo>
                    <a:pt x="6061856" y="1586258"/>
                  </a:lnTo>
                  <a:lnTo>
                    <a:pt x="6063109" y="1586258"/>
                  </a:lnTo>
                  <a:lnTo>
                    <a:pt x="6064362" y="1586258"/>
                  </a:lnTo>
                  <a:lnTo>
                    <a:pt x="6065616" y="1586258"/>
                  </a:lnTo>
                  <a:lnTo>
                    <a:pt x="6066869" y="1586258"/>
                  </a:lnTo>
                  <a:lnTo>
                    <a:pt x="6068122" y="1586258"/>
                  </a:lnTo>
                  <a:lnTo>
                    <a:pt x="6069375" y="1586258"/>
                  </a:lnTo>
                  <a:lnTo>
                    <a:pt x="6070628" y="1586258"/>
                  </a:lnTo>
                  <a:lnTo>
                    <a:pt x="6071882" y="1586258"/>
                  </a:lnTo>
                  <a:lnTo>
                    <a:pt x="6073135" y="1586258"/>
                  </a:lnTo>
                  <a:lnTo>
                    <a:pt x="6074388" y="1586258"/>
                  </a:lnTo>
                  <a:lnTo>
                    <a:pt x="6075641" y="1586258"/>
                  </a:lnTo>
                  <a:lnTo>
                    <a:pt x="6076895" y="1586258"/>
                  </a:lnTo>
                  <a:lnTo>
                    <a:pt x="6078148" y="1586258"/>
                  </a:lnTo>
                  <a:lnTo>
                    <a:pt x="6079401" y="1586258"/>
                  </a:lnTo>
                  <a:lnTo>
                    <a:pt x="6080654" y="1586258"/>
                  </a:lnTo>
                  <a:lnTo>
                    <a:pt x="6081907" y="1586258"/>
                  </a:lnTo>
                  <a:lnTo>
                    <a:pt x="6083161" y="1586258"/>
                  </a:lnTo>
                  <a:lnTo>
                    <a:pt x="6084414" y="1586258"/>
                  </a:lnTo>
                  <a:lnTo>
                    <a:pt x="6085667" y="1586258"/>
                  </a:lnTo>
                  <a:lnTo>
                    <a:pt x="6086920" y="1586258"/>
                  </a:lnTo>
                  <a:lnTo>
                    <a:pt x="6088173" y="1586258"/>
                  </a:lnTo>
                  <a:lnTo>
                    <a:pt x="6089427" y="1586258"/>
                  </a:lnTo>
                  <a:lnTo>
                    <a:pt x="6090680" y="1586258"/>
                  </a:lnTo>
                  <a:lnTo>
                    <a:pt x="6091933" y="1586258"/>
                  </a:lnTo>
                  <a:lnTo>
                    <a:pt x="6093186" y="1586258"/>
                  </a:lnTo>
                  <a:lnTo>
                    <a:pt x="6094440" y="1586258"/>
                  </a:lnTo>
                  <a:lnTo>
                    <a:pt x="6095693" y="1586258"/>
                  </a:lnTo>
                  <a:lnTo>
                    <a:pt x="6096946" y="1586258"/>
                  </a:lnTo>
                  <a:lnTo>
                    <a:pt x="6098199" y="1586258"/>
                  </a:lnTo>
                  <a:lnTo>
                    <a:pt x="6099452" y="1586258"/>
                  </a:lnTo>
                  <a:lnTo>
                    <a:pt x="6100706" y="1586258"/>
                  </a:lnTo>
                  <a:lnTo>
                    <a:pt x="6101959" y="1586258"/>
                  </a:lnTo>
                  <a:lnTo>
                    <a:pt x="6103212" y="1586258"/>
                  </a:lnTo>
                  <a:lnTo>
                    <a:pt x="6104465" y="1586258"/>
                  </a:lnTo>
                  <a:lnTo>
                    <a:pt x="6105719" y="1586258"/>
                  </a:lnTo>
                  <a:lnTo>
                    <a:pt x="6106972" y="1586258"/>
                  </a:lnTo>
                  <a:lnTo>
                    <a:pt x="6108225" y="1586258"/>
                  </a:lnTo>
                  <a:lnTo>
                    <a:pt x="6109478" y="1586258"/>
                  </a:lnTo>
                  <a:lnTo>
                    <a:pt x="6110731" y="1586258"/>
                  </a:lnTo>
                  <a:lnTo>
                    <a:pt x="6111985" y="1586258"/>
                  </a:lnTo>
                  <a:lnTo>
                    <a:pt x="6113238" y="1586258"/>
                  </a:lnTo>
                  <a:lnTo>
                    <a:pt x="6114491" y="1586258"/>
                  </a:lnTo>
                  <a:lnTo>
                    <a:pt x="6115744" y="1586258"/>
                  </a:lnTo>
                  <a:lnTo>
                    <a:pt x="6116997" y="1586258"/>
                  </a:lnTo>
                  <a:lnTo>
                    <a:pt x="6118251" y="1586258"/>
                  </a:lnTo>
                  <a:lnTo>
                    <a:pt x="6119504" y="1586258"/>
                  </a:lnTo>
                  <a:lnTo>
                    <a:pt x="6120757" y="1586258"/>
                  </a:lnTo>
                  <a:lnTo>
                    <a:pt x="6122010" y="1586258"/>
                  </a:lnTo>
                  <a:lnTo>
                    <a:pt x="6123264" y="1586258"/>
                  </a:lnTo>
                  <a:lnTo>
                    <a:pt x="6124517" y="1586258"/>
                  </a:lnTo>
                  <a:lnTo>
                    <a:pt x="6125770" y="1586258"/>
                  </a:lnTo>
                  <a:lnTo>
                    <a:pt x="6127023" y="1586258"/>
                  </a:lnTo>
                  <a:lnTo>
                    <a:pt x="6128276" y="1586258"/>
                  </a:lnTo>
                  <a:lnTo>
                    <a:pt x="6129530" y="1586258"/>
                  </a:lnTo>
                  <a:lnTo>
                    <a:pt x="6130783" y="1586258"/>
                  </a:lnTo>
                  <a:lnTo>
                    <a:pt x="6132036" y="1586258"/>
                  </a:lnTo>
                  <a:lnTo>
                    <a:pt x="6133289" y="1586258"/>
                  </a:lnTo>
                  <a:lnTo>
                    <a:pt x="6134543" y="1586258"/>
                  </a:lnTo>
                  <a:lnTo>
                    <a:pt x="6135796" y="1586258"/>
                  </a:lnTo>
                  <a:lnTo>
                    <a:pt x="6137049" y="1586258"/>
                  </a:lnTo>
                  <a:lnTo>
                    <a:pt x="6138302" y="1586258"/>
                  </a:lnTo>
                  <a:lnTo>
                    <a:pt x="6139555" y="1586258"/>
                  </a:lnTo>
                  <a:lnTo>
                    <a:pt x="6140809" y="1586258"/>
                  </a:lnTo>
                  <a:lnTo>
                    <a:pt x="6142062" y="1586258"/>
                  </a:lnTo>
                  <a:lnTo>
                    <a:pt x="6143315" y="1586258"/>
                  </a:lnTo>
                  <a:lnTo>
                    <a:pt x="6144568" y="1586258"/>
                  </a:lnTo>
                  <a:lnTo>
                    <a:pt x="6145821" y="1586258"/>
                  </a:lnTo>
                  <a:lnTo>
                    <a:pt x="6147075" y="1586258"/>
                  </a:lnTo>
                  <a:lnTo>
                    <a:pt x="6148328" y="1586258"/>
                  </a:lnTo>
                  <a:lnTo>
                    <a:pt x="6149581" y="1586258"/>
                  </a:lnTo>
                  <a:lnTo>
                    <a:pt x="6150834" y="1586258"/>
                  </a:lnTo>
                  <a:lnTo>
                    <a:pt x="6152088" y="1586258"/>
                  </a:lnTo>
                  <a:lnTo>
                    <a:pt x="6153341" y="1586258"/>
                  </a:lnTo>
                  <a:lnTo>
                    <a:pt x="6154594" y="1586258"/>
                  </a:lnTo>
                  <a:lnTo>
                    <a:pt x="6155847" y="1586258"/>
                  </a:lnTo>
                  <a:lnTo>
                    <a:pt x="6157100" y="1586258"/>
                  </a:lnTo>
                  <a:lnTo>
                    <a:pt x="6158354" y="1586258"/>
                  </a:lnTo>
                  <a:lnTo>
                    <a:pt x="6159607" y="1586258"/>
                  </a:lnTo>
                  <a:lnTo>
                    <a:pt x="6160860" y="1586258"/>
                  </a:lnTo>
                  <a:lnTo>
                    <a:pt x="6162113" y="1586258"/>
                  </a:lnTo>
                  <a:lnTo>
                    <a:pt x="6163367" y="1586258"/>
                  </a:lnTo>
                  <a:lnTo>
                    <a:pt x="6164620" y="1586258"/>
                  </a:lnTo>
                  <a:lnTo>
                    <a:pt x="6165873" y="1586258"/>
                  </a:lnTo>
                  <a:lnTo>
                    <a:pt x="6167126" y="1586258"/>
                  </a:lnTo>
                  <a:lnTo>
                    <a:pt x="6168379" y="1586258"/>
                  </a:lnTo>
                  <a:lnTo>
                    <a:pt x="6169633" y="1586258"/>
                  </a:lnTo>
                  <a:lnTo>
                    <a:pt x="6170886" y="1586258"/>
                  </a:lnTo>
                  <a:lnTo>
                    <a:pt x="6172139" y="1586258"/>
                  </a:lnTo>
                  <a:lnTo>
                    <a:pt x="6173392" y="1586258"/>
                  </a:lnTo>
                  <a:lnTo>
                    <a:pt x="6174645" y="1586258"/>
                  </a:lnTo>
                  <a:lnTo>
                    <a:pt x="6175899" y="1586258"/>
                  </a:lnTo>
                  <a:lnTo>
                    <a:pt x="6177152" y="1586258"/>
                  </a:lnTo>
                  <a:lnTo>
                    <a:pt x="6178405" y="1586258"/>
                  </a:lnTo>
                  <a:lnTo>
                    <a:pt x="6179658" y="1586258"/>
                  </a:lnTo>
                  <a:lnTo>
                    <a:pt x="6180912" y="1586258"/>
                  </a:lnTo>
                  <a:lnTo>
                    <a:pt x="6182165" y="1586258"/>
                  </a:lnTo>
                  <a:lnTo>
                    <a:pt x="6183418" y="1586258"/>
                  </a:lnTo>
                  <a:lnTo>
                    <a:pt x="6184671" y="1586258"/>
                  </a:lnTo>
                  <a:lnTo>
                    <a:pt x="6185924" y="1586258"/>
                  </a:lnTo>
                  <a:lnTo>
                    <a:pt x="6187178" y="1586258"/>
                  </a:lnTo>
                  <a:lnTo>
                    <a:pt x="6188431" y="1586258"/>
                  </a:lnTo>
                  <a:lnTo>
                    <a:pt x="6189684" y="1586258"/>
                  </a:lnTo>
                  <a:lnTo>
                    <a:pt x="6190937" y="1586258"/>
                  </a:lnTo>
                  <a:lnTo>
                    <a:pt x="6192191" y="1586258"/>
                  </a:lnTo>
                  <a:lnTo>
                    <a:pt x="6193444" y="1586258"/>
                  </a:lnTo>
                  <a:lnTo>
                    <a:pt x="6194697" y="1586258"/>
                  </a:lnTo>
                  <a:lnTo>
                    <a:pt x="6195950" y="1586258"/>
                  </a:lnTo>
                  <a:lnTo>
                    <a:pt x="6197203" y="1586258"/>
                  </a:lnTo>
                  <a:lnTo>
                    <a:pt x="6198457" y="1586258"/>
                  </a:lnTo>
                  <a:lnTo>
                    <a:pt x="6199710" y="1586258"/>
                  </a:lnTo>
                  <a:lnTo>
                    <a:pt x="6200963" y="1586258"/>
                  </a:lnTo>
                  <a:lnTo>
                    <a:pt x="6202216" y="1586258"/>
                  </a:lnTo>
                  <a:lnTo>
                    <a:pt x="6203469" y="1586258"/>
                  </a:lnTo>
                  <a:lnTo>
                    <a:pt x="6204723" y="1586258"/>
                  </a:lnTo>
                  <a:lnTo>
                    <a:pt x="6204774" y="1686068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88568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4885742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88568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2026-03-09T12:26:03Z</dcterms:modified>
  <cp:category/>
</cp:coreProperties>
</file>