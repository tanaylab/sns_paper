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My R Plot</a:t>
            </a:r>
          </a:p>
        </p:txBody>
      </p:sp>
      <p:grpSp xmlns:pic="http://schemas.openxmlformats.org/drawingml/2006/picture">
        <p:nvGrpSpPr>
          <p:cNvPr id="3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4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4"/>
            <p:cNvSpPr/>
            <p:nvPr/>
          </p:nvSpPr>
          <p:spPr>
            <a:xfrm>
              <a:off x="1469813" y="2455321"/>
              <a:ext cx="6570133" cy="2632839"/>
            </a:xfrm>
            <a:custGeom>
              <a:avLst/>
              <a:pathLst>
                <a:path w="6570133" h="2632839">
                  <a:moveTo>
                    <a:pt x="0" y="2632839"/>
                  </a:moveTo>
                  <a:lnTo>
                    <a:pt x="0" y="2631567"/>
                  </a:lnTo>
                  <a:lnTo>
                    <a:pt x="0" y="2630296"/>
                  </a:lnTo>
                  <a:lnTo>
                    <a:pt x="0" y="2629024"/>
                  </a:lnTo>
                  <a:lnTo>
                    <a:pt x="0" y="2627752"/>
                  </a:lnTo>
                  <a:lnTo>
                    <a:pt x="0" y="2626480"/>
                  </a:lnTo>
                  <a:lnTo>
                    <a:pt x="0" y="2625208"/>
                  </a:lnTo>
                  <a:lnTo>
                    <a:pt x="0" y="2623936"/>
                  </a:lnTo>
                  <a:lnTo>
                    <a:pt x="0" y="2622664"/>
                  </a:lnTo>
                  <a:lnTo>
                    <a:pt x="0" y="2621392"/>
                  </a:lnTo>
                  <a:lnTo>
                    <a:pt x="0" y="2620120"/>
                  </a:lnTo>
                  <a:lnTo>
                    <a:pt x="0" y="2618848"/>
                  </a:lnTo>
                  <a:lnTo>
                    <a:pt x="0" y="2617576"/>
                  </a:lnTo>
                  <a:lnTo>
                    <a:pt x="0" y="2616305"/>
                  </a:lnTo>
                  <a:lnTo>
                    <a:pt x="0" y="2615033"/>
                  </a:lnTo>
                  <a:lnTo>
                    <a:pt x="0" y="2613761"/>
                  </a:lnTo>
                  <a:lnTo>
                    <a:pt x="0" y="2612489"/>
                  </a:lnTo>
                  <a:lnTo>
                    <a:pt x="0" y="2611217"/>
                  </a:lnTo>
                  <a:lnTo>
                    <a:pt x="0" y="2609945"/>
                  </a:lnTo>
                  <a:lnTo>
                    <a:pt x="0" y="2608673"/>
                  </a:lnTo>
                  <a:lnTo>
                    <a:pt x="0" y="2607401"/>
                  </a:lnTo>
                  <a:lnTo>
                    <a:pt x="0" y="2606129"/>
                  </a:lnTo>
                  <a:lnTo>
                    <a:pt x="0" y="2604857"/>
                  </a:lnTo>
                  <a:lnTo>
                    <a:pt x="0" y="2603586"/>
                  </a:lnTo>
                  <a:lnTo>
                    <a:pt x="0" y="2602314"/>
                  </a:lnTo>
                  <a:lnTo>
                    <a:pt x="0" y="2601042"/>
                  </a:lnTo>
                  <a:lnTo>
                    <a:pt x="0" y="2599770"/>
                  </a:lnTo>
                  <a:lnTo>
                    <a:pt x="0" y="2598498"/>
                  </a:lnTo>
                  <a:lnTo>
                    <a:pt x="0" y="2597226"/>
                  </a:lnTo>
                  <a:lnTo>
                    <a:pt x="0" y="2595954"/>
                  </a:lnTo>
                  <a:lnTo>
                    <a:pt x="0" y="2594682"/>
                  </a:lnTo>
                  <a:lnTo>
                    <a:pt x="0" y="2593410"/>
                  </a:lnTo>
                  <a:lnTo>
                    <a:pt x="0" y="2592138"/>
                  </a:lnTo>
                  <a:lnTo>
                    <a:pt x="0" y="2590867"/>
                  </a:lnTo>
                  <a:lnTo>
                    <a:pt x="0" y="2589595"/>
                  </a:lnTo>
                  <a:lnTo>
                    <a:pt x="0" y="2588323"/>
                  </a:lnTo>
                  <a:lnTo>
                    <a:pt x="0" y="2587051"/>
                  </a:lnTo>
                  <a:lnTo>
                    <a:pt x="0" y="2585779"/>
                  </a:lnTo>
                  <a:lnTo>
                    <a:pt x="0" y="2584507"/>
                  </a:lnTo>
                  <a:lnTo>
                    <a:pt x="0" y="2583235"/>
                  </a:lnTo>
                  <a:lnTo>
                    <a:pt x="0" y="2581963"/>
                  </a:lnTo>
                  <a:lnTo>
                    <a:pt x="0" y="2580691"/>
                  </a:lnTo>
                  <a:lnTo>
                    <a:pt x="0" y="2579419"/>
                  </a:lnTo>
                  <a:lnTo>
                    <a:pt x="0" y="2578147"/>
                  </a:lnTo>
                  <a:lnTo>
                    <a:pt x="0" y="2576876"/>
                  </a:lnTo>
                  <a:lnTo>
                    <a:pt x="0" y="2575604"/>
                  </a:lnTo>
                  <a:lnTo>
                    <a:pt x="0" y="2574332"/>
                  </a:lnTo>
                  <a:lnTo>
                    <a:pt x="0" y="2573060"/>
                  </a:lnTo>
                  <a:lnTo>
                    <a:pt x="0" y="2571788"/>
                  </a:lnTo>
                  <a:lnTo>
                    <a:pt x="0" y="2570516"/>
                  </a:lnTo>
                  <a:lnTo>
                    <a:pt x="0" y="2569244"/>
                  </a:lnTo>
                  <a:lnTo>
                    <a:pt x="0" y="2567972"/>
                  </a:lnTo>
                  <a:lnTo>
                    <a:pt x="0" y="2566700"/>
                  </a:lnTo>
                  <a:lnTo>
                    <a:pt x="0" y="2565428"/>
                  </a:lnTo>
                  <a:lnTo>
                    <a:pt x="0" y="2564157"/>
                  </a:lnTo>
                  <a:lnTo>
                    <a:pt x="0" y="2562885"/>
                  </a:lnTo>
                  <a:lnTo>
                    <a:pt x="0" y="2561613"/>
                  </a:lnTo>
                  <a:lnTo>
                    <a:pt x="0" y="2560341"/>
                  </a:lnTo>
                  <a:lnTo>
                    <a:pt x="0" y="2559069"/>
                  </a:lnTo>
                  <a:lnTo>
                    <a:pt x="0" y="2557797"/>
                  </a:lnTo>
                  <a:lnTo>
                    <a:pt x="0" y="2556525"/>
                  </a:lnTo>
                  <a:lnTo>
                    <a:pt x="0" y="2555253"/>
                  </a:lnTo>
                  <a:lnTo>
                    <a:pt x="0" y="2553981"/>
                  </a:lnTo>
                  <a:lnTo>
                    <a:pt x="0" y="2552709"/>
                  </a:lnTo>
                  <a:lnTo>
                    <a:pt x="0" y="2551438"/>
                  </a:lnTo>
                  <a:lnTo>
                    <a:pt x="0" y="2550166"/>
                  </a:lnTo>
                  <a:lnTo>
                    <a:pt x="0" y="2548894"/>
                  </a:lnTo>
                  <a:lnTo>
                    <a:pt x="0" y="2547622"/>
                  </a:lnTo>
                  <a:lnTo>
                    <a:pt x="0" y="2546350"/>
                  </a:lnTo>
                  <a:lnTo>
                    <a:pt x="0" y="2545078"/>
                  </a:lnTo>
                  <a:lnTo>
                    <a:pt x="0" y="2543806"/>
                  </a:lnTo>
                  <a:lnTo>
                    <a:pt x="0" y="2542534"/>
                  </a:lnTo>
                  <a:lnTo>
                    <a:pt x="0" y="2541262"/>
                  </a:lnTo>
                  <a:lnTo>
                    <a:pt x="0" y="2539990"/>
                  </a:lnTo>
                  <a:lnTo>
                    <a:pt x="0" y="2538718"/>
                  </a:lnTo>
                  <a:lnTo>
                    <a:pt x="0" y="2537447"/>
                  </a:lnTo>
                  <a:lnTo>
                    <a:pt x="0" y="2536175"/>
                  </a:lnTo>
                  <a:lnTo>
                    <a:pt x="0" y="2534903"/>
                  </a:lnTo>
                  <a:lnTo>
                    <a:pt x="0" y="2533631"/>
                  </a:lnTo>
                  <a:lnTo>
                    <a:pt x="0" y="2532359"/>
                  </a:lnTo>
                  <a:lnTo>
                    <a:pt x="0" y="2531087"/>
                  </a:lnTo>
                  <a:lnTo>
                    <a:pt x="0" y="2529815"/>
                  </a:lnTo>
                  <a:lnTo>
                    <a:pt x="0" y="2528543"/>
                  </a:lnTo>
                  <a:lnTo>
                    <a:pt x="0" y="2527271"/>
                  </a:lnTo>
                  <a:lnTo>
                    <a:pt x="0" y="2525999"/>
                  </a:lnTo>
                  <a:lnTo>
                    <a:pt x="0" y="2524728"/>
                  </a:lnTo>
                  <a:lnTo>
                    <a:pt x="0" y="2523456"/>
                  </a:lnTo>
                  <a:lnTo>
                    <a:pt x="0" y="2522184"/>
                  </a:lnTo>
                  <a:lnTo>
                    <a:pt x="0" y="2520912"/>
                  </a:lnTo>
                  <a:lnTo>
                    <a:pt x="0" y="2519640"/>
                  </a:lnTo>
                  <a:lnTo>
                    <a:pt x="0" y="2518368"/>
                  </a:lnTo>
                  <a:lnTo>
                    <a:pt x="0" y="2517096"/>
                  </a:lnTo>
                  <a:lnTo>
                    <a:pt x="0" y="2515824"/>
                  </a:lnTo>
                  <a:lnTo>
                    <a:pt x="0" y="2514552"/>
                  </a:lnTo>
                  <a:lnTo>
                    <a:pt x="0" y="2513280"/>
                  </a:lnTo>
                  <a:lnTo>
                    <a:pt x="0" y="2512009"/>
                  </a:lnTo>
                  <a:lnTo>
                    <a:pt x="0" y="2510737"/>
                  </a:lnTo>
                  <a:lnTo>
                    <a:pt x="0" y="2509465"/>
                  </a:lnTo>
                  <a:lnTo>
                    <a:pt x="0" y="2508193"/>
                  </a:lnTo>
                  <a:lnTo>
                    <a:pt x="0" y="2506921"/>
                  </a:lnTo>
                  <a:lnTo>
                    <a:pt x="0" y="2505649"/>
                  </a:lnTo>
                  <a:lnTo>
                    <a:pt x="0" y="2504377"/>
                  </a:lnTo>
                  <a:lnTo>
                    <a:pt x="0" y="2503105"/>
                  </a:lnTo>
                  <a:lnTo>
                    <a:pt x="0" y="2501833"/>
                  </a:lnTo>
                  <a:lnTo>
                    <a:pt x="0" y="2500561"/>
                  </a:lnTo>
                  <a:lnTo>
                    <a:pt x="0" y="2499289"/>
                  </a:lnTo>
                  <a:lnTo>
                    <a:pt x="0" y="2498018"/>
                  </a:lnTo>
                  <a:lnTo>
                    <a:pt x="0" y="2496746"/>
                  </a:lnTo>
                  <a:lnTo>
                    <a:pt x="0" y="2495474"/>
                  </a:lnTo>
                  <a:lnTo>
                    <a:pt x="0" y="2494202"/>
                  </a:lnTo>
                  <a:lnTo>
                    <a:pt x="0" y="2492930"/>
                  </a:lnTo>
                  <a:lnTo>
                    <a:pt x="0" y="2491658"/>
                  </a:lnTo>
                  <a:lnTo>
                    <a:pt x="0" y="2490386"/>
                  </a:lnTo>
                  <a:lnTo>
                    <a:pt x="0" y="2489114"/>
                  </a:lnTo>
                  <a:lnTo>
                    <a:pt x="0" y="2487842"/>
                  </a:lnTo>
                  <a:lnTo>
                    <a:pt x="0" y="2486570"/>
                  </a:lnTo>
                  <a:lnTo>
                    <a:pt x="0" y="2485299"/>
                  </a:lnTo>
                  <a:lnTo>
                    <a:pt x="0" y="2484027"/>
                  </a:lnTo>
                  <a:lnTo>
                    <a:pt x="0" y="2482755"/>
                  </a:lnTo>
                  <a:lnTo>
                    <a:pt x="0" y="2481483"/>
                  </a:lnTo>
                  <a:lnTo>
                    <a:pt x="0" y="2480211"/>
                  </a:lnTo>
                  <a:lnTo>
                    <a:pt x="0" y="2478939"/>
                  </a:lnTo>
                  <a:lnTo>
                    <a:pt x="0" y="2477667"/>
                  </a:lnTo>
                  <a:lnTo>
                    <a:pt x="0" y="2476395"/>
                  </a:lnTo>
                  <a:lnTo>
                    <a:pt x="0" y="2475123"/>
                  </a:lnTo>
                  <a:lnTo>
                    <a:pt x="0" y="2473851"/>
                  </a:lnTo>
                  <a:lnTo>
                    <a:pt x="0" y="2472579"/>
                  </a:lnTo>
                  <a:lnTo>
                    <a:pt x="0" y="2471308"/>
                  </a:lnTo>
                  <a:lnTo>
                    <a:pt x="0" y="2470036"/>
                  </a:lnTo>
                  <a:lnTo>
                    <a:pt x="0" y="2468764"/>
                  </a:lnTo>
                  <a:lnTo>
                    <a:pt x="0" y="2467492"/>
                  </a:lnTo>
                  <a:lnTo>
                    <a:pt x="0" y="2466220"/>
                  </a:lnTo>
                  <a:lnTo>
                    <a:pt x="0" y="2464948"/>
                  </a:lnTo>
                  <a:lnTo>
                    <a:pt x="0" y="2463676"/>
                  </a:lnTo>
                  <a:lnTo>
                    <a:pt x="0" y="2462404"/>
                  </a:lnTo>
                  <a:lnTo>
                    <a:pt x="0" y="2461132"/>
                  </a:lnTo>
                  <a:lnTo>
                    <a:pt x="0" y="2459860"/>
                  </a:lnTo>
                  <a:lnTo>
                    <a:pt x="0" y="2458589"/>
                  </a:lnTo>
                  <a:lnTo>
                    <a:pt x="0" y="2457317"/>
                  </a:lnTo>
                  <a:lnTo>
                    <a:pt x="0" y="2456045"/>
                  </a:lnTo>
                  <a:lnTo>
                    <a:pt x="0" y="2454773"/>
                  </a:lnTo>
                  <a:lnTo>
                    <a:pt x="0" y="2453501"/>
                  </a:lnTo>
                  <a:lnTo>
                    <a:pt x="0" y="2452229"/>
                  </a:lnTo>
                  <a:lnTo>
                    <a:pt x="0" y="2450957"/>
                  </a:lnTo>
                  <a:lnTo>
                    <a:pt x="0" y="2449685"/>
                  </a:lnTo>
                  <a:lnTo>
                    <a:pt x="0" y="2448413"/>
                  </a:lnTo>
                  <a:lnTo>
                    <a:pt x="0" y="2447141"/>
                  </a:lnTo>
                  <a:lnTo>
                    <a:pt x="0" y="2445870"/>
                  </a:lnTo>
                  <a:lnTo>
                    <a:pt x="0" y="2444598"/>
                  </a:lnTo>
                  <a:lnTo>
                    <a:pt x="0" y="2443326"/>
                  </a:lnTo>
                  <a:lnTo>
                    <a:pt x="0" y="2442054"/>
                  </a:lnTo>
                  <a:lnTo>
                    <a:pt x="0" y="2440782"/>
                  </a:lnTo>
                  <a:lnTo>
                    <a:pt x="0" y="2439510"/>
                  </a:lnTo>
                  <a:lnTo>
                    <a:pt x="0" y="2438238"/>
                  </a:lnTo>
                  <a:lnTo>
                    <a:pt x="1409" y="2438238"/>
                  </a:lnTo>
                  <a:lnTo>
                    <a:pt x="1409" y="2436966"/>
                  </a:lnTo>
                  <a:lnTo>
                    <a:pt x="1409" y="2435694"/>
                  </a:lnTo>
                  <a:lnTo>
                    <a:pt x="1409" y="2434422"/>
                  </a:lnTo>
                  <a:lnTo>
                    <a:pt x="1409" y="2433150"/>
                  </a:lnTo>
                  <a:lnTo>
                    <a:pt x="1409" y="2431879"/>
                  </a:lnTo>
                  <a:lnTo>
                    <a:pt x="1409" y="2430607"/>
                  </a:lnTo>
                  <a:lnTo>
                    <a:pt x="1409" y="2429335"/>
                  </a:lnTo>
                  <a:lnTo>
                    <a:pt x="1409" y="2428063"/>
                  </a:lnTo>
                  <a:lnTo>
                    <a:pt x="1409" y="2426791"/>
                  </a:lnTo>
                  <a:lnTo>
                    <a:pt x="1409" y="2425519"/>
                  </a:lnTo>
                  <a:lnTo>
                    <a:pt x="1409" y="2424247"/>
                  </a:lnTo>
                  <a:lnTo>
                    <a:pt x="1409" y="2422975"/>
                  </a:lnTo>
                  <a:lnTo>
                    <a:pt x="1409" y="2421703"/>
                  </a:lnTo>
                  <a:lnTo>
                    <a:pt x="1409" y="2420431"/>
                  </a:lnTo>
                  <a:lnTo>
                    <a:pt x="1409" y="2419160"/>
                  </a:lnTo>
                  <a:lnTo>
                    <a:pt x="1409" y="2417888"/>
                  </a:lnTo>
                  <a:lnTo>
                    <a:pt x="1409" y="2416616"/>
                  </a:lnTo>
                  <a:lnTo>
                    <a:pt x="1409" y="2415344"/>
                  </a:lnTo>
                  <a:lnTo>
                    <a:pt x="1409" y="2414072"/>
                  </a:lnTo>
                  <a:lnTo>
                    <a:pt x="1409" y="2412800"/>
                  </a:lnTo>
                  <a:lnTo>
                    <a:pt x="1409" y="2411528"/>
                  </a:lnTo>
                  <a:lnTo>
                    <a:pt x="1409" y="2410256"/>
                  </a:lnTo>
                  <a:lnTo>
                    <a:pt x="1409" y="2408984"/>
                  </a:lnTo>
                  <a:lnTo>
                    <a:pt x="1409" y="2407712"/>
                  </a:lnTo>
                  <a:lnTo>
                    <a:pt x="1409" y="2406441"/>
                  </a:lnTo>
                  <a:lnTo>
                    <a:pt x="1409" y="2405169"/>
                  </a:lnTo>
                  <a:lnTo>
                    <a:pt x="1409" y="2403897"/>
                  </a:lnTo>
                  <a:lnTo>
                    <a:pt x="1409" y="2402625"/>
                  </a:lnTo>
                  <a:lnTo>
                    <a:pt x="1409" y="2401353"/>
                  </a:lnTo>
                  <a:lnTo>
                    <a:pt x="1409" y="2400081"/>
                  </a:lnTo>
                  <a:lnTo>
                    <a:pt x="1409" y="2398809"/>
                  </a:lnTo>
                  <a:lnTo>
                    <a:pt x="1409" y="2397537"/>
                  </a:lnTo>
                  <a:lnTo>
                    <a:pt x="1409" y="2396265"/>
                  </a:lnTo>
                  <a:lnTo>
                    <a:pt x="1409" y="2394993"/>
                  </a:lnTo>
                  <a:lnTo>
                    <a:pt x="1409" y="2393721"/>
                  </a:lnTo>
                  <a:lnTo>
                    <a:pt x="1409" y="2392450"/>
                  </a:lnTo>
                  <a:lnTo>
                    <a:pt x="1409" y="2391178"/>
                  </a:lnTo>
                  <a:lnTo>
                    <a:pt x="1409" y="2389906"/>
                  </a:lnTo>
                  <a:lnTo>
                    <a:pt x="2819" y="2389906"/>
                  </a:lnTo>
                  <a:lnTo>
                    <a:pt x="2819" y="2388634"/>
                  </a:lnTo>
                  <a:lnTo>
                    <a:pt x="2819" y="2387362"/>
                  </a:lnTo>
                  <a:lnTo>
                    <a:pt x="2819" y="2386090"/>
                  </a:lnTo>
                  <a:lnTo>
                    <a:pt x="2819" y="2384818"/>
                  </a:lnTo>
                  <a:lnTo>
                    <a:pt x="2819" y="2383546"/>
                  </a:lnTo>
                  <a:lnTo>
                    <a:pt x="2819" y="2382274"/>
                  </a:lnTo>
                  <a:lnTo>
                    <a:pt x="2819" y="2381002"/>
                  </a:lnTo>
                  <a:lnTo>
                    <a:pt x="2819" y="2379731"/>
                  </a:lnTo>
                  <a:lnTo>
                    <a:pt x="2819" y="2378459"/>
                  </a:lnTo>
                  <a:lnTo>
                    <a:pt x="2819" y="2377187"/>
                  </a:lnTo>
                  <a:lnTo>
                    <a:pt x="2819" y="2375915"/>
                  </a:lnTo>
                  <a:lnTo>
                    <a:pt x="2819" y="2374643"/>
                  </a:lnTo>
                  <a:lnTo>
                    <a:pt x="2819" y="2373371"/>
                  </a:lnTo>
                  <a:lnTo>
                    <a:pt x="2819" y="2372099"/>
                  </a:lnTo>
                  <a:lnTo>
                    <a:pt x="2819" y="2370827"/>
                  </a:lnTo>
                  <a:lnTo>
                    <a:pt x="2819" y="2369555"/>
                  </a:lnTo>
                  <a:lnTo>
                    <a:pt x="2819" y="2368283"/>
                  </a:lnTo>
                  <a:lnTo>
                    <a:pt x="2819" y="2367012"/>
                  </a:lnTo>
                  <a:lnTo>
                    <a:pt x="2819" y="2365740"/>
                  </a:lnTo>
                  <a:lnTo>
                    <a:pt x="2819" y="2364468"/>
                  </a:lnTo>
                  <a:lnTo>
                    <a:pt x="2819" y="2363196"/>
                  </a:lnTo>
                  <a:lnTo>
                    <a:pt x="2819" y="2361924"/>
                  </a:lnTo>
                  <a:lnTo>
                    <a:pt x="2819" y="2360652"/>
                  </a:lnTo>
                  <a:lnTo>
                    <a:pt x="2819" y="2359380"/>
                  </a:lnTo>
                  <a:lnTo>
                    <a:pt x="2819" y="2358108"/>
                  </a:lnTo>
                  <a:lnTo>
                    <a:pt x="2819" y="2356836"/>
                  </a:lnTo>
                  <a:lnTo>
                    <a:pt x="2819" y="2355564"/>
                  </a:lnTo>
                  <a:lnTo>
                    <a:pt x="2819" y="2354292"/>
                  </a:lnTo>
                  <a:lnTo>
                    <a:pt x="2819" y="2353021"/>
                  </a:lnTo>
                  <a:lnTo>
                    <a:pt x="2819" y="2351749"/>
                  </a:lnTo>
                  <a:lnTo>
                    <a:pt x="4228" y="2351749"/>
                  </a:lnTo>
                  <a:lnTo>
                    <a:pt x="4228" y="2350477"/>
                  </a:lnTo>
                  <a:lnTo>
                    <a:pt x="4228" y="2349205"/>
                  </a:lnTo>
                  <a:lnTo>
                    <a:pt x="4228" y="2347933"/>
                  </a:lnTo>
                  <a:lnTo>
                    <a:pt x="4228" y="2346661"/>
                  </a:lnTo>
                  <a:lnTo>
                    <a:pt x="4228" y="2345389"/>
                  </a:lnTo>
                  <a:lnTo>
                    <a:pt x="4228" y="2344117"/>
                  </a:lnTo>
                  <a:lnTo>
                    <a:pt x="4228" y="2342845"/>
                  </a:lnTo>
                  <a:lnTo>
                    <a:pt x="4228" y="2341573"/>
                  </a:lnTo>
                  <a:lnTo>
                    <a:pt x="4228" y="2340302"/>
                  </a:lnTo>
                  <a:lnTo>
                    <a:pt x="4228" y="2339030"/>
                  </a:lnTo>
                  <a:lnTo>
                    <a:pt x="4228" y="2337758"/>
                  </a:lnTo>
                  <a:lnTo>
                    <a:pt x="4228" y="2336486"/>
                  </a:lnTo>
                  <a:lnTo>
                    <a:pt x="4228" y="2335214"/>
                  </a:lnTo>
                  <a:lnTo>
                    <a:pt x="4228" y="2333942"/>
                  </a:lnTo>
                  <a:lnTo>
                    <a:pt x="4228" y="2332670"/>
                  </a:lnTo>
                  <a:lnTo>
                    <a:pt x="4228" y="2331398"/>
                  </a:lnTo>
                  <a:lnTo>
                    <a:pt x="4228" y="2330126"/>
                  </a:lnTo>
                  <a:lnTo>
                    <a:pt x="4228" y="2328854"/>
                  </a:lnTo>
                  <a:lnTo>
                    <a:pt x="4228" y="2327583"/>
                  </a:lnTo>
                  <a:lnTo>
                    <a:pt x="4228" y="2326311"/>
                  </a:lnTo>
                  <a:lnTo>
                    <a:pt x="4228" y="2325039"/>
                  </a:lnTo>
                  <a:lnTo>
                    <a:pt x="4228" y="2323767"/>
                  </a:lnTo>
                  <a:lnTo>
                    <a:pt x="4228" y="2322495"/>
                  </a:lnTo>
                  <a:lnTo>
                    <a:pt x="4228" y="2321223"/>
                  </a:lnTo>
                  <a:lnTo>
                    <a:pt x="4228" y="2319951"/>
                  </a:lnTo>
                  <a:lnTo>
                    <a:pt x="4228" y="2318679"/>
                  </a:lnTo>
                  <a:lnTo>
                    <a:pt x="4228" y="2317407"/>
                  </a:lnTo>
                  <a:lnTo>
                    <a:pt x="4228" y="2316135"/>
                  </a:lnTo>
                  <a:lnTo>
                    <a:pt x="4228" y="2314863"/>
                  </a:lnTo>
                  <a:lnTo>
                    <a:pt x="4228" y="2313592"/>
                  </a:lnTo>
                  <a:lnTo>
                    <a:pt x="4228" y="2312320"/>
                  </a:lnTo>
                  <a:lnTo>
                    <a:pt x="4228" y="2311048"/>
                  </a:lnTo>
                  <a:lnTo>
                    <a:pt x="4228" y="2309776"/>
                  </a:lnTo>
                  <a:lnTo>
                    <a:pt x="4228" y="2308504"/>
                  </a:lnTo>
                  <a:lnTo>
                    <a:pt x="4228" y="2307232"/>
                  </a:lnTo>
                  <a:lnTo>
                    <a:pt x="4228" y="2305960"/>
                  </a:lnTo>
                  <a:lnTo>
                    <a:pt x="4228" y="2304688"/>
                  </a:lnTo>
                  <a:lnTo>
                    <a:pt x="4228" y="2303416"/>
                  </a:lnTo>
                  <a:lnTo>
                    <a:pt x="4228" y="2302144"/>
                  </a:lnTo>
                  <a:lnTo>
                    <a:pt x="4228" y="2300873"/>
                  </a:lnTo>
                  <a:lnTo>
                    <a:pt x="4228" y="2299601"/>
                  </a:lnTo>
                  <a:lnTo>
                    <a:pt x="4228" y="2298329"/>
                  </a:lnTo>
                  <a:lnTo>
                    <a:pt x="4228" y="2297057"/>
                  </a:lnTo>
                  <a:lnTo>
                    <a:pt x="4228" y="2295785"/>
                  </a:lnTo>
                  <a:lnTo>
                    <a:pt x="4228" y="2294513"/>
                  </a:lnTo>
                  <a:lnTo>
                    <a:pt x="4228" y="2293241"/>
                  </a:lnTo>
                  <a:lnTo>
                    <a:pt x="4228" y="2291969"/>
                  </a:lnTo>
                  <a:lnTo>
                    <a:pt x="4228" y="2290697"/>
                  </a:lnTo>
                  <a:lnTo>
                    <a:pt x="4228" y="2289425"/>
                  </a:lnTo>
                  <a:lnTo>
                    <a:pt x="4228" y="2288154"/>
                  </a:lnTo>
                  <a:lnTo>
                    <a:pt x="4228" y="2286882"/>
                  </a:lnTo>
                  <a:lnTo>
                    <a:pt x="4228" y="2285610"/>
                  </a:lnTo>
                  <a:lnTo>
                    <a:pt x="4228" y="2284338"/>
                  </a:lnTo>
                  <a:lnTo>
                    <a:pt x="4228" y="2283066"/>
                  </a:lnTo>
                  <a:lnTo>
                    <a:pt x="4228" y="2281794"/>
                  </a:lnTo>
                  <a:lnTo>
                    <a:pt x="4228" y="2280522"/>
                  </a:lnTo>
                  <a:lnTo>
                    <a:pt x="4228" y="2279250"/>
                  </a:lnTo>
                  <a:lnTo>
                    <a:pt x="4228" y="2277978"/>
                  </a:lnTo>
                  <a:lnTo>
                    <a:pt x="4228" y="2276706"/>
                  </a:lnTo>
                  <a:lnTo>
                    <a:pt x="4228" y="2275434"/>
                  </a:lnTo>
                  <a:lnTo>
                    <a:pt x="4228" y="2274163"/>
                  </a:lnTo>
                  <a:lnTo>
                    <a:pt x="4228" y="2272891"/>
                  </a:lnTo>
                  <a:lnTo>
                    <a:pt x="4228" y="2271619"/>
                  </a:lnTo>
                  <a:lnTo>
                    <a:pt x="4228" y="2270347"/>
                  </a:lnTo>
                  <a:lnTo>
                    <a:pt x="4228" y="2269075"/>
                  </a:lnTo>
                  <a:lnTo>
                    <a:pt x="4228" y="2267803"/>
                  </a:lnTo>
                  <a:lnTo>
                    <a:pt x="4228" y="2266531"/>
                  </a:lnTo>
                  <a:lnTo>
                    <a:pt x="4228" y="2265259"/>
                  </a:lnTo>
                  <a:lnTo>
                    <a:pt x="4228" y="2263987"/>
                  </a:lnTo>
                  <a:lnTo>
                    <a:pt x="4228" y="2262715"/>
                  </a:lnTo>
                  <a:lnTo>
                    <a:pt x="4228" y="2261444"/>
                  </a:lnTo>
                  <a:lnTo>
                    <a:pt x="4228" y="2260172"/>
                  </a:lnTo>
                  <a:lnTo>
                    <a:pt x="4228" y="2258900"/>
                  </a:lnTo>
                  <a:lnTo>
                    <a:pt x="4228" y="2257628"/>
                  </a:lnTo>
                  <a:lnTo>
                    <a:pt x="4228" y="2256356"/>
                  </a:lnTo>
                  <a:lnTo>
                    <a:pt x="4228" y="2255084"/>
                  </a:lnTo>
                  <a:lnTo>
                    <a:pt x="4228" y="2253812"/>
                  </a:lnTo>
                  <a:lnTo>
                    <a:pt x="4228" y="2252540"/>
                  </a:lnTo>
                  <a:lnTo>
                    <a:pt x="4228" y="2251268"/>
                  </a:lnTo>
                  <a:lnTo>
                    <a:pt x="4228" y="2249996"/>
                  </a:lnTo>
                  <a:lnTo>
                    <a:pt x="4228" y="2248725"/>
                  </a:lnTo>
                  <a:lnTo>
                    <a:pt x="4228" y="2247453"/>
                  </a:lnTo>
                  <a:lnTo>
                    <a:pt x="4228" y="2246181"/>
                  </a:lnTo>
                  <a:lnTo>
                    <a:pt x="4228" y="2244909"/>
                  </a:lnTo>
                  <a:lnTo>
                    <a:pt x="5638" y="2244909"/>
                  </a:lnTo>
                  <a:lnTo>
                    <a:pt x="5638" y="2243637"/>
                  </a:lnTo>
                  <a:lnTo>
                    <a:pt x="5638" y="2242365"/>
                  </a:lnTo>
                  <a:lnTo>
                    <a:pt x="5638" y="2241093"/>
                  </a:lnTo>
                  <a:lnTo>
                    <a:pt x="5638" y="2239821"/>
                  </a:lnTo>
                  <a:lnTo>
                    <a:pt x="5638" y="2238549"/>
                  </a:lnTo>
                  <a:lnTo>
                    <a:pt x="5638" y="2237277"/>
                  </a:lnTo>
                  <a:lnTo>
                    <a:pt x="5638" y="2236005"/>
                  </a:lnTo>
                  <a:lnTo>
                    <a:pt x="5638" y="2234734"/>
                  </a:lnTo>
                  <a:lnTo>
                    <a:pt x="5638" y="2233462"/>
                  </a:lnTo>
                  <a:lnTo>
                    <a:pt x="5638" y="2232190"/>
                  </a:lnTo>
                  <a:lnTo>
                    <a:pt x="5638" y="2230918"/>
                  </a:lnTo>
                  <a:lnTo>
                    <a:pt x="5638" y="2229646"/>
                  </a:lnTo>
                  <a:lnTo>
                    <a:pt x="5638" y="2228374"/>
                  </a:lnTo>
                  <a:lnTo>
                    <a:pt x="5638" y="2227102"/>
                  </a:lnTo>
                  <a:lnTo>
                    <a:pt x="5638" y="2225830"/>
                  </a:lnTo>
                  <a:lnTo>
                    <a:pt x="5638" y="2224558"/>
                  </a:lnTo>
                  <a:lnTo>
                    <a:pt x="5638" y="2223286"/>
                  </a:lnTo>
                  <a:lnTo>
                    <a:pt x="5638" y="2222015"/>
                  </a:lnTo>
                  <a:lnTo>
                    <a:pt x="5638" y="2220743"/>
                  </a:lnTo>
                  <a:lnTo>
                    <a:pt x="5638" y="2219471"/>
                  </a:lnTo>
                  <a:lnTo>
                    <a:pt x="5638" y="2218199"/>
                  </a:lnTo>
                  <a:lnTo>
                    <a:pt x="5638" y="2216927"/>
                  </a:lnTo>
                  <a:lnTo>
                    <a:pt x="5638" y="2215655"/>
                  </a:lnTo>
                  <a:lnTo>
                    <a:pt x="5638" y="2214383"/>
                  </a:lnTo>
                  <a:lnTo>
                    <a:pt x="5638" y="2213111"/>
                  </a:lnTo>
                  <a:lnTo>
                    <a:pt x="5638" y="2211839"/>
                  </a:lnTo>
                  <a:lnTo>
                    <a:pt x="5638" y="2210567"/>
                  </a:lnTo>
                  <a:lnTo>
                    <a:pt x="5638" y="2209296"/>
                  </a:lnTo>
                  <a:lnTo>
                    <a:pt x="5638" y="2208024"/>
                  </a:lnTo>
                  <a:lnTo>
                    <a:pt x="5638" y="2206752"/>
                  </a:lnTo>
                  <a:lnTo>
                    <a:pt x="5638" y="2205480"/>
                  </a:lnTo>
                  <a:lnTo>
                    <a:pt x="5638" y="2204208"/>
                  </a:lnTo>
                  <a:lnTo>
                    <a:pt x="5638" y="2202936"/>
                  </a:lnTo>
                  <a:lnTo>
                    <a:pt x="5638" y="2201664"/>
                  </a:lnTo>
                  <a:lnTo>
                    <a:pt x="5638" y="2200392"/>
                  </a:lnTo>
                  <a:lnTo>
                    <a:pt x="5638" y="2199120"/>
                  </a:lnTo>
                  <a:lnTo>
                    <a:pt x="5638" y="2197848"/>
                  </a:lnTo>
                  <a:lnTo>
                    <a:pt x="5638" y="2196576"/>
                  </a:lnTo>
                  <a:lnTo>
                    <a:pt x="5638" y="2195305"/>
                  </a:lnTo>
                  <a:lnTo>
                    <a:pt x="5638" y="2194033"/>
                  </a:lnTo>
                  <a:lnTo>
                    <a:pt x="5638" y="2192761"/>
                  </a:lnTo>
                  <a:lnTo>
                    <a:pt x="5638" y="2191489"/>
                  </a:lnTo>
                  <a:lnTo>
                    <a:pt x="5638" y="2190217"/>
                  </a:lnTo>
                  <a:lnTo>
                    <a:pt x="5638" y="2188945"/>
                  </a:lnTo>
                  <a:lnTo>
                    <a:pt x="5638" y="2187673"/>
                  </a:lnTo>
                  <a:lnTo>
                    <a:pt x="5638" y="2186401"/>
                  </a:lnTo>
                  <a:lnTo>
                    <a:pt x="7047" y="2186401"/>
                  </a:lnTo>
                  <a:lnTo>
                    <a:pt x="7047" y="2185129"/>
                  </a:lnTo>
                  <a:lnTo>
                    <a:pt x="7047" y="2183857"/>
                  </a:lnTo>
                  <a:lnTo>
                    <a:pt x="7047" y="2182586"/>
                  </a:lnTo>
                  <a:lnTo>
                    <a:pt x="7047" y="2181314"/>
                  </a:lnTo>
                  <a:lnTo>
                    <a:pt x="7047" y="2180042"/>
                  </a:lnTo>
                  <a:lnTo>
                    <a:pt x="7047" y="2178770"/>
                  </a:lnTo>
                  <a:lnTo>
                    <a:pt x="7047" y="2177498"/>
                  </a:lnTo>
                  <a:lnTo>
                    <a:pt x="7047" y="2176226"/>
                  </a:lnTo>
                  <a:lnTo>
                    <a:pt x="7047" y="2174954"/>
                  </a:lnTo>
                  <a:lnTo>
                    <a:pt x="7047" y="2173682"/>
                  </a:lnTo>
                  <a:lnTo>
                    <a:pt x="7047" y="2172410"/>
                  </a:lnTo>
                  <a:lnTo>
                    <a:pt x="7047" y="2171138"/>
                  </a:lnTo>
                  <a:lnTo>
                    <a:pt x="7047" y="2169867"/>
                  </a:lnTo>
                  <a:lnTo>
                    <a:pt x="7047" y="2168595"/>
                  </a:lnTo>
                  <a:lnTo>
                    <a:pt x="7047" y="2167323"/>
                  </a:lnTo>
                  <a:lnTo>
                    <a:pt x="7047" y="2166051"/>
                  </a:lnTo>
                  <a:lnTo>
                    <a:pt x="7047" y="2164779"/>
                  </a:lnTo>
                  <a:lnTo>
                    <a:pt x="7047" y="2163507"/>
                  </a:lnTo>
                  <a:lnTo>
                    <a:pt x="7047" y="2162235"/>
                  </a:lnTo>
                  <a:lnTo>
                    <a:pt x="7047" y="2160963"/>
                  </a:lnTo>
                  <a:lnTo>
                    <a:pt x="7047" y="2159691"/>
                  </a:lnTo>
                  <a:lnTo>
                    <a:pt x="7047" y="2158419"/>
                  </a:lnTo>
                  <a:lnTo>
                    <a:pt x="7047" y="2157147"/>
                  </a:lnTo>
                  <a:lnTo>
                    <a:pt x="7047" y="2155876"/>
                  </a:lnTo>
                  <a:lnTo>
                    <a:pt x="7047" y="2154604"/>
                  </a:lnTo>
                  <a:lnTo>
                    <a:pt x="7047" y="2153332"/>
                  </a:lnTo>
                  <a:lnTo>
                    <a:pt x="7047" y="2152060"/>
                  </a:lnTo>
                  <a:lnTo>
                    <a:pt x="7047" y="2150788"/>
                  </a:lnTo>
                  <a:lnTo>
                    <a:pt x="7047" y="2149516"/>
                  </a:lnTo>
                  <a:lnTo>
                    <a:pt x="7047" y="2148244"/>
                  </a:lnTo>
                  <a:lnTo>
                    <a:pt x="7047" y="2146972"/>
                  </a:lnTo>
                  <a:lnTo>
                    <a:pt x="7047" y="2145700"/>
                  </a:lnTo>
                  <a:lnTo>
                    <a:pt x="7047" y="2144428"/>
                  </a:lnTo>
                  <a:lnTo>
                    <a:pt x="7047" y="2143157"/>
                  </a:lnTo>
                  <a:lnTo>
                    <a:pt x="7047" y="2141885"/>
                  </a:lnTo>
                  <a:lnTo>
                    <a:pt x="7047" y="2140613"/>
                  </a:lnTo>
                  <a:lnTo>
                    <a:pt x="7047" y="2139341"/>
                  </a:lnTo>
                  <a:lnTo>
                    <a:pt x="7047" y="2138069"/>
                  </a:lnTo>
                  <a:lnTo>
                    <a:pt x="7047" y="2136797"/>
                  </a:lnTo>
                  <a:lnTo>
                    <a:pt x="7047" y="2135525"/>
                  </a:lnTo>
                  <a:lnTo>
                    <a:pt x="7047" y="2134253"/>
                  </a:lnTo>
                  <a:lnTo>
                    <a:pt x="7047" y="2132981"/>
                  </a:lnTo>
                  <a:lnTo>
                    <a:pt x="7047" y="2131709"/>
                  </a:lnTo>
                  <a:lnTo>
                    <a:pt x="7047" y="2130438"/>
                  </a:lnTo>
                  <a:lnTo>
                    <a:pt x="7047" y="2129166"/>
                  </a:lnTo>
                  <a:lnTo>
                    <a:pt x="7047" y="2127894"/>
                  </a:lnTo>
                  <a:lnTo>
                    <a:pt x="7047" y="2126622"/>
                  </a:lnTo>
                  <a:lnTo>
                    <a:pt x="7047" y="2125350"/>
                  </a:lnTo>
                  <a:lnTo>
                    <a:pt x="7047" y="2124078"/>
                  </a:lnTo>
                  <a:lnTo>
                    <a:pt x="7047" y="2122806"/>
                  </a:lnTo>
                  <a:lnTo>
                    <a:pt x="7047" y="2121534"/>
                  </a:lnTo>
                  <a:lnTo>
                    <a:pt x="7047" y="2120262"/>
                  </a:lnTo>
                  <a:lnTo>
                    <a:pt x="8457" y="2120262"/>
                  </a:lnTo>
                  <a:lnTo>
                    <a:pt x="8457" y="2118990"/>
                  </a:lnTo>
                  <a:lnTo>
                    <a:pt x="8457" y="2117718"/>
                  </a:lnTo>
                  <a:lnTo>
                    <a:pt x="8457" y="2116447"/>
                  </a:lnTo>
                  <a:lnTo>
                    <a:pt x="8457" y="2115175"/>
                  </a:lnTo>
                  <a:lnTo>
                    <a:pt x="8457" y="2113903"/>
                  </a:lnTo>
                  <a:lnTo>
                    <a:pt x="8457" y="2112631"/>
                  </a:lnTo>
                  <a:lnTo>
                    <a:pt x="8457" y="2111359"/>
                  </a:lnTo>
                  <a:lnTo>
                    <a:pt x="8457" y="2110087"/>
                  </a:lnTo>
                  <a:lnTo>
                    <a:pt x="8457" y="2108815"/>
                  </a:lnTo>
                  <a:lnTo>
                    <a:pt x="8457" y="2107543"/>
                  </a:lnTo>
                  <a:lnTo>
                    <a:pt x="8457" y="2106271"/>
                  </a:lnTo>
                  <a:lnTo>
                    <a:pt x="8457" y="2104999"/>
                  </a:lnTo>
                  <a:lnTo>
                    <a:pt x="8457" y="2103728"/>
                  </a:lnTo>
                  <a:lnTo>
                    <a:pt x="8457" y="2102456"/>
                  </a:lnTo>
                  <a:lnTo>
                    <a:pt x="8457" y="2101184"/>
                  </a:lnTo>
                  <a:lnTo>
                    <a:pt x="8457" y="2099912"/>
                  </a:lnTo>
                  <a:lnTo>
                    <a:pt x="8457" y="2098640"/>
                  </a:lnTo>
                  <a:lnTo>
                    <a:pt x="8457" y="2097368"/>
                  </a:lnTo>
                  <a:lnTo>
                    <a:pt x="8457" y="2096096"/>
                  </a:lnTo>
                  <a:lnTo>
                    <a:pt x="8457" y="2094824"/>
                  </a:lnTo>
                  <a:lnTo>
                    <a:pt x="8457" y="2093552"/>
                  </a:lnTo>
                  <a:lnTo>
                    <a:pt x="8457" y="2092280"/>
                  </a:lnTo>
                  <a:lnTo>
                    <a:pt x="8457" y="2091009"/>
                  </a:lnTo>
                  <a:lnTo>
                    <a:pt x="8457" y="2089737"/>
                  </a:lnTo>
                  <a:lnTo>
                    <a:pt x="8457" y="2088465"/>
                  </a:lnTo>
                  <a:lnTo>
                    <a:pt x="8457" y="2087193"/>
                  </a:lnTo>
                  <a:lnTo>
                    <a:pt x="8457" y="2085921"/>
                  </a:lnTo>
                  <a:lnTo>
                    <a:pt x="9867" y="2085921"/>
                  </a:lnTo>
                  <a:lnTo>
                    <a:pt x="9867" y="2084649"/>
                  </a:lnTo>
                  <a:lnTo>
                    <a:pt x="9867" y="2083377"/>
                  </a:lnTo>
                  <a:lnTo>
                    <a:pt x="9867" y="2082105"/>
                  </a:lnTo>
                  <a:lnTo>
                    <a:pt x="9867" y="2080833"/>
                  </a:lnTo>
                  <a:lnTo>
                    <a:pt x="9867" y="2079561"/>
                  </a:lnTo>
                  <a:lnTo>
                    <a:pt x="9867" y="2078289"/>
                  </a:lnTo>
                  <a:lnTo>
                    <a:pt x="9867" y="2077018"/>
                  </a:lnTo>
                  <a:lnTo>
                    <a:pt x="9867" y="2075746"/>
                  </a:lnTo>
                  <a:lnTo>
                    <a:pt x="9867" y="2074474"/>
                  </a:lnTo>
                  <a:lnTo>
                    <a:pt x="9867" y="2073202"/>
                  </a:lnTo>
                  <a:lnTo>
                    <a:pt x="9867" y="2071930"/>
                  </a:lnTo>
                  <a:lnTo>
                    <a:pt x="9867" y="2070658"/>
                  </a:lnTo>
                  <a:lnTo>
                    <a:pt x="9867" y="2069386"/>
                  </a:lnTo>
                  <a:lnTo>
                    <a:pt x="9867" y="2068114"/>
                  </a:lnTo>
                  <a:lnTo>
                    <a:pt x="9867" y="2066842"/>
                  </a:lnTo>
                  <a:lnTo>
                    <a:pt x="9867" y="2065570"/>
                  </a:lnTo>
                  <a:lnTo>
                    <a:pt x="9867" y="2064299"/>
                  </a:lnTo>
                  <a:lnTo>
                    <a:pt x="9867" y="2063027"/>
                  </a:lnTo>
                  <a:lnTo>
                    <a:pt x="9867" y="2061755"/>
                  </a:lnTo>
                  <a:lnTo>
                    <a:pt x="9867" y="2060483"/>
                  </a:lnTo>
                  <a:lnTo>
                    <a:pt x="9867" y="2059211"/>
                  </a:lnTo>
                  <a:lnTo>
                    <a:pt x="9867" y="2057939"/>
                  </a:lnTo>
                  <a:lnTo>
                    <a:pt x="9867" y="2056667"/>
                  </a:lnTo>
                  <a:lnTo>
                    <a:pt x="9867" y="2055395"/>
                  </a:lnTo>
                  <a:lnTo>
                    <a:pt x="9867" y="2054123"/>
                  </a:lnTo>
                  <a:lnTo>
                    <a:pt x="9867" y="2052851"/>
                  </a:lnTo>
                  <a:lnTo>
                    <a:pt x="9867" y="2051580"/>
                  </a:lnTo>
                  <a:lnTo>
                    <a:pt x="9867" y="2050308"/>
                  </a:lnTo>
                  <a:lnTo>
                    <a:pt x="9867" y="2049036"/>
                  </a:lnTo>
                  <a:lnTo>
                    <a:pt x="9867" y="2047764"/>
                  </a:lnTo>
                  <a:lnTo>
                    <a:pt x="9867" y="2046492"/>
                  </a:lnTo>
                  <a:lnTo>
                    <a:pt x="9867" y="2045220"/>
                  </a:lnTo>
                  <a:lnTo>
                    <a:pt x="9867" y="2043948"/>
                  </a:lnTo>
                  <a:lnTo>
                    <a:pt x="9867" y="2042676"/>
                  </a:lnTo>
                  <a:lnTo>
                    <a:pt x="9867" y="2041404"/>
                  </a:lnTo>
                  <a:lnTo>
                    <a:pt x="9867" y="2040132"/>
                  </a:lnTo>
                  <a:lnTo>
                    <a:pt x="9867" y="2038860"/>
                  </a:lnTo>
                  <a:lnTo>
                    <a:pt x="9867" y="2037589"/>
                  </a:lnTo>
                  <a:lnTo>
                    <a:pt x="9867" y="2036317"/>
                  </a:lnTo>
                  <a:lnTo>
                    <a:pt x="9867" y="2035045"/>
                  </a:lnTo>
                  <a:lnTo>
                    <a:pt x="9867" y="2033773"/>
                  </a:lnTo>
                  <a:lnTo>
                    <a:pt x="9867" y="2032501"/>
                  </a:lnTo>
                  <a:lnTo>
                    <a:pt x="9867" y="2031229"/>
                  </a:lnTo>
                  <a:lnTo>
                    <a:pt x="9867" y="2029957"/>
                  </a:lnTo>
                  <a:lnTo>
                    <a:pt x="9867" y="2028685"/>
                  </a:lnTo>
                  <a:lnTo>
                    <a:pt x="9867" y="2027413"/>
                  </a:lnTo>
                  <a:lnTo>
                    <a:pt x="9867" y="2026141"/>
                  </a:lnTo>
                  <a:lnTo>
                    <a:pt x="9867" y="2024870"/>
                  </a:lnTo>
                  <a:lnTo>
                    <a:pt x="9867" y="2023598"/>
                  </a:lnTo>
                  <a:lnTo>
                    <a:pt x="9867" y="2022326"/>
                  </a:lnTo>
                  <a:lnTo>
                    <a:pt x="9867" y="2021054"/>
                  </a:lnTo>
                  <a:lnTo>
                    <a:pt x="9867" y="2019782"/>
                  </a:lnTo>
                  <a:lnTo>
                    <a:pt x="9867" y="2018510"/>
                  </a:lnTo>
                  <a:lnTo>
                    <a:pt x="9867" y="2017238"/>
                  </a:lnTo>
                  <a:lnTo>
                    <a:pt x="9867" y="2015966"/>
                  </a:lnTo>
                  <a:lnTo>
                    <a:pt x="9867" y="2014694"/>
                  </a:lnTo>
                  <a:lnTo>
                    <a:pt x="9867" y="2013422"/>
                  </a:lnTo>
                  <a:lnTo>
                    <a:pt x="9867" y="2012151"/>
                  </a:lnTo>
                  <a:lnTo>
                    <a:pt x="9867" y="2010879"/>
                  </a:lnTo>
                  <a:lnTo>
                    <a:pt x="9867" y="2009607"/>
                  </a:lnTo>
                  <a:lnTo>
                    <a:pt x="9867" y="2008335"/>
                  </a:lnTo>
                  <a:lnTo>
                    <a:pt x="9867" y="2007063"/>
                  </a:lnTo>
                  <a:lnTo>
                    <a:pt x="9867" y="2005791"/>
                  </a:lnTo>
                  <a:lnTo>
                    <a:pt x="9867" y="2004519"/>
                  </a:lnTo>
                  <a:lnTo>
                    <a:pt x="9867" y="2003247"/>
                  </a:lnTo>
                  <a:lnTo>
                    <a:pt x="9867" y="2001975"/>
                  </a:lnTo>
                  <a:lnTo>
                    <a:pt x="9867" y="2000703"/>
                  </a:lnTo>
                  <a:lnTo>
                    <a:pt x="9867" y="1999431"/>
                  </a:lnTo>
                  <a:lnTo>
                    <a:pt x="9867" y="1998160"/>
                  </a:lnTo>
                  <a:lnTo>
                    <a:pt x="9867" y="1996888"/>
                  </a:lnTo>
                  <a:lnTo>
                    <a:pt x="9867" y="1995616"/>
                  </a:lnTo>
                  <a:lnTo>
                    <a:pt x="9867" y="1994344"/>
                  </a:lnTo>
                  <a:lnTo>
                    <a:pt x="9867" y="1993072"/>
                  </a:lnTo>
                  <a:lnTo>
                    <a:pt x="9867" y="1991800"/>
                  </a:lnTo>
                  <a:lnTo>
                    <a:pt x="9867" y="1990528"/>
                  </a:lnTo>
                  <a:lnTo>
                    <a:pt x="9867" y="1989256"/>
                  </a:lnTo>
                  <a:lnTo>
                    <a:pt x="9867" y="1987984"/>
                  </a:lnTo>
                  <a:lnTo>
                    <a:pt x="9867" y="1986712"/>
                  </a:lnTo>
                  <a:lnTo>
                    <a:pt x="11276" y="1986712"/>
                  </a:lnTo>
                  <a:lnTo>
                    <a:pt x="11276" y="1985441"/>
                  </a:lnTo>
                  <a:lnTo>
                    <a:pt x="11276" y="1984169"/>
                  </a:lnTo>
                  <a:lnTo>
                    <a:pt x="11276" y="1982897"/>
                  </a:lnTo>
                  <a:lnTo>
                    <a:pt x="11276" y="1981625"/>
                  </a:lnTo>
                  <a:lnTo>
                    <a:pt x="11276" y="1980353"/>
                  </a:lnTo>
                  <a:lnTo>
                    <a:pt x="11276" y="1979081"/>
                  </a:lnTo>
                  <a:lnTo>
                    <a:pt x="11276" y="1977809"/>
                  </a:lnTo>
                  <a:lnTo>
                    <a:pt x="11276" y="1976537"/>
                  </a:lnTo>
                  <a:lnTo>
                    <a:pt x="11276" y="1975265"/>
                  </a:lnTo>
                  <a:lnTo>
                    <a:pt x="11276" y="1973993"/>
                  </a:lnTo>
                  <a:lnTo>
                    <a:pt x="11276" y="1972722"/>
                  </a:lnTo>
                  <a:lnTo>
                    <a:pt x="11276" y="1971450"/>
                  </a:lnTo>
                  <a:lnTo>
                    <a:pt x="11276" y="1970178"/>
                  </a:lnTo>
                  <a:lnTo>
                    <a:pt x="11276" y="1968906"/>
                  </a:lnTo>
                  <a:lnTo>
                    <a:pt x="11276" y="1967634"/>
                  </a:lnTo>
                  <a:lnTo>
                    <a:pt x="11276" y="1966362"/>
                  </a:lnTo>
                  <a:lnTo>
                    <a:pt x="11276" y="1965090"/>
                  </a:lnTo>
                  <a:lnTo>
                    <a:pt x="11276" y="1963818"/>
                  </a:lnTo>
                  <a:lnTo>
                    <a:pt x="11276" y="1962546"/>
                  </a:lnTo>
                  <a:lnTo>
                    <a:pt x="11276" y="1961274"/>
                  </a:lnTo>
                  <a:lnTo>
                    <a:pt x="11276" y="1960002"/>
                  </a:lnTo>
                  <a:lnTo>
                    <a:pt x="11276" y="1958731"/>
                  </a:lnTo>
                  <a:lnTo>
                    <a:pt x="11276" y="1957459"/>
                  </a:lnTo>
                  <a:lnTo>
                    <a:pt x="11276" y="1956187"/>
                  </a:lnTo>
                  <a:lnTo>
                    <a:pt x="11276" y="1954915"/>
                  </a:lnTo>
                  <a:lnTo>
                    <a:pt x="11276" y="1953643"/>
                  </a:lnTo>
                  <a:lnTo>
                    <a:pt x="11276" y="1952371"/>
                  </a:lnTo>
                  <a:lnTo>
                    <a:pt x="11276" y="1951099"/>
                  </a:lnTo>
                  <a:lnTo>
                    <a:pt x="11276" y="1949827"/>
                  </a:lnTo>
                  <a:lnTo>
                    <a:pt x="11276" y="1948555"/>
                  </a:lnTo>
                  <a:lnTo>
                    <a:pt x="11276" y="1947283"/>
                  </a:lnTo>
                  <a:lnTo>
                    <a:pt x="11276" y="1946012"/>
                  </a:lnTo>
                  <a:lnTo>
                    <a:pt x="11276" y="1944740"/>
                  </a:lnTo>
                  <a:lnTo>
                    <a:pt x="11276" y="1943468"/>
                  </a:lnTo>
                  <a:lnTo>
                    <a:pt x="11276" y="1942196"/>
                  </a:lnTo>
                  <a:lnTo>
                    <a:pt x="11276" y="1940924"/>
                  </a:lnTo>
                  <a:lnTo>
                    <a:pt x="11276" y="1939652"/>
                  </a:lnTo>
                  <a:lnTo>
                    <a:pt x="11276" y="1938380"/>
                  </a:lnTo>
                  <a:lnTo>
                    <a:pt x="11276" y="1937108"/>
                  </a:lnTo>
                  <a:lnTo>
                    <a:pt x="11276" y="1935836"/>
                  </a:lnTo>
                  <a:lnTo>
                    <a:pt x="11276" y="1934564"/>
                  </a:lnTo>
                  <a:lnTo>
                    <a:pt x="11276" y="1933293"/>
                  </a:lnTo>
                  <a:lnTo>
                    <a:pt x="11276" y="1932021"/>
                  </a:lnTo>
                  <a:lnTo>
                    <a:pt x="11276" y="1930749"/>
                  </a:lnTo>
                  <a:lnTo>
                    <a:pt x="11276" y="1929477"/>
                  </a:lnTo>
                  <a:lnTo>
                    <a:pt x="11276" y="1928205"/>
                  </a:lnTo>
                  <a:lnTo>
                    <a:pt x="11276" y="1926933"/>
                  </a:lnTo>
                  <a:lnTo>
                    <a:pt x="11276" y="1925661"/>
                  </a:lnTo>
                  <a:lnTo>
                    <a:pt x="11276" y="1924389"/>
                  </a:lnTo>
                  <a:lnTo>
                    <a:pt x="11276" y="1923117"/>
                  </a:lnTo>
                  <a:lnTo>
                    <a:pt x="11276" y="1921845"/>
                  </a:lnTo>
                  <a:lnTo>
                    <a:pt x="11276" y="1920573"/>
                  </a:lnTo>
                  <a:lnTo>
                    <a:pt x="11276" y="1919302"/>
                  </a:lnTo>
                  <a:lnTo>
                    <a:pt x="11276" y="1918030"/>
                  </a:lnTo>
                  <a:lnTo>
                    <a:pt x="11276" y="1916758"/>
                  </a:lnTo>
                  <a:lnTo>
                    <a:pt x="11276" y="1915486"/>
                  </a:lnTo>
                  <a:lnTo>
                    <a:pt x="11276" y="1914214"/>
                  </a:lnTo>
                  <a:lnTo>
                    <a:pt x="11276" y="1912942"/>
                  </a:lnTo>
                  <a:lnTo>
                    <a:pt x="11276" y="1911670"/>
                  </a:lnTo>
                  <a:lnTo>
                    <a:pt x="11276" y="1910398"/>
                  </a:lnTo>
                  <a:lnTo>
                    <a:pt x="11276" y="1909126"/>
                  </a:lnTo>
                  <a:lnTo>
                    <a:pt x="11276" y="1907854"/>
                  </a:lnTo>
                  <a:lnTo>
                    <a:pt x="11276" y="1906583"/>
                  </a:lnTo>
                  <a:lnTo>
                    <a:pt x="12686" y="1906583"/>
                  </a:lnTo>
                  <a:lnTo>
                    <a:pt x="12686" y="1905311"/>
                  </a:lnTo>
                  <a:lnTo>
                    <a:pt x="12686" y="1904039"/>
                  </a:lnTo>
                  <a:lnTo>
                    <a:pt x="12686" y="1902767"/>
                  </a:lnTo>
                  <a:lnTo>
                    <a:pt x="12686" y="1901495"/>
                  </a:lnTo>
                  <a:lnTo>
                    <a:pt x="12686" y="1900223"/>
                  </a:lnTo>
                  <a:lnTo>
                    <a:pt x="12686" y="1898951"/>
                  </a:lnTo>
                  <a:lnTo>
                    <a:pt x="12686" y="1897679"/>
                  </a:lnTo>
                  <a:lnTo>
                    <a:pt x="12686" y="1896407"/>
                  </a:lnTo>
                  <a:lnTo>
                    <a:pt x="12686" y="1895135"/>
                  </a:lnTo>
                  <a:lnTo>
                    <a:pt x="12686" y="1893864"/>
                  </a:lnTo>
                  <a:lnTo>
                    <a:pt x="12686" y="1892592"/>
                  </a:lnTo>
                  <a:lnTo>
                    <a:pt x="12686" y="1891320"/>
                  </a:lnTo>
                  <a:lnTo>
                    <a:pt x="14095" y="1891320"/>
                  </a:lnTo>
                  <a:lnTo>
                    <a:pt x="14095" y="1890048"/>
                  </a:lnTo>
                  <a:lnTo>
                    <a:pt x="14095" y="1888776"/>
                  </a:lnTo>
                  <a:lnTo>
                    <a:pt x="14095" y="1887504"/>
                  </a:lnTo>
                  <a:lnTo>
                    <a:pt x="14095" y="1886232"/>
                  </a:lnTo>
                  <a:lnTo>
                    <a:pt x="14095" y="1884960"/>
                  </a:lnTo>
                  <a:lnTo>
                    <a:pt x="14095" y="1883688"/>
                  </a:lnTo>
                  <a:lnTo>
                    <a:pt x="14095" y="1882416"/>
                  </a:lnTo>
                  <a:lnTo>
                    <a:pt x="14095" y="1881144"/>
                  </a:lnTo>
                  <a:lnTo>
                    <a:pt x="14095" y="1879873"/>
                  </a:lnTo>
                  <a:lnTo>
                    <a:pt x="14095" y="1878601"/>
                  </a:lnTo>
                  <a:lnTo>
                    <a:pt x="14095" y="1877329"/>
                  </a:lnTo>
                  <a:lnTo>
                    <a:pt x="14095" y="1876057"/>
                  </a:lnTo>
                  <a:lnTo>
                    <a:pt x="14095" y="1874785"/>
                  </a:lnTo>
                  <a:lnTo>
                    <a:pt x="15505" y="1874785"/>
                  </a:lnTo>
                  <a:lnTo>
                    <a:pt x="15505" y="1873513"/>
                  </a:lnTo>
                  <a:lnTo>
                    <a:pt x="15505" y="1872241"/>
                  </a:lnTo>
                  <a:lnTo>
                    <a:pt x="15505" y="1870969"/>
                  </a:lnTo>
                  <a:lnTo>
                    <a:pt x="15505" y="1869697"/>
                  </a:lnTo>
                  <a:lnTo>
                    <a:pt x="15505" y="1868425"/>
                  </a:lnTo>
                  <a:lnTo>
                    <a:pt x="15505" y="1867154"/>
                  </a:lnTo>
                  <a:lnTo>
                    <a:pt x="15505" y="1865882"/>
                  </a:lnTo>
                  <a:lnTo>
                    <a:pt x="15505" y="1864610"/>
                  </a:lnTo>
                  <a:lnTo>
                    <a:pt x="15505" y="1863338"/>
                  </a:lnTo>
                  <a:lnTo>
                    <a:pt x="15505" y="1862066"/>
                  </a:lnTo>
                  <a:lnTo>
                    <a:pt x="15505" y="1860794"/>
                  </a:lnTo>
                  <a:lnTo>
                    <a:pt x="15505" y="1859522"/>
                  </a:lnTo>
                  <a:lnTo>
                    <a:pt x="15505" y="1858250"/>
                  </a:lnTo>
                  <a:lnTo>
                    <a:pt x="15505" y="1856978"/>
                  </a:lnTo>
                  <a:lnTo>
                    <a:pt x="15505" y="1855706"/>
                  </a:lnTo>
                  <a:lnTo>
                    <a:pt x="15505" y="1854434"/>
                  </a:lnTo>
                  <a:lnTo>
                    <a:pt x="15505" y="1853163"/>
                  </a:lnTo>
                  <a:lnTo>
                    <a:pt x="15505" y="1851891"/>
                  </a:lnTo>
                  <a:lnTo>
                    <a:pt x="15505" y="1850619"/>
                  </a:lnTo>
                  <a:lnTo>
                    <a:pt x="15505" y="1849347"/>
                  </a:lnTo>
                  <a:lnTo>
                    <a:pt x="15505" y="1848075"/>
                  </a:lnTo>
                  <a:lnTo>
                    <a:pt x="15505" y="1846803"/>
                  </a:lnTo>
                  <a:lnTo>
                    <a:pt x="16915" y="1846803"/>
                  </a:lnTo>
                  <a:lnTo>
                    <a:pt x="16915" y="1845531"/>
                  </a:lnTo>
                  <a:lnTo>
                    <a:pt x="16915" y="1844259"/>
                  </a:lnTo>
                  <a:lnTo>
                    <a:pt x="18324" y="1844259"/>
                  </a:lnTo>
                  <a:lnTo>
                    <a:pt x="18324" y="1842987"/>
                  </a:lnTo>
                  <a:lnTo>
                    <a:pt x="18324" y="1841715"/>
                  </a:lnTo>
                  <a:lnTo>
                    <a:pt x="18324" y="1840444"/>
                  </a:lnTo>
                  <a:lnTo>
                    <a:pt x="18324" y="1839172"/>
                  </a:lnTo>
                  <a:lnTo>
                    <a:pt x="18324" y="1837900"/>
                  </a:lnTo>
                  <a:lnTo>
                    <a:pt x="18324" y="1836628"/>
                  </a:lnTo>
                  <a:lnTo>
                    <a:pt x="18324" y="1835356"/>
                  </a:lnTo>
                  <a:lnTo>
                    <a:pt x="18324" y="1834084"/>
                  </a:lnTo>
                  <a:lnTo>
                    <a:pt x="18324" y="1832812"/>
                  </a:lnTo>
                  <a:lnTo>
                    <a:pt x="18324" y="1831540"/>
                  </a:lnTo>
                  <a:lnTo>
                    <a:pt x="18324" y="1830268"/>
                  </a:lnTo>
                  <a:lnTo>
                    <a:pt x="18324" y="1828996"/>
                  </a:lnTo>
                  <a:lnTo>
                    <a:pt x="18324" y="1827725"/>
                  </a:lnTo>
                  <a:lnTo>
                    <a:pt x="18324" y="1826453"/>
                  </a:lnTo>
                  <a:lnTo>
                    <a:pt x="18324" y="1825181"/>
                  </a:lnTo>
                  <a:lnTo>
                    <a:pt x="18324" y="1823909"/>
                  </a:lnTo>
                  <a:lnTo>
                    <a:pt x="18324" y="1822637"/>
                  </a:lnTo>
                  <a:lnTo>
                    <a:pt x="18324" y="1821365"/>
                  </a:lnTo>
                  <a:lnTo>
                    <a:pt x="18324" y="1820093"/>
                  </a:lnTo>
                  <a:lnTo>
                    <a:pt x="18324" y="1818821"/>
                  </a:lnTo>
                  <a:lnTo>
                    <a:pt x="18324" y="1817549"/>
                  </a:lnTo>
                  <a:lnTo>
                    <a:pt x="18324" y="1816277"/>
                  </a:lnTo>
                  <a:lnTo>
                    <a:pt x="18324" y="1815005"/>
                  </a:lnTo>
                  <a:lnTo>
                    <a:pt x="18324" y="1813734"/>
                  </a:lnTo>
                  <a:lnTo>
                    <a:pt x="18324" y="1812462"/>
                  </a:lnTo>
                  <a:lnTo>
                    <a:pt x="18324" y="1811190"/>
                  </a:lnTo>
                  <a:lnTo>
                    <a:pt x="18324" y="1809918"/>
                  </a:lnTo>
                  <a:lnTo>
                    <a:pt x="18324" y="1808646"/>
                  </a:lnTo>
                  <a:lnTo>
                    <a:pt x="18324" y="1807374"/>
                  </a:lnTo>
                  <a:lnTo>
                    <a:pt x="18324" y="1806102"/>
                  </a:lnTo>
                  <a:lnTo>
                    <a:pt x="18324" y="1804830"/>
                  </a:lnTo>
                  <a:lnTo>
                    <a:pt x="18324" y="1803558"/>
                  </a:lnTo>
                  <a:lnTo>
                    <a:pt x="18324" y="1802286"/>
                  </a:lnTo>
                  <a:lnTo>
                    <a:pt x="18324" y="1801015"/>
                  </a:lnTo>
                  <a:lnTo>
                    <a:pt x="18324" y="1799743"/>
                  </a:lnTo>
                  <a:lnTo>
                    <a:pt x="18324" y="1798471"/>
                  </a:lnTo>
                  <a:lnTo>
                    <a:pt x="18324" y="1797199"/>
                  </a:lnTo>
                  <a:lnTo>
                    <a:pt x="18324" y="1795927"/>
                  </a:lnTo>
                  <a:lnTo>
                    <a:pt x="18324" y="1794655"/>
                  </a:lnTo>
                  <a:lnTo>
                    <a:pt x="18324" y="1793383"/>
                  </a:lnTo>
                  <a:lnTo>
                    <a:pt x="18324" y="1792111"/>
                  </a:lnTo>
                  <a:lnTo>
                    <a:pt x="18324" y="1790839"/>
                  </a:lnTo>
                  <a:lnTo>
                    <a:pt x="18324" y="1789567"/>
                  </a:lnTo>
                  <a:lnTo>
                    <a:pt x="18324" y="1788296"/>
                  </a:lnTo>
                  <a:lnTo>
                    <a:pt x="18324" y="1787024"/>
                  </a:lnTo>
                  <a:lnTo>
                    <a:pt x="18324" y="1785752"/>
                  </a:lnTo>
                  <a:lnTo>
                    <a:pt x="18324" y="1784480"/>
                  </a:lnTo>
                  <a:lnTo>
                    <a:pt x="19734" y="1784480"/>
                  </a:lnTo>
                  <a:lnTo>
                    <a:pt x="19734" y="1783208"/>
                  </a:lnTo>
                  <a:lnTo>
                    <a:pt x="19734" y="1781936"/>
                  </a:lnTo>
                  <a:lnTo>
                    <a:pt x="19734" y="1780664"/>
                  </a:lnTo>
                  <a:lnTo>
                    <a:pt x="19734" y="1779392"/>
                  </a:lnTo>
                  <a:lnTo>
                    <a:pt x="19734" y="1778120"/>
                  </a:lnTo>
                  <a:lnTo>
                    <a:pt x="19734" y="1776848"/>
                  </a:lnTo>
                  <a:lnTo>
                    <a:pt x="19734" y="1775576"/>
                  </a:lnTo>
                  <a:lnTo>
                    <a:pt x="21143" y="1775576"/>
                  </a:lnTo>
                  <a:lnTo>
                    <a:pt x="21143" y="1774305"/>
                  </a:lnTo>
                  <a:lnTo>
                    <a:pt x="21143" y="1773033"/>
                  </a:lnTo>
                  <a:lnTo>
                    <a:pt x="21143" y="1771761"/>
                  </a:lnTo>
                  <a:lnTo>
                    <a:pt x="22553" y="1771761"/>
                  </a:lnTo>
                  <a:lnTo>
                    <a:pt x="22553" y="1770489"/>
                  </a:lnTo>
                  <a:lnTo>
                    <a:pt x="22553" y="1769217"/>
                  </a:lnTo>
                  <a:lnTo>
                    <a:pt x="22553" y="1767945"/>
                  </a:lnTo>
                  <a:lnTo>
                    <a:pt x="22553" y="1766673"/>
                  </a:lnTo>
                  <a:lnTo>
                    <a:pt x="22553" y="1765401"/>
                  </a:lnTo>
                  <a:lnTo>
                    <a:pt x="22553" y="1764129"/>
                  </a:lnTo>
                  <a:lnTo>
                    <a:pt x="22553" y="1762857"/>
                  </a:lnTo>
                  <a:lnTo>
                    <a:pt x="22553" y="1761586"/>
                  </a:lnTo>
                  <a:lnTo>
                    <a:pt x="22553" y="1760314"/>
                  </a:lnTo>
                  <a:lnTo>
                    <a:pt x="22553" y="1759042"/>
                  </a:lnTo>
                  <a:lnTo>
                    <a:pt x="22553" y="1757770"/>
                  </a:lnTo>
                  <a:lnTo>
                    <a:pt x="22553" y="1756498"/>
                  </a:lnTo>
                  <a:lnTo>
                    <a:pt x="22553" y="1755226"/>
                  </a:lnTo>
                  <a:lnTo>
                    <a:pt x="22553" y="1753954"/>
                  </a:lnTo>
                  <a:lnTo>
                    <a:pt x="23963" y="1753954"/>
                  </a:lnTo>
                  <a:lnTo>
                    <a:pt x="23963" y="1752682"/>
                  </a:lnTo>
                  <a:lnTo>
                    <a:pt x="23963" y="1751410"/>
                  </a:lnTo>
                  <a:lnTo>
                    <a:pt x="23963" y="1750138"/>
                  </a:lnTo>
                  <a:lnTo>
                    <a:pt x="23963" y="1748867"/>
                  </a:lnTo>
                  <a:lnTo>
                    <a:pt x="23963" y="1747595"/>
                  </a:lnTo>
                  <a:lnTo>
                    <a:pt x="23963" y="1746323"/>
                  </a:lnTo>
                  <a:lnTo>
                    <a:pt x="25372" y="1746323"/>
                  </a:lnTo>
                  <a:lnTo>
                    <a:pt x="25372" y="1745051"/>
                  </a:lnTo>
                  <a:lnTo>
                    <a:pt x="26782" y="1745051"/>
                  </a:lnTo>
                  <a:lnTo>
                    <a:pt x="26782" y="1743779"/>
                  </a:lnTo>
                  <a:lnTo>
                    <a:pt x="26782" y="1742507"/>
                  </a:lnTo>
                  <a:lnTo>
                    <a:pt x="26782" y="1741235"/>
                  </a:lnTo>
                  <a:lnTo>
                    <a:pt x="26782" y="1739963"/>
                  </a:lnTo>
                  <a:lnTo>
                    <a:pt x="26782" y="1738691"/>
                  </a:lnTo>
                  <a:lnTo>
                    <a:pt x="26782" y="1737419"/>
                  </a:lnTo>
                  <a:lnTo>
                    <a:pt x="26782" y="1736147"/>
                  </a:lnTo>
                  <a:lnTo>
                    <a:pt x="26782" y="1734876"/>
                  </a:lnTo>
                  <a:lnTo>
                    <a:pt x="26782" y="1733604"/>
                  </a:lnTo>
                  <a:lnTo>
                    <a:pt x="26782" y="1732332"/>
                  </a:lnTo>
                  <a:lnTo>
                    <a:pt x="26782" y="1731060"/>
                  </a:lnTo>
                  <a:lnTo>
                    <a:pt x="26782" y="1729788"/>
                  </a:lnTo>
                  <a:lnTo>
                    <a:pt x="26782" y="1728516"/>
                  </a:lnTo>
                  <a:lnTo>
                    <a:pt x="26782" y="1727244"/>
                  </a:lnTo>
                  <a:lnTo>
                    <a:pt x="28191" y="1727244"/>
                  </a:lnTo>
                  <a:lnTo>
                    <a:pt x="28191" y="1725972"/>
                  </a:lnTo>
                  <a:lnTo>
                    <a:pt x="28191" y="1724700"/>
                  </a:lnTo>
                  <a:lnTo>
                    <a:pt x="28191" y="1723428"/>
                  </a:lnTo>
                  <a:lnTo>
                    <a:pt x="28191" y="1722157"/>
                  </a:lnTo>
                  <a:lnTo>
                    <a:pt x="28191" y="1720885"/>
                  </a:lnTo>
                  <a:lnTo>
                    <a:pt x="28191" y="1719613"/>
                  </a:lnTo>
                  <a:lnTo>
                    <a:pt x="28191" y="1718341"/>
                  </a:lnTo>
                  <a:lnTo>
                    <a:pt x="28191" y="1717069"/>
                  </a:lnTo>
                  <a:lnTo>
                    <a:pt x="28191" y="1715797"/>
                  </a:lnTo>
                  <a:lnTo>
                    <a:pt x="28191" y="1714525"/>
                  </a:lnTo>
                  <a:lnTo>
                    <a:pt x="28191" y="1713253"/>
                  </a:lnTo>
                  <a:lnTo>
                    <a:pt x="28191" y="1711981"/>
                  </a:lnTo>
                  <a:lnTo>
                    <a:pt x="28191" y="1710709"/>
                  </a:lnTo>
                  <a:lnTo>
                    <a:pt x="28191" y="1709438"/>
                  </a:lnTo>
                  <a:lnTo>
                    <a:pt x="28191" y="1708166"/>
                  </a:lnTo>
                  <a:lnTo>
                    <a:pt x="28191" y="1706894"/>
                  </a:lnTo>
                  <a:lnTo>
                    <a:pt x="28191" y="1705622"/>
                  </a:lnTo>
                  <a:lnTo>
                    <a:pt x="28191" y="1704350"/>
                  </a:lnTo>
                  <a:lnTo>
                    <a:pt x="28191" y="1703078"/>
                  </a:lnTo>
                  <a:lnTo>
                    <a:pt x="28191" y="1701806"/>
                  </a:lnTo>
                  <a:lnTo>
                    <a:pt x="28191" y="1700534"/>
                  </a:lnTo>
                  <a:lnTo>
                    <a:pt x="28191" y="1699262"/>
                  </a:lnTo>
                  <a:lnTo>
                    <a:pt x="28191" y="1697990"/>
                  </a:lnTo>
                  <a:lnTo>
                    <a:pt x="29601" y="1697990"/>
                  </a:lnTo>
                  <a:lnTo>
                    <a:pt x="29601" y="1696718"/>
                  </a:lnTo>
                  <a:lnTo>
                    <a:pt x="29601" y="1695447"/>
                  </a:lnTo>
                  <a:lnTo>
                    <a:pt x="29601" y="1694175"/>
                  </a:lnTo>
                  <a:lnTo>
                    <a:pt x="29601" y="1692903"/>
                  </a:lnTo>
                  <a:lnTo>
                    <a:pt x="29601" y="1691631"/>
                  </a:lnTo>
                  <a:lnTo>
                    <a:pt x="29601" y="1690359"/>
                  </a:lnTo>
                  <a:lnTo>
                    <a:pt x="29601" y="1689087"/>
                  </a:lnTo>
                  <a:lnTo>
                    <a:pt x="29601" y="1687815"/>
                  </a:lnTo>
                  <a:lnTo>
                    <a:pt x="29601" y="1686543"/>
                  </a:lnTo>
                  <a:lnTo>
                    <a:pt x="29601" y="1685271"/>
                  </a:lnTo>
                  <a:lnTo>
                    <a:pt x="29601" y="1683999"/>
                  </a:lnTo>
                  <a:lnTo>
                    <a:pt x="29601" y="1682728"/>
                  </a:lnTo>
                  <a:lnTo>
                    <a:pt x="29601" y="1681456"/>
                  </a:lnTo>
                  <a:lnTo>
                    <a:pt x="29601" y="1680184"/>
                  </a:lnTo>
                  <a:lnTo>
                    <a:pt x="29601" y="1678912"/>
                  </a:lnTo>
                  <a:lnTo>
                    <a:pt x="29601" y="1677640"/>
                  </a:lnTo>
                  <a:lnTo>
                    <a:pt x="29601" y="1676368"/>
                  </a:lnTo>
                  <a:lnTo>
                    <a:pt x="29601" y="1675096"/>
                  </a:lnTo>
                  <a:lnTo>
                    <a:pt x="29601" y="1673824"/>
                  </a:lnTo>
                  <a:lnTo>
                    <a:pt x="29601" y="1672552"/>
                  </a:lnTo>
                  <a:lnTo>
                    <a:pt x="29601" y="1671280"/>
                  </a:lnTo>
                  <a:lnTo>
                    <a:pt x="29601" y="1670009"/>
                  </a:lnTo>
                  <a:lnTo>
                    <a:pt x="29601" y="1668737"/>
                  </a:lnTo>
                  <a:lnTo>
                    <a:pt x="29601" y="1667465"/>
                  </a:lnTo>
                  <a:lnTo>
                    <a:pt x="29601" y="1666193"/>
                  </a:lnTo>
                  <a:lnTo>
                    <a:pt x="29601" y="1664921"/>
                  </a:lnTo>
                  <a:lnTo>
                    <a:pt x="29601" y="1663649"/>
                  </a:lnTo>
                  <a:lnTo>
                    <a:pt x="29601" y="1662377"/>
                  </a:lnTo>
                  <a:lnTo>
                    <a:pt x="29601" y="1661105"/>
                  </a:lnTo>
                  <a:lnTo>
                    <a:pt x="29601" y="1659833"/>
                  </a:lnTo>
                  <a:lnTo>
                    <a:pt x="29601" y="1658561"/>
                  </a:lnTo>
                  <a:lnTo>
                    <a:pt x="31011" y="1658561"/>
                  </a:lnTo>
                  <a:lnTo>
                    <a:pt x="31011" y="1657289"/>
                  </a:lnTo>
                  <a:lnTo>
                    <a:pt x="31011" y="1656018"/>
                  </a:lnTo>
                  <a:lnTo>
                    <a:pt x="31011" y="1654746"/>
                  </a:lnTo>
                  <a:lnTo>
                    <a:pt x="31011" y="1653474"/>
                  </a:lnTo>
                  <a:lnTo>
                    <a:pt x="31011" y="1652202"/>
                  </a:lnTo>
                  <a:lnTo>
                    <a:pt x="32420" y="1652202"/>
                  </a:lnTo>
                  <a:lnTo>
                    <a:pt x="32420" y="1650930"/>
                  </a:lnTo>
                  <a:lnTo>
                    <a:pt x="32420" y="1649658"/>
                  </a:lnTo>
                  <a:lnTo>
                    <a:pt x="32420" y="1648386"/>
                  </a:lnTo>
                  <a:lnTo>
                    <a:pt x="32420" y="1647114"/>
                  </a:lnTo>
                  <a:lnTo>
                    <a:pt x="32420" y="1645842"/>
                  </a:lnTo>
                  <a:lnTo>
                    <a:pt x="32420" y="1644570"/>
                  </a:lnTo>
                  <a:lnTo>
                    <a:pt x="32420" y="1643299"/>
                  </a:lnTo>
                  <a:lnTo>
                    <a:pt x="32420" y="1642027"/>
                  </a:lnTo>
                  <a:lnTo>
                    <a:pt x="32420" y="1640755"/>
                  </a:lnTo>
                  <a:lnTo>
                    <a:pt x="32420" y="1639483"/>
                  </a:lnTo>
                  <a:lnTo>
                    <a:pt x="32420" y="1638211"/>
                  </a:lnTo>
                  <a:lnTo>
                    <a:pt x="32420" y="1636939"/>
                  </a:lnTo>
                  <a:lnTo>
                    <a:pt x="32420" y="1635667"/>
                  </a:lnTo>
                  <a:lnTo>
                    <a:pt x="32420" y="1634395"/>
                  </a:lnTo>
                  <a:lnTo>
                    <a:pt x="32420" y="1633123"/>
                  </a:lnTo>
                  <a:lnTo>
                    <a:pt x="32420" y="1631851"/>
                  </a:lnTo>
                  <a:lnTo>
                    <a:pt x="32420" y="1630580"/>
                  </a:lnTo>
                  <a:lnTo>
                    <a:pt x="32420" y="1629308"/>
                  </a:lnTo>
                  <a:lnTo>
                    <a:pt x="32420" y="1628036"/>
                  </a:lnTo>
                  <a:lnTo>
                    <a:pt x="32420" y="1626764"/>
                  </a:lnTo>
                  <a:lnTo>
                    <a:pt x="32420" y="1625492"/>
                  </a:lnTo>
                  <a:lnTo>
                    <a:pt x="32420" y="1624220"/>
                  </a:lnTo>
                  <a:lnTo>
                    <a:pt x="33830" y="1624220"/>
                  </a:lnTo>
                  <a:lnTo>
                    <a:pt x="33830" y="1622948"/>
                  </a:lnTo>
                  <a:lnTo>
                    <a:pt x="33830" y="1621676"/>
                  </a:lnTo>
                  <a:lnTo>
                    <a:pt x="33830" y="1620404"/>
                  </a:lnTo>
                  <a:lnTo>
                    <a:pt x="33830" y="1619132"/>
                  </a:lnTo>
                  <a:lnTo>
                    <a:pt x="33830" y="1617860"/>
                  </a:lnTo>
                  <a:lnTo>
                    <a:pt x="33830" y="1616589"/>
                  </a:lnTo>
                  <a:lnTo>
                    <a:pt x="33830" y="1615317"/>
                  </a:lnTo>
                  <a:lnTo>
                    <a:pt x="33830" y="1614045"/>
                  </a:lnTo>
                  <a:lnTo>
                    <a:pt x="33830" y="1612773"/>
                  </a:lnTo>
                  <a:lnTo>
                    <a:pt x="33830" y="1611501"/>
                  </a:lnTo>
                  <a:lnTo>
                    <a:pt x="33830" y="1610229"/>
                  </a:lnTo>
                  <a:lnTo>
                    <a:pt x="33830" y="1608957"/>
                  </a:lnTo>
                  <a:lnTo>
                    <a:pt x="35239" y="1608957"/>
                  </a:lnTo>
                  <a:lnTo>
                    <a:pt x="35239" y="1607685"/>
                  </a:lnTo>
                  <a:lnTo>
                    <a:pt x="35239" y="1606413"/>
                  </a:lnTo>
                  <a:lnTo>
                    <a:pt x="36649" y="1606413"/>
                  </a:lnTo>
                  <a:lnTo>
                    <a:pt x="36649" y="1605141"/>
                  </a:lnTo>
                  <a:lnTo>
                    <a:pt x="36649" y="1603870"/>
                  </a:lnTo>
                  <a:lnTo>
                    <a:pt x="38059" y="1603870"/>
                  </a:lnTo>
                  <a:lnTo>
                    <a:pt x="38059" y="1602598"/>
                  </a:lnTo>
                  <a:lnTo>
                    <a:pt x="39468" y="1602598"/>
                  </a:lnTo>
                  <a:lnTo>
                    <a:pt x="39468" y="1601326"/>
                  </a:lnTo>
                  <a:lnTo>
                    <a:pt x="39468" y="1600054"/>
                  </a:lnTo>
                  <a:lnTo>
                    <a:pt x="39468" y="1598782"/>
                  </a:lnTo>
                  <a:lnTo>
                    <a:pt x="39468" y="1597510"/>
                  </a:lnTo>
                  <a:lnTo>
                    <a:pt x="39468" y="1596238"/>
                  </a:lnTo>
                  <a:lnTo>
                    <a:pt x="39468" y="1594966"/>
                  </a:lnTo>
                  <a:lnTo>
                    <a:pt x="39468" y="1593694"/>
                  </a:lnTo>
                  <a:lnTo>
                    <a:pt x="39468" y="1592422"/>
                  </a:lnTo>
                  <a:lnTo>
                    <a:pt x="39468" y="1591151"/>
                  </a:lnTo>
                  <a:lnTo>
                    <a:pt x="39468" y="1589879"/>
                  </a:lnTo>
                  <a:lnTo>
                    <a:pt x="39468" y="1588607"/>
                  </a:lnTo>
                  <a:lnTo>
                    <a:pt x="39468" y="1587335"/>
                  </a:lnTo>
                  <a:lnTo>
                    <a:pt x="39468" y="1586063"/>
                  </a:lnTo>
                  <a:lnTo>
                    <a:pt x="39468" y="1584791"/>
                  </a:lnTo>
                  <a:lnTo>
                    <a:pt x="39468" y="1583519"/>
                  </a:lnTo>
                  <a:lnTo>
                    <a:pt x="39468" y="1582247"/>
                  </a:lnTo>
                  <a:lnTo>
                    <a:pt x="39468" y="1580975"/>
                  </a:lnTo>
                  <a:lnTo>
                    <a:pt x="39468" y="1579703"/>
                  </a:lnTo>
                  <a:lnTo>
                    <a:pt x="39468" y="1578431"/>
                  </a:lnTo>
                  <a:lnTo>
                    <a:pt x="40878" y="1578431"/>
                  </a:lnTo>
                  <a:lnTo>
                    <a:pt x="40878" y="1577160"/>
                  </a:lnTo>
                  <a:lnTo>
                    <a:pt x="40878" y="1575888"/>
                  </a:lnTo>
                  <a:lnTo>
                    <a:pt x="40878" y="1574616"/>
                  </a:lnTo>
                  <a:lnTo>
                    <a:pt x="40878" y="1573344"/>
                  </a:lnTo>
                  <a:lnTo>
                    <a:pt x="40878" y="1572072"/>
                  </a:lnTo>
                  <a:lnTo>
                    <a:pt x="40878" y="1570800"/>
                  </a:lnTo>
                  <a:lnTo>
                    <a:pt x="40878" y="1569528"/>
                  </a:lnTo>
                  <a:lnTo>
                    <a:pt x="40878" y="1568256"/>
                  </a:lnTo>
                  <a:lnTo>
                    <a:pt x="40878" y="1566984"/>
                  </a:lnTo>
                  <a:lnTo>
                    <a:pt x="40878" y="1565712"/>
                  </a:lnTo>
                  <a:lnTo>
                    <a:pt x="40878" y="1564441"/>
                  </a:lnTo>
                  <a:lnTo>
                    <a:pt x="40878" y="1563169"/>
                  </a:lnTo>
                  <a:lnTo>
                    <a:pt x="40878" y="1561897"/>
                  </a:lnTo>
                  <a:lnTo>
                    <a:pt x="40878" y="1560625"/>
                  </a:lnTo>
                  <a:lnTo>
                    <a:pt x="40878" y="1559353"/>
                  </a:lnTo>
                  <a:lnTo>
                    <a:pt x="40878" y="1558081"/>
                  </a:lnTo>
                  <a:lnTo>
                    <a:pt x="40878" y="1556809"/>
                  </a:lnTo>
                  <a:lnTo>
                    <a:pt x="40878" y="1555537"/>
                  </a:lnTo>
                  <a:lnTo>
                    <a:pt x="40878" y="1554265"/>
                  </a:lnTo>
                  <a:lnTo>
                    <a:pt x="40878" y="1552993"/>
                  </a:lnTo>
                  <a:lnTo>
                    <a:pt x="40878" y="1551722"/>
                  </a:lnTo>
                  <a:lnTo>
                    <a:pt x="40878" y="1550450"/>
                  </a:lnTo>
                  <a:lnTo>
                    <a:pt x="40878" y="1549178"/>
                  </a:lnTo>
                  <a:lnTo>
                    <a:pt x="40878" y="1547906"/>
                  </a:lnTo>
                  <a:lnTo>
                    <a:pt x="40878" y="1546634"/>
                  </a:lnTo>
                  <a:lnTo>
                    <a:pt x="40878" y="1545362"/>
                  </a:lnTo>
                  <a:lnTo>
                    <a:pt x="40878" y="1544090"/>
                  </a:lnTo>
                  <a:lnTo>
                    <a:pt x="40878" y="1542818"/>
                  </a:lnTo>
                  <a:lnTo>
                    <a:pt x="42287" y="1542818"/>
                  </a:lnTo>
                  <a:lnTo>
                    <a:pt x="43697" y="1542818"/>
                  </a:lnTo>
                  <a:lnTo>
                    <a:pt x="43697" y="1541546"/>
                  </a:lnTo>
                  <a:lnTo>
                    <a:pt x="43697" y="1540274"/>
                  </a:lnTo>
                  <a:lnTo>
                    <a:pt x="43697" y="1539002"/>
                  </a:lnTo>
                  <a:lnTo>
                    <a:pt x="43697" y="1537731"/>
                  </a:lnTo>
                  <a:lnTo>
                    <a:pt x="43697" y="1536459"/>
                  </a:lnTo>
                  <a:lnTo>
                    <a:pt x="43697" y="1535187"/>
                  </a:lnTo>
                  <a:lnTo>
                    <a:pt x="43697" y="1533915"/>
                  </a:lnTo>
                  <a:lnTo>
                    <a:pt x="43697" y="1532643"/>
                  </a:lnTo>
                  <a:lnTo>
                    <a:pt x="43697" y="1531371"/>
                  </a:lnTo>
                  <a:lnTo>
                    <a:pt x="43697" y="1530099"/>
                  </a:lnTo>
                  <a:lnTo>
                    <a:pt x="45107" y="1530099"/>
                  </a:lnTo>
                  <a:lnTo>
                    <a:pt x="45107" y="1528827"/>
                  </a:lnTo>
                  <a:lnTo>
                    <a:pt x="45107" y="1527555"/>
                  </a:lnTo>
                  <a:lnTo>
                    <a:pt x="45107" y="1526283"/>
                  </a:lnTo>
                  <a:lnTo>
                    <a:pt x="46516" y="1526283"/>
                  </a:lnTo>
                  <a:lnTo>
                    <a:pt x="46516" y="1525012"/>
                  </a:lnTo>
                  <a:lnTo>
                    <a:pt x="46516" y="1523740"/>
                  </a:lnTo>
                  <a:lnTo>
                    <a:pt x="46516" y="1522468"/>
                  </a:lnTo>
                  <a:lnTo>
                    <a:pt x="46516" y="1521196"/>
                  </a:lnTo>
                  <a:lnTo>
                    <a:pt x="46516" y="1519924"/>
                  </a:lnTo>
                  <a:lnTo>
                    <a:pt x="46516" y="1518652"/>
                  </a:lnTo>
                  <a:lnTo>
                    <a:pt x="46516" y="1517380"/>
                  </a:lnTo>
                  <a:lnTo>
                    <a:pt x="46516" y="1516108"/>
                  </a:lnTo>
                  <a:lnTo>
                    <a:pt x="46516" y="1514836"/>
                  </a:lnTo>
                  <a:lnTo>
                    <a:pt x="47926" y="1514836"/>
                  </a:lnTo>
                  <a:lnTo>
                    <a:pt x="47926" y="1513564"/>
                  </a:lnTo>
                  <a:lnTo>
                    <a:pt x="47926" y="1512293"/>
                  </a:lnTo>
                  <a:lnTo>
                    <a:pt x="47926" y="1511021"/>
                  </a:lnTo>
                  <a:lnTo>
                    <a:pt x="47926" y="1509749"/>
                  </a:lnTo>
                  <a:lnTo>
                    <a:pt x="47926" y="1508477"/>
                  </a:lnTo>
                  <a:lnTo>
                    <a:pt x="47926" y="1507205"/>
                  </a:lnTo>
                  <a:lnTo>
                    <a:pt x="47926" y="1505933"/>
                  </a:lnTo>
                  <a:lnTo>
                    <a:pt x="47926" y="1504661"/>
                  </a:lnTo>
                  <a:lnTo>
                    <a:pt x="47926" y="1503389"/>
                  </a:lnTo>
                  <a:lnTo>
                    <a:pt x="47926" y="1502117"/>
                  </a:lnTo>
                  <a:lnTo>
                    <a:pt x="47926" y="1500845"/>
                  </a:lnTo>
                  <a:lnTo>
                    <a:pt x="47926" y="1499573"/>
                  </a:lnTo>
                  <a:lnTo>
                    <a:pt x="47926" y="1498302"/>
                  </a:lnTo>
                  <a:lnTo>
                    <a:pt x="47926" y="1497030"/>
                  </a:lnTo>
                  <a:lnTo>
                    <a:pt x="47926" y="1495758"/>
                  </a:lnTo>
                  <a:lnTo>
                    <a:pt x="47926" y="1494486"/>
                  </a:lnTo>
                  <a:lnTo>
                    <a:pt x="47926" y="1493214"/>
                  </a:lnTo>
                  <a:lnTo>
                    <a:pt x="47926" y="1491942"/>
                  </a:lnTo>
                  <a:lnTo>
                    <a:pt x="47926" y="1490670"/>
                  </a:lnTo>
                  <a:lnTo>
                    <a:pt x="47926" y="1489398"/>
                  </a:lnTo>
                  <a:lnTo>
                    <a:pt x="47926" y="1488126"/>
                  </a:lnTo>
                  <a:lnTo>
                    <a:pt x="47926" y="1486854"/>
                  </a:lnTo>
                  <a:lnTo>
                    <a:pt x="47926" y="1485583"/>
                  </a:lnTo>
                  <a:lnTo>
                    <a:pt x="47926" y="1484311"/>
                  </a:lnTo>
                  <a:lnTo>
                    <a:pt x="47926" y="1483039"/>
                  </a:lnTo>
                  <a:lnTo>
                    <a:pt x="49335" y="1483039"/>
                  </a:lnTo>
                  <a:lnTo>
                    <a:pt x="49335" y="1481767"/>
                  </a:lnTo>
                  <a:lnTo>
                    <a:pt x="50745" y="1481767"/>
                  </a:lnTo>
                  <a:lnTo>
                    <a:pt x="50745" y="1480495"/>
                  </a:lnTo>
                  <a:lnTo>
                    <a:pt x="50745" y="1479223"/>
                  </a:lnTo>
                  <a:lnTo>
                    <a:pt x="50745" y="1477951"/>
                  </a:lnTo>
                  <a:lnTo>
                    <a:pt x="52155" y="1477951"/>
                  </a:lnTo>
                  <a:lnTo>
                    <a:pt x="52155" y="1476679"/>
                  </a:lnTo>
                  <a:lnTo>
                    <a:pt x="52155" y="1475407"/>
                  </a:lnTo>
                  <a:lnTo>
                    <a:pt x="52155" y="1474135"/>
                  </a:lnTo>
                  <a:lnTo>
                    <a:pt x="52155" y="1472864"/>
                  </a:lnTo>
                  <a:lnTo>
                    <a:pt x="52155" y="1471592"/>
                  </a:lnTo>
                  <a:lnTo>
                    <a:pt x="52155" y="1470320"/>
                  </a:lnTo>
                  <a:lnTo>
                    <a:pt x="52155" y="1469048"/>
                  </a:lnTo>
                  <a:lnTo>
                    <a:pt x="52155" y="1467776"/>
                  </a:lnTo>
                  <a:lnTo>
                    <a:pt x="52155" y="1466504"/>
                  </a:lnTo>
                  <a:lnTo>
                    <a:pt x="52155" y="1465232"/>
                  </a:lnTo>
                  <a:lnTo>
                    <a:pt x="53564" y="1465232"/>
                  </a:lnTo>
                  <a:lnTo>
                    <a:pt x="54974" y="1465232"/>
                  </a:lnTo>
                  <a:lnTo>
                    <a:pt x="54974" y="1463960"/>
                  </a:lnTo>
                  <a:lnTo>
                    <a:pt x="54974" y="1462688"/>
                  </a:lnTo>
                  <a:lnTo>
                    <a:pt x="54974" y="1461416"/>
                  </a:lnTo>
                  <a:lnTo>
                    <a:pt x="56383" y="1461416"/>
                  </a:lnTo>
                  <a:lnTo>
                    <a:pt x="56383" y="1460144"/>
                  </a:lnTo>
                  <a:lnTo>
                    <a:pt x="56383" y="1458873"/>
                  </a:lnTo>
                  <a:lnTo>
                    <a:pt x="56383" y="1457601"/>
                  </a:lnTo>
                  <a:lnTo>
                    <a:pt x="56383" y="1456329"/>
                  </a:lnTo>
                  <a:lnTo>
                    <a:pt x="57793" y="1456329"/>
                  </a:lnTo>
                  <a:lnTo>
                    <a:pt x="57793" y="1455057"/>
                  </a:lnTo>
                  <a:lnTo>
                    <a:pt x="57793" y="1453785"/>
                  </a:lnTo>
                  <a:lnTo>
                    <a:pt x="57793" y="1452513"/>
                  </a:lnTo>
                  <a:lnTo>
                    <a:pt x="57793" y="1451241"/>
                  </a:lnTo>
                  <a:lnTo>
                    <a:pt x="57793" y="1449969"/>
                  </a:lnTo>
                  <a:lnTo>
                    <a:pt x="57793" y="1448697"/>
                  </a:lnTo>
                  <a:lnTo>
                    <a:pt x="57793" y="1447425"/>
                  </a:lnTo>
                  <a:lnTo>
                    <a:pt x="59203" y="1447425"/>
                  </a:lnTo>
                  <a:lnTo>
                    <a:pt x="59203" y="1446154"/>
                  </a:lnTo>
                  <a:lnTo>
                    <a:pt x="59203" y="1444882"/>
                  </a:lnTo>
                  <a:lnTo>
                    <a:pt x="59203" y="1443610"/>
                  </a:lnTo>
                  <a:lnTo>
                    <a:pt x="59203" y="1442338"/>
                  </a:lnTo>
                  <a:lnTo>
                    <a:pt x="59203" y="1441066"/>
                  </a:lnTo>
                  <a:lnTo>
                    <a:pt x="59203" y="1439794"/>
                  </a:lnTo>
                  <a:lnTo>
                    <a:pt x="59203" y="1438522"/>
                  </a:lnTo>
                  <a:lnTo>
                    <a:pt x="59203" y="1437250"/>
                  </a:lnTo>
                  <a:lnTo>
                    <a:pt x="59203" y="1435978"/>
                  </a:lnTo>
                  <a:lnTo>
                    <a:pt x="59203" y="1434706"/>
                  </a:lnTo>
                  <a:lnTo>
                    <a:pt x="59203" y="1433435"/>
                  </a:lnTo>
                  <a:lnTo>
                    <a:pt x="59203" y="1432163"/>
                  </a:lnTo>
                  <a:lnTo>
                    <a:pt x="59203" y="1430891"/>
                  </a:lnTo>
                  <a:lnTo>
                    <a:pt x="59203" y="1429619"/>
                  </a:lnTo>
                  <a:lnTo>
                    <a:pt x="59203" y="1428347"/>
                  </a:lnTo>
                  <a:lnTo>
                    <a:pt x="59203" y="1427075"/>
                  </a:lnTo>
                  <a:lnTo>
                    <a:pt x="59203" y="1425803"/>
                  </a:lnTo>
                  <a:lnTo>
                    <a:pt x="59203" y="1424531"/>
                  </a:lnTo>
                  <a:lnTo>
                    <a:pt x="59203" y="1423259"/>
                  </a:lnTo>
                  <a:lnTo>
                    <a:pt x="59203" y="1421987"/>
                  </a:lnTo>
                  <a:lnTo>
                    <a:pt x="59203" y="1420715"/>
                  </a:lnTo>
                  <a:lnTo>
                    <a:pt x="59203" y="1419444"/>
                  </a:lnTo>
                  <a:lnTo>
                    <a:pt x="59203" y="1418172"/>
                  </a:lnTo>
                  <a:lnTo>
                    <a:pt x="59203" y="1416900"/>
                  </a:lnTo>
                  <a:lnTo>
                    <a:pt x="59203" y="1415628"/>
                  </a:lnTo>
                  <a:lnTo>
                    <a:pt x="59203" y="1414356"/>
                  </a:lnTo>
                  <a:lnTo>
                    <a:pt x="59203" y="1413084"/>
                  </a:lnTo>
                  <a:lnTo>
                    <a:pt x="59203" y="1411812"/>
                  </a:lnTo>
                  <a:lnTo>
                    <a:pt x="59203" y="1410540"/>
                  </a:lnTo>
                  <a:lnTo>
                    <a:pt x="59203" y="1409268"/>
                  </a:lnTo>
                  <a:lnTo>
                    <a:pt x="59203" y="1407996"/>
                  </a:lnTo>
                  <a:lnTo>
                    <a:pt x="59203" y="1406725"/>
                  </a:lnTo>
                  <a:lnTo>
                    <a:pt x="59203" y="1405453"/>
                  </a:lnTo>
                  <a:lnTo>
                    <a:pt x="59203" y="1404181"/>
                  </a:lnTo>
                  <a:lnTo>
                    <a:pt x="59203" y="1402909"/>
                  </a:lnTo>
                  <a:lnTo>
                    <a:pt x="59203" y="1401637"/>
                  </a:lnTo>
                  <a:lnTo>
                    <a:pt x="59203" y="1400365"/>
                  </a:lnTo>
                  <a:lnTo>
                    <a:pt x="59203" y="1399093"/>
                  </a:lnTo>
                  <a:lnTo>
                    <a:pt x="59203" y="1397821"/>
                  </a:lnTo>
                  <a:lnTo>
                    <a:pt x="59203" y="1396549"/>
                  </a:lnTo>
                  <a:lnTo>
                    <a:pt x="59203" y="1395277"/>
                  </a:lnTo>
                  <a:lnTo>
                    <a:pt x="59203" y="1394006"/>
                  </a:lnTo>
                  <a:lnTo>
                    <a:pt x="59203" y="1392734"/>
                  </a:lnTo>
                  <a:lnTo>
                    <a:pt x="59203" y="1391462"/>
                  </a:lnTo>
                  <a:lnTo>
                    <a:pt x="59203" y="1390190"/>
                  </a:lnTo>
                  <a:lnTo>
                    <a:pt x="59203" y="1388918"/>
                  </a:lnTo>
                  <a:lnTo>
                    <a:pt x="59203" y="1387646"/>
                  </a:lnTo>
                  <a:lnTo>
                    <a:pt x="59203" y="1386374"/>
                  </a:lnTo>
                  <a:lnTo>
                    <a:pt x="59203" y="1385102"/>
                  </a:lnTo>
                  <a:lnTo>
                    <a:pt x="59203" y="1383830"/>
                  </a:lnTo>
                  <a:lnTo>
                    <a:pt x="59203" y="1382558"/>
                  </a:lnTo>
                  <a:lnTo>
                    <a:pt x="59203" y="1381286"/>
                  </a:lnTo>
                  <a:lnTo>
                    <a:pt x="59203" y="1380015"/>
                  </a:lnTo>
                  <a:lnTo>
                    <a:pt x="59203" y="1378743"/>
                  </a:lnTo>
                  <a:lnTo>
                    <a:pt x="59203" y="1377471"/>
                  </a:lnTo>
                  <a:lnTo>
                    <a:pt x="59203" y="1376199"/>
                  </a:lnTo>
                  <a:lnTo>
                    <a:pt x="59203" y="1374927"/>
                  </a:lnTo>
                  <a:lnTo>
                    <a:pt x="60612" y="1374927"/>
                  </a:lnTo>
                  <a:lnTo>
                    <a:pt x="62022" y="1374927"/>
                  </a:lnTo>
                  <a:lnTo>
                    <a:pt x="63431" y="1374927"/>
                  </a:lnTo>
                  <a:lnTo>
                    <a:pt x="63431" y="1373655"/>
                  </a:lnTo>
                  <a:lnTo>
                    <a:pt x="63431" y="1372383"/>
                  </a:lnTo>
                  <a:lnTo>
                    <a:pt x="63431" y="1371111"/>
                  </a:lnTo>
                  <a:lnTo>
                    <a:pt x="63431" y="1369839"/>
                  </a:lnTo>
                  <a:lnTo>
                    <a:pt x="64841" y="1369839"/>
                  </a:lnTo>
                  <a:lnTo>
                    <a:pt x="64841" y="1368567"/>
                  </a:lnTo>
                  <a:lnTo>
                    <a:pt x="64841" y="1367296"/>
                  </a:lnTo>
                  <a:lnTo>
                    <a:pt x="64841" y="1366024"/>
                  </a:lnTo>
                  <a:lnTo>
                    <a:pt x="64841" y="1364752"/>
                  </a:lnTo>
                  <a:lnTo>
                    <a:pt x="64841" y="1363480"/>
                  </a:lnTo>
                  <a:lnTo>
                    <a:pt x="64841" y="1362208"/>
                  </a:lnTo>
                  <a:lnTo>
                    <a:pt x="64841" y="1360936"/>
                  </a:lnTo>
                  <a:lnTo>
                    <a:pt x="64841" y="1359664"/>
                  </a:lnTo>
                  <a:lnTo>
                    <a:pt x="64841" y="1358392"/>
                  </a:lnTo>
                  <a:lnTo>
                    <a:pt x="64841" y="1357120"/>
                  </a:lnTo>
                  <a:lnTo>
                    <a:pt x="64841" y="1355848"/>
                  </a:lnTo>
                  <a:lnTo>
                    <a:pt x="64841" y="1354577"/>
                  </a:lnTo>
                  <a:lnTo>
                    <a:pt x="64841" y="1353305"/>
                  </a:lnTo>
                  <a:lnTo>
                    <a:pt x="64841" y="1352033"/>
                  </a:lnTo>
                  <a:lnTo>
                    <a:pt x="64841" y="1350761"/>
                  </a:lnTo>
                  <a:lnTo>
                    <a:pt x="64841" y="1349489"/>
                  </a:lnTo>
                  <a:lnTo>
                    <a:pt x="64841" y="1348217"/>
                  </a:lnTo>
                  <a:lnTo>
                    <a:pt x="64841" y="1346945"/>
                  </a:lnTo>
                  <a:lnTo>
                    <a:pt x="64841" y="1345673"/>
                  </a:lnTo>
                  <a:lnTo>
                    <a:pt x="64841" y="1344401"/>
                  </a:lnTo>
                  <a:lnTo>
                    <a:pt x="64841" y="1343129"/>
                  </a:lnTo>
                  <a:lnTo>
                    <a:pt x="64841" y="1341857"/>
                  </a:lnTo>
                  <a:lnTo>
                    <a:pt x="64841" y="1340586"/>
                  </a:lnTo>
                  <a:lnTo>
                    <a:pt x="64841" y="1339314"/>
                  </a:lnTo>
                  <a:lnTo>
                    <a:pt x="64841" y="1338042"/>
                  </a:lnTo>
                  <a:lnTo>
                    <a:pt x="64841" y="1336770"/>
                  </a:lnTo>
                  <a:lnTo>
                    <a:pt x="64841" y="1335498"/>
                  </a:lnTo>
                  <a:lnTo>
                    <a:pt x="64841" y="1334226"/>
                  </a:lnTo>
                  <a:lnTo>
                    <a:pt x="64841" y="1332954"/>
                  </a:lnTo>
                  <a:lnTo>
                    <a:pt x="64841" y="1331682"/>
                  </a:lnTo>
                  <a:lnTo>
                    <a:pt x="64841" y="1330410"/>
                  </a:lnTo>
                  <a:lnTo>
                    <a:pt x="64841" y="1329138"/>
                  </a:lnTo>
                  <a:lnTo>
                    <a:pt x="64841" y="1327867"/>
                  </a:lnTo>
                  <a:lnTo>
                    <a:pt x="64841" y="1326595"/>
                  </a:lnTo>
                  <a:lnTo>
                    <a:pt x="64841" y="1325323"/>
                  </a:lnTo>
                  <a:lnTo>
                    <a:pt x="64841" y="1324051"/>
                  </a:lnTo>
                  <a:lnTo>
                    <a:pt x="64841" y="1322779"/>
                  </a:lnTo>
                  <a:lnTo>
                    <a:pt x="64841" y="1321507"/>
                  </a:lnTo>
                  <a:lnTo>
                    <a:pt x="64841" y="1320235"/>
                  </a:lnTo>
                  <a:lnTo>
                    <a:pt x="64841" y="1318963"/>
                  </a:lnTo>
                  <a:lnTo>
                    <a:pt x="64841" y="1317691"/>
                  </a:lnTo>
                  <a:lnTo>
                    <a:pt x="64841" y="1316419"/>
                  </a:lnTo>
                  <a:lnTo>
                    <a:pt x="64841" y="1315148"/>
                  </a:lnTo>
                  <a:lnTo>
                    <a:pt x="64841" y="1313876"/>
                  </a:lnTo>
                  <a:lnTo>
                    <a:pt x="64841" y="1312604"/>
                  </a:lnTo>
                  <a:lnTo>
                    <a:pt x="64841" y="1311332"/>
                  </a:lnTo>
                  <a:lnTo>
                    <a:pt x="64841" y="1310060"/>
                  </a:lnTo>
                  <a:lnTo>
                    <a:pt x="64841" y="1308788"/>
                  </a:lnTo>
                  <a:lnTo>
                    <a:pt x="64841" y="1307516"/>
                  </a:lnTo>
                  <a:lnTo>
                    <a:pt x="64841" y="1306244"/>
                  </a:lnTo>
                  <a:lnTo>
                    <a:pt x="66251" y="1306244"/>
                  </a:lnTo>
                  <a:lnTo>
                    <a:pt x="66251" y="1304972"/>
                  </a:lnTo>
                  <a:lnTo>
                    <a:pt x="66251" y="1303700"/>
                  </a:lnTo>
                  <a:lnTo>
                    <a:pt x="66251" y="1302428"/>
                  </a:lnTo>
                  <a:lnTo>
                    <a:pt x="66251" y="1301157"/>
                  </a:lnTo>
                  <a:lnTo>
                    <a:pt x="66251" y="1299885"/>
                  </a:lnTo>
                  <a:lnTo>
                    <a:pt x="66251" y="1298613"/>
                  </a:lnTo>
                  <a:lnTo>
                    <a:pt x="66251" y="1297341"/>
                  </a:lnTo>
                  <a:lnTo>
                    <a:pt x="66251" y="1296069"/>
                  </a:lnTo>
                  <a:lnTo>
                    <a:pt x="66251" y="1294797"/>
                  </a:lnTo>
                  <a:lnTo>
                    <a:pt x="66251" y="1293525"/>
                  </a:lnTo>
                  <a:lnTo>
                    <a:pt x="66251" y="1292253"/>
                  </a:lnTo>
                  <a:lnTo>
                    <a:pt x="66251" y="1290981"/>
                  </a:lnTo>
                  <a:lnTo>
                    <a:pt x="66251" y="1289709"/>
                  </a:lnTo>
                  <a:lnTo>
                    <a:pt x="66251" y="1288438"/>
                  </a:lnTo>
                  <a:lnTo>
                    <a:pt x="67660" y="1288438"/>
                  </a:lnTo>
                  <a:lnTo>
                    <a:pt x="67660" y="1287166"/>
                  </a:lnTo>
                  <a:lnTo>
                    <a:pt x="67660" y="1285894"/>
                  </a:lnTo>
                  <a:lnTo>
                    <a:pt x="67660" y="1284622"/>
                  </a:lnTo>
                  <a:lnTo>
                    <a:pt x="67660" y="1283350"/>
                  </a:lnTo>
                  <a:lnTo>
                    <a:pt x="67660" y="1282078"/>
                  </a:lnTo>
                  <a:lnTo>
                    <a:pt x="67660" y="1280806"/>
                  </a:lnTo>
                  <a:lnTo>
                    <a:pt x="67660" y="1279534"/>
                  </a:lnTo>
                  <a:lnTo>
                    <a:pt x="67660" y="1278262"/>
                  </a:lnTo>
                  <a:lnTo>
                    <a:pt x="67660" y="1276990"/>
                  </a:lnTo>
                  <a:lnTo>
                    <a:pt x="67660" y="1275719"/>
                  </a:lnTo>
                  <a:lnTo>
                    <a:pt x="67660" y="1274447"/>
                  </a:lnTo>
                  <a:lnTo>
                    <a:pt x="67660" y="1273175"/>
                  </a:lnTo>
                  <a:lnTo>
                    <a:pt x="67660" y="1271903"/>
                  </a:lnTo>
                  <a:lnTo>
                    <a:pt x="69070" y="1271903"/>
                  </a:lnTo>
                  <a:lnTo>
                    <a:pt x="70479" y="1271903"/>
                  </a:lnTo>
                  <a:lnTo>
                    <a:pt x="70479" y="1270631"/>
                  </a:lnTo>
                  <a:lnTo>
                    <a:pt x="70479" y="1269359"/>
                  </a:lnTo>
                  <a:lnTo>
                    <a:pt x="70479" y="1268087"/>
                  </a:lnTo>
                  <a:lnTo>
                    <a:pt x="70479" y="1266815"/>
                  </a:lnTo>
                  <a:lnTo>
                    <a:pt x="71889" y="1266815"/>
                  </a:lnTo>
                  <a:lnTo>
                    <a:pt x="71889" y="1265543"/>
                  </a:lnTo>
                  <a:lnTo>
                    <a:pt x="71889" y="1264271"/>
                  </a:lnTo>
                  <a:lnTo>
                    <a:pt x="71889" y="1262999"/>
                  </a:lnTo>
                  <a:lnTo>
                    <a:pt x="71889" y="1261728"/>
                  </a:lnTo>
                  <a:lnTo>
                    <a:pt x="71889" y="1260456"/>
                  </a:lnTo>
                  <a:lnTo>
                    <a:pt x="71889" y="1259184"/>
                  </a:lnTo>
                  <a:lnTo>
                    <a:pt x="71889" y="1257912"/>
                  </a:lnTo>
                  <a:lnTo>
                    <a:pt x="71889" y="1256640"/>
                  </a:lnTo>
                  <a:lnTo>
                    <a:pt x="71889" y="1255368"/>
                  </a:lnTo>
                  <a:lnTo>
                    <a:pt x="73299" y="1255368"/>
                  </a:lnTo>
                  <a:lnTo>
                    <a:pt x="73299" y="1254096"/>
                  </a:lnTo>
                  <a:lnTo>
                    <a:pt x="73299" y="1252824"/>
                  </a:lnTo>
                  <a:lnTo>
                    <a:pt x="73299" y="1251552"/>
                  </a:lnTo>
                  <a:lnTo>
                    <a:pt x="73299" y="1250280"/>
                  </a:lnTo>
                  <a:lnTo>
                    <a:pt x="73299" y="1249009"/>
                  </a:lnTo>
                  <a:lnTo>
                    <a:pt x="73299" y="1247737"/>
                  </a:lnTo>
                  <a:lnTo>
                    <a:pt x="73299" y="1246465"/>
                  </a:lnTo>
                  <a:lnTo>
                    <a:pt x="73299" y="1245193"/>
                  </a:lnTo>
                  <a:lnTo>
                    <a:pt x="73299" y="1243921"/>
                  </a:lnTo>
                  <a:lnTo>
                    <a:pt x="73299" y="1242649"/>
                  </a:lnTo>
                  <a:lnTo>
                    <a:pt x="73299" y="1241377"/>
                  </a:lnTo>
                  <a:lnTo>
                    <a:pt x="74708" y="1241377"/>
                  </a:lnTo>
                  <a:lnTo>
                    <a:pt x="74708" y="1240105"/>
                  </a:lnTo>
                  <a:lnTo>
                    <a:pt x="74708" y="1238833"/>
                  </a:lnTo>
                  <a:lnTo>
                    <a:pt x="74708" y="1237561"/>
                  </a:lnTo>
                  <a:lnTo>
                    <a:pt x="74708" y="1236290"/>
                  </a:lnTo>
                  <a:lnTo>
                    <a:pt x="74708" y="1235018"/>
                  </a:lnTo>
                  <a:lnTo>
                    <a:pt x="74708" y="1233746"/>
                  </a:lnTo>
                  <a:lnTo>
                    <a:pt x="74708" y="1232474"/>
                  </a:lnTo>
                  <a:lnTo>
                    <a:pt x="74708" y="1231202"/>
                  </a:lnTo>
                  <a:lnTo>
                    <a:pt x="74708" y="1229930"/>
                  </a:lnTo>
                  <a:lnTo>
                    <a:pt x="74708" y="1228658"/>
                  </a:lnTo>
                  <a:lnTo>
                    <a:pt x="74708" y="1227386"/>
                  </a:lnTo>
                  <a:lnTo>
                    <a:pt x="74708" y="1226114"/>
                  </a:lnTo>
                  <a:lnTo>
                    <a:pt x="74708" y="1224842"/>
                  </a:lnTo>
                  <a:lnTo>
                    <a:pt x="74708" y="1223570"/>
                  </a:lnTo>
                  <a:lnTo>
                    <a:pt x="74708" y="1222299"/>
                  </a:lnTo>
                  <a:lnTo>
                    <a:pt x="76118" y="1222299"/>
                  </a:lnTo>
                  <a:lnTo>
                    <a:pt x="76118" y="1221027"/>
                  </a:lnTo>
                  <a:lnTo>
                    <a:pt x="76118" y="1219755"/>
                  </a:lnTo>
                  <a:lnTo>
                    <a:pt x="76118" y="1218483"/>
                  </a:lnTo>
                  <a:lnTo>
                    <a:pt x="76118" y="1217211"/>
                  </a:lnTo>
                  <a:lnTo>
                    <a:pt x="76118" y="1215939"/>
                  </a:lnTo>
                  <a:lnTo>
                    <a:pt x="76118" y="1214667"/>
                  </a:lnTo>
                  <a:lnTo>
                    <a:pt x="76118" y="1213395"/>
                  </a:lnTo>
                  <a:lnTo>
                    <a:pt x="76118" y="1212123"/>
                  </a:lnTo>
                  <a:lnTo>
                    <a:pt x="76118" y="1210851"/>
                  </a:lnTo>
                  <a:lnTo>
                    <a:pt x="76118" y="1209580"/>
                  </a:lnTo>
                  <a:lnTo>
                    <a:pt x="76118" y="1208308"/>
                  </a:lnTo>
                  <a:lnTo>
                    <a:pt x="76118" y="1207036"/>
                  </a:lnTo>
                  <a:lnTo>
                    <a:pt x="77527" y="1207036"/>
                  </a:lnTo>
                  <a:lnTo>
                    <a:pt x="77527" y="1205764"/>
                  </a:lnTo>
                  <a:lnTo>
                    <a:pt x="77527" y="1204492"/>
                  </a:lnTo>
                  <a:lnTo>
                    <a:pt x="77527" y="1203220"/>
                  </a:lnTo>
                  <a:lnTo>
                    <a:pt x="77527" y="1201948"/>
                  </a:lnTo>
                  <a:lnTo>
                    <a:pt x="77527" y="1200676"/>
                  </a:lnTo>
                  <a:lnTo>
                    <a:pt x="77527" y="1199404"/>
                  </a:lnTo>
                  <a:lnTo>
                    <a:pt x="77527" y="1198132"/>
                  </a:lnTo>
                  <a:lnTo>
                    <a:pt x="77527" y="1196860"/>
                  </a:lnTo>
                  <a:lnTo>
                    <a:pt x="77527" y="1195589"/>
                  </a:lnTo>
                  <a:lnTo>
                    <a:pt x="77527" y="1194317"/>
                  </a:lnTo>
                  <a:lnTo>
                    <a:pt x="77527" y="1193045"/>
                  </a:lnTo>
                  <a:lnTo>
                    <a:pt x="77527" y="1191773"/>
                  </a:lnTo>
                  <a:lnTo>
                    <a:pt x="78937" y="1191773"/>
                  </a:lnTo>
                  <a:lnTo>
                    <a:pt x="78937" y="1190501"/>
                  </a:lnTo>
                  <a:lnTo>
                    <a:pt x="78937" y="1189229"/>
                  </a:lnTo>
                  <a:lnTo>
                    <a:pt x="78937" y="1187957"/>
                  </a:lnTo>
                  <a:lnTo>
                    <a:pt x="78937" y="1186685"/>
                  </a:lnTo>
                  <a:lnTo>
                    <a:pt x="80347" y="1186685"/>
                  </a:lnTo>
                  <a:lnTo>
                    <a:pt x="80347" y="1185413"/>
                  </a:lnTo>
                  <a:lnTo>
                    <a:pt x="81756" y="1185413"/>
                  </a:lnTo>
                  <a:lnTo>
                    <a:pt x="81756" y="1184141"/>
                  </a:lnTo>
                  <a:lnTo>
                    <a:pt x="81756" y="1182870"/>
                  </a:lnTo>
                  <a:lnTo>
                    <a:pt x="81756" y="1181598"/>
                  </a:lnTo>
                  <a:lnTo>
                    <a:pt x="81756" y="1180326"/>
                  </a:lnTo>
                  <a:lnTo>
                    <a:pt x="81756" y="1179054"/>
                  </a:lnTo>
                  <a:lnTo>
                    <a:pt x="81756" y="1177782"/>
                  </a:lnTo>
                  <a:lnTo>
                    <a:pt x="81756" y="1176510"/>
                  </a:lnTo>
                  <a:lnTo>
                    <a:pt x="81756" y="1175238"/>
                  </a:lnTo>
                  <a:lnTo>
                    <a:pt x="81756" y="1173966"/>
                  </a:lnTo>
                  <a:lnTo>
                    <a:pt x="81756" y="1172694"/>
                  </a:lnTo>
                  <a:lnTo>
                    <a:pt x="81756" y="1171422"/>
                  </a:lnTo>
                  <a:lnTo>
                    <a:pt x="81756" y="1170151"/>
                  </a:lnTo>
                  <a:lnTo>
                    <a:pt x="81756" y="1168879"/>
                  </a:lnTo>
                  <a:lnTo>
                    <a:pt x="81756" y="1167607"/>
                  </a:lnTo>
                  <a:lnTo>
                    <a:pt x="81756" y="1166335"/>
                  </a:lnTo>
                  <a:lnTo>
                    <a:pt x="81756" y="1165063"/>
                  </a:lnTo>
                  <a:lnTo>
                    <a:pt x="81756" y="1163791"/>
                  </a:lnTo>
                  <a:lnTo>
                    <a:pt x="81756" y="1162519"/>
                  </a:lnTo>
                  <a:lnTo>
                    <a:pt x="81756" y="1161247"/>
                  </a:lnTo>
                  <a:lnTo>
                    <a:pt x="81756" y="1159975"/>
                  </a:lnTo>
                  <a:lnTo>
                    <a:pt x="81756" y="1158703"/>
                  </a:lnTo>
                  <a:lnTo>
                    <a:pt x="81756" y="1157431"/>
                  </a:lnTo>
                  <a:lnTo>
                    <a:pt x="81756" y="1156160"/>
                  </a:lnTo>
                  <a:lnTo>
                    <a:pt x="81756" y="1154888"/>
                  </a:lnTo>
                  <a:lnTo>
                    <a:pt x="81756" y="1153616"/>
                  </a:lnTo>
                  <a:lnTo>
                    <a:pt x="81756" y="1152344"/>
                  </a:lnTo>
                  <a:lnTo>
                    <a:pt x="81756" y="1151072"/>
                  </a:lnTo>
                  <a:lnTo>
                    <a:pt x="81756" y="1149800"/>
                  </a:lnTo>
                  <a:lnTo>
                    <a:pt x="81756" y="1148528"/>
                  </a:lnTo>
                  <a:lnTo>
                    <a:pt x="81756" y="1147256"/>
                  </a:lnTo>
                  <a:lnTo>
                    <a:pt x="81756" y="1145984"/>
                  </a:lnTo>
                  <a:lnTo>
                    <a:pt x="81756" y="1144712"/>
                  </a:lnTo>
                  <a:lnTo>
                    <a:pt x="81756" y="1143441"/>
                  </a:lnTo>
                  <a:lnTo>
                    <a:pt x="81756" y="1142169"/>
                  </a:lnTo>
                  <a:lnTo>
                    <a:pt x="81756" y="1140897"/>
                  </a:lnTo>
                  <a:lnTo>
                    <a:pt x="81756" y="1139625"/>
                  </a:lnTo>
                  <a:lnTo>
                    <a:pt x="81756" y="1138353"/>
                  </a:lnTo>
                  <a:lnTo>
                    <a:pt x="81756" y="1137081"/>
                  </a:lnTo>
                  <a:lnTo>
                    <a:pt x="81756" y="1135809"/>
                  </a:lnTo>
                  <a:lnTo>
                    <a:pt x="83166" y="1135809"/>
                  </a:lnTo>
                  <a:lnTo>
                    <a:pt x="83166" y="1134537"/>
                  </a:lnTo>
                  <a:lnTo>
                    <a:pt x="84575" y="1134537"/>
                  </a:lnTo>
                  <a:lnTo>
                    <a:pt x="84575" y="1133265"/>
                  </a:lnTo>
                  <a:lnTo>
                    <a:pt x="84575" y="1131993"/>
                  </a:lnTo>
                  <a:lnTo>
                    <a:pt x="84575" y="1130722"/>
                  </a:lnTo>
                  <a:lnTo>
                    <a:pt x="84575" y="1129450"/>
                  </a:lnTo>
                  <a:lnTo>
                    <a:pt x="84575" y="1128178"/>
                  </a:lnTo>
                  <a:lnTo>
                    <a:pt x="84575" y="1126906"/>
                  </a:lnTo>
                  <a:lnTo>
                    <a:pt x="84575" y="1125634"/>
                  </a:lnTo>
                  <a:lnTo>
                    <a:pt x="85985" y="1125634"/>
                  </a:lnTo>
                  <a:lnTo>
                    <a:pt x="85985" y="1124362"/>
                  </a:lnTo>
                  <a:lnTo>
                    <a:pt x="85985" y="1123090"/>
                  </a:lnTo>
                  <a:lnTo>
                    <a:pt x="85985" y="1121818"/>
                  </a:lnTo>
                  <a:lnTo>
                    <a:pt x="87395" y="1121818"/>
                  </a:lnTo>
                  <a:lnTo>
                    <a:pt x="87395" y="1120546"/>
                  </a:lnTo>
                  <a:lnTo>
                    <a:pt x="88804" y="1120546"/>
                  </a:lnTo>
                  <a:lnTo>
                    <a:pt x="88804" y="1119274"/>
                  </a:lnTo>
                  <a:lnTo>
                    <a:pt x="88804" y="1118002"/>
                  </a:lnTo>
                  <a:lnTo>
                    <a:pt x="88804" y="1116731"/>
                  </a:lnTo>
                  <a:lnTo>
                    <a:pt x="88804" y="1115459"/>
                  </a:lnTo>
                  <a:lnTo>
                    <a:pt x="90214" y="1115459"/>
                  </a:lnTo>
                  <a:lnTo>
                    <a:pt x="91623" y="1115459"/>
                  </a:lnTo>
                  <a:lnTo>
                    <a:pt x="91623" y="1114187"/>
                  </a:lnTo>
                  <a:lnTo>
                    <a:pt x="91623" y="1112915"/>
                  </a:lnTo>
                  <a:lnTo>
                    <a:pt x="93033" y="1112915"/>
                  </a:lnTo>
                  <a:lnTo>
                    <a:pt x="93033" y="1111643"/>
                  </a:lnTo>
                  <a:lnTo>
                    <a:pt x="93033" y="1110371"/>
                  </a:lnTo>
                  <a:lnTo>
                    <a:pt x="93033" y="1109099"/>
                  </a:lnTo>
                  <a:lnTo>
                    <a:pt x="93033" y="1107827"/>
                  </a:lnTo>
                  <a:lnTo>
                    <a:pt x="94443" y="1107827"/>
                  </a:lnTo>
                  <a:lnTo>
                    <a:pt x="95852" y="1107827"/>
                  </a:lnTo>
                  <a:lnTo>
                    <a:pt x="95852" y="1106555"/>
                  </a:lnTo>
                  <a:lnTo>
                    <a:pt x="95852" y="1105283"/>
                  </a:lnTo>
                  <a:lnTo>
                    <a:pt x="95852" y="1104012"/>
                  </a:lnTo>
                  <a:lnTo>
                    <a:pt x="95852" y="1102740"/>
                  </a:lnTo>
                  <a:lnTo>
                    <a:pt x="95852" y="1101468"/>
                  </a:lnTo>
                  <a:lnTo>
                    <a:pt x="95852" y="1100196"/>
                  </a:lnTo>
                  <a:lnTo>
                    <a:pt x="95852" y="1098924"/>
                  </a:lnTo>
                  <a:lnTo>
                    <a:pt x="95852" y="1097652"/>
                  </a:lnTo>
                  <a:lnTo>
                    <a:pt x="95852" y="1096380"/>
                  </a:lnTo>
                  <a:lnTo>
                    <a:pt x="95852" y="1095108"/>
                  </a:lnTo>
                  <a:lnTo>
                    <a:pt x="95852" y="1093836"/>
                  </a:lnTo>
                  <a:lnTo>
                    <a:pt x="95852" y="1092564"/>
                  </a:lnTo>
                  <a:lnTo>
                    <a:pt x="95852" y="1091293"/>
                  </a:lnTo>
                  <a:lnTo>
                    <a:pt x="95852" y="1090021"/>
                  </a:lnTo>
                  <a:lnTo>
                    <a:pt x="95852" y="1088749"/>
                  </a:lnTo>
                  <a:lnTo>
                    <a:pt x="95852" y="1087477"/>
                  </a:lnTo>
                  <a:lnTo>
                    <a:pt x="95852" y="1086205"/>
                  </a:lnTo>
                  <a:lnTo>
                    <a:pt x="97262" y="1086205"/>
                  </a:lnTo>
                  <a:lnTo>
                    <a:pt x="97262" y="1084933"/>
                  </a:lnTo>
                  <a:lnTo>
                    <a:pt x="97262" y="1083661"/>
                  </a:lnTo>
                  <a:lnTo>
                    <a:pt x="97262" y="1082389"/>
                  </a:lnTo>
                  <a:lnTo>
                    <a:pt x="98671" y="1082389"/>
                  </a:lnTo>
                  <a:lnTo>
                    <a:pt x="98671" y="1081117"/>
                  </a:lnTo>
                  <a:lnTo>
                    <a:pt x="98671" y="1079845"/>
                  </a:lnTo>
                  <a:lnTo>
                    <a:pt x="98671" y="1078573"/>
                  </a:lnTo>
                  <a:lnTo>
                    <a:pt x="100081" y="1078573"/>
                  </a:lnTo>
                  <a:lnTo>
                    <a:pt x="100081" y="1077302"/>
                  </a:lnTo>
                  <a:lnTo>
                    <a:pt x="100081" y="1076030"/>
                  </a:lnTo>
                  <a:lnTo>
                    <a:pt x="100081" y="1074758"/>
                  </a:lnTo>
                  <a:lnTo>
                    <a:pt x="100081" y="1073486"/>
                  </a:lnTo>
                  <a:lnTo>
                    <a:pt x="100081" y="1072214"/>
                  </a:lnTo>
                  <a:lnTo>
                    <a:pt x="100081" y="1070942"/>
                  </a:lnTo>
                  <a:lnTo>
                    <a:pt x="100081" y="1069670"/>
                  </a:lnTo>
                  <a:lnTo>
                    <a:pt x="100081" y="1068398"/>
                  </a:lnTo>
                  <a:lnTo>
                    <a:pt x="100081" y="1067126"/>
                  </a:lnTo>
                  <a:lnTo>
                    <a:pt x="100081" y="1065854"/>
                  </a:lnTo>
                  <a:lnTo>
                    <a:pt x="100081" y="1064583"/>
                  </a:lnTo>
                  <a:lnTo>
                    <a:pt x="100081" y="1063311"/>
                  </a:lnTo>
                  <a:lnTo>
                    <a:pt x="100081" y="1062039"/>
                  </a:lnTo>
                  <a:lnTo>
                    <a:pt x="100081" y="1060767"/>
                  </a:lnTo>
                  <a:lnTo>
                    <a:pt x="100081" y="1059495"/>
                  </a:lnTo>
                  <a:lnTo>
                    <a:pt x="100081" y="1058223"/>
                  </a:lnTo>
                  <a:lnTo>
                    <a:pt x="101491" y="1058223"/>
                  </a:lnTo>
                  <a:lnTo>
                    <a:pt x="101491" y="1056951"/>
                  </a:lnTo>
                  <a:lnTo>
                    <a:pt x="101491" y="1055679"/>
                  </a:lnTo>
                  <a:lnTo>
                    <a:pt x="101491" y="1054407"/>
                  </a:lnTo>
                  <a:lnTo>
                    <a:pt x="101491" y="1053135"/>
                  </a:lnTo>
                  <a:lnTo>
                    <a:pt x="101491" y="1051864"/>
                  </a:lnTo>
                  <a:lnTo>
                    <a:pt x="101491" y="1050592"/>
                  </a:lnTo>
                  <a:lnTo>
                    <a:pt x="101491" y="1049320"/>
                  </a:lnTo>
                  <a:lnTo>
                    <a:pt x="101491" y="1048048"/>
                  </a:lnTo>
                  <a:lnTo>
                    <a:pt x="101491" y="1046776"/>
                  </a:lnTo>
                  <a:lnTo>
                    <a:pt x="101491" y="1045504"/>
                  </a:lnTo>
                  <a:lnTo>
                    <a:pt x="101491" y="1044232"/>
                  </a:lnTo>
                  <a:lnTo>
                    <a:pt x="101491" y="1042960"/>
                  </a:lnTo>
                  <a:lnTo>
                    <a:pt x="101491" y="1041688"/>
                  </a:lnTo>
                  <a:lnTo>
                    <a:pt x="101491" y="1040416"/>
                  </a:lnTo>
                  <a:lnTo>
                    <a:pt x="101491" y="1039144"/>
                  </a:lnTo>
                  <a:lnTo>
                    <a:pt x="101491" y="1037873"/>
                  </a:lnTo>
                  <a:lnTo>
                    <a:pt x="102900" y="1037873"/>
                  </a:lnTo>
                  <a:lnTo>
                    <a:pt x="102900" y="1036601"/>
                  </a:lnTo>
                  <a:lnTo>
                    <a:pt x="102900" y="1035329"/>
                  </a:lnTo>
                  <a:lnTo>
                    <a:pt x="104310" y="1035329"/>
                  </a:lnTo>
                  <a:lnTo>
                    <a:pt x="104310" y="1034057"/>
                  </a:lnTo>
                  <a:lnTo>
                    <a:pt x="104310" y="1032785"/>
                  </a:lnTo>
                  <a:lnTo>
                    <a:pt x="104310" y="1031513"/>
                  </a:lnTo>
                  <a:lnTo>
                    <a:pt x="104310" y="1030241"/>
                  </a:lnTo>
                  <a:lnTo>
                    <a:pt x="104310" y="1028969"/>
                  </a:lnTo>
                  <a:lnTo>
                    <a:pt x="104310" y="1027697"/>
                  </a:lnTo>
                  <a:lnTo>
                    <a:pt x="105719" y="1027697"/>
                  </a:lnTo>
                  <a:lnTo>
                    <a:pt x="107129" y="1027697"/>
                  </a:lnTo>
                  <a:lnTo>
                    <a:pt x="107129" y="1026425"/>
                  </a:lnTo>
                  <a:lnTo>
                    <a:pt x="107129" y="1025154"/>
                  </a:lnTo>
                  <a:lnTo>
                    <a:pt x="107129" y="1023882"/>
                  </a:lnTo>
                  <a:lnTo>
                    <a:pt x="107129" y="1022610"/>
                  </a:lnTo>
                  <a:lnTo>
                    <a:pt x="107129" y="1021338"/>
                  </a:lnTo>
                  <a:lnTo>
                    <a:pt x="107129" y="1020066"/>
                  </a:lnTo>
                  <a:lnTo>
                    <a:pt x="107129" y="1018794"/>
                  </a:lnTo>
                  <a:lnTo>
                    <a:pt x="108538" y="1018794"/>
                  </a:lnTo>
                  <a:lnTo>
                    <a:pt x="108538" y="1017522"/>
                  </a:lnTo>
                  <a:lnTo>
                    <a:pt x="108538" y="1016250"/>
                  </a:lnTo>
                  <a:lnTo>
                    <a:pt x="109948" y="1016250"/>
                  </a:lnTo>
                  <a:lnTo>
                    <a:pt x="109948" y="1014978"/>
                  </a:lnTo>
                  <a:lnTo>
                    <a:pt x="111358" y="1014978"/>
                  </a:lnTo>
                  <a:lnTo>
                    <a:pt x="111358" y="1013706"/>
                  </a:lnTo>
                  <a:lnTo>
                    <a:pt x="111358" y="1012435"/>
                  </a:lnTo>
                  <a:lnTo>
                    <a:pt x="111358" y="1011163"/>
                  </a:lnTo>
                  <a:lnTo>
                    <a:pt x="112767" y="1011163"/>
                  </a:lnTo>
                  <a:lnTo>
                    <a:pt x="112767" y="1009891"/>
                  </a:lnTo>
                  <a:lnTo>
                    <a:pt x="112767" y="1008619"/>
                  </a:lnTo>
                  <a:lnTo>
                    <a:pt x="112767" y="1007347"/>
                  </a:lnTo>
                  <a:lnTo>
                    <a:pt x="112767" y="1006075"/>
                  </a:lnTo>
                  <a:lnTo>
                    <a:pt x="112767" y="1004803"/>
                  </a:lnTo>
                  <a:lnTo>
                    <a:pt x="112767" y="1003531"/>
                  </a:lnTo>
                  <a:lnTo>
                    <a:pt x="112767" y="1002259"/>
                  </a:lnTo>
                  <a:lnTo>
                    <a:pt x="112767" y="1000987"/>
                  </a:lnTo>
                  <a:lnTo>
                    <a:pt x="112767" y="999715"/>
                  </a:lnTo>
                  <a:lnTo>
                    <a:pt x="114177" y="999715"/>
                  </a:lnTo>
                  <a:lnTo>
                    <a:pt x="114177" y="998444"/>
                  </a:lnTo>
                  <a:lnTo>
                    <a:pt x="114177" y="997172"/>
                  </a:lnTo>
                  <a:lnTo>
                    <a:pt x="115586" y="997172"/>
                  </a:lnTo>
                  <a:lnTo>
                    <a:pt x="115586" y="995900"/>
                  </a:lnTo>
                  <a:lnTo>
                    <a:pt x="115586" y="994628"/>
                  </a:lnTo>
                  <a:lnTo>
                    <a:pt x="115586" y="993356"/>
                  </a:lnTo>
                  <a:lnTo>
                    <a:pt x="115586" y="992084"/>
                  </a:lnTo>
                  <a:lnTo>
                    <a:pt x="115586" y="990812"/>
                  </a:lnTo>
                  <a:lnTo>
                    <a:pt x="115586" y="989540"/>
                  </a:lnTo>
                  <a:lnTo>
                    <a:pt x="115586" y="988268"/>
                  </a:lnTo>
                  <a:lnTo>
                    <a:pt x="115586" y="986996"/>
                  </a:lnTo>
                  <a:lnTo>
                    <a:pt x="116996" y="986996"/>
                  </a:lnTo>
                  <a:lnTo>
                    <a:pt x="116996" y="985725"/>
                  </a:lnTo>
                  <a:lnTo>
                    <a:pt x="116996" y="984453"/>
                  </a:lnTo>
                  <a:lnTo>
                    <a:pt x="118406" y="984453"/>
                  </a:lnTo>
                  <a:lnTo>
                    <a:pt x="118406" y="983181"/>
                  </a:lnTo>
                  <a:lnTo>
                    <a:pt x="118406" y="981909"/>
                  </a:lnTo>
                  <a:lnTo>
                    <a:pt x="118406" y="980637"/>
                  </a:lnTo>
                  <a:lnTo>
                    <a:pt x="118406" y="979365"/>
                  </a:lnTo>
                  <a:lnTo>
                    <a:pt x="118406" y="978093"/>
                  </a:lnTo>
                  <a:lnTo>
                    <a:pt x="118406" y="976821"/>
                  </a:lnTo>
                  <a:lnTo>
                    <a:pt x="119815" y="976821"/>
                  </a:lnTo>
                  <a:lnTo>
                    <a:pt x="119815" y="975549"/>
                  </a:lnTo>
                  <a:lnTo>
                    <a:pt x="119815" y="974277"/>
                  </a:lnTo>
                  <a:lnTo>
                    <a:pt x="119815" y="973006"/>
                  </a:lnTo>
                  <a:lnTo>
                    <a:pt x="119815" y="971734"/>
                  </a:lnTo>
                  <a:lnTo>
                    <a:pt x="119815" y="970462"/>
                  </a:lnTo>
                  <a:lnTo>
                    <a:pt x="119815" y="969190"/>
                  </a:lnTo>
                  <a:lnTo>
                    <a:pt x="119815" y="967918"/>
                  </a:lnTo>
                  <a:lnTo>
                    <a:pt x="119815" y="966646"/>
                  </a:lnTo>
                  <a:lnTo>
                    <a:pt x="119815" y="965374"/>
                  </a:lnTo>
                  <a:lnTo>
                    <a:pt x="121225" y="965374"/>
                  </a:lnTo>
                  <a:lnTo>
                    <a:pt x="121225" y="964102"/>
                  </a:lnTo>
                  <a:lnTo>
                    <a:pt x="121225" y="962830"/>
                  </a:lnTo>
                  <a:lnTo>
                    <a:pt x="121225" y="961558"/>
                  </a:lnTo>
                  <a:lnTo>
                    <a:pt x="121225" y="960286"/>
                  </a:lnTo>
                  <a:lnTo>
                    <a:pt x="121225" y="959015"/>
                  </a:lnTo>
                  <a:lnTo>
                    <a:pt x="121225" y="957743"/>
                  </a:lnTo>
                  <a:lnTo>
                    <a:pt x="122634" y="957743"/>
                  </a:lnTo>
                  <a:lnTo>
                    <a:pt x="122634" y="956471"/>
                  </a:lnTo>
                  <a:lnTo>
                    <a:pt x="122634" y="955199"/>
                  </a:lnTo>
                  <a:lnTo>
                    <a:pt x="122634" y="953927"/>
                  </a:lnTo>
                  <a:lnTo>
                    <a:pt x="122634" y="952655"/>
                  </a:lnTo>
                  <a:lnTo>
                    <a:pt x="122634" y="951383"/>
                  </a:lnTo>
                  <a:lnTo>
                    <a:pt x="122634" y="950111"/>
                  </a:lnTo>
                  <a:lnTo>
                    <a:pt x="122634" y="948839"/>
                  </a:lnTo>
                  <a:lnTo>
                    <a:pt x="122634" y="947567"/>
                  </a:lnTo>
                  <a:lnTo>
                    <a:pt x="122634" y="946296"/>
                  </a:lnTo>
                  <a:lnTo>
                    <a:pt x="122634" y="945024"/>
                  </a:lnTo>
                  <a:lnTo>
                    <a:pt x="122634" y="943752"/>
                  </a:lnTo>
                  <a:lnTo>
                    <a:pt x="124044" y="943752"/>
                  </a:lnTo>
                  <a:lnTo>
                    <a:pt x="124044" y="942480"/>
                  </a:lnTo>
                  <a:lnTo>
                    <a:pt x="125454" y="942480"/>
                  </a:lnTo>
                  <a:lnTo>
                    <a:pt x="125454" y="941208"/>
                  </a:lnTo>
                  <a:lnTo>
                    <a:pt x="125454" y="939936"/>
                  </a:lnTo>
                  <a:lnTo>
                    <a:pt x="125454" y="938664"/>
                  </a:lnTo>
                  <a:lnTo>
                    <a:pt x="126863" y="938664"/>
                  </a:lnTo>
                  <a:lnTo>
                    <a:pt x="126863" y="937392"/>
                  </a:lnTo>
                  <a:lnTo>
                    <a:pt x="128273" y="937392"/>
                  </a:lnTo>
                  <a:lnTo>
                    <a:pt x="129682" y="937392"/>
                  </a:lnTo>
                  <a:lnTo>
                    <a:pt x="131092" y="937392"/>
                  </a:lnTo>
                  <a:lnTo>
                    <a:pt x="131092" y="936120"/>
                  </a:lnTo>
                  <a:lnTo>
                    <a:pt x="131092" y="934848"/>
                  </a:lnTo>
                  <a:lnTo>
                    <a:pt x="131092" y="933577"/>
                  </a:lnTo>
                  <a:lnTo>
                    <a:pt x="131092" y="932305"/>
                  </a:lnTo>
                  <a:lnTo>
                    <a:pt x="131092" y="931033"/>
                  </a:lnTo>
                  <a:lnTo>
                    <a:pt x="131092" y="929761"/>
                  </a:lnTo>
                  <a:lnTo>
                    <a:pt x="131092" y="928489"/>
                  </a:lnTo>
                  <a:lnTo>
                    <a:pt x="131092" y="927217"/>
                  </a:lnTo>
                  <a:lnTo>
                    <a:pt x="131092" y="925945"/>
                  </a:lnTo>
                  <a:lnTo>
                    <a:pt x="132502" y="925945"/>
                  </a:lnTo>
                  <a:lnTo>
                    <a:pt x="132502" y="924673"/>
                  </a:lnTo>
                  <a:lnTo>
                    <a:pt x="132502" y="923401"/>
                  </a:lnTo>
                  <a:lnTo>
                    <a:pt x="132502" y="922129"/>
                  </a:lnTo>
                  <a:lnTo>
                    <a:pt x="132502" y="920857"/>
                  </a:lnTo>
                  <a:lnTo>
                    <a:pt x="132502" y="919586"/>
                  </a:lnTo>
                  <a:lnTo>
                    <a:pt x="132502" y="918314"/>
                  </a:lnTo>
                  <a:lnTo>
                    <a:pt x="132502" y="917042"/>
                  </a:lnTo>
                  <a:lnTo>
                    <a:pt x="133911" y="917042"/>
                  </a:lnTo>
                  <a:lnTo>
                    <a:pt x="133911" y="915770"/>
                  </a:lnTo>
                  <a:lnTo>
                    <a:pt x="133911" y="914498"/>
                  </a:lnTo>
                  <a:lnTo>
                    <a:pt x="133911" y="913226"/>
                  </a:lnTo>
                  <a:lnTo>
                    <a:pt x="133911" y="911954"/>
                  </a:lnTo>
                  <a:lnTo>
                    <a:pt x="133911" y="910682"/>
                  </a:lnTo>
                  <a:lnTo>
                    <a:pt x="133911" y="909410"/>
                  </a:lnTo>
                  <a:lnTo>
                    <a:pt x="135321" y="909410"/>
                  </a:lnTo>
                  <a:lnTo>
                    <a:pt x="135321" y="908138"/>
                  </a:lnTo>
                  <a:lnTo>
                    <a:pt x="135321" y="906867"/>
                  </a:lnTo>
                  <a:lnTo>
                    <a:pt x="135321" y="905595"/>
                  </a:lnTo>
                  <a:lnTo>
                    <a:pt x="135321" y="904323"/>
                  </a:lnTo>
                  <a:lnTo>
                    <a:pt x="135321" y="903051"/>
                  </a:lnTo>
                  <a:lnTo>
                    <a:pt x="135321" y="901779"/>
                  </a:lnTo>
                  <a:lnTo>
                    <a:pt x="136730" y="901779"/>
                  </a:lnTo>
                  <a:lnTo>
                    <a:pt x="136730" y="900507"/>
                  </a:lnTo>
                  <a:lnTo>
                    <a:pt x="136730" y="899235"/>
                  </a:lnTo>
                  <a:lnTo>
                    <a:pt x="136730" y="897963"/>
                  </a:lnTo>
                  <a:lnTo>
                    <a:pt x="138140" y="897963"/>
                  </a:lnTo>
                  <a:lnTo>
                    <a:pt x="139550" y="897963"/>
                  </a:lnTo>
                  <a:lnTo>
                    <a:pt x="139550" y="896691"/>
                  </a:lnTo>
                  <a:lnTo>
                    <a:pt x="139550" y="895419"/>
                  </a:lnTo>
                  <a:lnTo>
                    <a:pt x="139550" y="894148"/>
                  </a:lnTo>
                  <a:lnTo>
                    <a:pt x="139550" y="892876"/>
                  </a:lnTo>
                  <a:lnTo>
                    <a:pt x="139550" y="891604"/>
                  </a:lnTo>
                  <a:lnTo>
                    <a:pt x="139550" y="890332"/>
                  </a:lnTo>
                  <a:lnTo>
                    <a:pt x="139550" y="889060"/>
                  </a:lnTo>
                  <a:lnTo>
                    <a:pt x="139550" y="887788"/>
                  </a:lnTo>
                  <a:lnTo>
                    <a:pt x="140959" y="887788"/>
                  </a:lnTo>
                  <a:lnTo>
                    <a:pt x="142369" y="887788"/>
                  </a:lnTo>
                  <a:lnTo>
                    <a:pt x="143778" y="887788"/>
                  </a:lnTo>
                  <a:lnTo>
                    <a:pt x="143778" y="886516"/>
                  </a:lnTo>
                  <a:lnTo>
                    <a:pt x="143778" y="885244"/>
                  </a:lnTo>
                  <a:lnTo>
                    <a:pt x="143778" y="883972"/>
                  </a:lnTo>
                  <a:lnTo>
                    <a:pt x="143778" y="882700"/>
                  </a:lnTo>
                  <a:lnTo>
                    <a:pt x="143778" y="881428"/>
                  </a:lnTo>
                  <a:lnTo>
                    <a:pt x="145188" y="881428"/>
                  </a:lnTo>
                  <a:lnTo>
                    <a:pt x="146598" y="881428"/>
                  </a:lnTo>
                  <a:lnTo>
                    <a:pt x="146598" y="880157"/>
                  </a:lnTo>
                  <a:lnTo>
                    <a:pt x="146598" y="878885"/>
                  </a:lnTo>
                  <a:lnTo>
                    <a:pt x="146598" y="877613"/>
                  </a:lnTo>
                  <a:lnTo>
                    <a:pt x="148007" y="877613"/>
                  </a:lnTo>
                  <a:lnTo>
                    <a:pt x="148007" y="876341"/>
                  </a:lnTo>
                  <a:lnTo>
                    <a:pt x="148007" y="875069"/>
                  </a:lnTo>
                  <a:lnTo>
                    <a:pt x="148007" y="873797"/>
                  </a:lnTo>
                  <a:lnTo>
                    <a:pt x="149417" y="873797"/>
                  </a:lnTo>
                  <a:lnTo>
                    <a:pt x="149417" y="872525"/>
                  </a:lnTo>
                  <a:lnTo>
                    <a:pt x="149417" y="871253"/>
                  </a:lnTo>
                  <a:lnTo>
                    <a:pt x="149417" y="869981"/>
                  </a:lnTo>
                  <a:lnTo>
                    <a:pt x="149417" y="868709"/>
                  </a:lnTo>
                  <a:lnTo>
                    <a:pt x="150826" y="868709"/>
                  </a:lnTo>
                  <a:lnTo>
                    <a:pt x="150826" y="867438"/>
                  </a:lnTo>
                  <a:lnTo>
                    <a:pt x="150826" y="866166"/>
                  </a:lnTo>
                  <a:lnTo>
                    <a:pt x="150826" y="864894"/>
                  </a:lnTo>
                  <a:lnTo>
                    <a:pt x="150826" y="863622"/>
                  </a:lnTo>
                  <a:lnTo>
                    <a:pt x="152236" y="863622"/>
                  </a:lnTo>
                  <a:lnTo>
                    <a:pt x="153646" y="863622"/>
                  </a:lnTo>
                  <a:lnTo>
                    <a:pt x="153646" y="862350"/>
                  </a:lnTo>
                  <a:lnTo>
                    <a:pt x="153646" y="861078"/>
                  </a:lnTo>
                  <a:lnTo>
                    <a:pt x="155055" y="861078"/>
                  </a:lnTo>
                  <a:lnTo>
                    <a:pt x="155055" y="859806"/>
                  </a:lnTo>
                  <a:lnTo>
                    <a:pt x="155055" y="858534"/>
                  </a:lnTo>
                  <a:lnTo>
                    <a:pt x="155055" y="857262"/>
                  </a:lnTo>
                  <a:lnTo>
                    <a:pt x="155055" y="855990"/>
                  </a:lnTo>
                  <a:lnTo>
                    <a:pt x="155055" y="854719"/>
                  </a:lnTo>
                  <a:lnTo>
                    <a:pt x="156465" y="854719"/>
                  </a:lnTo>
                  <a:lnTo>
                    <a:pt x="157874" y="854719"/>
                  </a:lnTo>
                  <a:lnTo>
                    <a:pt x="157874" y="853447"/>
                  </a:lnTo>
                  <a:lnTo>
                    <a:pt x="159284" y="853447"/>
                  </a:lnTo>
                  <a:lnTo>
                    <a:pt x="159284" y="852175"/>
                  </a:lnTo>
                  <a:lnTo>
                    <a:pt x="160694" y="852175"/>
                  </a:lnTo>
                  <a:lnTo>
                    <a:pt x="162103" y="852175"/>
                  </a:lnTo>
                  <a:lnTo>
                    <a:pt x="163513" y="852175"/>
                  </a:lnTo>
                  <a:lnTo>
                    <a:pt x="164922" y="852175"/>
                  </a:lnTo>
                  <a:lnTo>
                    <a:pt x="164922" y="850903"/>
                  </a:lnTo>
                  <a:lnTo>
                    <a:pt x="164922" y="849631"/>
                  </a:lnTo>
                  <a:lnTo>
                    <a:pt x="164922" y="848359"/>
                  </a:lnTo>
                  <a:lnTo>
                    <a:pt x="164922" y="847087"/>
                  </a:lnTo>
                  <a:lnTo>
                    <a:pt x="164922" y="845815"/>
                  </a:lnTo>
                  <a:lnTo>
                    <a:pt x="164922" y="844543"/>
                  </a:lnTo>
                  <a:lnTo>
                    <a:pt x="164922" y="843271"/>
                  </a:lnTo>
                  <a:lnTo>
                    <a:pt x="164922" y="841999"/>
                  </a:lnTo>
                  <a:lnTo>
                    <a:pt x="164922" y="840728"/>
                  </a:lnTo>
                  <a:lnTo>
                    <a:pt x="164922" y="839456"/>
                  </a:lnTo>
                  <a:lnTo>
                    <a:pt x="164922" y="838184"/>
                  </a:lnTo>
                  <a:lnTo>
                    <a:pt x="164922" y="836912"/>
                  </a:lnTo>
                  <a:lnTo>
                    <a:pt x="166332" y="836912"/>
                  </a:lnTo>
                  <a:lnTo>
                    <a:pt x="166332" y="835640"/>
                  </a:lnTo>
                  <a:lnTo>
                    <a:pt x="166332" y="834368"/>
                  </a:lnTo>
                  <a:lnTo>
                    <a:pt x="166332" y="833096"/>
                  </a:lnTo>
                  <a:lnTo>
                    <a:pt x="166332" y="831824"/>
                  </a:lnTo>
                  <a:lnTo>
                    <a:pt x="166332" y="830552"/>
                  </a:lnTo>
                  <a:lnTo>
                    <a:pt x="166332" y="829280"/>
                  </a:lnTo>
                  <a:lnTo>
                    <a:pt x="166332" y="828009"/>
                  </a:lnTo>
                  <a:lnTo>
                    <a:pt x="167742" y="828009"/>
                  </a:lnTo>
                  <a:lnTo>
                    <a:pt x="167742" y="826737"/>
                  </a:lnTo>
                  <a:lnTo>
                    <a:pt x="167742" y="825465"/>
                  </a:lnTo>
                  <a:lnTo>
                    <a:pt x="167742" y="824193"/>
                  </a:lnTo>
                  <a:lnTo>
                    <a:pt x="167742" y="822921"/>
                  </a:lnTo>
                  <a:lnTo>
                    <a:pt x="169151" y="822921"/>
                  </a:lnTo>
                  <a:lnTo>
                    <a:pt x="169151" y="821649"/>
                  </a:lnTo>
                  <a:lnTo>
                    <a:pt x="169151" y="820377"/>
                  </a:lnTo>
                  <a:lnTo>
                    <a:pt x="169151" y="819105"/>
                  </a:lnTo>
                  <a:lnTo>
                    <a:pt x="169151" y="817833"/>
                  </a:lnTo>
                  <a:lnTo>
                    <a:pt x="170561" y="817833"/>
                  </a:lnTo>
                  <a:lnTo>
                    <a:pt x="170561" y="816561"/>
                  </a:lnTo>
                  <a:lnTo>
                    <a:pt x="171970" y="816561"/>
                  </a:lnTo>
                  <a:lnTo>
                    <a:pt x="171970" y="815290"/>
                  </a:lnTo>
                  <a:lnTo>
                    <a:pt x="171970" y="814018"/>
                  </a:lnTo>
                  <a:lnTo>
                    <a:pt x="171970" y="812746"/>
                  </a:lnTo>
                  <a:lnTo>
                    <a:pt x="173380" y="812746"/>
                  </a:lnTo>
                  <a:lnTo>
                    <a:pt x="173380" y="811474"/>
                  </a:lnTo>
                  <a:lnTo>
                    <a:pt x="173380" y="810202"/>
                  </a:lnTo>
                  <a:lnTo>
                    <a:pt x="173380" y="808930"/>
                  </a:lnTo>
                  <a:lnTo>
                    <a:pt x="174790" y="808930"/>
                  </a:lnTo>
                  <a:lnTo>
                    <a:pt x="176199" y="808930"/>
                  </a:lnTo>
                  <a:lnTo>
                    <a:pt x="176199" y="807658"/>
                  </a:lnTo>
                  <a:lnTo>
                    <a:pt x="176199" y="806386"/>
                  </a:lnTo>
                  <a:lnTo>
                    <a:pt x="176199" y="805114"/>
                  </a:lnTo>
                  <a:lnTo>
                    <a:pt x="176199" y="803842"/>
                  </a:lnTo>
                  <a:lnTo>
                    <a:pt x="176199" y="802570"/>
                  </a:lnTo>
                  <a:lnTo>
                    <a:pt x="177609" y="802570"/>
                  </a:lnTo>
                  <a:lnTo>
                    <a:pt x="179018" y="802570"/>
                  </a:lnTo>
                  <a:lnTo>
                    <a:pt x="179018" y="801299"/>
                  </a:lnTo>
                  <a:lnTo>
                    <a:pt x="179018" y="800027"/>
                  </a:lnTo>
                  <a:lnTo>
                    <a:pt x="179018" y="798755"/>
                  </a:lnTo>
                  <a:lnTo>
                    <a:pt x="179018" y="797483"/>
                  </a:lnTo>
                  <a:lnTo>
                    <a:pt x="179018" y="796211"/>
                  </a:lnTo>
                  <a:lnTo>
                    <a:pt x="179018" y="794939"/>
                  </a:lnTo>
                  <a:lnTo>
                    <a:pt x="179018" y="793667"/>
                  </a:lnTo>
                  <a:lnTo>
                    <a:pt x="179018" y="792395"/>
                  </a:lnTo>
                  <a:lnTo>
                    <a:pt x="179018" y="791123"/>
                  </a:lnTo>
                  <a:lnTo>
                    <a:pt x="179018" y="789851"/>
                  </a:lnTo>
                  <a:lnTo>
                    <a:pt x="179018" y="788580"/>
                  </a:lnTo>
                  <a:lnTo>
                    <a:pt x="180428" y="788580"/>
                  </a:lnTo>
                  <a:lnTo>
                    <a:pt x="180428" y="787308"/>
                  </a:lnTo>
                  <a:lnTo>
                    <a:pt x="181838" y="787308"/>
                  </a:lnTo>
                  <a:lnTo>
                    <a:pt x="181838" y="786036"/>
                  </a:lnTo>
                  <a:lnTo>
                    <a:pt x="181838" y="784764"/>
                  </a:lnTo>
                  <a:lnTo>
                    <a:pt x="183247" y="784764"/>
                  </a:lnTo>
                  <a:lnTo>
                    <a:pt x="183247" y="783492"/>
                  </a:lnTo>
                  <a:lnTo>
                    <a:pt x="183247" y="782220"/>
                  </a:lnTo>
                  <a:lnTo>
                    <a:pt x="183247" y="780948"/>
                  </a:lnTo>
                  <a:lnTo>
                    <a:pt x="183247" y="779676"/>
                  </a:lnTo>
                  <a:lnTo>
                    <a:pt x="183247" y="778404"/>
                  </a:lnTo>
                  <a:lnTo>
                    <a:pt x="183247" y="777132"/>
                  </a:lnTo>
                  <a:lnTo>
                    <a:pt x="183247" y="775861"/>
                  </a:lnTo>
                  <a:lnTo>
                    <a:pt x="183247" y="774589"/>
                  </a:lnTo>
                  <a:lnTo>
                    <a:pt x="183247" y="773317"/>
                  </a:lnTo>
                  <a:lnTo>
                    <a:pt x="183247" y="772045"/>
                  </a:lnTo>
                  <a:lnTo>
                    <a:pt x="183247" y="770773"/>
                  </a:lnTo>
                  <a:lnTo>
                    <a:pt x="184657" y="770773"/>
                  </a:lnTo>
                  <a:lnTo>
                    <a:pt x="184657" y="769501"/>
                  </a:lnTo>
                  <a:lnTo>
                    <a:pt x="184657" y="768229"/>
                  </a:lnTo>
                  <a:lnTo>
                    <a:pt x="184657" y="766957"/>
                  </a:lnTo>
                  <a:lnTo>
                    <a:pt x="184657" y="765685"/>
                  </a:lnTo>
                  <a:lnTo>
                    <a:pt x="184657" y="764413"/>
                  </a:lnTo>
                  <a:lnTo>
                    <a:pt x="186066" y="764413"/>
                  </a:lnTo>
                  <a:lnTo>
                    <a:pt x="187476" y="764413"/>
                  </a:lnTo>
                  <a:lnTo>
                    <a:pt x="187476" y="763141"/>
                  </a:lnTo>
                  <a:lnTo>
                    <a:pt x="187476" y="761870"/>
                  </a:lnTo>
                  <a:lnTo>
                    <a:pt x="187476" y="760598"/>
                  </a:lnTo>
                  <a:lnTo>
                    <a:pt x="188886" y="760598"/>
                  </a:lnTo>
                  <a:lnTo>
                    <a:pt x="188886" y="759326"/>
                  </a:lnTo>
                  <a:lnTo>
                    <a:pt x="190295" y="759326"/>
                  </a:lnTo>
                  <a:lnTo>
                    <a:pt x="190295" y="758054"/>
                  </a:lnTo>
                  <a:lnTo>
                    <a:pt x="191705" y="758054"/>
                  </a:lnTo>
                  <a:lnTo>
                    <a:pt x="191705" y="756782"/>
                  </a:lnTo>
                  <a:lnTo>
                    <a:pt x="191705" y="755510"/>
                  </a:lnTo>
                  <a:lnTo>
                    <a:pt x="191705" y="754238"/>
                  </a:lnTo>
                  <a:lnTo>
                    <a:pt x="193114" y="754238"/>
                  </a:lnTo>
                  <a:lnTo>
                    <a:pt x="193114" y="752966"/>
                  </a:lnTo>
                  <a:lnTo>
                    <a:pt x="194524" y="752966"/>
                  </a:lnTo>
                  <a:lnTo>
                    <a:pt x="194524" y="751694"/>
                  </a:lnTo>
                  <a:lnTo>
                    <a:pt x="195934" y="751694"/>
                  </a:lnTo>
                  <a:lnTo>
                    <a:pt x="195934" y="750422"/>
                  </a:lnTo>
                  <a:lnTo>
                    <a:pt x="195934" y="749151"/>
                  </a:lnTo>
                  <a:lnTo>
                    <a:pt x="195934" y="747879"/>
                  </a:lnTo>
                  <a:lnTo>
                    <a:pt x="195934" y="746607"/>
                  </a:lnTo>
                  <a:lnTo>
                    <a:pt x="195934" y="745335"/>
                  </a:lnTo>
                  <a:lnTo>
                    <a:pt x="197343" y="745335"/>
                  </a:lnTo>
                  <a:lnTo>
                    <a:pt x="197343" y="744063"/>
                  </a:lnTo>
                  <a:lnTo>
                    <a:pt x="197343" y="742791"/>
                  </a:lnTo>
                  <a:lnTo>
                    <a:pt x="197343" y="741519"/>
                  </a:lnTo>
                  <a:lnTo>
                    <a:pt x="197343" y="740247"/>
                  </a:lnTo>
                  <a:lnTo>
                    <a:pt x="198753" y="740247"/>
                  </a:lnTo>
                  <a:lnTo>
                    <a:pt x="198753" y="738975"/>
                  </a:lnTo>
                  <a:lnTo>
                    <a:pt x="198753" y="737703"/>
                  </a:lnTo>
                  <a:lnTo>
                    <a:pt x="198753" y="736432"/>
                  </a:lnTo>
                  <a:lnTo>
                    <a:pt x="198753" y="735160"/>
                  </a:lnTo>
                  <a:lnTo>
                    <a:pt x="200162" y="735160"/>
                  </a:lnTo>
                  <a:lnTo>
                    <a:pt x="200162" y="733888"/>
                  </a:lnTo>
                  <a:lnTo>
                    <a:pt x="200162" y="732616"/>
                  </a:lnTo>
                  <a:lnTo>
                    <a:pt x="201572" y="732616"/>
                  </a:lnTo>
                  <a:lnTo>
                    <a:pt x="201572" y="731344"/>
                  </a:lnTo>
                  <a:lnTo>
                    <a:pt x="201572" y="730072"/>
                  </a:lnTo>
                  <a:lnTo>
                    <a:pt x="202982" y="730072"/>
                  </a:lnTo>
                  <a:lnTo>
                    <a:pt x="202982" y="728800"/>
                  </a:lnTo>
                  <a:lnTo>
                    <a:pt x="204391" y="728800"/>
                  </a:lnTo>
                  <a:lnTo>
                    <a:pt x="204391" y="727528"/>
                  </a:lnTo>
                  <a:lnTo>
                    <a:pt x="204391" y="726256"/>
                  </a:lnTo>
                  <a:lnTo>
                    <a:pt x="204391" y="724984"/>
                  </a:lnTo>
                  <a:lnTo>
                    <a:pt x="205801" y="724984"/>
                  </a:lnTo>
                  <a:lnTo>
                    <a:pt x="205801" y="723712"/>
                  </a:lnTo>
                  <a:lnTo>
                    <a:pt x="207210" y="723712"/>
                  </a:lnTo>
                  <a:lnTo>
                    <a:pt x="207210" y="722441"/>
                  </a:lnTo>
                  <a:lnTo>
                    <a:pt x="207210" y="721169"/>
                  </a:lnTo>
                  <a:lnTo>
                    <a:pt x="207210" y="719897"/>
                  </a:lnTo>
                  <a:lnTo>
                    <a:pt x="207210" y="718625"/>
                  </a:lnTo>
                  <a:lnTo>
                    <a:pt x="207210" y="717353"/>
                  </a:lnTo>
                  <a:lnTo>
                    <a:pt x="207210" y="716081"/>
                  </a:lnTo>
                  <a:lnTo>
                    <a:pt x="207210" y="714809"/>
                  </a:lnTo>
                  <a:lnTo>
                    <a:pt x="207210" y="713537"/>
                  </a:lnTo>
                  <a:lnTo>
                    <a:pt x="207210" y="712265"/>
                  </a:lnTo>
                  <a:lnTo>
                    <a:pt x="207210" y="710993"/>
                  </a:lnTo>
                  <a:lnTo>
                    <a:pt x="207210" y="709722"/>
                  </a:lnTo>
                  <a:lnTo>
                    <a:pt x="208620" y="709722"/>
                  </a:lnTo>
                  <a:lnTo>
                    <a:pt x="208620" y="708450"/>
                  </a:lnTo>
                  <a:lnTo>
                    <a:pt x="208620" y="707178"/>
                  </a:lnTo>
                  <a:lnTo>
                    <a:pt x="208620" y="705906"/>
                  </a:lnTo>
                  <a:lnTo>
                    <a:pt x="208620" y="704634"/>
                  </a:lnTo>
                  <a:lnTo>
                    <a:pt x="208620" y="703362"/>
                  </a:lnTo>
                  <a:lnTo>
                    <a:pt x="210030" y="703362"/>
                  </a:lnTo>
                  <a:lnTo>
                    <a:pt x="210030" y="702090"/>
                  </a:lnTo>
                  <a:lnTo>
                    <a:pt x="210030" y="700818"/>
                  </a:lnTo>
                  <a:lnTo>
                    <a:pt x="210030" y="699546"/>
                  </a:lnTo>
                  <a:lnTo>
                    <a:pt x="211439" y="699546"/>
                  </a:lnTo>
                  <a:lnTo>
                    <a:pt x="211439" y="698274"/>
                  </a:lnTo>
                  <a:lnTo>
                    <a:pt x="212849" y="698274"/>
                  </a:lnTo>
                  <a:lnTo>
                    <a:pt x="212849" y="697003"/>
                  </a:lnTo>
                  <a:lnTo>
                    <a:pt x="212849" y="695731"/>
                  </a:lnTo>
                  <a:lnTo>
                    <a:pt x="212849" y="694459"/>
                  </a:lnTo>
                  <a:lnTo>
                    <a:pt x="212849" y="693187"/>
                  </a:lnTo>
                  <a:lnTo>
                    <a:pt x="212849" y="691915"/>
                  </a:lnTo>
                  <a:lnTo>
                    <a:pt x="214258" y="691915"/>
                  </a:lnTo>
                  <a:lnTo>
                    <a:pt x="214258" y="690643"/>
                  </a:lnTo>
                  <a:lnTo>
                    <a:pt x="214258" y="689371"/>
                  </a:lnTo>
                  <a:lnTo>
                    <a:pt x="215668" y="689371"/>
                  </a:lnTo>
                  <a:lnTo>
                    <a:pt x="217077" y="689371"/>
                  </a:lnTo>
                  <a:lnTo>
                    <a:pt x="217077" y="688099"/>
                  </a:lnTo>
                  <a:lnTo>
                    <a:pt x="217077" y="686827"/>
                  </a:lnTo>
                  <a:lnTo>
                    <a:pt x="218487" y="686827"/>
                  </a:lnTo>
                  <a:lnTo>
                    <a:pt x="219897" y="686827"/>
                  </a:lnTo>
                  <a:lnTo>
                    <a:pt x="219897" y="685555"/>
                  </a:lnTo>
                  <a:lnTo>
                    <a:pt x="219897" y="684283"/>
                  </a:lnTo>
                  <a:lnTo>
                    <a:pt x="219897" y="683012"/>
                  </a:lnTo>
                  <a:lnTo>
                    <a:pt x="219897" y="681740"/>
                  </a:lnTo>
                  <a:lnTo>
                    <a:pt x="219897" y="680468"/>
                  </a:lnTo>
                  <a:lnTo>
                    <a:pt x="219897" y="679196"/>
                  </a:lnTo>
                  <a:lnTo>
                    <a:pt x="219897" y="677924"/>
                  </a:lnTo>
                  <a:lnTo>
                    <a:pt x="219897" y="676652"/>
                  </a:lnTo>
                  <a:lnTo>
                    <a:pt x="219897" y="675380"/>
                  </a:lnTo>
                  <a:lnTo>
                    <a:pt x="219897" y="674108"/>
                  </a:lnTo>
                  <a:lnTo>
                    <a:pt x="219897" y="672836"/>
                  </a:lnTo>
                  <a:lnTo>
                    <a:pt x="219897" y="671564"/>
                  </a:lnTo>
                  <a:lnTo>
                    <a:pt x="219897" y="670293"/>
                  </a:lnTo>
                  <a:lnTo>
                    <a:pt x="219897" y="669021"/>
                  </a:lnTo>
                  <a:lnTo>
                    <a:pt x="219897" y="667749"/>
                  </a:lnTo>
                  <a:lnTo>
                    <a:pt x="219897" y="666477"/>
                  </a:lnTo>
                  <a:lnTo>
                    <a:pt x="219897" y="665205"/>
                  </a:lnTo>
                  <a:lnTo>
                    <a:pt x="221306" y="665205"/>
                  </a:lnTo>
                  <a:lnTo>
                    <a:pt x="221306" y="663933"/>
                  </a:lnTo>
                  <a:lnTo>
                    <a:pt x="221306" y="662661"/>
                  </a:lnTo>
                  <a:lnTo>
                    <a:pt x="221306" y="661389"/>
                  </a:lnTo>
                  <a:lnTo>
                    <a:pt x="221306" y="660117"/>
                  </a:lnTo>
                  <a:lnTo>
                    <a:pt x="221306" y="658845"/>
                  </a:lnTo>
                  <a:lnTo>
                    <a:pt x="221306" y="657574"/>
                  </a:lnTo>
                  <a:lnTo>
                    <a:pt x="222716" y="657574"/>
                  </a:lnTo>
                  <a:lnTo>
                    <a:pt x="222716" y="656302"/>
                  </a:lnTo>
                  <a:lnTo>
                    <a:pt x="222716" y="655030"/>
                  </a:lnTo>
                  <a:lnTo>
                    <a:pt x="222716" y="653758"/>
                  </a:lnTo>
                  <a:lnTo>
                    <a:pt x="224125" y="653758"/>
                  </a:lnTo>
                  <a:lnTo>
                    <a:pt x="224125" y="652486"/>
                  </a:lnTo>
                  <a:lnTo>
                    <a:pt x="225535" y="652486"/>
                  </a:lnTo>
                  <a:lnTo>
                    <a:pt x="225535" y="651214"/>
                  </a:lnTo>
                  <a:lnTo>
                    <a:pt x="225535" y="649942"/>
                  </a:lnTo>
                  <a:lnTo>
                    <a:pt x="225535" y="648670"/>
                  </a:lnTo>
                  <a:lnTo>
                    <a:pt x="225535" y="647398"/>
                  </a:lnTo>
                  <a:lnTo>
                    <a:pt x="226945" y="647398"/>
                  </a:lnTo>
                  <a:lnTo>
                    <a:pt x="226945" y="646126"/>
                  </a:lnTo>
                  <a:lnTo>
                    <a:pt x="228354" y="646126"/>
                  </a:lnTo>
                  <a:lnTo>
                    <a:pt x="229764" y="646126"/>
                  </a:lnTo>
                  <a:lnTo>
                    <a:pt x="231173" y="646126"/>
                  </a:lnTo>
                  <a:lnTo>
                    <a:pt x="231173" y="644854"/>
                  </a:lnTo>
                  <a:lnTo>
                    <a:pt x="231173" y="643583"/>
                  </a:lnTo>
                  <a:lnTo>
                    <a:pt x="231173" y="642311"/>
                  </a:lnTo>
                  <a:lnTo>
                    <a:pt x="231173" y="641039"/>
                  </a:lnTo>
                  <a:lnTo>
                    <a:pt x="231173" y="639767"/>
                  </a:lnTo>
                  <a:lnTo>
                    <a:pt x="231173" y="638495"/>
                  </a:lnTo>
                  <a:lnTo>
                    <a:pt x="232583" y="638495"/>
                  </a:lnTo>
                  <a:lnTo>
                    <a:pt x="232583" y="637223"/>
                  </a:lnTo>
                  <a:lnTo>
                    <a:pt x="232583" y="635951"/>
                  </a:lnTo>
                  <a:lnTo>
                    <a:pt x="232583" y="634679"/>
                  </a:lnTo>
                  <a:lnTo>
                    <a:pt x="232583" y="633407"/>
                  </a:lnTo>
                  <a:lnTo>
                    <a:pt x="232583" y="632135"/>
                  </a:lnTo>
                  <a:lnTo>
                    <a:pt x="232583" y="630864"/>
                  </a:lnTo>
                  <a:lnTo>
                    <a:pt x="232583" y="629592"/>
                  </a:lnTo>
                  <a:lnTo>
                    <a:pt x="232583" y="628320"/>
                  </a:lnTo>
                  <a:lnTo>
                    <a:pt x="232583" y="627048"/>
                  </a:lnTo>
                  <a:lnTo>
                    <a:pt x="232583" y="625776"/>
                  </a:lnTo>
                  <a:lnTo>
                    <a:pt x="232583" y="624504"/>
                  </a:lnTo>
                  <a:lnTo>
                    <a:pt x="232583" y="623232"/>
                  </a:lnTo>
                  <a:lnTo>
                    <a:pt x="232583" y="621960"/>
                  </a:lnTo>
                  <a:lnTo>
                    <a:pt x="233993" y="621960"/>
                  </a:lnTo>
                  <a:lnTo>
                    <a:pt x="233993" y="620688"/>
                  </a:lnTo>
                  <a:lnTo>
                    <a:pt x="235402" y="620688"/>
                  </a:lnTo>
                  <a:lnTo>
                    <a:pt x="235402" y="619416"/>
                  </a:lnTo>
                  <a:lnTo>
                    <a:pt x="235402" y="618145"/>
                  </a:lnTo>
                  <a:lnTo>
                    <a:pt x="236812" y="618145"/>
                  </a:lnTo>
                  <a:lnTo>
                    <a:pt x="236812" y="616873"/>
                  </a:lnTo>
                  <a:lnTo>
                    <a:pt x="238221" y="616873"/>
                  </a:lnTo>
                  <a:lnTo>
                    <a:pt x="238221" y="615601"/>
                  </a:lnTo>
                  <a:lnTo>
                    <a:pt x="239631" y="615601"/>
                  </a:lnTo>
                  <a:lnTo>
                    <a:pt x="239631" y="614329"/>
                  </a:lnTo>
                  <a:lnTo>
                    <a:pt x="239631" y="613057"/>
                  </a:lnTo>
                  <a:lnTo>
                    <a:pt x="239631" y="611785"/>
                  </a:lnTo>
                  <a:lnTo>
                    <a:pt x="241041" y="611785"/>
                  </a:lnTo>
                  <a:lnTo>
                    <a:pt x="242450" y="611785"/>
                  </a:lnTo>
                  <a:lnTo>
                    <a:pt x="242450" y="610513"/>
                  </a:lnTo>
                  <a:lnTo>
                    <a:pt x="242450" y="609241"/>
                  </a:lnTo>
                  <a:lnTo>
                    <a:pt x="242450" y="607969"/>
                  </a:lnTo>
                  <a:lnTo>
                    <a:pt x="242450" y="606697"/>
                  </a:lnTo>
                  <a:lnTo>
                    <a:pt x="242450" y="605425"/>
                  </a:lnTo>
                  <a:lnTo>
                    <a:pt x="242450" y="604154"/>
                  </a:lnTo>
                  <a:lnTo>
                    <a:pt x="242450" y="602882"/>
                  </a:lnTo>
                  <a:lnTo>
                    <a:pt x="242450" y="601610"/>
                  </a:lnTo>
                  <a:lnTo>
                    <a:pt x="243860" y="601610"/>
                  </a:lnTo>
                  <a:lnTo>
                    <a:pt x="245269" y="601610"/>
                  </a:lnTo>
                  <a:lnTo>
                    <a:pt x="245269" y="600338"/>
                  </a:lnTo>
                  <a:lnTo>
                    <a:pt x="245269" y="599066"/>
                  </a:lnTo>
                  <a:lnTo>
                    <a:pt x="245269" y="597794"/>
                  </a:lnTo>
                  <a:lnTo>
                    <a:pt x="246679" y="597794"/>
                  </a:lnTo>
                  <a:lnTo>
                    <a:pt x="246679" y="596522"/>
                  </a:lnTo>
                  <a:lnTo>
                    <a:pt x="246679" y="595250"/>
                  </a:lnTo>
                  <a:lnTo>
                    <a:pt x="246679" y="593978"/>
                  </a:lnTo>
                  <a:lnTo>
                    <a:pt x="246679" y="592706"/>
                  </a:lnTo>
                  <a:lnTo>
                    <a:pt x="246679" y="591435"/>
                  </a:lnTo>
                  <a:lnTo>
                    <a:pt x="248089" y="591435"/>
                  </a:lnTo>
                  <a:lnTo>
                    <a:pt x="248089" y="590163"/>
                  </a:lnTo>
                  <a:lnTo>
                    <a:pt x="248089" y="588891"/>
                  </a:lnTo>
                  <a:lnTo>
                    <a:pt x="249498" y="588891"/>
                  </a:lnTo>
                  <a:lnTo>
                    <a:pt x="249498" y="587619"/>
                  </a:lnTo>
                  <a:lnTo>
                    <a:pt x="250908" y="587619"/>
                  </a:lnTo>
                  <a:lnTo>
                    <a:pt x="252317" y="587619"/>
                  </a:lnTo>
                  <a:lnTo>
                    <a:pt x="253727" y="587619"/>
                  </a:lnTo>
                  <a:lnTo>
                    <a:pt x="253727" y="586347"/>
                  </a:lnTo>
                  <a:lnTo>
                    <a:pt x="253727" y="585075"/>
                  </a:lnTo>
                  <a:lnTo>
                    <a:pt x="255137" y="585075"/>
                  </a:lnTo>
                  <a:lnTo>
                    <a:pt x="255137" y="583803"/>
                  </a:lnTo>
                  <a:lnTo>
                    <a:pt x="255137" y="582531"/>
                  </a:lnTo>
                  <a:lnTo>
                    <a:pt x="255137" y="581259"/>
                  </a:lnTo>
                  <a:lnTo>
                    <a:pt x="256546" y="581259"/>
                  </a:lnTo>
                  <a:lnTo>
                    <a:pt x="256546" y="579987"/>
                  </a:lnTo>
                  <a:lnTo>
                    <a:pt x="257956" y="579987"/>
                  </a:lnTo>
                  <a:lnTo>
                    <a:pt x="259365" y="579987"/>
                  </a:lnTo>
                  <a:lnTo>
                    <a:pt x="260775" y="579987"/>
                  </a:lnTo>
                  <a:lnTo>
                    <a:pt x="260775" y="578715"/>
                  </a:lnTo>
                  <a:lnTo>
                    <a:pt x="262185" y="578715"/>
                  </a:lnTo>
                  <a:lnTo>
                    <a:pt x="262185" y="577444"/>
                  </a:lnTo>
                  <a:lnTo>
                    <a:pt x="263594" y="577444"/>
                  </a:lnTo>
                  <a:lnTo>
                    <a:pt x="263594" y="576172"/>
                  </a:lnTo>
                  <a:lnTo>
                    <a:pt x="263594" y="574900"/>
                  </a:lnTo>
                  <a:lnTo>
                    <a:pt x="265004" y="574900"/>
                  </a:lnTo>
                  <a:lnTo>
                    <a:pt x="265004" y="573628"/>
                  </a:lnTo>
                  <a:lnTo>
                    <a:pt x="265004" y="572356"/>
                  </a:lnTo>
                  <a:lnTo>
                    <a:pt x="265004" y="571084"/>
                  </a:lnTo>
                  <a:lnTo>
                    <a:pt x="266413" y="571084"/>
                  </a:lnTo>
                  <a:lnTo>
                    <a:pt x="266413" y="569812"/>
                  </a:lnTo>
                  <a:lnTo>
                    <a:pt x="267823" y="569812"/>
                  </a:lnTo>
                  <a:lnTo>
                    <a:pt x="269233" y="569812"/>
                  </a:lnTo>
                  <a:lnTo>
                    <a:pt x="269233" y="568540"/>
                  </a:lnTo>
                  <a:lnTo>
                    <a:pt x="269233" y="567268"/>
                  </a:lnTo>
                  <a:lnTo>
                    <a:pt x="270642" y="567268"/>
                  </a:lnTo>
                  <a:lnTo>
                    <a:pt x="272052" y="567268"/>
                  </a:lnTo>
                  <a:lnTo>
                    <a:pt x="272052" y="565996"/>
                  </a:lnTo>
                  <a:lnTo>
                    <a:pt x="272052" y="564725"/>
                  </a:lnTo>
                  <a:lnTo>
                    <a:pt x="272052" y="563453"/>
                  </a:lnTo>
                  <a:lnTo>
                    <a:pt x="272052" y="562181"/>
                  </a:lnTo>
                  <a:lnTo>
                    <a:pt x="272052" y="560909"/>
                  </a:lnTo>
                  <a:lnTo>
                    <a:pt x="272052" y="559637"/>
                  </a:lnTo>
                  <a:lnTo>
                    <a:pt x="272052" y="558365"/>
                  </a:lnTo>
                  <a:lnTo>
                    <a:pt x="272052" y="557093"/>
                  </a:lnTo>
                  <a:lnTo>
                    <a:pt x="272052" y="555821"/>
                  </a:lnTo>
                  <a:lnTo>
                    <a:pt x="272052" y="554549"/>
                  </a:lnTo>
                  <a:lnTo>
                    <a:pt x="272052" y="553277"/>
                  </a:lnTo>
                  <a:lnTo>
                    <a:pt x="272052" y="552006"/>
                  </a:lnTo>
                  <a:lnTo>
                    <a:pt x="273461" y="552006"/>
                  </a:lnTo>
                  <a:lnTo>
                    <a:pt x="273461" y="550734"/>
                  </a:lnTo>
                  <a:lnTo>
                    <a:pt x="273461" y="549462"/>
                  </a:lnTo>
                  <a:lnTo>
                    <a:pt x="273461" y="548190"/>
                  </a:lnTo>
                  <a:lnTo>
                    <a:pt x="274871" y="548190"/>
                  </a:lnTo>
                  <a:lnTo>
                    <a:pt x="274871" y="546918"/>
                  </a:lnTo>
                  <a:lnTo>
                    <a:pt x="274871" y="545646"/>
                  </a:lnTo>
                  <a:lnTo>
                    <a:pt x="274871" y="544374"/>
                  </a:lnTo>
                  <a:lnTo>
                    <a:pt x="276281" y="544374"/>
                  </a:lnTo>
                  <a:lnTo>
                    <a:pt x="276281" y="543102"/>
                  </a:lnTo>
                  <a:lnTo>
                    <a:pt x="276281" y="541830"/>
                  </a:lnTo>
                  <a:lnTo>
                    <a:pt x="277690" y="541830"/>
                  </a:lnTo>
                  <a:lnTo>
                    <a:pt x="277690" y="540558"/>
                  </a:lnTo>
                  <a:lnTo>
                    <a:pt x="277690" y="539286"/>
                  </a:lnTo>
                  <a:lnTo>
                    <a:pt x="279100" y="539286"/>
                  </a:lnTo>
                  <a:lnTo>
                    <a:pt x="279100" y="538015"/>
                  </a:lnTo>
                  <a:lnTo>
                    <a:pt x="279100" y="536743"/>
                  </a:lnTo>
                  <a:lnTo>
                    <a:pt x="279100" y="535471"/>
                  </a:lnTo>
                  <a:lnTo>
                    <a:pt x="279100" y="534199"/>
                  </a:lnTo>
                  <a:lnTo>
                    <a:pt x="280509" y="534199"/>
                  </a:lnTo>
                  <a:lnTo>
                    <a:pt x="281919" y="534199"/>
                  </a:lnTo>
                  <a:lnTo>
                    <a:pt x="281919" y="532927"/>
                  </a:lnTo>
                  <a:lnTo>
                    <a:pt x="283329" y="532927"/>
                  </a:lnTo>
                  <a:lnTo>
                    <a:pt x="283329" y="531655"/>
                  </a:lnTo>
                  <a:lnTo>
                    <a:pt x="283329" y="530383"/>
                  </a:lnTo>
                  <a:lnTo>
                    <a:pt x="284738" y="530383"/>
                  </a:lnTo>
                  <a:lnTo>
                    <a:pt x="284738" y="529111"/>
                  </a:lnTo>
                  <a:lnTo>
                    <a:pt x="284738" y="527839"/>
                  </a:lnTo>
                  <a:lnTo>
                    <a:pt x="284738" y="526567"/>
                  </a:lnTo>
                  <a:lnTo>
                    <a:pt x="284738" y="525296"/>
                  </a:lnTo>
                  <a:lnTo>
                    <a:pt x="286148" y="525296"/>
                  </a:lnTo>
                  <a:lnTo>
                    <a:pt x="286148" y="524024"/>
                  </a:lnTo>
                  <a:lnTo>
                    <a:pt x="286148" y="522752"/>
                  </a:lnTo>
                  <a:lnTo>
                    <a:pt x="287557" y="522752"/>
                  </a:lnTo>
                  <a:lnTo>
                    <a:pt x="287557" y="521480"/>
                  </a:lnTo>
                  <a:lnTo>
                    <a:pt x="287557" y="520208"/>
                  </a:lnTo>
                  <a:lnTo>
                    <a:pt x="288967" y="520208"/>
                  </a:lnTo>
                  <a:lnTo>
                    <a:pt x="288967" y="518936"/>
                  </a:lnTo>
                  <a:lnTo>
                    <a:pt x="288967" y="517664"/>
                  </a:lnTo>
                  <a:lnTo>
                    <a:pt x="290377" y="517664"/>
                  </a:lnTo>
                  <a:lnTo>
                    <a:pt x="291786" y="517664"/>
                  </a:lnTo>
                  <a:lnTo>
                    <a:pt x="291786" y="516392"/>
                  </a:lnTo>
                  <a:lnTo>
                    <a:pt x="291786" y="515120"/>
                  </a:lnTo>
                  <a:lnTo>
                    <a:pt x="291786" y="513848"/>
                  </a:lnTo>
                  <a:lnTo>
                    <a:pt x="293196" y="513848"/>
                  </a:lnTo>
                  <a:lnTo>
                    <a:pt x="293196" y="512577"/>
                  </a:lnTo>
                  <a:lnTo>
                    <a:pt x="294605" y="512577"/>
                  </a:lnTo>
                  <a:lnTo>
                    <a:pt x="294605" y="511305"/>
                  </a:lnTo>
                  <a:lnTo>
                    <a:pt x="296015" y="511305"/>
                  </a:lnTo>
                  <a:lnTo>
                    <a:pt x="296015" y="510033"/>
                  </a:lnTo>
                  <a:lnTo>
                    <a:pt x="297425" y="510033"/>
                  </a:lnTo>
                  <a:lnTo>
                    <a:pt x="297425" y="508761"/>
                  </a:lnTo>
                  <a:lnTo>
                    <a:pt x="297425" y="507489"/>
                  </a:lnTo>
                  <a:lnTo>
                    <a:pt x="297425" y="506217"/>
                  </a:lnTo>
                  <a:lnTo>
                    <a:pt x="298834" y="506217"/>
                  </a:lnTo>
                  <a:lnTo>
                    <a:pt x="298834" y="504945"/>
                  </a:lnTo>
                  <a:lnTo>
                    <a:pt x="298834" y="503673"/>
                  </a:lnTo>
                  <a:lnTo>
                    <a:pt x="298834" y="502401"/>
                  </a:lnTo>
                  <a:lnTo>
                    <a:pt x="300244" y="502401"/>
                  </a:lnTo>
                  <a:lnTo>
                    <a:pt x="300244" y="501129"/>
                  </a:lnTo>
                  <a:lnTo>
                    <a:pt x="301653" y="501129"/>
                  </a:lnTo>
                  <a:lnTo>
                    <a:pt x="301653" y="499857"/>
                  </a:lnTo>
                  <a:lnTo>
                    <a:pt x="301653" y="498586"/>
                  </a:lnTo>
                  <a:lnTo>
                    <a:pt x="301653" y="497314"/>
                  </a:lnTo>
                  <a:lnTo>
                    <a:pt x="303063" y="497314"/>
                  </a:lnTo>
                  <a:lnTo>
                    <a:pt x="304473" y="497314"/>
                  </a:lnTo>
                  <a:lnTo>
                    <a:pt x="305882" y="497314"/>
                  </a:lnTo>
                  <a:lnTo>
                    <a:pt x="305882" y="496042"/>
                  </a:lnTo>
                  <a:lnTo>
                    <a:pt x="307292" y="496042"/>
                  </a:lnTo>
                  <a:lnTo>
                    <a:pt x="307292" y="494770"/>
                  </a:lnTo>
                  <a:lnTo>
                    <a:pt x="307292" y="493498"/>
                  </a:lnTo>
                  <a:lnTo>
                    <a:pt x="307292" y="492226"/>
                  </a:lnTo>
                  <a:lnTo>
                    <a:pt x="308701" y="492226"/>
                  </a:lnTo>
                  <a:lnTo>
                    <a:pt x="310111" y="492226"/>
                  </a:lnTo>
                  <a:lnTo>
                    <a:pt x="311521" y="492226"/>
                  </a:lnTo>
                  <a:lnTo>
                    <a:pt x="311521" y="490954"/>
                  </a:lnTo>
                  <a:lnTo>
                    <a:pt x="312930" y="490954"/>
                  </a:lnTo>
                  <a:lnTo>
                    <a:pt x="314340" y="490954"/>
                  </a:lnTo>
                  <a:lnTo>
                    <a:pt x="314340" y="489682"/>
                  </a:lnTo>
                  <a:lnTo>
                    <a:pt x="314340" y="488410"/>
                  </a:lnTo>
                  <a:lnTo>
                    <a:pt x="314340" y="487138"/>
                  </a:lnTo>
                  <a:lnTo>
                    <a:pt x="314340" y="485867"/>
                  </a:lnTo>
                  <a:lnTo>
                    <a:pt x="314340" y="484595"/>
                  </a:lnTo>
                  <a:lnTo>
                    <a:pt x="314340" y="483323"/>
                  </a:lnTo>
                  <a:lnTo>
                    <a:pt x="314340" y="482051"/>
                  </a:lnTo>
                  <a:lnTo>
                    <a:pt x="315749" y="482051"/>
                  </a:lnTo>
                  <a:lnTo>
                    <a:pt x="317159" y="482051"/>
                  </a:lnTo>
                  <a:lnTo>
                    <a:pt x="317159" y="480779"/>
                  </a:lnTo>
                  <a:lnTo>
                    <a:pt x="317159" y="479507"/>
                  </a:lnTo>
                  <a:lnTo>
                    <a:pt x="317159" y="478235"/>
                  </a:lnTo>
                  <a:lnTo>
                    <a:pt x="318569" y="478235"/>
                  </a:lnTo>
                  <a:lnTo>
                    <a:pt x="319978" y="478235"/>
                  </a:lnTo>
                  <a:lnTo>
                    <a:pt x="319978" y="476963"/>
                  </a:lnTo>
                  <a:lnTo>
                    <a:pt x="321388" y="476963"/>
                  </a:lnTo>
                  <a:lnTo>
                    <a:pt x="321388" y="475691"/>
                  </a:lnTo>
                  <a:lnTo>
                    <a:pt x="321388" y="474419"/>
                  </a:lnTo>
                  <a:lnTo>
                    <a:pt x="321388" y="473148"/>
                  </a:lnTo>
                  <a:lnTo>
                    <a:pt x="321388" y="471876"/>
                  </a:lnTo>
                  <a:lnTo>
                    <a:pt x="322797" y="471876"/>
                  </a:lnTo>
                  <a:lnTo>
                    <a:pt x="322797" y="470604"/>
                  </a:lnTo>
                  <a:lnTo>
                    <a:pt x="324207" y="470604"/>
                  </a:lnTo>
                  <a:lnTo>
                    <a:pt x="324207" y="469332"/>
                  </a:lnTo>
                  <a:lnTo>
                    <a:pt x="324207" y="468060"/>
                  </a:lnTo>
                  <a:lnTo>
                    <a:pt x="325616" y="468060"/>
                  </a:lnTo>
                  <a:lnTo>
                    <a:pt x="325616" y="466788"/>
                  </a:lnTo>
                  <a:lnTo>
                    <a:pt x="325616" y="465516"/>
                  </a:lnTo>
                  <a:lnTo>
                    <a:pt x="327026" y="465516"/>
                  </a:lnTo>
                  <a:lnTo>
                    <a:pt x="327026" y="464244"/>
                  </a:lnTo>
                  <a:lnTo>
                    <a:pt x="328436" y="464244"/>
                  </a:lnTo>
                  <a:lnTo>
                    <a:pt x="328436" y="462972"/>
                  </a:lnTo>
                  <a:lnTo>
                    <a:pt x="328436" y="461700"/>
                  </a:lnTo>
                  <a:lnTo>
                    <a:pt x="329845" y="461700"/>
                  </a:lnTo>
                  <a:lnTo>
                    <a:pt x="329845" y="460428"/>
                  </a:lnTo>
                  <a:lnTo>
                    <a:pt x="331255" y="460428"/>
                  </a:lnTo>
                  <a:lnTo>
                    <a:pt x="331255" y="459157"/>
                  </a:lnTo>
                  <a:lnTo>
                    <a:pt x="332664" y="459157"/>
                  </a:lnTo>
                  <a:lnTo>
                    <a:pt x="332664" y="457885"/>
                  </a:lnTo>
                  <a:lnTo>
                    <a:pt x="334074" y="457885"/>
                  </a:lnTo>
                  <a:lnTo>
                    <a:pt x="334074" y="456613"/>
                  </a:lnTo>
                  <a:lnTo>
                    <a:pt x="334074" y="455341"/>
                  </a:lnTo>
                  <a:lnTo>
                    <a:pt x="335484" y="455341"/>
                  </a:lnTo>
                  <a:lnTo>
                    <a:pt x="336893" y="455341"/>
                  </a:lnTo>
                  <a:lnTo>
                    <a:pt x="338303" y="455341"/>
                  </a:lnTo>
                  <a:lnTo>
                    <a:pt x="338303" y="454069"/>
                  </a:lnTo>
                  <a:lnTo>
                    <a:pt x="339712" y="454069"/>
                  </a:lnTo>
                  <a:lnTo>
                    <a:pt x="341122" y="454069"/>
                  </a:lnTo>
                  <a:lnTo>
                    <a:pt x="341122" y="452797"/>
                  </a:lnTo>
                  <a:lnTo>
                    <a:pt x="341122" y="451525"/>
                  </a:lnTo>
                  <a:lnTo>
                    <a:pt x="341122" y="450253"/>
                  </a:lnTo>
                  <a:lnTo>
                    <a:pt x="342532" y="450253"/>
                  </a:lnTo>
                  <a:lnTo>
                    <a:pt x="343941" y="450253"/>
                  </a:lnTo>
                  <a:lnTo>
                    <a:pt x="343941" y="448981"/>
                  </a:lnTo>
                  <a:lnTo>
                    <a:pt x="343941" y="447709"/>
                  </a:lnTo>
                  <a:lnTo>
                    <a:pt x="345351" y="447709"/>
                  </a:lnTo>
                  <a:lnTo>
                    <a:pt x="345351" y="446438"/>
                  </a:lnTo>
                  <a:lnTo>
                    <a:pt x="346760" y="446438"/>
                  </a:lnTo>
                  <a:lnTo>
                    <a:pt x="346760" y="445166"/>
                  </a:lnTo>
                  <a:lnTo>
                    <a:pt x="346760" y="443894"/>
                  </a:lnTo>
                  <a:lnTo>
                    <a:pt x="348170" y="443894"/>
                  </a:lnTo>
                  <a:lnTo>
                    <a:pt x="348170" y="442622"/>
                  </a:lnTo>
                  <a:lnTo>
                    <a:pt x="348170" y="441350"/>
                  </a:lnTo>
                  <a:lnTo>
                    <a:pt x="348170" y="440078"/>
                  </a:lnTo>
                  <a:lnTo>
                    <a:pt x="348170" y="438806"/>
                  </a:lnTo>
                  <a:lnTo>
                    <a:pt x="348170" y="437534"/>
                  </a:lnTo>
                  <a:lnTo>
                    <a:pt x="349580" y="437534"/>
                  </a:lnTo>
                  <a:lnTo>
                    <a:pt x="349580" y="436262"/>
                  </a:lnTo>
                  <a:lnTo>
                    <a:pt x="349580" y="434990"/>
                  </a:lnTo>
                  <a:lnTo>
                    <a:pt x="350989" y="434990"/>
                  </a:lnTo>
                  <a:lnTo>
                    <a:pt x="352399" y="434990"/>
                  </a:lnTo>
                  <a:lnTo>
                    <a:pt x="353808" y="434990"/>
                  </a:lnTo>
                  <a:lnTo>
                    <a:pt x="355218" y="434990"/>
                  </a:lnTo>
                  <a:lnTo>
                    <a:pt x="355218" y="433719"/>
                  </a:lnTo>
                  <a:lnTo>
                    <a:pt x="356628" y="433719"/>
                  </a:lnTo>
                  <a:lnTo>
                    <a:pt x="358037" y="433719"/>
                  </a:lnTo>
                  <a:lnTo>
                    <a:pt x="358037" y="432447"/>
                  </a:lnTo>
                  <a:lnTo>
                    <a:pt x="358037" y="431175"/>
                  </a:lnTo>
                  <a:lnTo>
                    <a:pt x="359447" y="431175"/>
                  </a:lnTo>
                  <a:lnTo>
                    <a:pt x="359447" y="429903"/>
                  </a:lnTo>
                  <a:lnTo>
                    <a:pt x="360856" y="429903"/>
                  </a:lnTo>
                  <a:lnTo>
                    <a:pt x="362266" y="429903"/>
                  </a:lnTo>
                  <a:lnTo>
                    <a:pt x="362266" y="428631"/>
                  </a:lnTo>
                  <a:lnTo>
                    <a:pt x="362266" y="427359"/>
                  </a:lnTo>
                  <a:lnTo>
                    <a:pt x="363676" y="427359"/>
                  </a:lnTo>
                  <a:lnTo>
                    <a:pt x="363676" y="426087"/>
                  </a:lnTo>
                  <a:lnTo>
                    <a:pt x="363676" y="424815"/>
                  </a:lnTo>
                  <a:lnTo>
                    <a:pt x="363676" y="423543"/>
                  </a:lnTo>
                  <a:lnTo>
                    <a:pt x="363676" y="422271"/>
                  </a:lnTo>
                  <a:lnTo>
                    <a:pt x="365085" y="422271"/>
                  </a:lnTo>
                  <a:lnTo>
                    <a:pt x="365085" y="420999"/>
                  </a:lnTo>
                  <a:lnTo>
                    <a:pt x="365085" y="419728"/>
                  </a:lnTo>
                  <a:lnTo>
                    <a:pt x="365085" y="418456"/>
                  </a:lnTo>
                  <a:lnTo>
                    <a:pt x="366495" y="418456"/>
                  </a:lnTo>
                  <a:lnTo>
                    <a:pt x="367904" y="418456"/>
                  </a:lnTo>
                  <a:lnTo>
                    <a:pt x="367904" y="417184"/>
                  </a:lnTo>
                  <a:lnTo>
                    <a:pt x="369314" y="417184"/>
                  </a:lnTo>
                  <a:lnTo>
                    <a:pt x="369314" y="415912"/>
                  </a:lnTo>
                  <a:lnTo>
                    <a:pt x="369314" y="414640"/>
                  </a:lnTo>
                  <a:lnTo>
                    <a:pt x="369314" y="413368"/>
                  </a:lnTo>
                  <a:lnTo>
                    <a:pt x="370724" y="413368"/>
                  </a:lnTo>
                  <a:lnTo>
                    <a:pt x="370724" y="412096"/>
                  </a:lnTo>
                  <a:lnTo>
                    <a:pt x="370724" y="410824"/>
                  </a:lnTo>
                  <a:lnTo>
                    <a:pt x="372133" y="410824"/>
                  </a:lnTo>
                  <a:lnTo>
                    <a:pt x="372133" y="409552"/>
                  </a:lnTo>
                  <a:lnTo>
                    <a:pt x="373543" y="409552"/>
                  </a:lnTo>
                  <a:lnTo>
                    <a:pt x="374952" y="409552"/>
                  </a:lnTo>
                  <a:lnTo>
                    <a:pt x="374952" y="408280"/>
                  </a:lnTo>
                  <a:lnTo>
                    <a:pt x="374952" y="407009"/>
                  </a:lnTo>
                  <a:lnTo>
                    <a:pt x="374952" y="405737"/>
                  </a:lnTo>
                  <a:lnTo>
                    <a:pt x="376362" y="405737"/>
                  </a:lnTo>
                  <a:lnTo>
                    <a:pt x="377772" y="405737"/>
                  </a:lnTo>
                  <a:lnTo>
                    <a:pt x="377772" y="404465"/>
                  </a:lnTo>
                  <a:lnTo>
                    <a:pt x="377772" y="403193"/>
                  </a:lnTo>
                  <a:lnTo>
                    <a:pt x="379181" y="403193"/>
                  </a:lnTo>
                  <a:lnTo>
                    <a:pt x="379181" y="401921"/>
                  </a:lnTo>
                  <a:lnTo>
                    <a:pt x="379181" y="400649"/>
                  </a:lnTo>
                  <a:lnTo>
                    <a:pt x="380591" y="400649"/>
                  </a:lnTo>
                  <a:lnTo>
                    <a:pt x="380591" y="399377"/>
                  </a:lnTo>
                  <a:lnTo>
                    <a:pt x="382000" y="399377"/>
                  </a:lnTo>
                  <a:lnTo>
                    <a:pt x="382000" y="398105"/>
                  </a:lnTo>
                  <a:lnTo>
                    <a:pt x="383410" y="398105"/>
                  </a:lnTo>
                  <a:lnTo>
                    <a:pt x="384820" y="398105"/>
                  </a:lnTo>
                  <a:lnTo>
                    <a:pt x="386229" y="398105"/>
                  </a:lnTo>
                  <a:lnTo>
                    <a:pt x="386229" y="396833"/>
                  </a:lnTo>
                  <a:lnTo>
                    <a:pt x="386229" y="395561"/>
                  </a:lnTo>
                  <a:lnTo>
                    <a:pt x="386229" y="394290"/>
                  </a:lnTo>
                  <a:lnTo>
                    <a:pt x="387639" y="394290"/>
                  </a:lnTo>
                  <a:lnTo>
                    <a:pt x="389048" y="394290"/>
                  </a:lnTo>
                  <a:lnTo>
                    <a:pt x="390458" y="394290"/>
                  </a:lnTo>
                  <a:lnTo>
                    <a:pt x="390458" y="393018"/>
                  </a:lnTo>
                  <a:lnTo>
                    <a:pt x="390458" y="391746"/>
                  </a:lnTo>
                  <a:lnTo>
                    <a:pt x="391868" y="391746"/>
                  </a:lnTo>
                  <a:lnTo>
                    <a:pt x="391868" y="390474"/>
                  </a:lnTo>
                  <a:lnTo>
                    <a:pt x="393277" y="390474"/>
                  </a:lnTo>
                  <a:lnTo>
                    <a:pt x="394687" y="390474"/>
                  </a:lnTo>
                  <a:lnTo>
                    <a:pt x="396096" y="390474"/>
                  </a:lnTo>
                  <a:lnTo>
                    <a:pt x="396096" y="389202"/>
                  </a:lnTo>
                  <a:lnTo>
                    <a:pt x="396096" y="387930"/>
                  </a:lnTo>
                  <a:lnTo>
                    <a:pt x="397506" y="387930"/>
                  </a:lnTo>
                  <a:lnTo>
                    <a:pt x="397506" y="386658"/>
                  </a:lnTo>
                  <a:lnTo>
                    <a:pt x="398916" y="386658"/>
                  </a:lnTo>
                  <a:lnTo>
                    <a:pt x="398916" y="385386"/>
                  </a:lnTo>
                  <a:lnTo>
                    <a:pt x="400325" y="385386"/>
                  </a:lnTo>
                  <a:lnTo>
                    <a:pt x="401735" y="385386"/>
                  </a:lnTo>
                  <a:lnTo>
                    <a:pt x="401735" y="384114"/>
                  </a:lnTo>
                  <a:lnTo>
                    <a:pt x="403144" y="384114"/>
                  </a:lnTo>
                  <a:lnTo>
                    <a:pt x="404554" y="384114"/>
                  </a:lnTo>
                  <a:lnTo>
                    <a:pt x="405964" y="384114"/>
                  </a:lnTo>
                  <a:lnTo>
                    <a:pt x="407373" y="384114"/>
                  </a:lnTo>
                  <a:lnTo>
                    <a:pt x="408783" y="384114"/>
                  </a:lnTo>
                  <a:lnTo>
                    <a:pt x="408783" y="382842"/>
                  </a:lnTo>
                  <a:lnTo>
                    <a:pt x="408783" y="381570"/>
                  </a:lnTo>
                  <a:lnTo>
                    <a:pt x="408783" y="380299"/>
                  </a:lnTo>
                  <a:lnTo>
                    <a:pt x="408783" y="379027"/>
                  </a:lnTo>
                  <a:lnTo>
                    <a:pt x="410192" y="379027"/>
                  </a:lnTo>
                  <a:lnTo>
                    <a:pt x="410192" y="377755"/>
                  </a:lnTo>
                  <a:lnTo>
                    <a:pt x="410192" y="376483"/>
                  </a:lnTo>
                  <a:lnTo>
                    <a:pt x="411602" y="376483"/>
                  </a:lnTo>
                  <a:lnTo>
                    <a:pt x="413012" y="376483"/>
                  </a:lnTo>
                  <a:lnTo>
                    <a:pt x="413012" y="375211"/>
                  </a:lnTo>
                  <a:lnTo>
                    <a:pt x="413012" y="373939"/>
                  </a:lnTo>
                  <a:lnTo>
                    <a:pt x="414421" y="373939"/>
                  </a:lnTo>
                  <a:lnTo>
                    <a:pt x="414421" y="372667"/>
                  </a:lnTo>
                  <a:lnTo>
                    <a:pt x="414421" y="371395"/>
                  </a:lnTo>
                  <a:lnTo>
                    <a:pt x="415831" y="371395"/>
                  </a:lnTo>
                  <a:lnTo>
                    <a:pt x="417240" y="371395"/>
                  </a:lnTo>
                  <a:lnTo>
                    <a:pt x="417240" y="370123"/>
                  </a:lnTo>
                  <a:lnTo>
                    <a:pt x="417240" y="368851"/>
                  </a:lnTo>
                  <a:lnTo>
                    <a:pt x="418650" y="368851"/>
                  </a:lnTo>
                  <a:lnTo>
                    <a:pt x="420060" y="368851"/>
                  </a:lnTo>
                  <a:lnTo>
                    <a:pt x="421469" y="368851"/>
                  </a:lnTo>
                  <a:lnTo>
                    <a:pt x="422879" y="368851"/>
                  </a:lnTo>
                  <a:lnTo>
                    <a:pt x="422879" y="367580"/>
                  </a:lnTo>
                  <a:lnTo>
                    <a:pt x="422879" y="366308"/>
                  </a:lnTo>
                  <a:lnTo>
                    <a:pt x="424288" y="366308"/>
                  </a:lnTo>
                  <a:lnTo>
                    <a:pt x="425698" y="366308"/>
                  </a:lnTo>
                  <a:lnTo>
                    <a:pt x="427108" y="366308"/>
                  </a:lnTo>
                  <a:lnTo>
                    <a:pt x="428517" y="366308"/>
                  </a:lnTo>
                  <a:lnTo>
                    <a:pt x="429927" y="366308"/>
                  </a:lnTo>
                  <a:lnTo>
                    <a:pt x="429927" y="365036"/>
                  </a:lnTo>
                  <a:lnTo>
                    <a:pt x="429927" y="363764"/>
                  </a:lnTo>
                  <a:lnTo>
                    <a:pt x="431336" y="363764"/>
                  </a:lnTo>
                  <a:lnTo>
                    <a:pt x="432746" y="363764"/>
                  </a:lnTo>
                  <a:lnTo>
                    <a:pt x="432746" y="362492"/>
                  </a:lnTo>
                  <a:lnTo>
                    <a:pt x="434155" y="362492"/>
                  </a:lnTo>
                  <a:lnTo>
                    <a:pt x="434155" y="361220"/>
                  </a:lnTo>
                  <a:lnTo>
                    <a:pt x="435565" y="361220"/>
                  </a:lnTo>
                  <a:lnTo>
                    <a:pt x="436975" y="361220"/>
                  </a:lnTo>
                  <a:lnTo>
                    <a:pt x="436975" y="359948"/>
                  </a:lnTo>
                  <a:lnTo>
                    <a:pt x="436975" y="358676"/>
                  </a:lnTo>
                  <a:lnTo>
                    <a:pt x="438384" y="358676"/>
                  </a:lnTo>
                  <a:lnTo>
                    <a:pt x="439794" y="358676"/>
                  </a:lnTo>
                  <a:lnTo>
                    <a:pt x="439794" y="357404"/>
                  </a:lnTo>
                  <a:lnTo>
                    <a:pt x="441203" y="357404"/>
                  </a:lnTo>
                  <a:lnTo>
                    <a:pt x="441203" y="356132"/>
                  </a:lnTo>
                  <a:lnTo>
                    <a:pt x="441203" y="354861"/>
                  </a:lnTo>
                  <a:lnTo>
                    <a:pt x="441203" y="353589"/>
                  </a:lnTo>
                  <a:lnTo>
                    <a:pt x="442613" y="353589"/>
                  </a:lnTo>
                  <a:lnTo>
                    <a:pt x="444023" y="353589"/>
                  </a:lnTo>
                  <a:lnTo>
                    <a:pt x="444023" y="352317"/>
                  </a:lnTo>
                  <a:lnTo>
                    <a:pt x="444023" y="351045"/>
                  </a:lnTo>
                  <a:lnTo>
                    <a:pt x="445432" y="351045"/>
                  </a:lnTo>
                  <a:lnTo>
                    <a:pt x="445432" y="349773"/>
                  </a:lnTo>
                  <a:lnTo>
                    <a:pt x="445432" y="348501"/>
                  </a:lnTo>
                  <a:lnTo>
                    <a:pt x="445432" y="347229"/>
                  </a:lnTo>
                  <a:lnTo>
                    <a:pt x="446842" y="347229"/>
                  </a:lnTo>
                  <a:lnTo>
                    <a:pt x="448251" y="347229"/>
                  </a:lnTo>
                  <a:lnTo>
                    <a:pt x="449661" y="347229"/>
                  </a:lnTo>
                  <a:lnTo>
                    <a:pt x="451071" y="347229"/>
                  </a:lnTo>
                  <a:lnTo>
                    <a:pt x="452480" y="347229"/>
                  </a:lnTo>
                  <a:lnTo>
                    <a:pt x="453890" y="347229"/>
                  </a:lnTo>
                  <a:lnTo>
                    <a:pt x="453890" y="345957"/>
                  </a:lnTo>
                  <a:lnTo>
                    <a:pt x="455299" y="345957"/>
                  </a:lnTo>
                  <a:lnTo>
                    <a:pt x="456709" y="345957"/>
                  </a:lnTo>
                  <a:lnTo>
                    <a:pt x="458119" y="345957"/>
                  </a:lnTo>
                  <a:lnTo>
                    <a:pt x="458119" y="344685"/>
                  </a:lnTo>
                  <a:lnTo>
                    <a:pt x="459528" y="344685"/>
                  </a:lnTo>
                  <a:lnTo>
                    <a:pt x="459528" y="343413"/>
                  </a:lnTo>
                  <a:lnTo>
                    <a:pt x="459528" y="342141"/>
                  </a:lnTo>
                  <a:lnTo>
                    <a:pt x="460938" y="342141"/>
                  </a:lnTo>
                  <a:lnTo>
                    <a:pt x="462347" y="342141"/>
                  </a:lnTo>
                  <a:lnTo>
                    <a:pt x="463757" y="342141"/>
                  </a:lnTo>
                  <a:lnTo>
                    <a:pt x="463757" y="340870"/>
                  </a:lnTo>
                  <a:lnTo>
                    <a:pt x="465167" y="340870"/>
                  </a:lnTo>
                  <a:lnTo>
                    <a:pt x="465167" y="339598"/>
                  </a:lnTo>
                  <a:lnTo>
                    <a:pt x="465167" y="338326"/>
                  </a:lnTo>
                  <a:lnTo>
                    <a:pt x="465167" y="337054"/>
                  </a:lnTo>
                  <a:lnTo>
                    <a:pt x="465167" y="335782"/>
                  </a:lnTo>
                  <a:lnTo>
                    <a:pt x="465167" y="334510"/>
                  </a:lnTo>
                  <a:lnTo>
                    <a:pt x="465167" y="333238"/>
                  </a:lnTo>
                  <a:lnTo>
                    <a:pt x="466576" y="333238"/>
                  </a:lnTo>
                  <a:lnTo>
                    <a:pt x="467986" y="333238"/>
                  </a:lnTo>
                  <a:lnTo>
                    <a:pt x="469395" y="333238"/>
                  </a:lnTo>
                  <a:lnTo>
                    <a:pt x="470805" y="333238"/>
                  </a:lnTo>
                  <a:lnTo>
                    <a:pt x="472215" y="333238"/>
                  </a:lnTo>
                  <a:lnTo>
                    <a:pt x="472215" y="331966"/>
                  </a:lnTo>
                  <a:lnTo>
                    <a:pt x="473624" y="331966"/>
                  </a:lnTo>
                  <a:lnTo>
                    <a:pt x="473624" y="330694"/>
                  </a:lnTo>
                  <a:lnTo>
                    <a:pt x="473624" y="329422"/>
                  </a:lnTo>
                  <a:lnTo>
                    <a:pt x="473624" y="328151"/>
                  </a:lnTo>
                  <a:lnTo>
                    <a:pt x="473624" y="326879"/>
                  </a:lnTo>
                  <a:lnTo>
                    <a:pt x="475034" y="326879"/>
                  </a:lnTo>
                  <a:lnTo>
                    <a:pt x="475034" y="325607"/>
                  </a:lnTo>
                  <a:lnTo>
                    <a:pt x="475034" y="324335"/>
                  </a:lnTo>
                  <a:lnTo>
                    <a:pt x="476443" y="324335"/>
                  </a:lnTo>
                  <a:lnTo>
                    <a:pt x="476443" y="323063"/>
                  </a:lnTo>
                  <a:lnTo>
                    <a:pt x="476443" y="321791"/>
                  </a:lnTo>
                  <a:lnTo>
                    <a:pt x="476443" y="320519"/>
                  </a:lnTo>
                  <a:lnTo>
                    <a:pt x="477853" y="320519"/>
                  </a:lnTo>
                  <a:lnTo>
                    <a:pt x="479263" y="320519"/>
                  </a:lnTo>
                  <a:lnTo>
                    <a:pt x="480672" y="320519"/>
                  </a:lnTo>
                  <a:lnTo>
                    <a:pt x="482082" y="320519"/>
                  </a:lnTo>
                  <a:lnTo>
                    <a:pt x="482082" y="319247"/>
                  </a:lnTo>
                  <a:lnTo>
                    <a:pt x="482082" y="317975"/>
                  </a:lnTo>
                  <a:lnTo>
                    <a:pt x="483491" y="317975"/>
                  </a:lnTo>
                  <a:lnTo>
                    <a:pt x="483491" y="316703"/>
                  </a:lnTo>
                  <a:lnTo>
                    <a:pt x="484901" y="316703"/>
                  </a:lnTo>
                  <a:lnTo>
                    <a:pt x="486311" y="316703"/>
                  </a:lnTo>
                  <a:lnTo>
                    <a:pt x="486311" y="315432"/>
                  </a:lnTo>
                  <a:lnTo>
                    <a:pt x="486311" y="314160"/>
                  </a:lnTo>
                  <a:lnTo>
                    <a:pt x="487720" y="314160"/>
                  </a:lnTo>
                  <a:lnTo>
                    <a:pt x="487720" y="312888"/>
                  </a:lnTo>
                  <a:lnTo>
                    <a:pt x="489130" y="312888"/>
                  </a:lnTo>
                  <a:lnTo>
                    <a:pt x="490539" y="312888"/>
                  </a:lnTo>
                  <a:lnTo>
                    <a:pt x="490539" y="311616"/>
                  </a:lnTo>
                  <a:lnTo>
                    <a:pt x="491949" y="311616"/>
                  </a:lnTo>
                  <a:lnTo>
                    <a:pt x="491949" y="310344"/>
                  </a:lnTo>
                  <a:lnTo>
                    <a:pt x="493359" y="310344"/>
                  </a:lnTo>
                  <a:lnTo>
                    <a:pt x="493359" y="309072"/>
                  </a:lnTo>
                  <a:lnTo>
                    <a:pt x="494768" y="309072"/>
                  </a:lnTo>
                  <a:lnTo>
                    <a:pt x="494768" y="307800"/>
                  </a:lnTo>
                  <a:lnTo>
                    <a:pt x="496178" y="307800"/>
                  </a:lnTo>
                  <a:lnTo>
                    <a:pt x="497587" y="307800"/>
                  </a:lnTo>
                  <a:lnTo>
                    <a:pt x="497587" y="306528"/>
                  </a:lnTo>
                  <a:lnTo>
                    <a:pt x="497587" y="305256"/>
                  </a:lnTo>
                  <a:lnTo>
                    <a:pt x="498997" y="305256"/>
                  </a:lnTo>
                  <a:lnTo>
                    <a:pt x="498997" y="303984"/>
                  </a:lnTo>
                  <a:lnTo>
                    <a:pt x="498997" y="302712"/>
                  </a:lnTo>
                  <a:lnTo>
                    <a:pt x="500407" y="302712"/>
                  </a:lnTo>
                  <a:lnTo>
                    <a:pt x="501816" y="302712"/>
                  </a:lnTo>
                  <a:lnTo>
                    <a:pt x="503226" y="302712"/>
                  </a:lnTo>
                  <a:lnTo>
                    <a:pt x="503226" y="301441"/>
                  </a:lnTo>
                  <a:lnTo>
                    <a:pt x="503226" y="300169"/>
                  </a:lnTo>
                  <a:lnTo>
                    <a:pt x="503226" y="298897"/>
                  </a:lnTo>
                  <a:lnTo>
                    <a:pt x="504635" y="298897"/>
                  </a:lnTo>
                  <a:lnTo>
                    <a:pt x="504635" y="297625"/>
                  </a:lnTo>
                  <a:lnTo>
                    <a:pt x="504635" y="296353"/>
                  </a:lnTo>
                  <a:lnTo>
                    <a:pt x="504635" y="295081"/>
                  </a:lnTo>
                  <a:lnTo>
                    <a:pt x="506045" y="295081"/>
                  </a:lnTo>
                  <a:lnTo>
                    <a:pt x="507455" y="295081"/>
                  </a:lnTo>
                  <a:lnTo>
                    <a:pt x="507455" y="293809"/>
                  </a:lnTo>
                  <a:lnTo>
                    <a:pt x="507455" y="292537"/>
                  </a:lnTo>
                  <a:lnTo>
                    <a:pt x="508864" y="292537"/>
                  </a:lnTo>
                  <a:lnTo>
                    <a:pt x="510274" y="292537"/>
                  </a:lnTo>
                  <a:lnTo>
                    <a:pt x="511683" y="292537"/>
                  </a:lnTo>
                  <a:lnTo>
                    <a:pt x="513093" y="292537"/>
                  </a:lnTo>
                  <a:lnTo>
                    <a:pt x="514503" y="292537"/>
                  </a:lnTo>
                  <a:lnTo>
                    <a:pt x="515912" y="292537"/>
                  </a:lnTo>
                  <a:lnTo>
                    <a:pt x="515912" y="291265"/>
                  </a:lnTo>
                  <a:lnTo>
                    <a:pt x="517322" y="291265"/>
                  </a:lnTo>
                  <a:lnTo>
                    <a:pt x="518731" y="291265"/>
                  </a:lnTo>
                  <a:lnTo>
                    <a:pt x="520141" y="291265"/>
                  </a:lnTo>
                  <a:lnTo>
                    <a:pt x="520141" y="289993"/>
                  </a:lnTo>
                  <a:lnTo>
                    <a:pt x="520141" y="288722"/>
                  </a:lnTo>
                  <a:lnTo>
                    <a:pt x="521551" y="288722"/>
                  </a:lnTo>
                  <a:lnTo>
                    <a:pt x="522960" y="288722"/>
                  </a:lnTo>
                  <a:lnTo>
                    <a:pt x="524370" y="288722"/>
                  </a:lnTo>
                  <a:lnTo>
                    <a:pt x="524370" y="287450"/>
                  </a:lnTo>
                  <a:lnTo>
                    <a:pt x="524370" y="286178"/>
                  </a:lnTo>
                  <a:lnTo>
                    <a:pt x="525779" y="286178"/>
                  </a:lnTo>
                  <a:lnTo>
                    <a:pt x="525779" y="284906"/>
                  </a:lnTo>
                  <a:lnTo>
                    <a:pt x="527189" y="284906"/>
                  </a:lnTo>
                  <a:lnTo>
                    <a:pt x="528599" y="284906"/>
                  </a:lnTo>
                  <a:lnTo>
                    <a:pt x="530008" y="284906"/>
                  </a:lnTo>
                  <a:lnTo>
                    <a:pt x="531418" y="284906"/>
                  </a:lnTo>
                  <a:lnTo>
                    <a:pt x="532827" y="284906"/>
                  </a:lnTo>
                  <a:lnTo>
                    <a:pt x="532827" y="283634"/>
                  </a:lnTo>
                  <a:lnTo>
                    <a:pt x="534237" y="283634"/>
                  </a:lnTo>
                  <a:lnTo>
                    <a:pt x="535646" y="283634"/>
                  </a:lnTo>
                  <a:lnTo>
                    <a:pt x="535646" y="282362"/>
                  </a:lnTo>
                  <a:lnTo>
                    <a:pt x="535646" y="281090"/>
                  </a:lnTo>
                  <a:lnTo>
                    <a:pt x="537056" y="281090"/>
                  </a:lnTo>
                  <a:lnTo>
                    <a:pt x="537056" y="279818"/>
                  </a:lnTo>
                  <a:lnTo>
                    <a:pt x="538466" y="279818"/>
                  </a:lnTo>
                  <a:lnTo>
                    <a:pt x="539875" y="279818"/>
                  </a:lnTo>
                  <a:lnTo>
                    <a:pt x="539875" y="278546"/>
                  </a:lnTo>
                  <a:lnTo>
                    <a:pt x="539875" y="277274"/>
                  </a:lnTo>
                  <a:lnTo>
                    <a:pt x="539875" y="276003"/>
                  </a:lnTo>
                  <a:lnTo>
                    <a:pt x="539875" y="274731"/>
                  </a:lnTo>
                  <a:lnTo>
                    <a:pt x="539875" y="273459"/>
                  </a:lnTo>
                  <a:lnTo>
                    <a:pt x="539875" y="272187"/>
                  </a:lnTo>
                  <a:lnTo>
                    <a:pt x="539875" y="270915"/>
                  </a:lnTo>
                  <a:lnTo>
                    <a:pt x="541285" y="270915"/>
                  </a:lnTo>
                  <a:lnTo>
                    <a:pt x="541285" y="269643"/>
                  </a:lnTo>
                  <a:lnTo>
                    <a:pt x="542694" y="269643"/>
                  </a:lnTo>
                  <a:lnTo>
                    <a:pt x="544104" y="269643"/>
                  </a:lnTo>
                  <a:lnTo>
                    <a:pt x="545514" y="269643"/>
                  </a:lnTo>
                  <a:lnTo>
                    <a:pt x="545514" y="268371"/>
                  </a:lnTo>
                  <a:lnTo>
                    <a:pt x="545514" y="267099"/>
                  </a:lnTo>
                  <a:lnTo>
                    <a:pt x="546923" y="267099"/>
                  </a:lnTo>
                  <a:lnTo>
                    <a:pt x="548333" y="267099"/>
                  </a:lnTo>
                  <a:lnTo>
                    <a:pt x="548333" y="265827"/>
                  </a:lnTo>
                  <a:lnTo>
                    <a:pt x="549742" y="265827"/>
                  </a:lnTo>
                  <a:lnTo>
                    <a:pt x="551152" y="265827"/>
                  </a:lnTo>
                  <a:lnTo>
                    <a:pt x="551152" y="264555"/>
                  </a:lnTo>
                  <a:lnTo>
                    <a:pt x="552562" y="264555"/>
                  </a:lnTo>
                  <a:lnTo>
                    <a:pt x="553971" y="264555"/>
                  </a:lnTo>
                  <a:lnTo>
                    <a:pt x="553971" y="263283"/>
                  </a:lnTo>
                  <a:lnTo>
                    <a:pt x="553971" y="262012"/>
                  </a:lnTo>
                  <a:lnTo>
                    <a:pt x="555381" y="262012"/>
                  </a:lnTo>
                  <a:lnTo>
                    <a:pt x="556790" y="262012"/>
                  </a:lnTo>
                  <a:lnTo>
                    <a:pt x="558200" y="262012"/>
                  </a:lnTo>
                  <a:lnTo>
                    <a:pt x="559610" y="262012"/>
                  </a:lnTo>
                  <a:lnTo>
                    <a:pt x="561019" y="262012"/>
                  </a:lnTo>
                  <a:lnTo>
                    <a:pt x="562429" y="262012"/>
                  </a:lnTo>
                  <a:lnTo>
                    <a:pt x="562429" y="260740"/>
                  </a:lnTo>
                  <a:lnTo>
                    <a:pt x="562429" y="259468"/>
                  </a:lnTo>
                  <a:lnTo>
                    <a:pt x="563838" y="259468"/>
                  </a:lnTo>
                  <a:lnTo>
                    <a:pt x="565248" y="259468"/>
                  </a:lnTo>
                  <a:lnTo>
                    <a:pt x="566658" y="259468"/>
                  </a:lnTo>
                  <a:lnTo>
                    <a:pt x="568067" y="259468"/>
                  </a:lnTo>
                  <a:lnTo>
                    <a:pt x="569477" y="259468"/>
                  </a:lnTo>
                  <a:lnTo>
                    <a:pt x="570886" y="259468"/>
                  </a:lnTo>
                  <a:lnTo>
                    <a:pt x="570886" y="258196"/>
                  </a:lnTo>
                  <a:lnTo>
                    <a:pt x="572296" y="258196"/>
                  </a:lnTo>
                  <a:lnTo>
                    <a:pt x="573706" y="258196"/>
                  </a:lnTo>
                  <a:lnTo>
                    <a:pt x="573706" y="256924"/>
                  </a:lnTo>
                  <a:lnTo>
                    <a:pt x="575115" y="256924"/>
                  </a:lnTo>
                  <a:lnTo>
                    <a:pt x="575115" y="255652"/>
                  </a:lnTo>
                  <a:lnTo>
                    <a:pt x="576525" y="255652"/>
                  </a:lnTo>
                  <a:lnTo>
                    <a:pt x="576525" y="254380"/>
                  </a:lnTo>
                  <a:lnTo>
                    <a:pt x="577934" y="254380"/>
                  </a:lnTo>
                  <a:lnTo>
                    <a:pt x="579344" y="254380"/>
                  </a:lnTo>
                  <a:lnTo>
                    <a:pt x="580754" y="254380"/>
                  </a:lnTo>
                  <a:lnTo>
                    <a:pt x="582163" y="254380"/>
                  </a:lnTo>
                  <a:lnTo>
                    <a:pt x="583573" y="254380"/>
                  </a:lnTo>
                  <a:lnTo>
                    <a:pt x="584982" y="254380"/>
                  </a:lnTo>
                  <a:lnTo>
                    <a:pt x="584982" y="253108"/>
                  </a:lnTo>
                  <a:lnTo>
                    <a:pt x="586392" y="253108"/>
                  </a:lnTo>
                  <a:lnTo>
                    <a:pt x="586392" y="251836"/>
                  </a:lnTo>
                  <a:lnTo>
                    <a:pt x="586392" y="250564"/>
                  </a:lnTo>
                  <a:lnTo>
                    <a:pt x="586392" y="249293"/>
                  </a:lnTo>
                  <a:lnTo>
                    <a:pt x="586392" y="248021"/>
                  </a:lnTo>
                  <a:lnTo>
                    <a:pt x="586392" y="246749"/>
                  </a:lnTo>
                  <a:lnTo>
                    <a:pt x="586392" y="245477"/>
                  </a:lnTo>
                  <a:lnTo>
                    <a:pt x="586392" y="244205"/>
                  </a:lnTo>
                  <a:lnTo>
                    <a:pt x="587802" y="244205"/>
                  </a:lnTo>
                  <a:lnTo>
                    <a:pt x="587802" y="242933"/>
                  </a:lnTo>
                  <a:lnTo>
                    <a:pt x="587802" y="241661"/>
                  </a:lnTo>
                  <a:lnTo>
                    <a:pt x="589211" y="241661"/>
                  </a:lnTo>
                  <a:lnTo>
                    <a:pt x="590621" y="241661"/>
                  </a:lnTo>
                  <a:lnTo>
                    <a:pt x="592030" y="241661"/>
                  </a:lnTo>
                  <a:lnTo>
                    <a:pt x="592030" y="240389"/>
                  </a:lnTo>
                  <a:lnTo>
                    <a:pt x="592030" y="239117"/>
                  </a:lnTo>
                  <a:lnTo>
                    <a:pt x="593440" y="239117"/>
                  </a:lnTo>
                  <a:lnTo>
                    <a:pt x="594850" y="239117"/>
                  </a:lnTo>
                  <a:lnTo>
                    <a:pt x="596259" y="239117"/>
                  </a:lnTo>
                  <a:lnTo>
                    <a:pt x="596259" y="237845"/>
                  </a:lnTo>
                  <a:lnTo>
                    <a:pt x="597669" y="237845"/>
                  </a:lnTo>
                  <a:lnTo>
                    <a:pt x="599078" y="237845"/>
                  </a:lnTo>
                  <a:lnTo>
                    <a:pt x="599078" y="236574"/>
                  </a:lnTo>
                  <a:lnTo>
                    <a:pt x="599078" y="235302"/>
                  </a:lnTo>
                  <a:lnTo>
                    <a:pt x="600488" y="235302"/>
                  </a:lnTo>
                  <a:lnTo>
                    <a:pt x="601898" y="235302"/>
                  </a:lnTo>
                  <a:lnTo>
                    <a:pt x="603307" y="235302"/>
                  </a:lnTo>
                  <a:lnTo>
                    <a:pt x="604717" y="235302"/>
                  </a:lnTo>
                  <a:lnTo>
                    <a:pt x="606126" y="235302"/>
                  </a:lnTo>
                  <a:lnTo>
                    <a:pt x="607536" y="235302"/>
                  </a:lnTo>
                  <a:lnTo>
                    <a:pt x="608946" y="235302"/>
                  </a:lnTo>
                  <a:lnTo>
                    <a:pt x="608946" y="234030"/>
                  </a:lnTo>
                  <a:lnTo>
                    <a:pt x="610355" y="234030"/>
                  </a:lnTo>
                  <a:lnTo>
                    <a:pt x="611765" y="234030"/>
                  </a:lnTo>
                  <a:lnTo>
                    <a:pt x="613174" y="234030"/>
                  </a:lnTo>
                  <a:lnTo>
                    <a:pt x="614584" y="234030"/>
                  </a:lnTo>
                  <a:lnTo>
                    <a:pt x="614584" y="232758"/>
                  </a:lnTo>
                  <a:lnTo>
                    <a:pt x="614584" y="231486"/>
                  </a:lnTo>
                  <a:lnTo>
                    <a:pt x="614584" y="230214"/>
                  </a:lnTo>
                  <a:lnTo>
                    <a:pt x="615994" y="230214"/>
                  </a:lnTo>
                  <a:lnTo>
                    <a:pt x="615994" y="228942"/>
                  </a:lnTo>
                  <a:lnTo>
                    <a:pt x="617403" y="228942"/>
                  </a:lnTo>
                  <a:lnTo>
                    <a:pt x="617403" y="227670"/>
                  </a:lnTo>
                  <a:lnTo>
                    <a:pt x="618813" y="227670"/>
                  </a:lnTo>
                  <a:lnTo>
                    <a:pt x="620222" y="227670"/>
                  </a:lnTo>
                  <a:lnTo>
                    <a:pt x="621632" y="227670"/>
                  </a:lnTo>
                  <a:lnTo>
                    <a:pt x="623042" y="227670"/>
                  </a:lnTo>
                  <a:lnTo>
                    <a:pt x="624451" y="227670"/>
                  </a:lnTo>
                  <a:lnTo>
                    <a:pt x="625861" y="227670"/>
                  </a:lnTo>
                  <a:lnTo>
                    <a:pt x="627270" y="227670"/>
                  </a:lnTo>
                  <a:lnTo>
                    <a:pt x="628680" y="227670"/>
                  </a:lnTo>
                  <a:lnTo>
                    <a:pt x="630090" y="227670"/>
                  </a:lnTo>
                  <a:lnTo>
                    <a:pt x="630090" y="226398"/>
                  </a:lnTo>
                  <a:lnTo>
                    <a:pt x="630090" y="225126"/>
                  </a:lnTo>
                  <a:lnTo>
                    <a:pt x="630090" y="223854"/>
                  </a:lnTo>
                  <a:lnTo>
                    <a:pt x="631499" y="223854"/>
                  </a:lnTo>
                  <a:lnTo>
                    <a:pt x="632909" y="223854"/>
                  </a:lnTo>
                  <a:lnTo>
                    <a:pt x="632909" y="222583"/>
                  </a:lnTo>
                  <a:lnTo>
                    <a:pt x="632909" y="221311"/>
                  </a:lnTo>
                  <a:lnTo>
                    <a:pt x="632909" y="220039"/>
                  </a:lnTo>
                  <a:lnTo>
                    <a:pt x="634318" y="220039"/>
                  </a:lnTo>
                  <a:lnTo>
                    <a:pt x="634318" y="218767"/>
                  </a:lnTo>
                  <a:lnTo>
                    <a:pt x="635728" y="218767"/>
                  </a:lnTo>
                  <a:lnTo>
                    <a:pt x="637138" y="218767"/>
                  </a:lnTo>
                  <a:lnTo>
                    <a:pt x="637138" y="217495"/>
                  </a:lnTo>
                  <a:lnTo>
                    <a:pt x="638547" y="217495"/>
                  </a:lnTo>
                  <a:lnTo>
                    <a:pt x="639957" y="217495"/>
                  </a:lnTo>
                  <a:lnTo>
                    <a:pt x="641366" y="217495"/>
                  </a:lnTo>
                  <a:lnTo>
                    <a:pt x="642776" y="217495"/>
                  </a:lnTo>
                  <a:lnTo>
                    <a:pt x="644185" y="217495"/>
                  </a:lnTo>
                  <a:lnTo>
                    <a:pt x="645595" y="217495"/>
                  </a:lnTo>
                  <a:lnTo>
                    <a:pt x="647005" y="217495"/>
                  </a:lnTo>
                  <a:lnTo>
                    <a:pt x="647005" y="216223"/>
                  </a:lnTo>
                  <a:lnTo>
                    <a:pt x="648414" y="216223"/>
                  </a:lnTo>
                  <a:lnTo>
                    <a:pt x="649824" y="216223"/>
                  </a:lnTo>
                  <a:lnTo>
                    <a:pt x="649824" y="214951"/>
                  </a:lnTo>
                  <a:lnTo>
                    <a:pt x="651233" y="214951"/>
                  </a:lnTo>
                  <a:lnTo>
                    <a:pt x="651233" y="213679"/>
                  </a:lnTo>
                  <a:lnTo>
                    <a:pt x="652643" y="213679"/>
                  </a:lnTo>
                  <a:lnTo>
                    <a:pt x="654053" y="213679"/>
                  </a:lnTo>
                  <a:lnTo>
                    <a:pt x="655462" y="213679"/>
                  </a:lnTo>
                  <a:lnTo>
                    <a:pt x="656872" y="213679"/>
                  </a:lnTo>
                  <a:lnTo>
                    <a:pt x="656872" y="212407"/>
                  </a:lnTo>
                  <a:lnTo>
                    <a:pt x="656872" y="211135"/>
                  </a:lnTo>
                  <a:lnTo>
                    <a:pt x="658281" y="211135"/>
                  </a:lnTo>
                  <a:lnTo>
                    <a:pt x="658281" y="209864"/>
                  </a:lnTo>
                  <a:lnTo>
                    <a:pt x="658281" y="208592"/>
                  </a:lnTo>
                  <a:lnTo>
                    <a:pt x="659691" y="208592"/>
                  </a:lnTo>
                  <a:lnTo>
                    <a:pt x="659691" y="207320"/>
                  </a:lnTo>
                  <a:lnTo>
                    <a:pt x="661101" y="207320"/>
                  </a:lnTo>
                  <a:lnTo>
                    <a:pt x="662510" y="207320"/>
                  </a:lnTo>
                  <a:lnTo>
                    <a:pt x="662510" y="206048"/>
                  </a:lnTo>
                  <a:lnTo>
                    <a:pt x="663920" y="206048"/>
                  </a:lnTo>
                  <a:lnTo>
                    <a:pt x="665329" y="206048"/>
                  </a:lnTo>
                  <a:lnTo>
                    <a:pt x="666739" y="206048"/>
                  </a:lnTo>
                  <a:lnTo>
                    <a:pt x="666739" y="204776"/>
                  </a:lnTo>
                  <a:lnTo>
                    <a:pt x="666739" y="203504"/>
                  </a:lnTo>
                  <a:lnTo>
                    <a:pt x="666739" y="202232"/>
                  </a:lnTo>
                  <a:lnTo>
                    <a:pt x="668149" y="202232"/>
                  </a:lnTo>
                  <a:lnTo>
                    <a:pt x="669558" y="202232"/>
                  </a:lnTo>
                  <a:lnTo>
                    <a:pt x="670968" y="202232"/>
                  </a:lnTo>
                  <a:lnTo>
                    <a:pt x="670968" y="200960"/>
                  </a:lnTo>
                  <a:lnTo>
                    <a:pt x="672377" y="200960"/>
                  </a:lnTo>
                  <a:lnTo>
                    <a:pt x="673787" y="200960"/>
                  </a:lnTo>
                  <a:lnTo>
                    <a:pt x="673787" y="199688"/>
                  </a:lnTo>
                  <a:lnTo>
                    <a:pt x="673787" y="198416"/>
                  </a:lnTo>
                  <a:lnTo>
                    <a:pt x="675197" y="198416"/>
                  </a:lnTo>
                  <a:lnTo>
                    <a:pt x="676606" y="198416"/>
                  </a:lnTo>
                  <a:lnTo>
                    <a:pt x="678016" y="198416"/>
                  </a:lnTo>
                  <a:lnTo>
                    <a:pt x="679425" y="198416"/>
                  </a:lnTo>
                  <a:lnTo>
                    <a:pt x="680835" y="198416"/>
                  </a:lnTo>
                  <a:lnTo>
                    <a:pt x="682245" y="198416"/>
                  </a:lnTo>
                  <a:lnTo>
                    <a:pt x="682245" y="197145"/>
                  </a:lnTo>
                  <a:lnTo>
                    <a:pt x="683654" y="197145"/>
                  </a:lnTo>
                  <a:lnTo>
                    <a:pt x="685064" y="197145"/>
                  </a:lnTo>
                  <a:lnTo>
                    <a:pt x="685064" y="195873"/>
                  </a:lnTo>
                  <a:lnTo>
                    <a:pt x="686473" y="195873"/>
                  </a:lnTo>
                  <a:lnTo>
                    <a:pt x="687883" y="195873"/>
                  </a:lnTo>
                  <a:lnTo>
                    <a:pt x="689293" y="195873"/>
                  </a:lnTo>
                  <a:lnTo>
                    <a:pt x="689293" y="194601"/>
                  </a:lnTo>
                  <a:lnTo>
                    <a:pt x="690702" y="194601"/>
                  </a:lnTo>
                  <a:lnTo>
                    <a:pt x="690702" y="193329"/>
                  </a:lnTo>
                  <a:lnTo>
                    <a:pt x="692112" y="193329"/>
                  </a:lnTo>
                  <a:lnTo>
                    <a:pt x="693521" y="193329"/>
                  </a:lnTo>
                  <a:lnTo>
                    <a:pt x="693521" y="192057"/>
                  </a:lnTo>
                  <a:lnTo>
                    <a:pt x="694931" y="192057"/>
                  </a:lnTo>
                  <a:lnTo>
                    <a:pt x="694931" y="190785"/>
                  </a:lnTo>
                  <a:lnTo>
                    <a:pt x="696341" y="190785"/>
                  </a:lnTo>
                  <a:lnTo>
                    <a:pt x="697750" y="190785"/>
                  </a:lnTo>
                  <a:lnTo>
                    <a:pt x="699160" y="190785"/>
                  </a:lnTo>
                  <a:lnTo>
                    <a:pt x="700569" y="190785"/>
                  </a:lnTo>
                  <a:lnTo>
                    <a:pt x="700569" y="189513"/>
                  </a:lnTo>
                  <a:lnTo>
                    <a:pt x="700569" y="188241"/>
                  </a:lnTo>
                  <a:lnTo>
                    <a:pt x="701979" y="188241"/>
                  </a:lnTo>
                  <a:lnTo>
                    <a:pt x="703389" y="188241"/>
                  </a:lnTo>
                  <a:lnTo>
                    <a:pt x="704798" y="188241"/>
                  </a:lnTo>
                  <a:lnTo>
                    <a:pt x="706208" y="188241"/>
                  </a:lnTo>
                  <a:lnTo>
                    <a:pt x="707617" y="188241"/>
                  </a:lnTo>
                  <a:lnTo>
                    <a:pt x="709027" y="188241"/>
                  </a:lnTo>
                  <a:lnTo>
                    <a:pt x="710437" y="188241"/>
                  </a:lnTo>
                  <a:lnTo>
                    <a:pt x="710437" y="186969"/>
                  </a:lnTo>
                  <a:lnTo>
                    <a:pt x="711846" y="186969"/>
                  </a:lnTo>
                  <a:lnTo>
                    <a:pt x="713256" y="186969"/>
                  </a:lnTo>
                  <a:lnTo>
                    <a:pt x="714665" y="186969"/>
                  </a:lnTo>
                  <a:lnTo>
                    <a:pt x="716075" y="186969"/>
                  </a:lnTo>
                  <a:lnTo>
                    <a:pt x="717485" y="186969"/>
                  </a:lnTo>
                  <a:lnTo>
                    <a:pt x="718894" y="186969"/>
                  </a:lnTo>
                  <a:lnTo>
                    <a:pt x="720304" y="186969"/>
                  </a:lnTo>
                  <a:lnTo>
                    <a:pt x="721713" y="186969"/>
                  </a:lnTo>
                  <a:lnTo>
                    <a:pt x="723123" y="186969"/>
                  </a:lnTo>
                  <a:lnTo>
                    <a:pt x="723123" y="185697"/>
                  </a:lnTo>
                  <a:lnTo>
                    <a:pt x="724533" y="185697"/>
                  </a:lnTo>
                  <a:lnTo>
                    <a:pt x="725942" y="185697"/>
                  </a:lnTo>
                  <a:lnTo>
                    <a:pt x="725942" y="184425"/>
                  </a:lnTo>
                  <a:lnTo>
                    <a:pt x="725942" y="183154"/>
                  </a:lnTo>
                  <a:lnTo>
                    <a:pt x="727352" y="183154"/>
                  </a:lnTo>
                  <a:lnTo>
                    <a:pt x="728761" y="183154"/>
                  </a:lnTo>
                  <a:lnTo>
                    <a:pt x="730171" y="183154"/>
                  </a:lnTo>
                  <a:lnTo>
                    <a:pt x="730171" y="181882"/>
                  </a:lnTo>
                  <a:lnTo>
                    <a:pt x="730171" y="180610"/>
                  </a:lnTo>
                  <a:lnTo>
                    <a:pt x="731581" y="180610"/>
                  </a:lnTo>
                  <a:lnTo>
                    <a:pt x="732990" y="180610"/>
                  </a:lnTo>
                  <a:lnTo>
                    <a:pt x="732990" y="179338"/>
                  </a:lnTo>
                  <a:lnTo>
                    <a:pt x="734400" y="179338"/>
                  </a:lnTo>
                  <a:lnTo>
                    <a:pt x="735809" y="179338"/>
                  </a:lnTo>
                  <a:lnTo>
                    <a:pt x="735809" y="178066"/>
                  </a:lnTo>
                  <a:lnTo>
                    <a:pt x="737219" y="178066"/>
                  </a:lnTo>
                  <a:lnTo>
                    <a:pt x="738629" y="178066"/>
                  </a:lnTo>
                  <a:lnTo>
                    <a:pt x="740038" y="178066"/>
                  </a:lnTo>
                  <a:lnTo>
                    <a:pt x="741448" y="178066"/>
                  </a:lnTo>
                  <a:lnTo>
                    <a:pt x="741448" y="176794"/>
                  </a:lnTo>
                  <a:lnTo>
                    <a:pt x="742857" y="176794"/>
                  </a:lnTo>
                  <a:lnTo>
                    <a:pt x="742857" y="175522"/>
                  </a:lnTo>
                  <a:lnTo>
                    <a:pt x="742857" y="174250"/>
                  </a:lnTo>
                  <a:lnTo>
                    <a:pt x="742857" y="172978"/>
                  </a:lnTo>
                  <a:lnTo>
                    <a:pt x="742857" y="171706"/>
                  </a:lnTo>
                  <a:lnTo>
                    <a:pt x="744267" y="171706"/>
                  </a:lnTo>
                  <a:lnTo>
                    <a:pt x="745677" y="171706"/>
                  </a:lnTo>
                  <a:lnTo>
                    <a:pt x="745677" y="170435"/>
                  </a:lnTo>
                  <a:lnTo>
                    <a:pt x="747086" y="170435"/>
                  </a:lnTo>
                  <a:lnTo>
                    <a:pt x="747086" y="169163"/>
                  </a:lnTo>
                  <a:lnTo>
                    <a:pt x="747086" y="167891"/>
                  </a:lnTo>
                  <a:lnTo>
                    <a:pt x="747086" y="166619"/>
                  </a:lnTo>
                  <a:lnTo>
                    <a:pt x="748496" y="166619"/>
                  </a:lnTo>
                  <a:lnTo>
                    <a:pt x="749905" y="166619"/>
                  </a:lnTo>
                  <a:lnTo>
                    <a:pt x="751315" y="166619"/>
                  </a:lnTo>
                  <a:lnTo>
                    <a:pt x="752724" y="166619"/>
                  </a:lnTo>
                  <a:lnTo>
                    <a:pt x="754134" y="166619"/>
                  </a:lnTo>
                  <a:lnTo>
                    <a:pt x="755544" y="166619"/>
                  </a:lnTo>
                  <a:lnTo>
                    <a:pt x="756953" y="166619"/>
                  </a:lnTo>
                  <a:lnTo>
                    <a:pt x="756953" y="165347"/>
                  </a:lnTo>
                  <a:lnTo>
                    <a:pt x="756953" y="164075"/>
                  </a:lnTo>
                  <a:lnTo>
                    <a:pt x="756953" y="162803"/>
                  </a:lnTo>
                  <a:lnTo>
                    <a:pt x="758363" y="162803"/>
                  </a:lnTo>
                  <a:lnTo>
                    <a:pt x="759772" y="162803"/>
                  </a:lnTo>
                  <a:lnTo>
                    <a:pt x="761182" y="162803"/>
                  </a:lnTo>
                  <a:lnTo>
                    <a:pt x="761182" y="161531"/>
                  </a:lnTo>
                  <a:lnTo>
                    <a:pt x="762592" y="161531"/>
                  </a:lnTo>
                  <a:lnTo>
                    <a:pt x="762592" y="160259"/>
                  </a:lnTo>
                  <a:lnTo>
                    <a:pt x="764001" y="160259"/>
                  </a:lnTo>
                  <a:lnTo>
                    <a:pt x="764001" y="158987"/>
                  </a:lnTo>
                  <a:lnTo>
                    <a:pt x="765411" y="158987"/>
                  </a:lnTo>
                  <a:lnTo>
                    <a:pt x="766820" y="158987"/>
                  </a:lnTo>
                  <a:lnTo>
                    <a:pt x="768230" y="158987"/>
                  </a:lnTo>
                  <a:lnTo>
                    <a:pt x="769640" y="158987"/>
                  </a:lnTo>
                  <a:lnTo>
                    <a:pt x="771049" y="158987"/>
                  </a:lnTo>
                  <a:lnTo>
                    <a:pt x="772459" y="158987"/>
                  </a:lnTo>
                  <a:lnTo>
                    <a:pt x="773868" y="158987"/>
                  </a:lnTo>
                  <a:lnTo>
                    <a:pt x="775278" y="158987"/>
                  </a:lnTo>
                  <a:lnTo>
                    <a:pt x="776688" y="158987"/>
                  </a:lnTo>
                  <a:lnTo>
                    <a:pt x="778097" y="158987"/>
                  </a:lnTo>
                  <a:lnTo>
                    <a:pt x="779507" y="158987"/>
                  </a:lnTo>
                  <a:lnTo>
                    <a:pt x="779507" y="157716"/>
                  </a:lnTo>
                  <a:lnTo>
                    <a:pt x="780916" y="157716"/>
                  </a:lnTo>
                  <a:lnTo>
                    <a:pt x="782326" y="157716"/>
                  </a:lnTo>
                  <a:lnTo>
                    <a:pt x="783736" y="157716"/>
                  </a:lnTo>
                  <a:lnTo>
                    <a:pt x="785145" y="157716"/>
                  </a:lnTo>
                  <a:lnTo>
                    <a:pt x="786555" y="157716"/>
                  </a:lnTo>
                  <a:lnTo>
                    <a:pt x="786555" y="156444"/>
                  </a:lnTo>
                  <a:lnTo>
                    <a:pt x="787964" y="156444"/>
                  </a:lnTo>
                  <a:lnTo>
                    <a:pt x="787964" y="155172"/>
                  </a:lnTo>
                  <a:lnTo>
                    <a:pt x="789374" y="155172"/>
                  </a:lnTo>
                  <a:lnTo>
                    <a:pt x="790784" y="155172"/>
                  </a:lnTo>
                  <a:lnTo>
                    <a:pt x="792193" y="155172"/>
                  </a:lnTo>
                  <a:lnTo>
                    <a:pt x="792193" y="153900"/>
                  </a:lnTo>
                  <a:lnTo>
                    <a:pt x="793603" y="153900"/>
                  </a:lnTo>
                  <a:lnTo>
                    <a:pt x="795012" y="153900"/>
                  </a:lnTo>
                  <a:lnTo>
                    <a:pt x="796422" y="153900"/>
                  </a:lnTo>
                  <a:lnTo>
                    <a:pt x="797832" y="153900"/>
                  </a:lnTo>
                  <a:lnTo>
                    <a:pt x="799241" y="153900"/>
                  </a:lnTo>
                  <a:lnTo>
                    <a:pt x="800651" y="153900"/>
                  </a:lnTo>
                  <a:lnTo>
                    <a:pt x="800651" y="152628"/>
                  </a:lnTo>
                  <a:lnTo>
                    <a:pt x="802060" y="152628"/>
                  </a:lnTo>
                  <a:lnTo>
                    <a:pt x="803470" y="152628"/>
                  </a:lnTo>
                  <a:lnTo>
                    <a:pt x="804880" y="152628"/>
                  </a:lnTo>
                  <a:lnTo>
                    <a:pt x="806289" y="152628"/>
                  </a:lnTo>
                  <a:lnTo>
                    <a:pt x="807699" y="152628"/>
                  </a:lnTo>
                  <a:lnTo>
                    <a:pt x="807699" y="151356"/>
                  </a:lnTo>
                  <a:lnTo>
                    <a:pt x="809108" y="151356"/>
                  </a:lnTo>
                  <a:lnTo>
                    <a:pt x="809108" y="150084"/>
                  </a:lnTo>
                  <a:lnTo>
                    <a:pt x="809108" y="148812"/>
                  </a:lnTo>
                  <a:lnTo>
                    <a:pt x="810518" y="148812"/>
                  </a:lnTo>
                  <a:lnTo>
                    <a:pt x="811928" y="148812"/>
                  </a:lnTo>
                  <a:lnTo>
                    <a:pt x="811928" y="147540"/>
                  </a:lnTo>
                  <a:lnTo>
                    <a:pt x="813337" y="147540"/>
                  </a:lnTo>
                  <a:lnTo>
                    <a:pt x="813337" y="146268"/>
                  </a:lnTo>
                  <a:lnTo>
                    <a:pt x="814747" y="146268"/>
                  </a:lnTo>
                  <a:lnTo>
                    <a:pt x="816156" y="146268"/>
                  </a:lnTo>
                  <a:lnTo>
                    <a:pt x="817566" y="146268"/>
                  </a:lnTo>
                  <a:lnTo>
                    <a:pt x="818976" y="146268"/>
                  </a:lnTo>
                  <a:lnTo>
                    <a:pt x="820385" y="146268"/>
                  </a:lnTo>
                  <a:lnTo>
                    <a:pt x="820385" y="144996"/>
                  </a:lnTo>
                  <a:lnTo>
                    <a:pt x="820385" y="143725"/>
                  </a:lnTo>
                  <a:lnTo>
                    <a:pt x="820385" y="142453"/>
                  </a:lnTo>
                  <a:lnTo>
                    <a:pt x="820385" y="141181"/>
                  </a:lnTo>
                  <a:lnTo>
                    <a:pt x="820385" y="139909"/>
                  </a:lnTo>
                  <a:lnTo>
                    <a:pt x="820385" y="138637"/>
                  </a:lnTo>
                  <a:lnTo>
                    <a:pt x="821795" y="138637"/>
                  </a:lnTo>
                  <a:lnTo>
                    <a:pt x="823204" y="138637"/>
                  </a:lnTo>
                  <a:lnTo>
                    <a:pt x="824614" y="138637"/>
                  </a:lnTo>
                  <a:lnTo>
                    <a:pt x="826024" y="138637"/>
                  </a:lnTo>
                  <a:lnTo>
                    <a:pt x="826024" y="137365"/>
                  </a:lnTo>
                  <a:lnTo>
                    <a:pt x="827433" y="137365"/>
                  </a:lnTo>
                  <a:lnTo>
                    <a:pt x="828843" y="137365"/>
                  </a:lnTo>
                  <a:lnTo>
                    <a:pt x="828843" y="136093"/>
                  </a:lnTo>
                  <a:lnTo>
                    <a:pt x="830252" y="136093"/>
                  </a:lnTo>
                  <a:lnTo>
                    <a:pt x="830252" y="134821"/>
                  </a:lnTo>
                  <a:lnTo>
                    <a:pt x="831662" y="134821"/>
                  </a:lnTo>
                  <a:lnTo>
                    <a:pt x="831662" y="133549"/>
                  </a:lnTo>
                  <a:lnTo>
                    <a:pt x="833072" y="133549"/>
                  </a:lnTo>
                  <a:lnTo>
                    <a:pt x="834481" y="133549"/>
                  </a:lnTo>
                  <a:lnTo>
                    <a:pt x="835891" y="133549"/>
                  </a:lnTo>
                  <a:lnTo>
                    <a:pt x="837300" y="133549"/>
                  </a:lnTo>
                  <a:lnTo>
                    <a:pt x="837300" y="132277"/>
                  </a:lnTo>
                  <a:lnTo>
                    <a:pt x="838710" y="132277"/>
                  </a:lnTo>
                  <a:lnTo>
                    <a:pt x="840120" y="132277"/>
                  </a:lnTo>
                  <a:lnTo>
                    <a:pt x="841529" y="132277"/>
                  </a:lnTo>
                  <a:lnTo>
                    <a:pt x="842939" y="132277"/>
                  </a:lnTo>
                  <a:lnTo>
                    <a:pt x="844348" y="132277"/>
                  </a:lnTo>
                  <a:lnTo>
                    <a:pt x="845758" y="132277"/>
                  </a:lnTo>
                  <a:lnTo>
                    <a:pt x="847168" y="132277"/>
                  </a:lnTo>
                  <a:lnTo>
                    <a:pt x="847168" y="131006"/>
                  </a:lnTo>
                  <a:lnTo>
                    <a:pt x="848577" y="131006"/>
                  </a:lnTo>
                  <a:lnTo>
                    <a:pt x="849987" y="131006"/>
                  </a:lnTo>
                  <a:lnTo>
                    <a:pt x="849987" y="129734"/>
                  </a:lnTo>
                  <a:lnTo>
                    <a:pt x="851396" y="129734"/>
                  </a:lnTo>
                  <a:lnTo>
                    <a:pt x="852806" y="129734"/>
                  </a:lnTo>
                  <a:lnTo>
                    <a:pt x="854216" y="129734"/>
                  </a:lnTo>
                  <a:lnTo>
                    <a:pt x="855625" y="129734"/>
                  </a:lnTo>
                  <a:lnTo>
                    <a:pt x="857035" y="129734"/>
                  </a:lnTo>
                  <a:lnTo>
                    <a:pt x="858444" y="129734"/>
                  </a:lnTo>
                  <a:lnTo>
                    <a:pt x="858444" y="128462"/>
                  </a:lnTo>
                  <a:lnTo>
                    <a:pt x="859854" y="128462"/>
                  </a:lnTo>
                  <a:lnTo>
                    <a:pt x="859854" y="127190"/>
                  </a:lnTo>
                  <a:lnTo>
                    <a:pt x="861263" y="127190"/>
                  </a:lnTo>
                  <a:lnTo>
                    <a:pt x="861263" y="125918"/>
                  </a:lnTo>
                  <a:lnTo>
                    <a:pt x="861263" y="124646"/>
                  </a:lnTo>
                  <a:lnTo>
                    <a:pt x="862673" y="124646"/>
                  </a:lnTo>
                  <a:lnTo>
                    <a:pt x="864083" y="124646"/>
                  </a:lnTo>
                  <a:lnTo>
                    <a:pt x="865492" y="124646"/>
                  </a:lnTo>
                  <a:lnTo>
                    <a:pt x="865492" y="123374"/>
                  </a:lnTo>
                  <a:lnTo>
                    <a:pt x="866902" y="123374"/>
                  </a:lnTo>
                  <a:lnTo>
                    <a:pt x="868311" y="123374"/>
                  </a:lnTo>
                  <a:lnTo>
                    <a:pt x="869721" y="123374"/>
                  </a:lnTo>
                  <a:lnTo>
                    <a:pt x="871131" y="123374"/>
                  </a:lnTo>
                  <a:lnTo>
                    <a:pt x="872540" y="123374"/>
                  </a:lnTo>
                  <a:lnTo>
                    <a:pt x="872540" y="122102"/>
                  </a:lnTo>
                  <a:lnTo>
                    <a:pt x="873950" y="122102"/>
                  </a:lnTo>
                  <a:lnTo>
                    <a:pt x="873950" y="120830"/>
                  </a:lnTo>
                  <a:lnTo>
                    <a:pt x="875359" y="120830"/>
                  </a:lnTo>
                  <a:lnTo>
                    <a:pt x="876769" y="120830"/>
                  </a:lnTo>
                  <a:lnTo>
                    <a:pt x="878179" y="120830"/>
                  </a:lnTo>
                  <a:lnTo>
                    <a:pt x="879588" y="120830"/>
                  </a:lnTo>
                  <a:lnTo>
                    <a:pt x="880998" y="120830"/>
                  </a:lnTo>
                  <a:lnTo>
                    <a:pt x="882407" y="120830"/>
                  </a:lnTo>
                  <a:lnTo>
                    <a:pt x="882407" y="119558"/>
                  </a:lnTo>
                  <a:lnTo>
                    <a:pt x="882407" y="118287"/>
                  </a:lnTo>
                  <a:lnTo>
                    <a:pt x="883817" y="118287"/>
                  </a:lnTo>
                  <a:lnTo>
                    <a:pt x="885227" y="118287"/>
                  </a:lnTo>
                  <a:lnTo>
                    <a:pt x="885227" y="117015"/>
                  </a:lnTo>
                  <a:lnTo>
                    <a:pt x="885227" y="115743"/>
                  </a:lnTo>
                  <a:lnTo>
                    <a:pt x="886636" y="115743"/>
                  </a:lnTo>
                  <a:lnTo>
                    <a:pt x="888046" y="115743"/>
                  </a:lnTo>
                  <a:lnTo>
                    <a:pt x="889455" y="115743"/>
                  </a:lnTo>
                  <a:lnTo>
                    <a:pt x="890865" y="115743"/>
                  </a:lnTo>
                  <a:lnTo>
                    <a:pt x="892275" y="115743"/>
                  </a:lnTo>
                  <a:lnTo>
                    <a:pt x="892275" y="114471"/>
                  </a:lnTo>
                  <a:lnTo>
                    <a:pt x="893684" y="114471"/>
                  </a:lnTo>
                  <a:lnTo>
                    <a:pt x="895094" y="114471"/>
                  </a:lnTo>
                  <a:lnTo>
                    <a:pt x="896503" y="114471"/>
                  </a:lnTo>
                  <a:lnTo>
                    <a:pt x="897913" y="114471"/>
                  </a:lnTo>
                  <a:lnTo>
                    <a:pt x="897913" y="113199"/>
                  </a:lnTo>
                  <a:lnTo>
                    <a:pt x="899323" y="113199"/>
                  </a:lnTo>
                  <a:lnTo>
                    <a:pt x="900732" y="113199"/>
                  </a:lnTo>
                  <a:lnTo>
                    <a:pt x="902142" y="113199"/>
                  </a:lnTo>
                  <a:lnTo>
                    <a:pt x="903551" y="113199"/>
                  </a:lnTo>
                  <a:lnTo>
                    <a:pt x="904961" y="113199"/>
                  </a:lnTo>
                  <a:lnTo>
                    <a:pt x="906371" y="113199"/>
                  </a:lnTo>
                  <a:lnTo>
                    <a:pt x="907780" y="113199"/>
                  </a:lnTo>
                  <a:lnTo>
                    <a:pt x="909190" y="113199"/>
                  </a:lnTo>
                  <a:lnTo>
                    <a:pt x="910599" y="113199"/>
                  </a:lnTo>
                  <a:lnTo>
                    <a:pt x="912009" y="113199"/>
                  </a:lnTo>
                  <a:lnTo>
                    <a:pt x="913419" y="113199"/>
                  </a:lnTo>
                  <a:lnTo>
                    <a:pt x="914828" y="113199"/>
                  </a:lnTo>
                  <a:lnTo>
                    <a:pt x="916238" y="113199"/>
                  </a:lnTo>
                  <a:lnTo>
                    <a:pt x="916238" y="111927"/>
                  </a:lnTo>
                  <a:lnTo>
                    <a:pt x="917647" y="111927"/>
                  </a:lnTo>
                  <a:lnTo>
                    <a:pt x="919057" y="111927"/>
                  </a:lnTo>
                  <a:lnTo>
                    <a:pt x="919057" y="110655"/>
                  </a:lnTo>
                  <a:lnTo>
                    <a:pt x="920467" y="110655"/>
                  </a:lnTo>
                  <a:lnTo>
                    <a:pt x="921876" y="110655"/>
                  </a:lnTo>
                  <a:lnTo>
                    <a:pt x="923286" y="110655"/>
                  </a:lnTo>
                  <a:lnTo>
                    <a:pt x="924695" y="110655"/>
                  </a:lnTo>
                  <a:lnTo>
                    <a:pt x="926105" y="110655"/>
                  </a:lnTo>
                  <a:lnTo>
                    <a:pt x="926105" y="109383"/>
                  </a:lnTo>
                  <a:lnTo>
                    <a:pt x="927515" y="109383"/>
                  </a:lnTo>
                  <a:lnTo>
                    <a:pt x="928924" y="109383"/>
                  </a:lnTo>
                  <a:lnTo>
                    <a:pt x="928924" y="108111"/>
                  </a:lnTo>
                  <a:lnTo>
                    <a:pt x="930334" y="108111"/>
                  </a:lnTo>
                  <a:lnTo>
                    <a:pt x="931743" y="108111"/>
                  </a:lnTo>
                  <a:lnTo>
                    <a:pt x="931743" y="106839"/>
                  </a:lnTo>
                  <a:lnTo>
                    <a:pt x="933153" y="106839"/>
                  </a:lnTo>
                  <a:lnTo>
                    <a:pt x="934563" y="106839"/>
                  </a:lnTo>
                  <a:lnTo>
                    <a:pt x="935972" y="106839"/>
                  </a:lnTo>
                  <a:lnTo>
                    <a:pt x="937382" y="106839"/>
                  </a:lnTo>
                  <a:lnTo>
                    <a:pt x="938791" y="106839"/>
                  </a:lnTo>
                  <a:lnTo>
                    <a:pt x="940201" y="106839"/>
                  </a:lnTo>
                  <a:lnTo>
                    <a:pt x="941611" y="106839"/>
                  </a:lnTo>
                  <a:lnTo>
                    <a:pt x="943020" y="106839"/>
                  </a:lnTo>
                  <a:lnTo>
                    <a:pt x="944430" y="106839"/>
                  </a:lnTo>
                  <a:lnTo>
                    <a:pt x="945839" y="106839"/>
                  </a:lnTo>
                  <a:lnTo>
                    <a:pt x="945839" y="105567"/>
                  </a:lnTo>
                  <a:lnTo>
                    <a:pt x="947249" y="105567"/>
                  </a:lnTo>
                  <a:lnTo>
                    <a:pt x="948659" y="105567"/>
                  </a:lnTo>
                  <a:lnTo>
                    <a:pt x="950068" y="105567"/>
                  </a:lnTo>
                  <a:lnTo>
                    <a:pt x="951478" y="105567"/>
                  </a:lnTo>
                  <a:lnTo>
                    <a:pt x="952887" y="105567"/>
                  </a:lnTo>
                  <a:lnTo>
                    <a:pt x="954297" y="105567"/>
                  </a:lnTo>
                  <a:lnTo>
                    <a:pt x="955707" y="105567"/>
                  </a:lnTo>
                  <a:lnTo>
                    <a:pt x="957116" y="105567"/>
                  </a:lnTo>
                  <a:lnTo>
                    <a:pt x="958526" y="105567"/>
                  </a:lnTo>
                  <a:lnTo>
                    <a:pt x="959935" y="105567"/>
                  </a:lnTo>
                  <a:lnTo>
                    <a:pt x="961345" y="105567"/>
                  </a:lnTo>
                  <a:lnTo>
                    <a:pt x="961345" y="104296"/>
                  </a:lnTo>
                  <a:lnTo>
                    <a:pt x="962755" y="104296"/>
                  </a:lnTo>
                  <a:lnTo>
                    <a:pt x="962755" y="103024"/>
                  </a:lnTo>
                  <a:lnTo>
                    <a:pt x="964164" y="103024"/>
                  </a:lnTo>
                  <a:lnTo>
                    <a:pt x="965574" y="103024"/>
                  </a:lnTo>
                  <a:lnTo>
                    <a:pt x="966983" y="103024"/>
                  </a:lnTo>
                  <a:lnTo>
                    <a:pt x="968393" y="103024"/>
                  </a:lnTo>
                  <a:lnTo>
                    <a:pt x="969802" y="103024"/>
                  </a:lnTo>
                  <a:lnTo>
                    <a:pt x="971212" y="103024"/>
                  </a:lnTo>
                  <a:lnTo>
                    <a:pt x="972622" y="103024"/>
                  </a:lnTo>
                  <a:lnTo>
                    <a:pt x="974031" y="103024"/>
                  </a:lnTo>
                  <a:lnTo>
                    <a:pt x="975441" y="103024"/>
                  </a:lnTo>
                  <a:lnTo>
                    <a:pt x="976850" y="103024"/>
                  </a:lnTo>
                  <a:lnTo>
                    <a:pt x="978260" y="103024"/>
                  </a:lnTo>
                  <a:lnTo>
                    <a:pt x="979670" y="103024"/>
                  </a:lnTo>
                  <a:lnTo>
                    <a:pt x="979670" y="101752"/>
                  </a:lnTo>
                  <a:lnTo>
                    <a:pt x="981079" y="101752"/>
                  </a:lnTo>
                  <a:lnTo>
                    <a:pt x="982489" y="101752"/>
                  </a:lnTo>
                  <a:lnTo>
                    <a:pt x="983898" y="101752"/>
                  </a:lnTo>
                  <a:lnTo>
                    <a:pt x="985308" y="101752"/>
                  </a:lnTo>
                  <a:lnTo>
                    <a:pt x="985308" y="100480"/>
                  </a:lnTo>
                  <a:lnTo>
                    <a:pt x="986718" y="100480"/>
                  </a:lnTo>
                  <a:lnTo>
                    <a:pt x="988127" y="100480"/>
                  </a:lnTo>
                  <a:lnTo>
                    <a:pt x="989537" y="100480"/>
                  </a:lnTo>
                  <a:lnTo>
                    <a:pt x="989537" y="99208"/>
                  </a:lnTo>
                  <a:lnTo>
                    <a:pt x="990946" y="99208"/>
                  </a:lnTo>
                  <a:lnTo>
                    <a:pt x="990946" y="97936"/>
                  </a:lnTo>
                  <a:lnTo>
                    <a:pt x="992356" y="97936"/>
                  </a:lnTo>
                  <a:lnTo>
                    <a:pt x="993766" y="97936"/>
                  </a:lnTo>
                  <a:lnTo>
                    <a:pt x="995175" y="97936"/>
                  </a:lnTo>
                  <a:lnTo>
                    <a:pt x="996585" y="97936"/>
                  </a:lnTo>
                  <a:lnTo>
                    <a:pt x="997994" y="97936"/>
                  </a:lnTo>
                  <a:lnTo>
                    <a:pt x="997994" y="96664"/>
                  </a:lnTo>
                  <a:lnTo>
                    <a:pt x="999404" y="96664"/>
                  </a:lnTo>
                  <a:lnTo>
                    <a:pt x="1000814" y="96664"/>
                  </a:lnTo>
                  <a:lnTo>
                    <a:pt x="1002223" y="96664"/>
                  </a:lnTo>
                  <a:lnTo>
                    <a:pt x="1002223" y="95392"/>
                  </a:lnTo>
                  <a:lnTo>
                    <a:pt x="1003633" y="95392"/>
                  </a:lnTo>
                  <a:lnTo>
                    <a:pt x="1005042" y="95392"/>
                  </a:lnTo>
                  <a:lnTo>
                    <a:pt x="1006452" y="95392"/>
                  </a:lnTo>
                  <a:lnTo>
                    <a:pt x="1007862" y="95392"/>
                  </a:lnTo>
                  <a:lnTo>
                    <a:pt x="1009271" y="95392"/>
                  </a:lnTo>
                  <a:lnTo>
                    <a:pt x="1009271" y="94120"/>
                  </a:lnTo>
                  <a:lnTo>
                    <a:pt x="1009271" y="92848"/>
                  </a:lnTo>
                  <a:lnTo>
                    <a:pt x="1010681" y="92848"/>
                  </a:lnTo>
                  <a:lnTo>
                    <a:pt x="1012090" y="92848"/>
                  </a:lnTo>
                  <a:lnTo>
                    <a:pt x="1013500" y="92848"/>
                  </a:lnTo>
                  <a:lnTo>
                    <a:pt x="1014910" y="92848"/>
                  </a:lnTo>
                  <a:lnTo>
                    <a:pt x="1016319" y="92848"/>
                  </a:lnTo>
                  <a:lnTo>
                    <a:pt x="1017729" y="92848"/>
                  </a:lnTo>
                  <a:lnTo>
                    <a:pt x="1019138" y="92848"/>
                  </a:lnTo>
                  <a:lnTo>
                    <a:pt x="1020548" y="92848"/>
                  </a:lnTo>
                  <a:lnTo>
                    <a:pt x="1021958" y="92848"/>
                  </a:lnTo>
                  <a:lnTo>
                    <a:pt x="1023367" y="92848"/>
                  </a:lnTo>
                  <a:lnTo>
                    <a:pt x="1024777" y="92848"/>
                  </a:lnTo>
                  <a:lnTo>
                    <a:pt x="1026186" y="92848"/>
                  </a:lnTo>
                  <a:lnTo>
                    <a:pt x="1027596" y="92848"/>
                  </a:lnTo>
                  <a:lnTo>
                    <a:pt x="1029006" y="92848"/>
                  </a:lnTo>
                  <a:lnTo>
                    <a:pt x="1030415" y="92848"/>
                  </a:lnTo>
                  <a:lnTo>
                    <a:pt x="1031825" y="92848"/>
                  </a:lnTo>
                  <a:lnTo>
                    <a:pt x="1033234" y="92848"/>
                  </a:lnTo>
                  <a:lnTo>
                    <a:pt x="1034644" y="92848"/>
                  </a:lnTo>
                  <a:lnTo>
                    <a:pt x="1034644" y="91577"/>
                  </a:lnTo>
                  <a:lnTo>
                    <a:pt x="1036054" y="91577"/>
                  </a:lnTo>
                  <a:lnTo>
                    <a:pt x="1037463" y="91577"/>
                  </a:lnTo>
                  <a:lnTo>
                    <a:pt x="1038873" y="91577"/>
                  </a:lnTo>
                  <a:lnTo>
                    <a:pt x="1040282" y="91577"/>
                  </a:lnTo>
                  <a:lnTo>
                    <a:pt x="1041692" y="91577"/>
                  </a:lnTo>
                  <a:lnTo>
                    <a:pt x="1043102" y="91577"/>
                  </a:lnTo>
                  <a:lnTo>
                    <a:pt x="1044511" y="91577"/>
                  </a:lnTo>
                  <a:lnTo>
                    <a:pt x="1045921" y="91577"/>
                  </a:lnTo>
                  <a:lnTo>
                    <a:pt x="1047330" y="91577"/>
                  </a:lnTo>
                  <a:lnTo>
                    <a:pt x="1048740" y="91577"/>
                  </a:lnTo>
                  <a:lnTo>
                    <a:pt x="1050150" y="91577"/>
                  </a:lnTo>
                  <a:lnTo>
                    <a:pt x="1051559" y="91577"/>
                  </a:lnTo>
                  <a:lnTo>
                    <a:pt x="1052969" y="91577"/>
                  </a:lnTo>
                  <a:lnTo>
                    <a:pt x="1054378" y="91577"/>
                  </a:lnTo>
                  <a:lnTo>
                    <a:pt x="1054378" y="90305"/>
                  </a:lnTo>
                  <a:lnTo>
                    <a:pt x="1055788" y="90305"/>
                  </a:lnTo>
                  <a:lnTo>
                    <a:pt x="1055788" y="89033"/>
                  </a:lnTo>
                  <a:lnTo>
                    <a:pt x="1055788" y="87761"/>
                  </a:lnTo>
                  <a:lnTo>
                    <a:pt x="1057198" y="87761"/>
                  </a:lnTo>
                  <a:lnTo>
                    <a:pt x="1058607" y="87761"/>
                  </a:lnTo>
                  <a:lnTo>
                    <a:pt x="1060017" y="87761"/>
                  </a:lnTo>
                  <a:lnTo>
                    <a:pt x="1060017" y="86489"/>
                  </a:lnTo>
                  <a:lnTo>
                    <a:pt x="1061426" y="86489"/>
                  </a:lnTo>
                  <a:lnTo>
                    <a:pt x="1062836" y="86489"/>
                  </a:lnTo>
                  <a:lnTo>
                    <a:pt x="1064246" y="86489"/>
                  </a:lnTo>
                  <a:lnTo>
                    <a:pt x="1065655" y="86489"/>
                  </a:lnTo>
                  <a:lnTo>
                    <a:pt x="1067065" y="86489"/>
                  </a:lnTo>
                  <a:lnTo>
                    <a:pt x="1067065" y="85217"/>
                  </a:lnTo>
                  <a:lnTo>
                    <a:pt x="1068474" y="85217"/>
                  </a:lnTo>
                  <a:lnTo>
                    <a:pt x="1069884" y="85217"/>
                  </a:lnTo>
                  <a:lnTo>
                    <a:pt x="1071293" y="85217"/>
                  </a:lnTo>
                  <a:lnTo>
                    <a:pt x="1072703" y="85217"/>
                  </a:lnTo>
                  <a:lnTo>
                    <a:pt x="1074113" y="85217"/>
                  </a:lnTo>
                  <a:lnTo>
                    <a:pt x="1075522" y="85217"/>
                  </a:lnTo>
                  <a:lnTo>
                    <a:pt x="1076932" y="85217"/>
                  </a:lnTo>
                  <a:lnTo>
                    <a:pt x="1078341" y="85217"/>
                  </a:lnTo>
                  <a:lnTo>
                    <a:pt x="1079751" y="85217"/>
                  </a:lnTo>
                  <a:lnTo>
                    <a:pt x="1081161" y="85217"/>
                  </a:lnTo>
                  <a:lnTo>
                    <a:pt x="1082570" y="85217"/>
                  </a:lnTo>
                  <a:lnTo>
                    <a:pt x="1083980" y="85217"/>
                  </a:lnTo>
                  <a:lnTo>
                    <a:pt x="1085389" y="85217"/>
                  </a:lnTo>
                  <a:lnTo>
                    <a:pt x="1086799" y="85217"/>
                  </a:lnTo>
                  <a:lnTo>
                    <a:pt x="1088209" y="85217"/>
                  </a:lnTo>
                  <a:lnTo>
                    <a:pt x="1089618" y="85217"/>
                  </a:lnTo>
                  <a:lnTo>
                    <a:pt x="1091028" y="85217"/>
                  </a:lnTo>
                  <a:lnTo>
                    <a:pt x="1092437" y="85217"/>
                  </a:lnTo>
                  <a:lnTo>
                    <a:pt x="1093847" y="85217"/>
                  </a:lnTo>
                  <a:lnTo>
                    <a:pt x="1095257" y="85217"/>
                  </a:lnTo>
                  <a:lnTo>
                    <a:pt x="1096666" y="85217"/>
                  </a:lnTo>
                  <a:lnTo>
                    <a:pt x="1098076" y="85217"/>
                  </a:lnTo>
                  <a:lnTo>
                    <a:pt x="1098076" y="83945"/>
                  </a:lnTo>
                  <a:lnTo>
                    <a:pt x="1099485" y="83945"/>
                  </a:lnTo>
                  <a:lnTo>
                    <a:pt x="1100895" y="83945"/>
                  </a:lnTo>
                  <a:lnTo>
                    <a:pt x="1102305" y="83945"/>
                  </a:lnTo>
                  <a:lnTo>
                    <a:pt x="1103714" y="83945"/>
                  </a:lnTo>
                  <a:lnTo>
                    <a:pt x="1105124" y="83945"/>
                  </a:lnTo>
                  <a:lnTo>
                    <a:pt x="1106533" y="83945"/>
                  </a:lnTo>
                  <a:lnTo>
                    <a:pt x="1107943" y="83945"/>
                  </a:lnTo>
                  <a:lnTo>
                    <a:pt x="1109353" y="83945"/>
                  </a:lnTo>
                  <a:lnTo>
                    <a:pt x="1110762" y="83945"/>
                  </a:lnTo>
                  <a:lnTo>
                    <a:pt x="1112172" y="83945"/>
                  </a:lnTo>
                  <a:lnTo>
                    <a:pt x="1113581" y="83945"/>
                  </a:lnTo>
                  <a:lnTo>
                    <a:pt x="1114991" y="83945"/>
                  </a:lnTo>
                  <a:lnTo>
                    <a:pt x="1116401" y="83945"/>
                  </a:lnTo>
                  <a:lnTo>
                    <a:pt x="1117810" y="83945"/>
                  </a:lnTo>
                  <a:lnTo>
                    <a:pt x="1119220" y="83945"/>
                  </a:lnTo>
                  <a:lnTo>
                    <a:pt x="1119220" y="82673"/>
                  </a:lnTo>
                  <a:lnTo>
                    <a:pt x="1120629" y="82673"/>
                  </a:lnTo>
                  <a:lnTo>
                    <a:pt x="1122039" y="82673"/>
                  </a:lnTo>
                  <a:lnTo>
                    <a:pt x="1123449" y="82673"/>
                  </a:lnTo>
                  <a:lnTo>
                    <a:pt x="1123449" y="81401"/>
                  </a:lnTo>
                  <a:lnTo>
                    <a:pt x="1124858" y="81401"/>
                  </a:lnTo>
                  <a:lnTo>
                    <a:pt x="1124858" y="80129"/>
                  </a:lnTo>
                  <a:lnTo>
                    <a:pt x="1126268" y="80129"/>
                  </a:lnTo>
                  <a:lnTo>
                    <a:pt x="1126268" y="78858"/>
                  </a:lnTo>
                  <a:lnTo>
                    <a:pt x="1127677" y="78858"/>
                  </a:lnTo>
                  <a:lnTo>
                    <a:pt x="1129087" y="78858"/>
                  </a:lnTo>
                  <a:lnTo>
                    <a:pt x="1130497" y="78858"/>
                  </a:lnTo>
                  <a:lnTo>
                    <a:pt x="1131906" y="78858"/>
                  </a:lnTo>
                  <a:lnTo>
                    <a:pt x="1133316" y="78858"/>
                  </a:lnTo>
                  <a:lnTo>
                    <a:pt x="1134725" y="78858"/>
                  </a:lnTo>
                  <a:lnTo>
                    <a:pt x="1136135" y="78858"/>
                  </a:lnTo>
                  <a:lnTo>
                    <a:pt x="1137545" y="78858"/>
                  </a:lnTo>
                  <a:lnTo>
                    <a:pt x="1138954" y="78858"/>
                  </a:lnTo>
                  <a:lnTo>
                    <a:pt x="1138954" y="77586"/>
                  </a:lnTo>
                  <a:lnTo>
                    <a:pt x="1140364" y="77586"/>
                  </a:lnTo>
                  <a:lnTo>
                    <a:pt x="1141773" y="77586"/>
                  </a:lnTo>
                  <a:lnTo>
                    <a:pt x="1143183" y="77586"/>
                  </a:lnTo>
                  <a:lnTo>
                    <a:pt x="1143183" y="76314"/>
                  </a:lnTo>
                  <a:lnTo>
                    <a:pt x="1144593" y="76314"/>
                  </a:lnTo>
                  <a:lnTo>
                    <a:pt x="1146002" y="76314"/>
                  </a:lnTo>
                  <a:lnTo>
                    <a:pt x="1147412" y="76314"/>
                  </a:lnTo>
                  <a:lnTo>
                    <a:pt x="1148821" y="76314"/>
                  </a:lnTo>
                  <a:lnTo>
                    <a:pt x="1150231" y="76314"/>
                  </a:lnTo>
                  <a:lnTo>
                    <a:pt x="1151641" y="76314"/>
                  </a:lnTo>
                  <a:lnTo>
                    <a:pt x="1153050" y="76314"/>
                  </a:lnTo>
                  <a:lnTo>
                    <a:pt x="1153050" y="75042"/>
                  </a:lnTo>
                  <a:lnTo>
                    <a:pt x="1154460" y="75042"/>
                  </a:lnTo>
                  <a:lnTo>
                    <a:pt x="1155869" y="75042"/>
                  </a:lnTo>
                  <a:lnTo>
                    <a:pt x="1157279" y="75042"/>
                  </a:lnTo>
                  <a:lnTo>
                    <a:pt x="1157279" y="73770"/>
                  </a:lnTo>
                  <a:lnTo>
                    <a:pt x="1158689" y="73770"/>
                  </a:lnTo>
                  <a:lnTo>
                    <a:pt x="1160098" y="73770"/>
                  </a:lnTo>
                  <a:lnTo>
                    <a:pt x="1161508" y="73770"/>
                  </a:lnTo>
                  <a:lnTo>
                    <a:pt x="1162917" y="73770"/>
                  </a:lnTo>
                  <a:lnTo>
                    <a:pt x="1162917" y="72498"/>
                  </a:lnTo>
                  <a:lnTo>
                    <a:pt x="1164327" y="72498"/>
                  </a:lnTo>
                  <a:lnTo>
                    <a:pt x="1165737" y="72498"/>
                  </a:lnTo>
                  <a:lnTo>
                    <a:pt x="1167146" y="72498"/>
                  </a:lnTo>
                  <a:lnTo>
                    <a:pt x="1168556" y="72498"/>
                  </a:lnTo>
                  <a:lnTo>
                    <a:pt x="1169965" y="72498"/>
                  </a:lnTo>
                  <a:lnTo>
                    <a:pt x="1171375" y="72498"/>
                  </a:lnTo>
                  <a:lnTo>
                    <a:pt x="1172785" y="72498"/>
                  </a:lnTo>
                  <a:lnTo>
                    <a:pt x="1174194" y="72498"/>
                  </a:lnTo>
                  <a:lnTo>
                    <a:pt x="1175604" y="72498"/>
                  </a:lnTo>
                  <a:lnTo>
                    <a:pt x="1177013" y="72498"/>
                  </a:lnTo>
                  <a:lnTo>
                    <a:pt x="1178423" y="72498"/>
                  </a:lnTo>
                  <a:lnTo>
                    <a:pt x="1179832" y="72498"/>
                  </a:lnTo>
                  <a:lnTo>
                    <a:pt x="1179832" y="71226"/>
                  </a:lnTo>
                  <a:lnTo>
                    <a:pt x="1181242" y="71226"/>
                  </a:lnTo>
                  <a:lnTo>
                    <a:pt x="1181242" y="69954"/>
                  </a:lnTo>
                  <a:lnTo>
                    <a:pt x="1182652" y="69954"/>
                  </a:lnTo>
                  <a:lnTo>
                    <a:pt x="1184061" y="69954"/>
                  </a:lnTo>
                  <a:lnTo>
                    <a:pt x="1184061" y="68682"/>
                  </a:lnTo>
                  <a:lnTo>
                    <a:pt x="1185471" y="68682"/>
                  </a:lnTo>
                  <a:lnTo>
                    <a:pt x="1186880" y="68682"/>
                  </a:lnTo>
                  <a:lnTo>
                    <a:pt x="1188290" y="68682"/>
                  </a:lnTo>
                  <a:lnTo>
                    <a:pt x="1189700" y="68682"/>
                  </a:lnTo>
                  <a:lnTo>
                    <a:pt x="1191109" y="68682"/>
                  </a:lnTo>
                  <a:lnTo>
                    <a:pt x="1192519" y="68682"/>
                  </a:lnTo>
                  <a:lnTo>
                    <a:pt x="1192519" y="67410"/>
                  </a:lnTo>
                  <a:lnTo>
                    <a:pt x="1192519" y="66138"/>
                  </a:lnTo>
                  <a:lnTo>
                    <a:pt x="1193928" y="66138"/>
                  </a:lnTo>
                  <a:lnTo>
                    <a:pt x="1195338" y="66138"/>
                  </a:lnTo>
                  <a:lnTo>
                    <a:pt x="1196748" y="66138"/>
                  </a:lnTo>
                  <a:lnTo>
                    <a:pt x="1198157" y="66138"/>
                  </a:lnTo>
                  <a:lnTo>
                    <a:pt x="1199567" y="66138"/>
                  </a:lnTo>
                  <a:lnTo>
                    <a:pt x="1200976" y="66138"/>
                  </a:lnTo>
                  <a:lnTo>
                    <a:pt x="1202386" y="66138"/>
                  </a:lnTo>
                  <a:lnTo>
                    <a:pt x="1203796" y="66138"/>
                  </a:lnTo>
                  <a:lnTo>
                    <a:pt x="1205205" y="66138"/>
                  </a:lnTo>
                  <a:lnTo>
                    <a:pt x="1206615" y="66138"/>
                  </a:lnTo>
                  <a:lnTo>
                    <a:pt x="1208024" y="66138"/>
                  </a:lnTo>
                  <a:lnTo>
                    <a:pt x="1209434" y="66138"/>
                  </a:lnTo>
                  <a:lnTo>
                    <a:pt x="1210844" y="66138"/>
                  </a:lnTo>
                  <a:lnTo>
                    <a:pt x="1212253" y="66138"/>
                  </a:lnTo>
                  <a:lnTo>
                    <a:pt x="1213663" y="66138"/>
                  </a:lnTo>
                  <a:lnTo>
                    <a:pt x="1215072" y="66138"/>
                  </a:lnTo>
                  <a:lnTo>
                    <a:pt x="1216482" y="66138"/>
                  </a:lnTo>
                  <a:lnTo>
                    <a:pt x="1217892" y="66138"/>
                  </a:lnTo>
                  <a:lnTo>
                    <a:pt x="1219301" y="66138"/>
                  </a:lnTo>
                  <a:lnTo>
                    <a:pt x="1220711" y="66138"/>
                  </a:lnTo>
                  <a:lnTo>
                    <a:pt x="1222120" y="66138"/>
                  </a:lnTo>
                  <a:lnTo>
                    <a:pt x="1223530" y="66138"/>
                  </a:lnTo>
                  <a:lnTo>
                    <a:pt x="1224940" y="66138"/>
                  </a:lnTo>
                  <a:lnTo>
                    <a:pt x="1226349" y="66138"/>
                  </a:lnTo>
                  <a:lnTo>
                    <a:pt x="1227759" y="66138"/>
                  </a:lnTo>
                  <a:lnTo>
                    <a:pt x="1229168" y="66138"/>
                  </a:lnTo>
                  <a:lnTo>
                    <a:pt x="1230578" y="66138"/>
                  </a:lnTo>
                  <a:lnTo>
                    <a:pt x="1231988" y="66138"/>
                  </a:lnTo>
                  <a:lnTo>
                    <a:pt x="1233397" y="66138"/>
                  </a:lnTo>
                  <a:lnTo>
                    <a:pt x="1234807" y="66138"/>
                  </a:lnTo>
                  <a:lnTo>
                    <a:pt x="1234807" y="64867"/>
                  </a:lnTo>
                  <a:lnTo>
                    <a:pt x="1236216" y="64867"/>
                  </a:lnTo>
                  <a:lnTo>
                    <a:pt x="1237626" y="64867"/>
                  </a:lnTo>
                  <a:lnTo>
                    <a:pt x="1239036" y="64867"/>
                  </a:lnTo>
                  <a:lnTo>
                    <a:pt x="1240445" y="64867"/>
                  </a:lnTo>
                  <a:lnTo>
                    <a:pt x="1241855" y="64867"/>
                  </a:lnTo>
                  <a:lnTo>
                    <a:pt x="1243264" y="64867"/>
                  </a:lnTo>
                  <a:lnTo>
                    <a:pt x="1244674" y="64867"/>
                  </a:lnTo>
                  <a:lnTo>
                    <a:pt x="1246084" y="64867"/>
                  </a:lnTo>
                  <a:lnTo>
                    <a:pt x="1247493" y="64867"/>
                  </a:lnTo>
                  <a:lnTo>
                    <a:pt x="1248903" y="64867"/>
                  </a:lnTo>
                  <a:lnTo>
                    <a:pt x="1250312" y="64867"/>
                  </a:lnTo>
                  <a:lnTo>
                    <a:pt x="1251722" y="64867"/>
                  </a:lnTo>
                  <a:lnTo>
                    <a:pt x="1253132" y="64867"/>
                  </a:lnTo>
                  <a:lnTo>
                    <a:pt x="1254541" y="64867"/>
                  </a:lnTo>
                  <a:lnTo>
                    <a:pt x="1255951" y="64867"/>
                  </a:lnTo>
                  <a:lnTo>
                    <a:pt x="1257360" y="64867"/>
                  </a:lnTo>
                  <a:lnTo>
                    <a:pt x="1258770" y="64867"/>
                  </a:lnTo>
                  <a:lnTo>
                    <a:pt x="1260180" y="64867"/>
                  </a:lnTo>
                  <a:lnTo>
                    <a:pt x="1261589" y="64867"/>
                  </a:lnTo>
                  <a:lnTo>
                    <a:pt x="1262999" y="64867"/>
                  </a:lnTo>
                  <a:lnTo>
                    <a:pt x="1264408" y="64867"/>
                  </a:lnTo>
                  <a:lnTo>
                    <a:pt x="1264408" y="63595"/>
                  </a:lnTo>
                  <a:lnTo>
                    <a:pt x="1265818" y="63595"/>
                  </a:lnTo>
                  <a:lnTo>
                    <a:pt x="1267228" y="63595"/>
                  </a:lnTo>
                  <a:lnTo>
                    <a:pt x="1268637" y="63595"/>
                  </a:lnTo>
                  <a:lnTo>
                    <a:pt x="1270047" y="63595"/>
                  </a:lnTo>
                  <a:lnTo>
                    <a:pt x="1271456" y="63595"/>
                  </a:lnTo>
                  <a:lnTo>
                    <a:pt x="1272866" y="63595"/>
                  </a:lnTo>
                  <a:lnTo>
                    <a:pt x="1274276" y="63595"/>
                  </a:lnTo>
                  <a:lnTo>
                    <a:pt x="1275685" y="63595"/>
                  </a:lnTo>
                  <a:lnTo>
                    <a:pt x="1277095" y="63595"/>
                  </a:lnTo>
                  <a:lnTo>
                    <a:pt x="1278504" y="63595"/>
                  </a:lnTo>
                  <a:lnTo>
                    <a:pt x="1279914" y="63595"/>
                  </a:lnTo>
                  <a:lnTo>
                    <a:pt x="1281324" y="63595"/>
                  </a:lnTo>
                  <a:lnTo>
                    <a:pt x="1282733" y="63595"/>
                  </a:lnTo>
                  <a:lnTo>
                    <a:pt x="1284143" y="63595"/>
                  </a:lnTo>
                  <a:lnTo>
                    <a:pt x="1285552" y="63595"/>
                  </a:lnTo>
                  <a:lnTo>
                    <a:pt x="1286962" y="63595"/>
                  </a:lnTo>
                  <a:lnTo>
                    <a:pt x="1288371" y="63595"/>
                  </a:lnTo>
                  <a:lnTo>
                    <a:pt x="1289781" y="63595"/>
                  </a:lnTo>
                  <a:lnTo>
                    <a:pt x="1291191" y="63595"/>
                  </a:lnTo>
                  <a:lnTo>
                    <a:pt x="1292600" y="63595"/>
                  </a:lnTo>
                  <a:lnTo>
                    <a:pt x="1294010" y="63595"/>
                  </a:lnTo>
                  <a:lnTo>
                    <a:pt x="1295419" y="63595"/>
                  </a:lnTo>
                  <a:lnTo>
                    <a:pt x="1296829" y="63595"/>
                  </a:lnTo>
                  <a:lnTo>
                    <a:pt x="1298239" y="63595"/>
                  </a:lnTo>
                  <a:lnTo>
                    <a:pt x="1299648" y="63595"/>
                  </a:lnTo>
                  <a:lnTo>
                    <a:pt x="1301058" y="63595"/>
                  </a:lnTo>
                  <a:lnTo>
                    <a:pt x="1302467" y="63595"/>
                  </a:lnTo>
                  <a:lnTo>
                    <a:pt x="1303877" y="63595"/>
                  </a:lnTo>
                  <a:lnTo>
                    <a:pt x="1305287" y="63595"/>
                  </a:lnTo>
                  <a:lnTo>
                    <a:pt x="1306696" y="63595"/>
                  </a:lnTo>
                  <a:lnTo>
                    <a:pt x="1308106" y="63595"/>
                  </a:lnTo>
                  <a:lnTo>
                    <a:pt x="1308106" y="62323"/>
                  </a:lnTo>
                  <a:lnTo>
                    <a:pt x="1309515" y="62323"/>
                  </a:lnTo>
                  <a:lnTo>
                    <a:pt x="1310925" y="62323"/>
                  </a:lnTo>
                  <a:lnTo>
                    <a:pt x="1312335" y="62323"/>
                  </a:lnTo>
                  <a:lnTo>
                    <a:pt x="1313744" y="62323"/>
                  </a:lnTo>
                  <a:lnTo>
                    <a:pt x="1315154" y="62323"/>
                  </a:lnTo>
                  <a:lnTo>
                    <a:pt x="1316563" y="62323"/>
                  </a:lnTo>
                  <a:lnTo>
                    <a:pt x="1317973" y="62323"/>
                  </a:lnTo>
                  <a:lnTo>
                    <a:pt x="1319383" y="62323"/>
                  </a:lnTo>
                  <a:lnTo>
                    <a:pt x="1320792" y="62323"/>
                  </a:lnTo>
                  <a:lnTo>
                    <a:pt x="1322202" y="62323"/>
                  </a:lnTo>
                  <a:lnTo>
                    <a:pt x="1323611" y="62323"/>
                  </a:lnTo>
                  <a:lnTo>
                    <a:pt x="1325021" y="62323"/>
                  </a:lnTo>
                  <a:lnTo>
                    <a:pt x="1326431" y="62323"/>
                  </a:lnTo>
                  <a:lnTo>
                    <a:pt x="1327840" y="62323"/>
                  </a:lnTo>
                  <a:lnTo>
                    <a:pt x="1329250" y="62323"/>
                  </a:lnTo>
                  <a:lnTo>
                    <a:pt x="1330659" y="62323"/>
                  </a:lnTo>
                  <a:lnTo>
                    <a:pt x="1332069" y="62323"/>
                  </a:lnTo>
                  <a:lnTo>
                    <a:pt x="1333479" y="62323"/>
                  </a:lnTo>
                  <a:lnTo>
                    <a:pt x="1334888" y="62323"/>
                  </a:lnTo>
                  <a:lnTo>
                    <a:pt x="1336298" y="62323"/>
                  </a:lnTo>
                  <a:lnTo>
                    <a:pt x="1337707" y="62323"/>
                  </a:lnTo>
                  <a:lnTo>
                    <a:pt x="1339117" y="62323"/>
                  </a:lnTo>
                  <a:lnTo>
                    <a:pt x="1340527" y="62323"/>
                  </a:lnTo>
                  <a:lnTo>
                    <a:pt x="1341936" y="62323"/>
                  </a:lnTo>
                  <a:lnTo>
                    <a:pt x="1343346" y="62323"/>
                  </a:lnTo>
                  <a:lnTo>
                    <a:pt x="1344755" y="62323"/>
                  </a:lnTo>
                  <a:lnTo>
                    <a:pt x="1346165" y="62323"/>
                  </a:lnTo>
                  <a:lnTo>
                    <a:pt x="1347575" y="62323"/>
                  </a:lnTo>
                  <a:lnTo>
                    <a:pt x="1348984" y="62323"/>
                  </a:lnTo>
                  <a:lnTo>
                    <a:pt x="1350394" y="62323"/>
                  </a:lnTo>
                  <a:lnTo>
                    <a:pt x="1351803" y="62323"/>
                  </a:lnTo>
                  <a:lnTo>
                    <a:pt x="1353213" y="62323"/>
                  </a:lnTo>
                  <a:lnTo>
                    <a:pt x="1354623" y="62323"/>
                  </a:lnTo>
                  <a:lnTo>
                    <a:pt x="1356032" y="62323"/>
                  </a:lnTo>
                  <a:lnTo>
                    <a:pt x="1357442" y="62323"/>
                  </a:lnTo>
                  <a:lnTo>
                    <a:pt x="1357442" y="61051"/>
                  </a:lnTo>
                  <a:lnTo>
                    <a:pt x="1358851" y="61051"/>
                  </a:lnTo>
                  <a:lnTo>
                    <a:pt x="1360261" y="61051"/>
                  </a:lnTo>
                  <a:lnTo>
                    <a:pt x="1360261" y="59779"/>
                  </a:lnTo>
                  <a:lnTo>
                    <a:pt x="1361671" y="59779"/>
                  </a:lnTo>
                  <a:lnTo>
                    <a:pt x="1363080" y="59779"/>
                  </a:lnTo>
                  <a:lnTo>
                    <a:pt x="1364490" y="59779"/>
                  </a:lnTo>
                  <a:lnTo>
                    <a:pt x="1365899" y="59779"/>
                  </a:lnTo>
                  <a:lnTo>
                    <a:pt x="1367309" y="59779"/>
                  </a:lnTo>
                  <a:lnTo>
                    <a:pt x="1368719" y="59779"/>
                  </a:lnTo>
                  <a:lnTo>
                    <a:pt x="1370128" y="59779"/>
                  </a:lnTo>
                  <a:lnTo>
                    <a:pt x="1371538" y="59779"/>
                  </a:lnTo>
                  <a:lnTo>
                    <a:pt x="1372947" y="59779"/>
                  </a:lnTo>
                  <a:lnTo>
                    <a:pt x="1374357" y="59779"/>
                  </a:lnTo>
                  <a:lnTo>
                    <a:pt x="1375767" y="59779"/>
                  </a:lnTo>
                  <a:lnTo>
                    <a:pt x="1375767" y="58507"/>
                  </a:lnTo>
                  <a:lnTo>
                    <a:pt x="1377176" y="58507"/>
                  </a:lnTo>
                  <a:lnTo>
                    <a:pt x="1378586" y="58507"/>
                  </a:lnTo>
                  <a:lnTo>
                    <a:pt x="1379995" y="58507"/>
                  </a:lnTo>
                  <a:lnTo>
                    <a:pt x="1381405" y="58507"/>
                  </a:lnTo>
                  <a:lnTo>
                    <a:pt x="1382815" y="58507"/>
                  </a:lnTo>
                  <a:lnTo>
                    <a:pt x="1384224" y="58507"/>
                  </a:lnTo>
                  <a:lnTo>
                    <a:pt x="1385634" y="58507"/>
                  </a:lnTo>
                  <a:lnTo>
                    <a:pt x="1387043" y="58507"/>
                  </a:lnTo>
                  <a:lnTo>
                    <a:pt x="1388453" y="58507"/>
                  </a:lnTo>
                  <a:lnTo>
                    <a:pt x="1389863" y="58507"/>
                  </a:lnTo>
                  <a:lnTo>
                    <a:pt x="1391272" y="58507"/>
                  </a:lnTo>
                  <a:lnTo>
                    <a:pt x="1392682" y="58507"/>
                  </a:lnTo>
                  <a:lnTo>
                    <a:pt x="1394091" y="58507"/>
                  </a:lnTo>
                  <a:lnTo>
                    <a:pt x="1395501" y="58507"/>
                  </a:lnTo>
                  <a:lnTo>
                    <a:pt x="1396910" y="58507"/>
                  </a:lnTo>
                  <a:lnTo>
                    <a:pt x="1398320" y="58507"/>
                  </a:lnTo>
                  <a:lnTo>
                    <a:pt x="1398320" y="57235"/>
                  </a:lnTo>
                  <a:lnTo>
                    <a:pt x="1399730" y="57235"/>
                  </a:lnTo>
                  <a:lnTo>
                    <a:pt x="1401139" y="57235"/>
                  </a:lnTo>
                  <a:lnTo>
                    <a:pt x="1402549" y="57235"/>
                  </a:lnTo>
                  <a:lnTo>
                    <a:pt x="1403958" y="57235"/>
                  </a:lnTo>
                  <a:lnTo>
                    <a:pt x="1403958" y="55963"/>
                  </a:lnTo>
                  <a:lnTo>
                    <a:pt x="1405368" y="55963"/>
                  </a:lnTo>
                  <a:lnTo>
                    <a:pt x="1406778" y="55963"/>
                  </a:lnTo>
                  <a:lnTo>
                    <a:pt x="1406778" y="54691"/>
                  </a:lnTo>
                  <a:lnTo>
                    <a:pt x="1408187" y="54691"/>
                  </a:lnTo>
                  <a:lnTo>
                    <a:pt x="1409597" y="54691"/>
                  </a:lnTo>
                  <a:lnTo>
                    <a:pt x="1411006" y="54691"/>
                  </a:lnTo>
                  <a:lnTo>
                    <a:pt x="1412416" y="54691"/>
                  </a:lnTo>
                  <a:lnTo>
                    <a:pt x="1413826" y="54691"/>
                  </a:lnTo>
                  <a:lnTo>
                    <a:pt x="1415235" y="54691"/>
                  </a:lnTo>
                  <a:lnTo>
                    <a:pt x="1416645" y="54691"/>
                  </a:lnTo>
                  <a:lnTo>
                    <a:pt x="1418054" y="54691"/>
                  </a:lnTo>
                  <a:lnTo>
                    <a:pt x="1419464" y="54691"/>
                  </a:lnTo>
                  <a:lnTo>
                    <a:pt x="1420874" y="54691"/>
                  </a:lnTo>
                  <a:lnTo>
                    <a:pt x="1422283" y="54691"/>
                  </a:lnTo>
                  <a:lnTo>
                    <a:pt x="1423693" y="54691"/>
                  </a:lnTo>
                  <a:lnTo>
                    <a:pt x="1425102" y="54691"/>
                  </a:lnTo>
                  <a:lnTo>
                    <a:pt x="1426512" y="54691"/>
                  </a:lnTo>
                  <a:lnTo>
                    <a:pt x="1427922" y="54691"/>
                  </a:lnTo>
                  <a:lnTo>
                    <a:pt x="1429331" y="54691"/>
                  </a:lnTo>
                  <a:lnTo>
                    <a:pt x="1430741" y="54691"/>
                  </a:lnTo>
                  <a:lnTo>
                    <a:pt x="1432150" y="54691"/>
                  </a:lnTo>
                  <a:lnTo>
                    <a:pt x="1433560" y="54691"/>
                  </a:lnTo>
                  <a:lnTo>
                    <a:pt x="1434970" y="54691"/>
                  </a:lnTo>
                  <a:lnTo>
                    <a:pt x="1436379" y="54691"/>
                  </a:lnTo>
                  <a:lnTo>
                    <a:pt x="1437789" y="54691"/>
                  </a:lnTo>
                  <a:lnTo>
                    <a:pt x="1439198" y="54691"/>
                  </a:lnTo>
                  <a:lnTo>
                    <a:pt x="1440608" y="54691"/>
                  </a:lnTo>
                  <a:lnTo>
                    <a:pt x="1442018" y="54691"/>
                  </a:lnTo>
                  <a:lnTo>
                    <a:pt x="1443427" y="54691"/>
                  </a:lnTo>
                  <a:lnTo>
                    <a:pt x="1444837" y="54691"/>
                  </a:lnTo>
                  <a:lnTo>
                    <a:pt x="1446246" y="54691"/>
                  </a:lnTo>
                  <a:lnTo>
                    <a:pt x="1447656" y="54691"/>
                  </a:lnTo>
                  <a:lnTo>
                    <a:pt x="1449066" y="54691"/>
                  </a:lnTo>
                  <a:lnTo>
                    <a:pt x="1450475" y="54691"/>
                  </a:lnTo>
                  <a:lnTo>
                    <a:pt x="1451885" y="54691"/>
                  </a:lnTo>
                  <a:lnTo>
                    <a:pt x="1453294" y="54691"/>
                  </a:lnTo>
                  <a:lnTo>
                    <a:pt x="1454704" y="54691"/>
                  </a:lnTo>
                  <a:lnTo>
                    <a:pt x="1456114" y="54691"/>
                  </a:lnTo>
                  <a:lnTo>
                    <a:pt x="1457523" y="54691"/>
                  </a:lnTo>
                  <a:lnTo>
                    <a:pt x="1458933" y="54691"/>
                  </a:lnTo>
                  <a:lnTo>
                    <a:pt x="1460342" y="54691"/>
                  </a:lnTo>
                  <a:lnTo>
                    <a:pt x="1461752" y="54691"/>
                  </a:lnTo>
                  <a:lnTo>
                    <a:pt x="1461752" y="53419"/>
                  </a:lnTo>
                  <a:lnTo>
                    <a:pt x="1463162" y="53419"/>
                  </a:lnTo>
                  <a:lnTo>
                    <a:pt x="1464571" y="53419"/>
                  </a:lnTo>
                  <a:lnTo>
                    <a:pt x="1465981" y="53419"/>
                  </a:lnTo>
                  <a:lnTo>
                    <a:pt x="1467390" y="53419"/>
                  </a:lnTo>
                  <a:lnTo>
                    <a:pt x="1468800" y="53419"/>
                  </a:lnTo>
                  <a:lnTo>
                    <a:pt x="1470210" y="53419"/>
                  </a:lnTo>
                  <a:lnTo>
                    <a:pt x="1471619" y="53419"/>
                  </a:lnTo>
                  <a:lnTo>
                    <a:pt x="1473029" y="53419"/>
                  </a:lnTo>
                  <a:lnTo>
                    <a:pt x="1474438" y="53419"/>
                  </a:lnTo>
                  <a:lnTo>
                    <a:pt x="1475848" y="53419"/>
                  </a:lnTo>
                  <a:lnTo>
                    <a:pt x="1477258" y="53419"/>
                  </a:lnTo>
                  <a:lnTo>
                    <a:pt x="1478667" y="53419"/>
                  </a:lnTo>
                  <a:lnTo>
                    <a:pt x="1480077" y="53419"/>
                  </a:lnTo>
                  <a:lnTo>
                    <a:pt x="1481486" y="53419"/>
                  </a:lnTo>
                  <a:lnTo>
                    <a:pt x="1481486" y="52148"/>
                  </a:lnTo>
                  <a:lnTo>
                    <a:pt x="1481486" y="50876"/>
                  </a:lnTo>
                  <a:lnTo>
                    <a:pt x="1482896" y="50876"/>
                  </a:lnTo>
                  <a:lnTo>
                    <a:pt x="1484306" y="50876"/>
                  </a:lnTo>
                  <a:lnTo>
                    <a:pt x="1485715" y="50876"/>
                  </a:lnTo>
                  <a:lnTo>
                    <a:pt x="1487125" y="50876"/>
                  </a:lnTo>
                  <a:lnTo>
                    <a:pt x="1488534" y="50876"/>
                  </a:lnTo>
                  <a:lnTo>
                    <a:pt x="1489944" y="50876"/>
                  </a:lnTo>
                  <a:lnTo>
                    <a:pt x="1489944" y="49604"/>
                  </a:lnTo>
                  <a:lnTo>
                    <a:pt x="1491354" y="49604"/>
                  </a:lnTo>
                  <a:lnTo>
                    <a:pt x="1492763" y="49604"/>
                  </a:lnTo>
                  <a:lnTo>
                    <a:pt x="1494173" y="49604"/>
                  </a:lnTo>
                  <a:lnTo>
                    <a:pt x="1494173" y="48332"/>
                  </a:lnTo>
                  <a:lnTo>
                    <a:pt x="1495582" y="48332"/>
                  </a:lnTo>
                  <a:lnTo>
                    <a:pt x="1496992" y="48332"/>
                  </a:lnTo>
                  <a:lnTo>
                    <a:pt x="1498402" y="48332"/>
                  </a:lnTo>
                  <a:lnTo>
                    <a:pt x="1499811" y="48332"/>
                  </a:lnTo>
                  <a:lnTo>
                    <a:pt x="1501221" y="48332"/>
                  </a:lnTo>
                  <a:lnTo>
                    <a:pt x="1502630" y="48332"/>
                  </a:lnTo>
                  <a:lnTo>
                    <a:pt x="1504040" y="48332"/>
                  </a:lnTo>
                  <a:lnTo>
                    <a:pt x="1505449" y="48332"/>
                  </a:lnTo>
                  <a:lnTo>
                    <a:pt x="1506859" y="48332"/>
                  </a:lnTo>
                  <a:lnTo>
                    <a:pt x="1508269" y="48332"/>
                  </a:lnTo>
                  <a:lnTo>
                    <a:pt x="1509678" y="48332"/>
                  </a:lnTo>
                  <a:lnTo>
                    <a:pt x="1511088" y="48332"/>
                  </a:lnTo>
                  <a:lnTo>
                    <a:pt x="1512497" y="48332"/>
                  </a:lnTo>
                  <a:lnTo>
                    <a:pt x="1513907" y="48332"/>
                  </a:lnTo>
                  <a:lnTo>
                    <a:pt x="1515317" y="48332"/>
                  </a:lnTo>
                  <a:lnTo>
                    <a:pt x="1516726" y="48332"/>
                  </a:lnTo>
                  <a:lnTo>
                    <a:pt x="1516726" y="47060"/>
                  </a:lnTo>
                  <a:lnTo>
                    <a:pt x="1518136" y="47060"/>
                  </a:lnTo>
                  <a:lnTo>
                    <a:pt x="1519545" y="47060"/>
                  </a:lnTo>
                  <a:lnTo>
                    <a:pt x="1520955" y="47060"/>
                  </a:lnTo>
                  <a:lnTo>
                    <a:pt x="1522365" y="47060"/>
                  </a:lnTo>
                  <a:lnTo>
                    <a:pt x="1523774" y="47060"/>
                  </a:lnTo>
                  <a:lnTo>
                    <a:pt x="1525184" y="47060"/>
                  </a:lnTo>
                  <a:lnTo>
                    <a:pt x="1526593" y="47060"/>
                  </a:lnTo>
                  <a:lnTo>
                    <a:pt x="1528003" y="47060"/>
                  </a:lnTo>
                  <a:lnTo>
                    <a:pt x="1529413" y="47060"/>
                  </a:lnTo>
                  <a:lnTo>
                    <a:pt x="1530822" y="47060"/>
                  </a:lnTo>
                  <a:lnTo>
                    <a:pt x="1532232" y="47060"/>
                  </a:lnTo>
                  <a:lnTo>
                    <a:pt x="1533641" y="47060"/>
                  </a:lnTo>
                  <a:lnTo>
                    <a:pt x="1535051" y="47060"/>
                  </a:lnTo>
                  <a:lnTo>
                    <a:pt x="1536461" y="47060"/>
                  </a:lnTo>
                  <a:lnTo>
                    <a:pt x="1537870" y="47060"/>
                  </a:lnTo>
                  <a:lnTo>
                    <a:pt x="1539280" y="47060"/>
                  </a:lnTo>
                  <a:lnTo>
                    <a:pt x="1540689" y="47060"/>
                  </a:lnTo>
                  <a:lnTo>
                    <a:pt x="1542099" y="47060"/>
                  </a:lnTo>
                  <a:lnTo>
                    <a:pt x="1543509" y="47060"/>
                  </a:lnTo>
                  <a:lnTo>
                    <a:pt x="1544918" y="47060"/>
                  </a:lnTo>
                  <a:lnTo>
                    <a:pt x="1544918" y="45788"/>
                  </a:lnTo>
                  <a:lnTo>
                    <a:pt x="1546328" y="45788"/>
                  </a:lnTo>
                  <a:lnTo>
                    <a:pt x="1547737" y="45788"/>
                  </a:lnTo>
                  <a:lnTo>
                    <a:pt x="1549147" y="45788"/>
                  </a:lnTo>
                  <a:lnTo>
                    <a:pt x="1550557" y="45788"/>
                  </a:lnTo>
                  <a:lnTo>
                    <a:pt x="1550557" y="44516"/>
                  </a:lnTo>
                  <a:lnTo>
                    <a:pt x="1551966" y="44516"/>
                  </a:lnTo>
                  <a:lnTo>
                    <a:pt x="1553376" y="44516"/>
                  </a:lnTo>
                  <a:lnTo>
                    <a:pt x="1554785" y="44516"/>
                  </a:lnTo>
                  <a:lnTo>
                    <a:pt x="1556195" y="44516"/>
                  </a:lnTo>
                  <a:lnTo>
                    <a:pt x="1557605" y="44516"/>
                  </a:lnTo>
                  <a:lnTo>
                    <a:pt x="1559014" y="44516"/>
                  </a:lnTo>
                  <a:lnTo>
                    <a:pt x="1560424" y="44516"/>
                  </a:lnTo>
                  <a:lnTo>
                    <a:pt x="1561833" y="44516"/>
                  </a:lnTo>
                  <a:lnTo>
                    <a:pt x="1563243" y="44516"/>
                  </a:lnTo>
                  <a:lnTo>
                    <a:pt x="1564653" y="44516"/>
                  </a:lnTo>
                  <a:lnTo>
                    <a:pt x="1566062" y="44516"/>
                  </a:lnTo>
                  <a:lnTo>
                    <a:pt x="1567472" y="44516"/>
                  </a:lnTo>
                  <a:lnTo>
                    <a:pt x="1568881" y="44516"/>
                  </a:lnTo>
                  <a:lnTo>
                    <a:pt x="1570291" y="44516"/>
                  </a:lnTo>
                  <a:lnTo>
                    <a:pt x="1571701" y="44516"/>
                  </a:lnTo>
                  <a:lnTo>
                    <a:pt x="1573110" y="44516"/>
                  </a:lnTo>
                  <a:lnTo>
                    <a:pt x="1574520" y="44516"/>
                  </a:lnTo>
                  <a:lnTo>
                    <a:pt x="1575929" y="44516"/>
                  </a:lnTo>
                  <a:lnTo>
                    <a:pt x="1577339" y="44516"/>
                  </a:lnTo>
                  <a:lnTo>
                    <a:pt x="1578749" y="44516"/>
                  </a:lnTo>
                  <a:lnTo>
                    <a:pt x="1580158" y="44516"/>
                  </a:lnTo>
                  <a:lnTo>
                    <a:pt x="1581568" y="44516"/>
                  </a:lnTo>
                  <a:lnTo>
                    <a:pt x="1582977" y="44516"/>
                  </a:lnTo>
                  <a:lnTo>
                    <a:pt x="1584387" y="44516"/>
                  </a:lnTo>
                  <a:lnTo>
                    <a:pt x="1585797" y="44516"/>
                  </a:lnTo>
                  <a:lnTo>
                    <a:pt x="1585797" y="43244"/>
                  </a:lnTo>
                  <a:lnTo>
                    <a:pt x="1587206" y="43244"/>
                  </a:lnTo>
                  <a:lnTo>
                    <a:pt x="1588616" y="43244"/>
                  </a:lnTo>
                  <a:lnTo>
                    <a:pt x="1588616" y="41972"/>
                  </a:lnTo>
                  <a:lnTo>
                    <a:pt x="1590025" y="41972"/>
                  </a:lnTo>
                  <a:lnTo>
                    <a:pt x="1591435" y="41972"/>
                  </a:lnTo>
                  <a:lnTo>
                    <a:pt x="1592845" y="41972"/>
                  </a:lnTo>
                  <a:lnTo>
                    <a:pt x="1594254" y="41972"/>
                  </a:lnTo>
                  <a:lnTo>
                    <a:pt x="1595664" y="41972"/>
                  </a:lnTo>
                  <a:lnTo>
                    <a:pt x="1597073" y="41972"/>
                  </a:lnTo>
                  <a:lnTo>
                    <a:pt x="1598483" y="41972"/>
                  </a:lnTo>
                  <a:lnTo>
                    <a:pt x="1599893" y="41972"/>
                  </a:lnTo>
                  <a:lnTo>
                    <a:pt x="1601302" y="41972"/>
                  </a:lnTo>
                  <a:lnTo>
                    <a:pt x="1602712" y="41972"/>
                  </a:lnTo>
                  <a:lnTo>
                    <a:pt x="1604121" y="41972"/>
                  </a:lnTo>
                  <a:lnTo>
                    <a:pt x="1605531" y="41972"/>
                  </a:lnTo>
                  <a:lnTo>
                    <a:pt x="1606940" y="41972"/>
                  </a:lnTo>
                  <a:lnTo>
                    <a:pt x="1608350" y="41972"/>
                  </a:lnTo>
                  <a:lnTo>
                    <a:pt x="1609760" y="41972"/>
                  </a:lnTo>
                  <a:lnTo>
                    <a:pt x="1611169" y="41972"/>
                  </a:lnTo>
                  <a:lnTo>
                    <a:pt x="1612579" y="41972"/>
                  </a:lnTo>
                  <a:lnTo>
                    <a:pt x="1613988" y="41972"/>
                  </a:lnTo>
                  <a:lnTo>
                    <a:pt x="1615398" y="41972"/>
                  </a:lnTo>
                  <a:lnTo>
                    <a:pt x="1616808" y="41972"/>
                  </a:lnTo>
                  <a:lnTo>
                    <a:pt x="1618217" y="41972"/>
                  </a:lnTo>
                  <a:lnTo>
                    <a:pt x="1619627" y="41972"/>
                  </a:lnTo>
                  <a:lnTo>
                    <a:pt x="1621036" y="41972"/>
                  </a:lnTo>
                  <a:lnTo>
                    <a:pt x="1622446" y="41972"/>
                  </a:lnTo>
                  <a:lnTo>
                    <a:pt x="1622446" y="40700"/>
                  </a:lnTo>
                  <a:lnTo>
                    <a:pt x="1622446" y="39429"/>
                  </a:lnTo>
                  <a:lnTo>
                    <a:pt x="1623856" y="39429"/>
                  </a:lnTo>
                  <a:lnTo>
                    <a:pt x="1625265" y="39429"/>
                  </a:lnTo>
                  <a:lnTo>
                    <a:pt x="1625265" y="38157"/>
                  </a:lnTo>
                  <a:lnTo>
                    <a:pt x="1626675" y="38157"/>
                  </a:lnTo>
                  <a:lnTo>
                    <a:pt x="1628084" y="38157"/>
                  </a:lnTo>
                  <a:lnTo>
                    <a:pt x="1629494" y="38157"/>
                  </a:lnTo>
                  <a:lnTo>
                    <a:pt x="1630904" y="38157"/>
                  </a:lnTo>
                  <a:lnTo>
                    <a:pt x="1632313" y="38157"/>
                  </a:lnTo>
                  <a:lnTo>
                    <a:pt x="1633723" y="38157"/>
                  </a:lnTo>
                  <a:lnTo>
                    <a:pt x="1635132" y="38157"/>
                  </a:lnTo>
                  <a:lnTo>
                    <a:pt x="1636542" y="38157"/>
                  </a:lnTo>
                  <a:lnTo>
                    <a:pt x="1637952" y="38157"/>
                  </a:lnTo>
                  <a:lnTo>
                    <a:pt x="1637952" y="36885"/>
                  </a:lnTo>
                  <a:lnTo>
                    <a:pt x="1639361" y="36885"/>
                  </a:lnTo>
                  <a:lnTo>
                    <a:pt x="1640771" y="36885"/>
                  </a:lnTo>
                  <a:lnTo>
                    <a:pt x="1642180" y="36885"/>
                  </a:lnTo>
                  <a:lnTo>
                    <a:pt x="1643590" y="36885"/>
                  </a:lnTo>
                  <a:lnTo>
                    <a:pt x="1645000" y="36885"/>
                  </a:lnTo>
                  <a:lnTo>
                    <a:pt x="1646409" y="36885"/>
                  </a:lnTo>
                  <a:lnTo>
                    <a:pt x="1647819" y="36885"/>
                  </a:lnTo>
                  <a:lnTo>
                    <a:pt x="1649228" y="36885"/>
                  </a:lnTo>
                  <a:lnTo>
                    <a:pt x="1650638" y="36885"/>
                  </a:lnTo>
                  <a:lnTo>
                    <a:pt x="1652048" y="36885"/>
                  </a:lnTo>
                  <a:lnTo>
                    <a:pt x="1653457" y="36885"/>
                  </a:lnTo>
                  <a:lnTo>
                    <a:pt x="1654867" y="36885"/>
                  </a:lnTo>
                  <a:lnTo>
                    <a:pt x="1656276" y="36885"/>
                  </a:lnTo>
                  <a:lnTo>
                    <a:pt x="1657686" y="36885"/>
                  </a:lnTo>
                  <a:lnTo>
                    <a:pt x="1659096" y="36885"/>
                  </a:lnTo>
                  <a:lnTo>
                    <a:pt x="1660505" y="36885"/>
                  </a:lnTo>
                  <a:lnTo>
                    <a:pt x="1661915" y="36885"/>
                  </a:lnTo>
                  <a:lnTo>
                    <a:pt x="1663324" y="36885"/>
                  </a:lnTo>
                  <a:lnTo>
                    <a:pt x="1664734" y="36885"/>
                  </a:lnTo>
                  <a:lnTo>
                    <a:pt x="1666144" y="36885"/>
                  </a:lnTo>
                  <a:lnTo>
                    <a:pt x="1667553" y="36885"/>
                  </a:lnTo>
                  <a:lnTo>
                    <a:pt x="1668963" y="36885"/>
                  </a:lnTo>
                  <a:lnTo>
                    <a:pt x="1670372" y="36885"/>
                  </a:lnTo>
                  <a:lnTo>
                    <a:pt x="1671782" y="36885"/>
                  </a:lnTo>
                  <a:lnTo>
                    <a:pt x="1673192" y="36885"/>
                  </a:lnTo>
                  <a:lnTo>
                    <a:pt x="1674601" y="36885"/>
                  </a:lnTo>
                  <a:lnTo>
                    <a:pt x="1676011" y="36885"/>
                  </a:lnTo>
                  <a:lnTo>
                    <a:pt x="1677420" y="36885"/>
                  </a:lnTo>
                  <a:lnTo>
                    <a:pt x="1678830" y="36885"/>
                  </a:lnTo>
                  <a:lnTo>
                    <a:pt x="1680240" y="36885"/>
                  </a:lnTo>
                  <a:lnTo>
                    <a:pt x="1681649" y="36885"/>
                  </a:lnTo>
                  <a:lnTo>
                    <a:pt x="1683059" y="36885"/>
                  </a:lnTo>
                  <a:lnTo>
                    <a:pt x="1684468" y="36885"/>
                  </a:lnTo>
                  <a:lnTo>
                    <a:pt x="1685878" y="36885"/>
                  </a:lnTo>
                  <a:lnTo>
                    <a:pt x="1687288" y="36885"/>
                  </a:lnTo>
                  <a:lnTo>
                    <a:pt x="1688697" y="36885"/>
                  </a:lnTo>
                  <a:lnTo>
                    <a:pt x="1690107" y="36885"/>
                  </a:lnTo>
                  <a:lnTo>
                    <a:pt x="1691516" y="36885"/>
                  </a:lnTo>
                  <a:lnTo>
                    <a:pt x="1692926" y="36885"/>
                  </a:lnTo>
                  <a:lnTo>
                    <a:pt x="1694336" y="36885"/>
                  </a:lnTo>
                  <a:lnTo>
                    <a:pt x="1695745" y="36885"/>
                  </a:lnTo>
                  <a:lnTo>
                    <a:pt x="1697155" y="36885"/>
                  </a:lnTo>
                  <a:lnTo>
                    <a:pt x="1698564" y="36885"/>
                  </a:lnTo>
                  <a:lnTo>
                    <a:pt x="1699974" y="36885"/>
                  </a:lnTo>
                  <a:lnTo>
                    <a:pt x="1701384" y="36885"/>
                  </a:lnTo>
                  <a:lnTo>
                    <a:pt x="1701384" y="35613"/>
                  </a:lnTo>
                  <a:lnTo>
                    <a:pt x="1702793" y="35613"/>
                  </a:lnTo>
                  <a:lnTo>
                    <a:pt x="1704203" y="35613"/>
                  </a:lnTo>
                  <a:lnTo>
                    <a:pt x="1705612" y="35613"/>
                  </a:lnTo>
                  <a:lnTo>
                    <a:pt x="1707022" y="35613"/>
                  </a:lnTo>
                  <a:lnTo>
                    <a:pt x="1708432" y="35613"/>
                  </a:lnTo>
                  <a:lnTo>
                    <a:pt x="1709841" y="35613"/>
                  </a:lnTo>
                  <a:lnTo>
                    <a:pt x="1711251" y="35613"/>
                  </a:lnTo>
                  <a:lnTo>
                    <a:pt x="1712660" y="35613"/>
                  </a:lnTo>
                  <a:lnTo>
                    <a:pt x="1714070" y="35613"/>
                  </a:lnTo>
                  <a:lnTo>
                    <a:pt x="1715479" y="35613"/>
                  </a:lnTo>
                  <a:lnTo>
                    <a:pt x="1716889" y="35613"/>
                  </a:lnTo>
                  <a:lnTo>
                    <a:pt x="1718299" y="35613"/>
                  </a:lnTo>
                  <a:lnTo>
                    <a:pt x="1719708" y="35613"/>
                  </a:lnTo>
                  <a:lnTo>
                    <a:pt x="1721118" y="35613"/>
                  </a:lnTo>
                  <a:lnTo>
                    <a:pt x="1722527" y="35613"/>
                  </a:lnTo>
                  <a:lnTo>
                    <a:pt x="1723937" y="35613"/>
                  </a:lnTo>
                  <a:lnTo>
                    <a:pt x="1725347" y="35613"/>
                  </a:lnTo>
                  <a:lnTo>
                    <a:pt x="1726756" y="35613"/>
                  </a:lnTo>
                  <a:lnTo>
                    <a:pt x="1728166" y="35613"/>
                  </a:lnTo>
                  <a:lnTo>
                    <a:pt x="1729575" y="35613"/>
                  </a:lnTo>
                  <a:lnTo>
                    <a:pt x="1730985" y="35613"/>
                  </a:lnTo>
                  <a:lnTo>
                    <a:pt x="1732395" y="35613"/>
                  </a:lnTo>
                  <a:lnTo>
                    <a:pt x="1733804" y="35613"/>
                  </a:lnTo>
                  <a:lnTo>
                    <a:pt x="1735214" y="35613"/>
                  </a:lnTo>
                  <a:lnTo>
                    <a:pt x="1736623" y="35613"/>
                  </a:lnTo>
                  <a:lnTo>
                    <a:pt x="1738033" y="35613"/>
                  </a:lnTo>
                  <a:lnTo>
                    <a:pt x="1739443" y="35613"/>
                  </a:lnTo>
                  <a:lnTo>
                    <a:pt x="1740852" y="35613"/>
                  </a:lnTo>
                  <a:lnTo>
                    <a:pt x="1742262" y="35613"/>
                  </a:lnTo>
                  <a:lnTo>
                    <a:pt x="1742262" y="34341"/>
                  </a:lnTo>
                  <a:lnTo>
                    <a:pt x="1743671" y="34341"/>
                  </a:lnTo>
                  <a:lnTo>
                    <a:pt x="1745081" y="34341"/>
                  </a:lnTo>
                  <a:lnTo>
                    <a:pt x="1746491" y="34341"/>
                  </a:lnTo>
                  <a:lnTo>
                    <a:pt x="1747900" y="34341"/>
                  </a:lnTo>
                  <a:lnTo>
                    <a:pt x="1749310" y="34341"/>
                  </a:lnTo>
                  <a:lnTo>
                    <a:pt x="1750719" y="34341"/>
                  </a:lnTo>
                  <a:lnTo>
                    <a:pt x="1752129" y="34341"/>
                  </a:lnTo>
                  <a:lnTo>
                    <a:pt x="1753539" y="34341"/>
                  </a:lnTo>
                  <a:lnTo>
                    <a:pt x="1754948" y="34341"/>
                  </a:lnTo>
                  <a:lnTo>
                    <a:pt x="1756358" y="34341"/>
                  </a:lnTo>
                  <a:lnTo>
                    <a:pt x="1757767" y="34341"/>
                  </a:lnTo>
                  <a:lnTo>
                    <a:pt x="1759177" y="34341"/>
                  </a:lnTo>
                  <a:lnTo>
                    <a:pt x="1760587" y="34341"/>
                  </a:lnTo>
                  <a:lnTo>
                    <a:pt x="1761996" y="34341"/>
                  </a:lnTo>
                  <a:lnTo>
                    <a:pt x="1763406" y="34341"/>
                  </a:lnTo>
                  <a:lnTo>
                    <a:pt x="1764815" y="34341"/>
                  </a:lnTo>
                  <a:lnTo>
                    <a:pt x="1766225" y="34341"/>
                  </a:lnTo>
                  <a:lnTo>
                    <a:pt x="1767635" y="34341"/>
                  </a:lnTo>
                  <a:lnTo>
                    <a:pt x="1769044" y="34341"/>
                  </a:lnTo>
                  <a:lnTo>
                    <a:pt x="1770454" y="34341"/>
                  </a:lnTo>
                  <a:lnTo>
                    <a:pt x="1771863" y="34341"/>
                  </a:lnTo>
                  <a:lnTo>
                    <a:pt x="1773273" y="34341"/>
                  </a:lnTo>
                  <a:lnTo>
                    <a:pt x="1774683" y="34341"/>
                  </a:lnTo>
                  <a:lnTo>
                    <a:pt x="1776092" y="34341"/>
                  </a:lnTo>
                  <a:lnTo>
                    <a:pt x="1777502" y="34341"/>
                  </a:lnTo>
                  <a:lnTo>
                    <a:pt x="1778911" y="34341"/>
                  </a:lnTo>
                  <a:lnTo>
                    <a:pt x="1780321" y="34341"/>
                  </a:lnTo>
                  <a:lnTo>
                    <a:pt x="1781731" y="34341"/>
                  </a:lnTo>
                  <a:lnTo>
                    <a:pt x="1783140" y="34341"/>
                  </a:lnTo>
                  <a:lnTo>
                    <a:pt x="1784550" y="34341"/>
                  </a:lnTo>
                  <a:lnTo>
                    <a:pt x="1785959" y="34341"/>
                  </a:lnTo>
                  <a:lnTo>
                    <a:pt x="1787369" y="34341"/>
                  </a:lnTo>
                  <a:lnTo>
                    <a:pt x="1788779" y="34341"/>
                  </a:lnTo>
                  <a:lnTo>
                    <a:pt x="1790188" y="34341"/>
                  </a:lnTo>
                  <a:lnTo>
                    <a:pt x="1791598" y="34341"/>
                  </a:lnTo>
                  <a:lnTo>
                    <a:pt x="1793007" y="34341"/>
                  </a:lnTo>
                  <a:lnTo>
                    <a:pt x="1793007" y="33069"/>
                  </a:lnTo>
                  <a:lnTo>
                    <a:pt x="1794417" y="33069"/>
                  </a:lnTo>
                  <a:lnTo>
                    <a:pt x="1795827" y="33069"/>
                  </a:lnTo>
                  <a:lnTo>
                    <a:pt x="1797236" y="33069"/>
                  </a:lnTo>
                  <a:lnTo>
                    <a:pt x="1798646" y="33069"/>
                  </a:lnTo>
                  <a:lnTo>
                    <a:pt x="1800055" y="33069"/>
                  </a:lnTo>
                  <a:lnTo>
                    <a:pt x="1801465" y="33069"/>
                  </a:lnTo>
                  <a:lnTo>
                    <a:pt x="1802875" y="33069"/>
                  </a:lnTo>
                  <a:lnTo>
                    <a:pt x="1804284" y="33069"/>
                  </a:lnTo>
                  <a:lnTo>
                    <a:pt x="1805694" y="33069"/>
                  </a:lnTo>
                  <a:lnTo>
                    <a:pt x="1807103" y="33069"/>
                  </a:lnTo>
                  <a:lnTo>
                    <a:pt x="1808513" y="33069"/>
                  </a:lnTo>
                  <a:lnTo>
                    <a:pt x="1809923" y="33069"/>
                  </a:lnTo>
                  <a:lnTo>
                    <a:pt x="1811332" y="33069"/>
                  </a:lnTo>
                  <a:lnTo>
                    <a:pt x="1812742" y="33069"/>
                  </a:lnTo>
                  <a:lnTo>
                    <a:pt x="1814151" y="33069"/>
                  </a:lnTo>
                  <a:lnTo>
                    <a:pt x="1815561" y="33069"/>
                  </a:lnTo>
                  <a:lnTo>
                    <a:pt x="1816971" y="33069"/>
                  </a:lnTo>
                  <a:lnTo>
                    <a:pt x="1818380" y="33069"/>
                  </a:lnTo>
                  <a:lnTo>
                    <a:pt x="1819790" y="33069"/>
                  </a:lnTo>
                  <a:lnTo>
                    <a:pt x="1821199" y="33069"/>
                  </a:lnTo>
                  <a:lnTo>
                    <a:pt x="1822609" y="33069"/>
                  </a:lnTo>
                  <a:lnTo>
                    <a:pt x="1824018" y="33069"/>
                  </a:lnTo>
                  <a:lnTo>
                    <a:pt x="1825428" y="33069"/>
                  </a:lnTo>
                  <a:lnTo>
                    <a:pt x="1826838" y="33069"/>
                  </a:lnTo>
                  <a:lnTo>
                    <a:pt x="1828247" y="33069"/>
                  </a:lnTo>
                  <a:lnTo>
                    <a:pt x="1829657" y="33069"/>
                  </a:lnTo>
                  <a:lnTo>
                    <a:pt x="1831066" y="33069"/>
                  </a:lnTo>
                  <a:lnTo>
                    <a:pt x="1832476" y="33069"/>
                  </a:lnTo>
                  <a:lnTo>
                    <a:pt x="1833886" y="33069"/>
                  </a:lnTo>
                  <a:lnTo>
                    <a:pt x="1835295" y="33069"/>
                  </a:lnTo>
                  <a:lnTo>
                    <a:pt x="1836705" y="33069"/>
                  </a:lnTo>
                  <a:lnTo>
                    <a:pt x="1838114" y="33069"/>
                  </a:lnTo>
                  <a:lnTo>
                    <a:pt x="1838114" y="31797"/>
                  </a:lnTo>
                  <a:lnTo>
                    <a:pt x="1839524" y="31797"/>
                  </a:lnTo>
                  <a:lnTo>
                    <a:pt x="1840934" y="31797"/>
                  </a:lnTo>
                  <a:lnTo>
                    <a:pt x="1842343" y="31797"/>
                  </a:lnTo>
                  <a:lnTo>
                    <a:pt x="1843753" y="31797"/>
                  </a:lnTo>
                  <a:lnTo>
                    <a:pt x="1845162" y="31797"/>
                  </a:lnTo>
                  <a:lnTo>
                    <a:pt x="1846572" y="31797"/>
                  </a:lnTo>
                  <a:lnTo>
                    <a:pt x="1847982" y="31797"/>
                  </a:lnTo>
                  <a:lnTo>
                    <a:pt x="1849391" y="31797"/>
                  </a:lnTo>
                  <a:lnTo>
                    <a:pt x="1850801" y="31797"/>
                  </a:lnTo>
                  <a:lnTo>
                    <a:pt x="1852210" y="31797"/>
                  </a:lnTo>
                  <a:lnTo>
                    <a:pt x="1853620" y="31797"/>
                  </a:lnTo>
                  <a:lnTo>
                    <a:pt x="1855030" y="31797"/>
                  </a:lnTo>
                  <a:lnTo>
                    <a:pt x="1856439" y="31797"/>
                  </a:lnTo>
                  <a:lnTo>
                    <a:pt x="1857849" y="31797"/>
                  </a:lnTo>
                  <a:lnTo>
                    <a:pt x="1859258" y="31797"/>
                  </a:lnTo>
                  <a:lnTo>
                    <a:pt x="1860668" y="31797"/>
                  </a:lnTo>
                  <a:lnTo>
                    <a:pt x="1862078" y="31797"/>
                  </a:lnTo>
                  <a:lnTo>
                    <a:pt x="1863487" y="31797"/>
                  </a:lnTo>
                  <a:lnTo>
                    <a:pt x="1864897" y="31797"/>
                  </a:lnTo>
                  <a:lnTo>
                    <a:pt x="1866306" y="31797"/>
                  </a:lnTo>
                  <a:lnTo>
                    <a:pt x="1867716" y="31797"/>
                  </a:lnTo>
                  <a:lnTo>
                    <a:pt x="1869126" y="31797"/>
                  </a:lnTo>
                  <a:lnTo>
                    <a:pt x="1870535" y="31797"/>
                  </a:lnTo>
                  <a:lnTo>
                    <a:pt x="1871945" y="31797"/>
                  </a:lnTo>
                  <a:lnTo>
                    <a:pt x="1873354" y="31797"/>
                  </a:lnTo>
                  <a:lnTo>
                    <a:pt x="1874764" y="31797"/>
                  </a:lnTo>
                  <a:lnTo>
                    <a:pt x="1876174" y="31797"/>
                  </a:lnTo>
                  <a:lnTo>
                    <a:pt x="1877583" y="31797"/>
                  </a:lnTo>
                  <a:lnTo>
                    <a:pt x="1877583" y="30525"/>
                  </a:lnTo>
                  <a:lnTo>
                    <a:pt x="1878993" y="30525"/>
                  </a:lnTo>
                  <a:lnTo>
                    <a:pt x="1880402" y="30525"/>
                  </a:lnTo>
                  <a:lnTo>
                    <a:pt x="1881812" y="30525"/>
                  </a:lnTo>
                  <a:lnTo>
                    <a:pt x="1883222" y="30525"/>
                  </a:lnTo>
                  <a:lnTo>
                    <a:pt x="1884631" y="30525"/>
                  </a:lnTo>
                  <a:lnTo>
                    <a:pt x="1886041" y="30525"/>
                  </a:lnTo>
                  <a:lnTo>
                    <a:pt x="1887450" y="30525"/>
                  </a:lnTo>
                  <a:lnTo>
                    <a:pt x="1888860" y="30525"/>
                  </a:lnTo>
                  <a:lnTo>
                    <a:pt x="1890270" y="30525"/>
                  </a:lnTo>
                  <a:lnTo>
                    <a:pt x="1891679" y="30525"/>
                  </a:lnTo>
                  <a:lnTo>
                    <a:pt x="1893089" y="30525"/>
                  </a:lnTo>
                  <a:lnTo>
                    <a:pt x="1894498" y="30525"/>
                  </a:lnTo>
                  <a:lnTo>
                    <a:pt x="1895908" y="30525"/>
                  </a:lnTo>
                  <a:lnTo>
                    <a:pt x="1897318" y="30525"/>
                  </a:lnTo>
                  <a:lnTo>
                    <a:pt x="1898727" y="30525"/>
                  </a:lnTo>
                  <a:lnTo>
                    <a:pt x="1900137" y="30525"/>
                  </a:lnTo>
                  <a:lnTo>
                    <a:pt x="1900137" y="29253"/>
                  </a:lnTo>
                  <a:lnTo>
                    <a:pt x="1901546" y="29253"/>
                  </a:lnTo>
                  <a:lnTo>
                    <a:pt x="1902956" y="29253"/>
                  </a:lnTo>
                  <a:lnTo>
                    <a:pt x="1904366" y="29253"/>
                  </a:lnTo>
                  <a:lnTo>
                    <a:pt x="1905775" y="29253"/>
                  </a:lnTo>
                  <a:lnTo>
                    <a:pt x="1907185" y="29253"/>
                  </a:lnTo>
                  <a:lnTo>
                    <a:pt x="1908594" y="29253"/>
                  </a:lnTo>
                  <a:lnTo>
                    <a:pt x="1910004" y="29253"/>
                  </a:lnTo>
                  <a:lnTo>
                    <a:pt x="1911414" y="29253"/>
                  </a:lnTo>
                  <a:lnTo>
                    <a:pt x="1912823" y="29253"/>
                  </a:lnTo>
                  <a:lnTo>
                    <a:pt x="1914233" y="29253"/>
                  </a:lnTo>
                  <a:lnTo>
                    <a:pt x="1915642" y="29253"/>
                  </a:lnTo>
                  <a:lnTo>
                    <a:pt x="1917052" y="29253"/>
                  </a:lnTo>
                  <a:lnTo>
                    <a:pt x="1918462" y="29253"/>
                  </a:lnTo>
                  <a:lnTo>
                    <a:pt x="1919871" y="29253"/>
                  </a:lnTo>
                  <a:lnTo>
                    <a:pt x="1921281" y="29253"/>
                  </a:lnTo>
                  <a:lnTo>
                    <a:pt x="1922690" y="29253"/>
                  </a:lnTo>
                  <a:lnTo>
                    <a:pt x="1924100" y="29253"/>
                  </a:lnTo>
                  <a:lnTo>
                    <a:pt x="1925510" y="29253"/>
                  </a:lnTo>
                  <a:lnTo>
                    <a:pt x="1926919" y="29253"/>
                  </a:lnTo>
                  <a:lnTo>
                    <a:pt x="1928329" y="29253"/>
                  </a:lnTo>
                  <a:lnTo>
                    <a:pt x="1929738" y="29253"/>
                  </a:lnTo>
                  <a:lnTo>
                    <a:pt x="1931148" y="29253"/>
                  </a:lnTo>
                  <a:lnTo>
                    <a:pt x="1932557" y="29253"/>
                  </a:lnTo>
                  <a:lnTo>
                    <a:pt x="1933967" y="29253"/>
                  </a:lnTo>
                  <a:lnTo>
                    <a:pt x="1935377" y="29253"/>
                  </a:lnTo>
                  <a:lnTo>
                    <a:pt x="1936786" y="29253"/>
                  </a:lnTo>
                  <a:lnTo>
                    <a:pt x="1938196" y="29253"/>
                  </a:lnTo>
                  <a:lnTo>
                    <a:pt x="1939605" y="29253"/>
                  </a:lnTo>
                  <a:lnTo>
                    <a:pt x="1941015" y="29253"/>
                  </a:lnTo>
                  <a:lnTo>
                    <a:pt x="1942425" y="29253"/>
                  </a:lnTo>
                  <a:lnTo>
                    <a:pt x="1943834" y="29253"/>
                  </a:lnTo>
                  <a:lnTo>
                    <a:pt x="1945244" y="29253"/>
                  </a:lnTo>
                  <a:lnTo>
                    <a:pt x="1946653" y="29253"/>
                  </a:lnTo>
                  <a:lnTo>
                    <a:pt x="1948063" y="29253"/>
                  </a:lnTo>
                  <a:lnTo>
                    <a:pt x="1949473" y="29253"/>
                  </a:lnTo>
                  <a:lnTo>
                    <a:pt x="1950882" y="29253"/>
                  </a:lnTo>
                  <a:lnTo>
                    <a:pt x="1952292" y="29253"/>
                  </a:lnTo>
                  <a:lnTo>
                    <a:pt x="1953701" y="29253"/>
                  </a:lnTo>
                  <a:lnTo>
                    <a:pt x="1955111" y="29253"/>
                  </a:lnTo>
                  <a:lnTo>
                    <a:pt x="1956521" y="29253"/>
                  </a:lnTo>
                  <a:lnTo>
                    <a:pt x="1957930" y="29253"/>
                  </a:lnTo>
                  <a:lnTo>
                    <a:pt x="1959340" y="29253"/>
                  </a:lnTo>
                  <a:lnTo>
                    <a:pt x="1960749" y="29253"/>
                  </a:lnTo>
                  <a:lnTo>
                    <a:pt x="1960749" y="27981"/>
                  </a:lnTo>
                  <a:lnTo>
                    <a:pt x="1962159" y="27981"/>
                  </a:lnTo>
                  <a:lnTo>
                    <a:pt x="1963569" y="27981"/>
                  </a:lnTo>
                  <a:lnTo>
                    <a:pt x="1964978" y="27981"/>
                  </a:lnTo>
                  <a:lnTo>
                    <a:pt x="1966388" y="27981"/>
                  </a:lnTo>
                  <a:lnTo>
                    <a:pt x="1967797" y="27981"/>
                  </a:lnTo>
                  <a:lnTo>
                    <a:pt x="1969207" y="27981"/>
                  </a:lnTo>
                  <a:lnTo>
                    <a:pt x="1970617" y="27981"/>
                  </a:lnTo>
                  <a:lnTo>
                    <a:pt x="1972026" y="27981"/>
                  </a:lnTo>
                  <a:lnTo>
                    <a:pt x="1973436" y="27981"/>
                  </a:lnTo>
                  <a:lnTo>
                    <a:pt x="1974845" y="27981"/>
                  </a:lnTo>
                  <a:lnTo>
                    <a:pt x="1976255" y="27981"/>
                  </a:lnTo>
                  <a:lnTo>
                    <a:pt x="1977665" y="27981"/>
                  </a:lnTo>
                  <a:lnTo>
                    <a:pt x="1979074" y="27981"/>
                  </a:lnTo>
                  <a:lnTo>
                    <a:pt x="1980484" y="27981"/>
                  </a:lnTo>
                  <a:lnTo>
                    <a:pt x="1981893" y="27981"/>
                  </a:lnTo>
                  <a:lnTo>
                    <a:pt x="1983303" y="27981"/>
                  </a:lnTo>
                  <a:lnTo>
                    <a:pt x="1984713" y="27981"/>
                  </a:lnTo>
                  <a:lnTo>
                    <a:pt x="1986122" y="27981"/>
                  </a:lnTo>
                  <a:lnTo>
                    <a:pt x="1987532" y="27981"/>
                  </a:lnTo>
                  <a:lnTo>
                    <a:pt x="1988941" y="27981"/>
                  </a:lnTo>
                  <a:lnTo>
                    <a:pt x="1990351" y="27981"/>
                  </a:lnTo>
                  <a:lnTo>
                    <a:pt x="1991761" y="27981"/>
                  </a:lnTo>
                  <a:lnTo>
                    <a:pt x="1993170" y="27981"/>
                  </a:lnTo>
                  <a:lnTo>
                    <a:pt x="1994580" y="27981"/>
                  </a:lnTo>
                  <a:lnTo>
                    <a:pt x="1995989" y="27981"/>
                  </a:lnTo>
                  <a:lnTo>
                    <a:pt x="1995989" y="26709"/>
                  </a:lnTo>
                  <a:lnTo>
                    <a:pt x="1997399" y="26709"/>
                  </a:lnTo>
                  <a:lnTo>
                    <a:pt x="1998809" y="26709"/>
                  </a:lnTo>
                  <a:lnTo>
                    <a:pt x="2000218" y="26709"/>
                  </a:lnTo>
                  <a:lnTo>
                    <a:pt x="2001628" y="26709"/>
                  </a:lnTo>
                  <a:lnTo>
                    <a:pt x="2003037" y="26709"/>
                  </a:lnTo>
                  <a:lnTo>
                    <a:pt x="2004447" y="26709"/>
                  </a:lnTo>
                  <a:lnTo>
                    <a:pt x="2005857" y="26709"/>
                  </a:lnTo>
                  <a:lnTo>
                    <a:pt x="2007266" y="26709"/>
                  </a:lnTo>
                  <a:lnTo>
                    <a:pt x="2008676" y="26709"/>
                  </a:lnTo>
                  <a:lnTo>
                    <a:pt x="2010085" y="26709"/>
                  </a:lnTo>
                  <a:lnTo>
                    <a:pt x="2011495" y="26709"/>
                  </a:lnTo>
                  <a:lnTo>
                    <a:pt x="2012905" y="26709"/>
                  </a:lnTo>
                  <a:lnTo>
                    <a:pt x="2014314" y="26709"/>
                  </a:lnTo>
                  <a:lnTo>
                    <a:pt x="2015724" y="26709"/>
                  </a:lnTo>
                  <a:lnTo>
                    <a:pt x="2017133" y="26709"/>
                  </a:lnTo>
                  <a:lnTo>
                    <a:pt x="2018543" y="26709"/>
                  </a:lnTo>
                  <a:lnTo>
                    <a:pt x="2019953" y="26709"/>
                  </a:lnTo>
                  <a:lnTo>
                    <a:pt x="2021362" y="26709"/>
                  </a:lnTo>
                  <a:lnTo>
                    <a:pt x="2022772" y="26709"/>
                  </a:lnTo>
                  <a:lnTo>
                    <a:pt x="2024181" y="26709"/>
                  </a:lnTo>
                  <a:lnTo>
                    <a:pt x="2025591" y="26709"/>
                  </a:lnTo>
                  <a:lnTo>
                    <a:pt x="2027001" y="26709"/>
                  </a:lnTo>
                  <a:lnTo>
                    <a:pt x="2027001" y="25438"/>
                  </a:lnTo>
                  <a:lnTo>
                    <a:pt x="2028410" y="25438"/>
                  </a:lnTo>
                  <a:lnTo>
                    <a:pt x="2029820" y="25438"/>
                  </a:lnTo>
                  <a:lnTo>
                    <a:pt x="2031229" y="25438"/>
                  </a:lnTo>
                  <a:lnTo>
                    <a:pt x="2032639" y="25438"/>
                  </a:lnTo>
                  <a:lnTo>
                    <a:pt x="2034049" y="25438"/>
                  </a:lnTo>
                  <a:lnTo>
                    <a:pt x="2035458" y="25438"/>
                  </a:lnTo>
                  <a:lnTo>
                    <a:pt x="2036868" y="25438"/>
                  </a:lnTo>
                  <a:lnTo>
                    <a:pt x="2038277" y="25438"/>
                  </a:lnTo>
                  <a:lnTo>
                    <a:pt x="2039687" y="25438"/>
                  </a:lnTo>
                  <a:lnTo>
                    <a:pt x="2041096" y="25438"/>
                  </a:lnTo>
                  <a:lnTo>
                    <a:pt x="2041096" y="24166"/>
                  </a:lnTo>
                  <a:lnTo>
                    <a:pt x="2042506" y="24166"/>
                  </a:lnTo>
                  <a:lnTo>
                    <a:pt x="2043916" y="24166"/>
                  </a:lnTo>
                  <a:lnTo>
                    <a:pt x="2043916" y="22894"/>
                  </a:lnTo>
                  <a:lnTo>
                    <a:pt x="2045325" y="22894"/>
                  </a:lnTo>
                  <a:lnTo>
                    <a:pt x="2046735" y="22894"/>
                  </a:lnTo>
                  <a:lnTo>
                    <a:pt x="2048144" y="22894"/>
                  </a:lnTo>
                  <a:lnTo>
                    <a:pt x="2049554" y="22894"/>
                  </a:lnTo>
                  <a:lnTo>
                    <a:pt x="2050964" y="22894"/>
                  </a:lnTo>
                  <a:lnTo>
                    <a:pt x="2052373" y="22894"/>
                  </a:lnTo>
                  <a:lnTo>
                    <a:pt x="2053783" y="22894"/>
                  </a:lnTo>
                  <a:lnTo>
                    <a:pt x="2055192" y="22894"/>
                  </a:lnTo>
                  <a:lnTo>
                    <a:pt x="2056602" y="22894"/>
                  </a:lnTo>
                  <a:lnTo>
                    <a:pt x="2058012" y="22894"/>
                  </a:lnTo>
                  <a:lnTo>
                    <a:pt x="2059421" y="22894"/>
                  </a:lnTo>
                  <a:lnTo>
                    <a:pt x="2060831" y="22894"/>
                  </a:lnTo>
                  <a:lnTo>
                    <a:pt x="2062240" y="22894"/>
                  </a:lnTo>
                  <a:lnTo>
                    <a:pt x="2063650" y="22894"/>
                  </a:lnTo>
                  <a:lnTo>
                    <a:pt x="2065060" y="22894"/>
                  </a:lnTo>
                  <a:lnTo>
                    <a:pt x="2065060" y="21622"/>
                  </a:lnTo>
                  <a:lnTo>
                    <a:pt x="2066469" y="21622"/>
                  </a:lnTo>
                  <a:lnTo>
                    <a:pt x="2067879" y="21622"/>
                  </a:lnTo>
                  <a:lnTo>
                    <a:pt x="2069288" y="21622"/>
                  </a:lnTo>
                  <a:lnTo>
                    <a:pt x="2070698" y="21622"/>
                  </a:lnTo>
                  <a:lnTo>
                    <a:pt x="2072108" y="21622"/>
                  </a:lnTo>
                  <a:lnTo>
                    <a:pt x="2073517" y="21622"/>
                  </a:lnTo>
                  <a:lnTo>
                    <a:pt x="2074927" y="21622"/>
                  </a:lnTo>
                  <a:lnTo>
                    <a:pt x="2076336" y="21622"/>
                  </a:lnTo>
                  <a:lnTo>
                    <a:pt x="2077746" y="21622"/>
                  </a:lnTo>
                  <a:lnTo>
                    <a:pt x="2079156" y="21622"/>
                  </a:lnTo>
                  <a:lnTo>
                    <a:pt x="2080565" y="21622"/>
                  </a:lnTo>
                  <a:lnTo>
                    <a:pt x="2081975" y="21622"/>
                  </a:lnTo>
                  <a:lnTo>
                    <a:pt x="2083384" y="21622"/>
                  </a:lnTo>
                  <a:lnTo>
                    <a:pt x="2084794" y="21622"/>
                  </a:lnTo>
                  <a:lnTo>
                    <a:pt x="2086204" y="21622"/>
                  </a:lnTo>
                  <a:lnTo>
                    <a:pt x="2087613" y="21622"/>
                  </a:lnTo>
                  <a:lnTo>
                    <a:pt x="2089023" y="21622"/>
                  </a:lnTo>
                  <a:lnTo>
                    <a:pt x="2090432" y="21622"/>
                  </a:lnTo>
                  <a:lnTo>
                    <a:pt x="2091842" y="21622"/>
                  </a:lnTo>
                  <a:lnTo>
                    <a:pt x="2093252" y="21622"/>
                  </a:lnTo>
                  <a:lnTo>
                    <a:pt x="2094661" y="21622"/>
                  </a:lnTo>
                  <a:lnTo>
                    <a:pt x="2096071" y="21622"/>
                  </a:lnTo>
                  <a:lnTo>
                    <a:pt x="2097480" y="21622"/>
                  </a:lnTo>
                  <a:lnTo>
                    <a:pt x="2098890" y="21622"/>
                  </a:lnTo>
                  <a:lnTo>
                    <a:pt x="2100300" y="21622"/>
                  </a:lnTo>
                  <a:lnTo>
                    <a:pt x="2101709" y="21622"/>
                  </a:lnTo>
                  <a:lnTo>
                    <a:pt x="2103119" y="21622"/>
                  </a:lnTo>
                  <a:lnTo>
                    <a:pt x="2104528" y="21622"/>
                  </a:lnTo>
                  <a:lnTo>
                    <a:pt x="2105938" y="21622"/>
                  </a:lnTo>
                  <a:lnTo>
                    <a:pt x="2107348" y="21622"/>
                  </a:lnTo>
                  <a:lnTo>
                    <a:pt x="2108757" y="21622"/>
                  </a:lnTo>
                  <a:lnTo>
                    <a:pt x="2110167" y="21622"/>
                  </a:lnTo>
                  <a:lnTo>
                    <a:pt x="2111576" y="21622"/>
                  </a:lnTo>
                  <a:lnTo>
                    <a:pt x="2112986" y="21622"/>
                  </a:lnTo>
                  <a:lnTo>
                    <a:pt x="2114396" y="21622"/>
                  </a:lnTo>
                  <a:lnTo>
                    <a:pt x="2115805" y="21622"/>
                  </a:lnTo>
                  <a:lnTo>
                    <a:pt x="2117215" y="21622"/>
                  </a:lnTo>
                  <a:lnTo>
                    <a:pt x="2118624" y="21622"/>
                  </a:lnTo>
                  <a:lnTo>
                    <a:pt x="2120034" y="21622"/>
                  </a:lnTo>
                  <a:lnTo>
                    <a:pt x="2121444" y="21622"/>
                  </a:lnTo>
                  <a:lnTo>
                    <a:pt x="2122853" y="21622"/>
                  </a:lnTo>
                  <a:lnTo>
                    <a:pt x="2124263" y="21622"/>
                  </a:lnTo>
                  <a:lnTo>
                    <a:pt x="2125672" y="21622"/>
                  </a:lnTo>
                  <a:lnTo>
                    <a:pt x="2127082" y="21622"/>
                  </a:lnTo>
                  <a:lnTo>
                    <a:pt x="2128492" y="21622"/>
                  </a:lnTo>
                  <a:lnTo>
                    <a:pt x="2129901" y="21622"/>
                  </a:lnTo>
                  <a:lnTo>
                    <a:pt x="2131311" y="21622"/>
                  </a:lnTo>
                  <a:lnTo>
                    <a:pt x="2132720" y="21622"/>
                  </a:lnTo>
                  <a:lnTo>
                    <a:pt x="2134130" y="21622"/>
                  </a:lnTo>
                  <a:lnTo>
                    <a:pt x="2135540" y="21622"/>
                  </a:lnTo>
                  <a:lnTo>
                    <a:pt x="2136949" y="21622"/>
                  </a:lnTo>
                  <a:lnTo>
                    <a:pt x="2138359" y="21622"/>
                  </a:lnTo>
                  <a:lnTo>
                    <a:pt x="2139768" y="21622"/>
                  </a:lnTo>
                  <a:lnTo>
                    <a:pt x="2141178" y="21622"/>
                  </a:lnTo>
                  <a:lnTo>
                    <a:pt x="2142587" y="21622"/>
                  </a:lnTo>
                  <a:lnTo>
                    <a:pt x="2143997" y="21622"/>
                  </a:lnTo>
                  <a:lnTo>
                    <a:pt x="2145407" y="21622"/>
                  </a:lnTo>
                  <a:lnTo>
                    <a:pt x="2146816" y="21622"/>
                  </a:lnTo>
                  <a:lnTo>
                    <a:pt x="2148226" y="21622"/>
                  </a:lnTo>
                  <a:lnTo>
                    <a:pt x="2149635" y="21622"/>
                  </a:lnTo>
                  <a:lnTo>
                    <a:pt x="2151045" y="21622"/>
                  </a:lnTo>
                  <a:lnTo>
                    <a:pt x="2152455" y="21622"/>
                  </a:lnTo>
                  <a:lnTo>
                    <a:pt x="2153864" y="21622"/>
                  </a:lnTo>
                  <a:lnTo>
                    <a:pt x="2155274" y="21622"/>
                  </a:lnTo>
                  <a:lnTo>
                    <a:pt x="2156683" y="21622"/>
                  </a:lnTo>
                  <a:lnTo>
                    <a:pt x="2158093" y="21622"/>
                  </a:lnTo>
                  <a:lnTo>
                    <a:pt x="2159503" y="21622"/>
                  </a:lnTo>
                  <a:lnTo>
                    <a:pt x="2160912" y="21622"/>
                  </a:lnTo>
                  <a:lnTo>
                    <a:pt x="2162322" y="21622"/>
                  </a:lnTo>
                  <a:lnTo>
                    <a:pt x="2163731" y="21622"/>
                  </a:lnTo>
                  <a:lnTo>
                    <a:pt x="2165141" y="21622"/>
                  </a:lnTo>
                  <a:lnTo>
                    <a:pt x="2166551" y="21622"/>
                  </a:lnTo>
                  <a:lnTo>
                    <a:pt x="2167960" y="21622"/>
                  </a:lnTo>
                  <a:lnTo>
                    <a:pt x="2169370" y="21622"/>
                  </a:lnTo>
                  <a:lnTo>
                    <a:pt x="2170779" y="21622"/>
                  </a:lnTo>
                  <a:lnTo>
                    <a:pt x="2172189" y="21622"/>
                  </a:lnTo>
                  <a:lnTo>
                    <a:pt x="2173599" y="21622"/>
                  </a:lnTo>
                  <a:lnTo>
                    <a:pt x="2175008" y="21622"/>
                  </a:lnTo>
                  <a:lnTo>
                    <a:pt x="2176418" y="21622"/>
                  </a:lnTo>
                  <a:lnTo>
                    <a:pt x="2177827" y="21622"/>
                  </a:lnTo>
                  <a:lnTo>
                    <a:pt x="2179237" y="21622"/>
                  </a:lnTo>
                  <a:lnTo>
                    <a:pt x="2179237" y="20350"/>
                  </a:lnTo>
                  <a:lnTo>
                    <a:pt x="2180647" y="20350"/>
                  </a:lnTo>
                  <a:lnTo>
                    <a:pt x="2182056" y="20350"/>
                  </a:lnTo>
                  <a:lnTo>
                    <a:pt x="2183466" y="20350"/>
                  </a:lnTo>
                  <a:lnTo>
                    <a:pt x="2184875" y="20350"/>
                  </a:lnTo>
                  <a:lnTo>
                    <a:pt x="2186285" y="20350"/>
                  </a:lnTo>
                  <a:lnTo>
                    <a:pt x="2187695" y="20350"/>
                  </a:lnTo>
                  <a:lnTo>
                    <a:pt x="2189104" y="20350"/>
                  </a:lnTo>
                  <a:lnTo>
                    <a:pt x="2190514" y="20350"/>
                  </a:lnTo>
                  <a:lnTo>
                    <a:pt x="2191923" y="20350"/>
                  </a:lnTo>
                  <a:lnTo>
                    <a:pt x="2193333" y="20350"/>
                  </a:lnTo>
                  <a:lnTo>
                    <a:pt x="2194743" y="20350"/>
                  </a:lnTo>
                  <a:lnTo>
                    <a:pt x="2194743" y="19078"/>
                  </a:lnTo>
                  <a:lnTo>
                    <a:pt x="2196152" y="19078"/>
                  </a:lnTo>
                  <a:lnTo>
                    <a:pt x="2197562" y="19078"/>
                  </a:lnTo>
                  <a:lnTo>
                    <a:pt x="2198971" y="19078"/>
                  </a:lnTo>
                  <a:lnTo>
                    <a:pt x="2200381" y="19078"/>
                  </a:lnTo>
                  <a:lnTo>
                    <a:pt x="2201791" y="19078"/>
                  </a:lnTo>
                  <a:lnTo>
                    <a:pt x="2203200" y="19078"/>
                  </a:lnTo>
                  <a:lnTo>
                    <a:pt x="2204610" y="19078"/>
                  </a:lnTo>
                  <a:lnTo>
                    <a:pt x="2206019" y="19078"/>
                  </a:lnTo>
                  <a:lnTo>
                    <a:pt x="2207429" y="19078"/>
                  </a:lnTo>
                  <a:lnTo>
                    <a:pt x="2208839" y="19078"/>
                  </a:lnTo>
                  <a:lnTo>
                    <a:pt x="2210248" y="19078"/>
                  </a:lnTo>
                  <a:lnTo>
                    <a:pt x="2211658" y="19078"/>
                  </a:lnTo>
                  <a:lnTo>
                    <a:pt x="2213067" y="19078"/>
                  </a:lnTo>
                  <a:lnTo>
                    <a:pt x="2214477" y="19078"/>
                  </a:lnTo>
                  <a:lnTo>
                    <a:pt x="2215887" y="19078"/>
                  </a:lnTo>
                  <a:lnTo>
                    <a:pt x="2217296" y="19078"/>
                  </a:lnTo>
                  <a:lnTo>
                    <a:pt x="2218706" y="19078"/>
                  </a:lnTo>
                  <a:lnTo>
                    <a:pt x="2220115" y="19078"/>
                  </a:lnTo>
                  <a:lnTo>
                    <a:pt x="2221525" y="19078"/>
                  </a:lnTo>
                  <a:lnTo>
                    <a:pt x="2222935" y="19078"/>
                  </a:lnTo>
                  <a:lnTo>
                    <a:pt x="2224344" y="19078"/>
                  </a:lnTo>
                  <a:lnTo>
                    <a:pt x="2225754" y="19078"/>
                  </a:lnTo>
                  <a:lnTo>
                    <a:pt x="2227163" y="19078"/>
                  </a:lnTo>
                  <a:lnTo>
                    <a:pt x="2228573" y="19078"/>
                  </a:lnTo>
                  <a:lnTo>
                    <a:pt x="2229983" y="19078"/>
                  </a:lnTo>
                  <a:lnTo>
                    <a:pt x="2231392" y="19078"/>
                  </a:lnTo>
                  <a:lnTo>
                    <a:pt x="2232802" y="19078"/>
                  </a:lnTo>
                  <a:lnTo>
                    <a:pt x="2234211" y="19078"/>
                  </a:lnTo>
                  <a:lnTo>
                    <a:pt x="2235621" y="19078"/>
                  </a:lnTo>
                  <a:lnTo>
                    <a:pt x="2235621" y="17806"/>
                  </a:lnTo>
                  <a:lnTo>
                    <a:pt x="2237031" y="17806"/>
                  </a:lnTo>
                  <a:lnTo>
                    <a:pt x="2238440" y="17806"/>
                  </a:lnTo>
                  <a:lnTo>
                    <a:pt x="2239850" y="17806"/>
                  </a:lnTo>
                  <a:lnTo>
                    <a:pt x="2241259" y="17806"/>
                  </a:lnTo>
                  <a:lnTo>
                    <a:pt x="2242669" y="17806"/>
                  </a:lnTo>
                  <a:lnTo>
                    <a:pt x="2244079" y="17806"/>
                  </a:lnTo>
                  <a:lnTo>
                    <a:pt x="2245488" y="17806"/>
                  </a:lnTo>
                  <a:lnTo>
                    <a:pt x="2246898" y="17806"/>
                  </a:lnTo>
                  <a:lnTo>
                    <a:pt x="2248307" y="17806"/>
                  </a:lnTo>
                  <a:lnTo>
                    <a:pt x="2249717" y="17806"/>
                  </a:lnTo>
                  <a:lnTo>
                    <a:pt x="2251126" y="17806"/>
                  </a:lnTo>
                  <a:lnTo>
                    <a:pt x="2252536" y="17806"/>
                  </a:lnTo>
                  <a:lnTo>
                    <a:pt x="2252536" y="16534"/>
                  </a:lnTo>
                  <a:lnTo>
                    <a:pt x="2253946" y="16534"/>
                  </a:lnTo>
                  <a:lnTo>
                    <a:pt x="2255355" y="16534"/>
                  </a:lnTo>
                  <a:lnTo>
                    <a:pt x="2256765" y="16534"/>
                  </a:lnTo>
                  <a:lnTo>
                    <a:pt x="2258174" y="16534"/>
                  </a:lnTo>
                  <a:lnTo>
                    <a:pt x="2259584" y="16534"/>
                  </a:lnTo>
                  <a:lnTo>
                    <a:pt x="2260994" y="16534"/>
                  </a:lnTo>
                  <a:lnTo>
                    <a:pt x="2262403" y="16534"/>
                  </a:lnTo>
                  <a:lnTo>
                    <a:pt x="2263813" y="16534"/>
                  </a:lnTo>
                  <a:lnTo>
                    <a:pt x="2265222" y="16534"/>
                  </a:lnTo>
                  <a:lnTo>
                    <a:pt x="2266632" y="16534"/>
                  </a:lnTo>
                  <a:lnTo>
                    <a:pt x="2268042" y="16534"/>
                  </a:lnTo>
                  <a:lnTo>
                    <a:pt x="2269451" y="16534"/>
                  </a:lnTo>
                  <a:lnTo>
                    <a:pt x="2270861" y="16534"/>
                  </a:lnTo>
                  <a:lnTo>
                    <a:pt x="2272270" y="16534"/>
                  </a:lnTo>
                  <a:lnTo>
                    <a:pt x="2273680" y="16534"/>
                  </a:lnTo>
                  <a:lnTo>
                    <a:pt x="2275090" y="16534"/>
                  </a:lnTo>
                  <a:lnTo>
                    <a:pt x="2276499" y="16534"/>
                  </a:lnTo>
                  <a:lnTo>
                    <a:pt x="2277909" y="16534"/>
                  </a:lnTo>
                  <a:lnTo>
                    <a:pt x="2279318" y="16534"/>
                  </a:lnTo>
                  <a:lnTo>
                    <a:pt x="2280728" y="16534"/>
                  </a:lnTo>
                  <a:lnTo>
                    <a:pt x="2282138" y="16534"/>
                  </a:lnTo>
                  <a:lnTo>
                    <a:pt x="2283547" y="16534"/>
                  </a:lnTo>
                  <a:lnTo>
                    <a:pt x="2284957" y="16534"/>
                  </a:lnTo>
                  <a:lnTo>
                    <a:pt x="2286366" y="16534"/>
                  </a:lnTo>
                  <a:lnTo>
                    <a:pt x="2287776" y="16534"/>
                  </a:lnTo>
                  <a:lnTo>
                    <a:pt x="2289186" y="16534"/>
                  </a:lnTo>
                  <a:lnTo>
                    <a:pt x="2290595" y="16534"/>
                  </a:lnTo>
                  <a:lnTo>
                    <a:pt x="2292005" y="16534"/>
                  </a:lnTo>
                  <a:lnTo>
                    <a:pt x="2293414" y="16534"/>
                  </a:lnTo>
                  <a:lnTo>
                    <a:pt x="2294824" y="16534"/>
                  </a:lnTo>
                  <a:lnTo>
                    <a:pt x="2296234" y="16534"/>
                  </a:lnTo>
                  <a:lnTo>
                    <a:pt x="2297643" y="16534"/>
                  </a:lnTo>
                  <a:lnTo>
                    <a:pt x="2299053" y="16534"/>
                  </a:lnTo>
                  <a:lnTo>
                    <a:pt x="2300462" y="16534"/>
                  </a:lnTo>
                  <a:lnTo>
                    <a:pt x="2301872" y="16534"/>
                  </a:lnTo>
                  <a:lnTo>
                    <a:pt x="2303282" y="16534"/>
                  </a:lnTo>
                  <a:lnTo>
                    <a:pt x="2303282" y="15262"/>
                  </a:lnTo>
                  <a:lnTo>
                    <a:pt x="2304691" y="15262"/>
                  </a:lnTo>
                  <a:lnTo>
                    <a:pt x="2306101" y="15262"/>
                  </a:lnTo>
                  <a:lnTo>
                    <a:pt x="2307510" y="15262"/>
                  </a:lnTo>
                  <a:lnTo>
                    <a:pt x="2308920" y="15262"/>
                  </a:lnTo>
                  <a:lnTo>
                    <a:pt x="2310330" y="15262"/>
                  </a:lnTo>
                  <a:lnTo>
                    <a:pt x="2311739" y="15262"/>
                  </a:lnTo>
                  <a:lnTo>
                    <a:pt x="2313149" y="15262"/>
                  </a:lnTo>
                  <a:lnTo>
                    <a:pt x="2314558" y="15262"/>
                  </a:lnTo>
                  <a:lnTo>
                    <a:pt x="2315968" y="15262"/>
                  </a:lnTo>
                  <a:lnTo>
                    <a:pt x="2317378" y="15262"/>
                  </a:lnTo>
                  <a:lnTo>
                    <a:pt x="2318787" y="15262"/>
                  </a:lnTo>
                  <a:lnTo>
                    <a:pt x="2320197" y="15262"/>
                  </a:lnTo>
                  <a:lnTo>
                    <a:pt x="2321606" y="15262"/>
                  </a:lnTo>
                  <a:lnTo>
                    <a:pt x="2323016" y="15262"/>
                  </a:lnTo>
                  <a:lnTo>
                    <a:pt x="2324426" y="15262"/>
                  </a:lnTo>
                  <a:lnTo>
                    <a:pt x="2325835" y="15262"/>
                  </a:lnTo>
                  <a:lnTo>
                    <a:pt x="2327245" y="15262"/>
                  </a:lnTo>
                  <a:lnTo>
                    <a:pt x="2328654" y="15262"/>
                  </a:lnTo>
                  <a:lnTo>
                    <a:pt x="2330064" y="15262"/>
                  </a:lnTo>
                  <a:lnTo>
                    <a:pt x="2331474" y="15262"/>
                  </a:lnTo>
                  <a:lnTo>
                    <a:pt x="2332883" y="15262"/>
                  </a:lnTo>
                  <a:lnTo>
                    <a:pt x="2334293" y="15262"/>
                  </a:lnTo>
                  <a:lnTo>
                    <a:pt x="2335702" y="15262"/>
                  </a:lnTo>
                  <a:lnTo>
                    <a:pt x="2337112" y="15262"/>
                  </a:lnTo>
                  <a:lnTo>
                    <a:pt x="2338522" y="15262"/>
                  </a:lnTo>
                  <a:lnTo>
                    <a:pt x="2339931" y="15262"/>
                  </a:lnTo>
                  <a:lnTo>
                    <a:pt x="2341341" y="15262"/>
                  </a:lnTo>
                  <a:lnTo>
                    <a:pt x="2342750" y="15262"/>
                  </a:lnTo>
                  <a:lnTo>
                    <a:pt x="2344160" y="15262"/>
                  </a:lnTo>
                  <a:lnTo>
                    <a:pt x="2345570" y="15262"/>
                  </a:lnTo>
                  <a:lnTo>
                    <a:pt x="2346979" y="15262"/>
                  </a:lnTo>
                  <a:lnTo>
                    <a:pt x="2348389" y="15262"/>
                  </a:lnTo>
                  <a:lnTo>
                    <a:pt x="2349798" y="15262"/>
                  </a:lnTo>
                  <a:lnTo>
                    <a:pt x="2351208" y="15262"/>
                  </a:lnTo>
                  <a:lnTo>
                    <a:pt x="2352618" y="15262"/>
                  </a:lnTo>
                  <a:lnTo>
                    <a:pt x="2354027" y="15262"/>
                  </a:lnTo>
                  <a:lnTo>
                    <a:pt x="2355437" y="15262"/>
                  </a:lnTo>
                  <a:lnTo>
                    <a:pt x="2356846" y="15262"/>
                  </a:lnTo>
                  <a:lnTo>
                    <a:pt x="2358256" y="15262"/>
                  </a:lnTo>
                  <a:lnTo>
                    <a:pt x="2359665" y="15262"/>
                  </a:lnTo>
                  <a:lnTo>
                    <a:pt x="2361075" y="15262"/>
                  </a:lnTo>
                  <a:lnTo>
                    <a:pt x="2362485" y="15262"/>
                  </a:lnTo>
                  <a:lnTo>
                    <a:pt x="2363894" y="15262"/>
                  </a:lnTo>
                  <a:lnTo>
                    <a:pt x="2365304" y="15262"/>
                  </a:lnTo>
                  <a:lnTo>
                    <a:pt x="2366713" y="15262"/>
                  </a:lnTo>
                  <a:lnTo>
                    <a:pt x="2368123" y="15262"/>
                  </a:lnTo>
                  <a:lnTo>
                    <a:pt x="2369533" y="15262"/>
                  </a:lnTo>
                  <a:lnTo>
                    <a:pt x="2370942" y="15262"/>
                  </a:lnTo>
                  <a:lnTo>
                    <a:pt x="2372352" y="15262"/>
                  </a:lnTo>
                  <a:lnTo>
                    <a:pt x="2373761" y="15262"/>
                  </a:lnTo>
                  <a:lnTo>
                    <a:pt x="2375171" y="15262"/>
                  </a:lnTo>
                  <a:lnTo>
                    <a:pt x="2376581" y="15262"/>
                  </a:lnTo>
                  <a:lnTo>
                    <a:pt x="2377990" y="15262"/>
                  </a:lnTo>
                  <a:lnTo>
                    <a:pt x="2379400" y="15262"/>
                  </a:lnTo>
                  <a:lnTo>
                    <a:pt x="2380809" y="15262"/>
                  </a:lnTo>
                  <a:lnTo>
                    <a:pt x="2382219" y="15262"/>
                  </a:lnTo>
                  <a:lnTo>
                    <a:pt x="2383629" y="15262"/>
                  </a:lnTo>
                  <a:lnTo>
                    <a:pt x="2385038" y="15262"/>
                  </a:lnTo>
                  <a:lnTo>
                    <a:pt x="2386448" y="15262"/>
                  </a:lnTo>
                  <a:lnTo>
                    <a:pt x="2387857" y="15262"/>
                  </a:lnTo>
                  <a:lnTo>
                    <a:pt x="2389267" y="15262"/>
                  </a:lnTo>
                  <a:lnTo>
                    <a:pt x="2389267" y="13990"/>
                  </a:lnTo>
                  <a:lnTo>
                    <a:pt x="2390677" y="13990"/>
                  </a:lnTo>
                  <a:lnTo>
                    <a:pt x="2392086" y="13990"/>
                  </a:lnTo>
                  <a:lnTo>
                    <a:pt x="2393496" y="13990"/>
                  </a:lnTo>
                  <a:lnTo>
                    <a:pt x="2394905" y="13990"/>
                  </a:lnTo>
                  <a:lnTo>
                    <a:pt x="2396315" y="13990"/>
                  </a:lnTo>
                  <a:lnTo>
                    <a:pt x="2397725" y="13990"/>
                  </a:lnTo>
                  <a:lnTo>
                    <a:pt x="2399134" y="13990"/>
                  </a:lnTo>
                  <a:lnTo>
                    <a:pt x="2400544" y="13990"/>
                  </a:lnTo>
                  <a:lnTo>
                    <a:pt x="2401953" y="13990"/>
                  </a:lnTo>
                  <a:lnTo>
                    <a:pt x="2403363" y="13990"/>
                  </a:lnTo>
                  <a:lnTo>
                    <a:pt x="2404773" y="13990"/>
                  </a:lnTo>
                  <a:lnTo>
                    <a:pt x="2406182" y="13990"/>
                  </a:lnTo>
                  <a:lnTo>
                    <a:pt x="2407592" y="13990"/>
                  </a:lnTo>
                  <a:lnTo>
                    <a:pt x="2409001" y="13990"/>
                  </a:lnTo>
                  <a:lnTo>
                    <a:pt x="2410411" y="13990"/>
                  </a:lnTo>
                  <a:lnTo>
                    <a:pt x="2411821" y="13990"/>
                  </a:lnTo>
                  <a:lnTo>
                    <a:pt x="2413230" y="13990"/>
                  </a:lnTo>
                  <a:lnTo>
                    <a:pt x="2414640" y="13990"/>
                  </a:lnTo>
                  <a:lnTo>
                    <a:pt x="2416049" y="13990"/>
                  </a:lnTo>
                  <a:lnTo>
                    <a:pt x="2417459" y="13990"/>
                  </a:lnTo>
                  <a:lnTo>
                    <a:pt x="2418869" y="13990"/>
                  </a:lnTo>
                  <a:lnTo>
                    <a:pt x="2420278" y="13990"/>
                  </a:lnTo>
                  <a:lnTo>
                    <a:pt x="2421688" y="13990"/>
                  </a:lnTo>
                  <a:lnTo>
                    <a:pt x="2423097" y="13990"/>
                  </a:lnTo>
                  <a:lnTo>
                    <a:pt x="2424507" y="13990"/>
                  </a:lnTo>
                  <a:lnTo>
                    <a:pt x="2425917" y="13990"/>
                  </a:lnTo>
                  <a:lnTo>
                    <a:pt x="2427326" y="13990"/>
                  </a:lnTo>
                  <a:lnTo>
                    <a:pt x="2428736" y="13990"/>
                  </a:lnTo>
                  <a:lnTo>
                    <a:pt x="2430145" y="13990"/>
                  </a:lnTo>
                  <a:lnTo>
                    <a:pt x="2431555" y="13990"/>
                  </a:lnTo>
                  <a:lnTo>
                    <a:pt x="2432965" y="13990"/>
                  </a:lnTo>
                  <a:lnTo>
                    <a:pt x="2434374" y="13990"/>
                  </a:lnTo>
                  <a:lnTo>
                    <a:pt x="2435784" y="13990"/>
                  </a:lnTo>
                  <a:lnTo>
                    <a:pt x="2437193" y="13990"/>
                  </a:lnTo>
                  <a:lnTo>
                    <a:pt x="2438603" y="13990"/>
                  </a:lnTo>
                  <a:lnTo>
                    <a:pt x="2440013" y="13990"/>
                  </a:lnTo>
                  <a:lnTo>
                    <a:pt x="2441422" y="13990"/>
                  </a:lnTo>
                  <a:lnTo>
                    <a:pt x="2442832" y="13990"/>
                  </a:lnTo>
                  <a:lnTo>
                    <a:pt x="2444241" y="13990"/>
                  </a:lnTo>
                  <a:lnTo>
                    <a:pt x="2445651" y="13990"/>
                  </a:lnTo>
                  <a:lnTo>
                    <a:pt x="2447061" y="13990"/>
                  </a:lnTo>
                  <a:lnTo>
                    <a:pt x="2448470" y="13990"/>
                  </a:lnTo>
                  <a:lnTo>
                    <a:pt x="2449880" y="13990"/>
                  </a:lnTo>
                  <a:lnTo>
                    <a:pt x="2451289" y="13990"/>
                  </a:lnTo>
                  <a:lnTo>
                    <a:pt x="2452699" y="13990"/>
                  </a:lnTo>
                  <a:lnTo>
                    <a:pt x="2454109" y="13990"/>
                  </a:lnTo>
                  <a:lnTo>
                    <a:pt x="2455518" y="13990"/>
                  </a:lnTo>
                  <a:lnTo>
                    <a:pt x="2456928" y="13990"/>
                  </a:lnTo>
                  <a:lnTo>
                    <a:pt x="2458337" y="13990"/>
                  </a:lnTo>
                  <a:lnTo>
                    <a:pt x="2459747" y="13990"/>
                  </a:lnTo>
                  <a:lnTo>
                    <a:pt x="2461157" y="13990"/>
                  </a:lnTo>
                  <a:lnTo>
                    <a:pt x="2462566" y="13990"/>
                  </a:lnTo>
                  <a:lnTo>
                    <a:pt x="2463976" y="13990"/>
                  </a:lnTo>
                  <a:lnTo>
                    <a:pt x="2465385" y="13990"/>
                  </a:lnTo>
                  <a:lnTo>
                    <a:pt x="2466795" y="13990"/>
                  </a:lnTo>
                  <a:lnTo>
                    <a:pt x="2468204" y="13990"/>
                  </a:lnTo>
                  <a:lnTo>
                    <a:pt x="2469614" y="13990"/>
                  </a:lnTo>
                  <a:lnTo>
                    <a:pt x="2471024" y="13990"/>
                  </a:lnTo>
                  <a:lnTo>
                    <a:pt x="2472433" y="13990"/>
                  </a:lnTo>
                  <a:lnTo>
                    <a:pt x="2473843" y="13990"/>
                  </a:lnTo>
                  <a:lnTo>
                    <a:pt x="2475252" y="13990"/>
                  </a:lnTo>
                  <a:lnTo>
                    <a:pt x="2476662" y="13990"/>
                  </a:lnTo>
                  <a:lnTo>
                    <a:pt x="2478072" y="13990"/>
                  </a:lnTo>
                  <a:lnTo>
                    <a:pt x="2479481" y="13990"/>
                  </a:lnTo>
                  <a:lnTo>
                    <a:pt x="2480891" y="13990"/>
                  </a:lnTo>
                  <a:lnTo>
                    <a:pt x="2482300" y="13990"/>
                  </a:lnTo>
                  <a:lnTo>
                    <a:pt x="2483710" y="13990"/>
                  </a:lnTo>
                  <a:lnTo>
                    <a:pt x="2485120" y="13990"/>
                  </a:lnTo>
                  <a:lnTo>
                    <a:pt x="2486529" y="13990"/>
                  </a:lnTo>
                  <a:lnTo>
                    <a:pt x="2487939" y="13990"/>
                  </a:lnTo>
                  <a:lnTo>
                    <a:pt x="2489348" y="13990"/>
                  </a:lnTo>
                  <a:lnTo>
                    <a:pt x="2490758" y="13990"/>
                  </a:lnTo>
                  <a:lnTo>
                    <a:pt x="2492168" y="13990"/>
                  </a:lnTo>
                  <a:lnTo>
                    <a:pt x="2493577" y="13990"/>
                  </a:lnTo>
                  <a:lnTo>
                    <a:pt x="2494987" y="13990"/>
                  </a:lnTo>
                  <a:lnTo>
                    <a:pt x="2496396" y="13990"/>
                  </a:lnTo>
                  <a:lnTo>
                    <a:pt x="2497806" y="13990"/>
                  </a:lnTo>
                  <a:lnTo>
                    <a:pt x="2499216" y="13990"/>
                  </a:lnTo>
                  <a:lnTo>
                    <a:pt x="2500625" y="13990"/>
                  </a:lnTo>
                  <a:lnTo>
                    <a:pt x="2502035" y="13990"/>
                  </a:lnTo>
                  <a:lnTo>
                    <a:pt x="2503444" y="13990"/>
                  </a:lnTo>
                  <a:lnTo>
                    <a:pt x="2504854" y="13990"/>
                  </a:lnTo>
                  <a:lnTo>
                    <a:pt x="2506264" y="13990"/>
                  </a:lnTo>
                  <a:lnTo>
                    <a:pt x="2507673" y="13990"/>
                  </a:lnTo>
                  <a:lnTo>
                    <a:pt x="2509083" y="13990"/>
                  </a:lnTo>
                  <a:lnTo>
                    <a:pt x="2510492" y="13990"/>
                  </a:lnTo>
                  <a:lnTo>
                    <a:pt x="2511902" y="13990"/>
                  </a:lnTo>
                  <a:lnTo>
                    <a:pt x="2513312" y="13990"/>
                  </a:lnTo>
                  <a:lnTo>
                    <a:pt x="2514721" y="13990"/>
                  </a:lnTo>
                  <a:lnTo>
                    <a:pt x="2516131" y="13990"/>
                  </a:lnTo>
                  <a:lnTo>
                    <a:pt x="2517540" y="13990"/>
                  </a:lnTo>
                  <a:lnTo>
                    <a:pt x="2518950" y="13990"/>
                  </a:lnTo>
                  <a:lnTo>
                    <a:pt x="2520360" y="13990"/>
                  </a:lnTo>
                  <a:lnTo>
                    <a:pt x="2521769" y="13990"/>
                  </a:lnTo>
                  <a:lnTo>
                    <a:pt x="2523179" y="13990"/>
                  </a:lnTo>
                  <a:lnTo>
                    <a:pt x="2524588" y="13990"/>
                  </a:lnTo>
                  <a:lnTo>
                    <a:pt x="2525998" y="13990"/>
                  </a:lnTo>
                  <a:lnTo>
                    <a:pt x="2527408" y="13990"/>
                  </a:lnTo>
                  <a:lnTo>
                    <a:pt x="2528817" y="13990"/>
                  </a:lnTo>
                  <a:lnTo>
                    <a:pt x="2530227" y="13990"/>
                  </a:lnTo>
                  <a:lnTo>
                    <a:pt x="2531636" y="13990"/>
                  </a:lnTo>
                  <a:lnTo>
                    <a:pt x="2533046" y="13990"/>
                  </a:lnTo>
                  <a:lnTo>
                    <a:pt x="2534456" y="13990"/>
                  </a:lnTo>
                  <a:lnTo>
                    <a:pt x="2535865" y="13990"/>
                  </a:lnTo>
                  <a:lnTo>
                    <a:pt x="2535865" y="12719"/>
                  </a:lnTo>
                  <a:lnTo>
                    <a:pt x="2537275" y="12719"/>
                  </a:lnTo>
                  <a:lnTo>
                    <a:pt x="2538684" y="12719"/>
                  </a:lnTo>
                  <a:lnTo>
                    <a:pt x="2540094" y="12719"/>
                  </a:lnTo>
                  <a:lnTo>
                    <a:pt x="2541504" y="12719"/>
                  </a:lnTo>
                  <a:lnTo>
                    <a:pt x="2542913" y="12719"/>
                  </a:lnTo>
                  <a:lnTo>
                    <a:pt x="2544323" y="12719"/>
                  </a:lnTo>
                  <a:lnTo>
                    <a:pt x="2545732" y="12719"/>
                  </a:lnTo>
                  <a:lnTo>
                    <a:pt x="2547142" y="12719"/>
                  </a:lnTo>
                  <a:lnTo>
                    <a:pt x="2548552" y="12719"/>
                  </a:lnTo>
                  <a:lnTo>
                    <a:pt x="2549961" y="12719"/>
                  </a:lnTo>
                  <a:lnTo>
                    <a:pt x="2551371" y="12719"/>
                  </a:lnTo>
                  <a:lnTo>
                    <a:pt x="2552780" y="12719"/>
                  </a:lnTo>
                  <a:lnTo>
                    <a:pt x="2554190" y="12719"/>
                  </a:lnTo>
                  <a:lnTo>
                    <a:pt x="2555600" y="12719"/>
                  </a:lnTo>
                  <a:lnTo>
                    <a:pt x="2557009" y="12719"/>
                  </a:lnTo>
                  <a:lnTo>
                    <a:pt x="2558419" y="12719"/>
                  </a:lnTo>
                  <a:lnTo>
                    <a:pt x="2559828" y="12719"/>
                  </a:lnTo>
                  <a:lnTo>
                    <a:pt x="2561238" y="12719"/>
                  </a:lnTo>
                  <a:lnTo>
                    <a:pt x="2562648" y="12719"/>
                  </a:lnTo>
                  <a:lnTo>
                    <a:pt x="2564057" y="12719"/>
                  </a:lnTo>
                  <a:lnTo>
                    <a:pt x="2565467" y="12719"/>
                  </a:lnTo>
                  <a:lnTo>
                    <a:pt x="2566876" y="12719"/>
                  </a:lnTo>
                  <a:lnTo>
                    <a:pt x="2568286" y="12719"/>
                  </a:lnTo>
                  <a:lnTo>
                    <a:pt x="2569696" y="12719"/>
                  </a:lnTo>
                  <a:lnTo>
                    <a:pt x="2571105" y="12719"/>
                  </a:lnTo>
                  <a:lnTo>
                    <a:pt x="2572515" y="12719"/>
                  </a:lnTo>
                  <a:lnTo>
                    <a:pt x="2573924" y="12719"/>
                  </a:lnTo>
                  <a:lnTo>
                    <a:pt x="2575334" y="12719"/>
                  </a:lnTo>
                  <a:lnTo>
                    <a:pt x="2576743" y="12719"/>
                  </a:lnTo>
                  <a:lnTo>
                    <a:pt x="2578153" y="12719"/>
                  </a:lnTo>
                  <a:lnTo>
                    <a:pt x="2579563" y="12719"/>
                  </a:lnTo>
                  <a:lnTo>
                    <a:pt x="2580972" y="12719"/>
                  </a:lnTo>
                  <a:lnTo>
                    <a:pt x="2582382" y="12719"/>
                  </a:lnTo>
                  <a:lnTo>
                    <a:pt x="2583791" y="12719"/>
                  </a:lnTo>
                  <a:lnTo>
                    <a:pt x="2585201" y="12719"/>
                  </a:lnTo>
                  <a:lnTo>
                    <a:pt x="2586611" y="12719"/>
                  </a:lnTo>
                  <a:lnTo>
                    <a:pt x="2588020" y="12719"/>
                  </a:lnTo>
                  <a:lnTo>
                    <a:pt x="2589430" y="12719"/>
                  </a:lnTo>
                  <a:lnTo>
                    <a:pt x="2590839" y="12719"/>
                  </a:lnTo>
                  <a:lnTo>
                    <a:pt x="2592249" y="12719"/>
                  </a:lnTo>
                  <a:lnTo>
                    <a:pt x="2593659" y="12719"/>
                  </a:lnTo>
                  <a:lnTo>
                    <a:pt x="2595068" y="12719"/>
                  </a:lnTo>
                  <a:lnTo>
                    <a:pt x="2596478" y="12719"/>
                  </a:lnTo>
                  <a:lnTo>
                    <a:pt x="2597887" y="12719"/>
                  </a:lnTo>
                  <a:lnTo>
                    <a:pt x="2599297" y="12719"/>
                  </a:lnTo>
                  <a:lnTo>
                    <a:pt x="2600707" y="12719"/>
                  </a:lnTo>
                  <a:lnTo>
                    <a:pt x="2602116" y="12719"/>
                  </a:lnTo>
                  <a:lnTo>
                    <a:pt x="2603526" y="12719"/>
                  </a:lnTo>
                  <a:lnTo>
                    <a:pt x="2604935" y="12719"/>
                  </a:lnTo>
                  <a:lnTo>
                    <a:pt x="2606345" y="12719"/>
                  </a:lnTo>
                  <a:lnTo>
                    <a:pt x="2607755" y="12719"/>
                  </a:lnTo>
                  <a:lnTo>
                    <a:pt x="2609164" y="12719"/>
                  </a:lnTo>
                  <a:lnTo>
                    <a:pt x="2610574" y="12719"/>
                  </a:lnTo>
                  <a:lnTo>
                    <a:pt x="2611983" y="12719"/>
                  </a:lnTo>
                  <a:lnTo>
                    <a:pt x="2613393" y="12719"/>
                  </a:lnTo>
                  <a:lnTo>
                    <a:pt x="2614803" y="12719"/>
                  </a:lnTo>
                  <a:lnTo>
                    <a:pt x="2616212" y="12719"/>
                  </a:lnTo>
                  <a:lnTo>
                    <a:pt x="2617622" y="12719"/>
                  </a:lnTo>
                  <a:lnTo>
                    <a:pt x="2617622" y="11447"/>
                  </a:lnTo>
                  <a:lnTo>
                    <a:pt x="2619031" y="11447"/>
                  </a:lnTo>
                  <a:lnTo>
                    <a:pt x="2620441" y="11447"/>
                  </a:lnTo>
                  <a:lnTo>
                    <a:pt x="2621851" y="11447"/>
                  </a:lnTo>
                  <a:lnTo>
                    <a:pt x="2623260" y="11447"/>
                  </a:lnTo>
                  <a:lnTo>
                    <a:pt x="2624670" y="11447"/>
                  </a:lnTo>
                  <a:lnTo>
                    <a:pt x="2626079" y="11447"/>
                  </a:lnTo>
                  <a:lnTo>
                    <a:pt x="2627489" y="11447"/>
                  </a:lnTo>
                  <a:lnTo>
                    <a:pt x="2628899" y="11447"/>
                  </a:lnTo>
                  <a:lnTo>
                    <a:pt x="2630308" y="11447"/>
                  </a:lnTo>
                  <a:lnTo>
                    <a:pt x="2631718" y="11447"/>
                  </a:lnTo>
                  <a:lnTo>
                    <a:pt x="2633127" y="11447"/>
                  </a:lnTo>
                  <a:lnTo>
                    <a:pt x="2634537" y="11447"/>
                  </a:lnTo>
                  <a:lnTo>
                    <a:pt x="2635947" y="11447"/>
                  </a:lnTo>
                  <a:lnTo>
                    <a:pt x="2637356" y="11447"/>
                  </a:lnTo>
                  <a:lnTo>
                    <a:pt x="2638766" y="11447"/>
                  </a:lnTo>
                  <a:lnTo>
                    <a:pt x="2640175" y="11447"/>
                  </a:lnTo>
                  <a:lnTo>
                    <a:pt x="2641585" y="11447"/>
                  </a:lnTo>
                  <a:lnTo>
                    <a:pt x="2642995" y="11447"/>
                  </a:lnTo>
                  <a:lnTo>
                    <a:pt x="2644404" y="11447"/>
                  </a:lnTo>
                  <a:lnTo>
                    <a:pt x="2645814" y="11447"/>
                  </a:lnTo>
                  <a:lnTo>
                    <a:pt x="2647223" y="11447"/>
                  </a:lnTo>
                  <a:lnTo>
                    <a:pt x="2648633" y="11447"/>
                  </a:lnTo>
                  <a:lnTo>
                    <a:pt x="2650043" y="11447"/>
                  </a:lnTo>
                  <a:lnTo>
                    <a:pt x="2651452" y="11447"/>
                  </a:lnTo>
                  <a:lnTo>
                    <a:pt x="2652862" y="11447"/>
                  </a:lnTo>
                  <a:lnTo>
                    <a:pt x="2654271" y="11447"/>
                  </a:lnTo>
                  <a:lnTo>
                    <a:pt x="2655681" y="11447"/>
                  </a:lnTo>
                  <a:lnTo>
                    <a:pt x="2657091" y="11447"/>
                  </a:lnTo>
                  <a:lnTo>
                    <a:pt x="2658500" y="11447"/>
                  </a:lnTo>
                  <a:lnTo>
                    <a:pt x="2659910" y="11447"/>
                  </a:lnTo>
                  <a:lnTo>
                    <a:pt x="2661319" y="11447"/>
                  </a:lnTo>
                  <a:lnTo>
                    <a:pt x="2662729" y="11447"/>
                  </a:lnTo>
                  <a:lnTo>
                    <a:pt x="2662729" y="10175"/>
                  </a:lnTo>
                  <a:lnTo>
                    <a:pt x="2664139" y="10175"/>
                  </a:lnTo>
                  <a:lnTo>
                    <a:pt x="2665548" y="10175"/>
                  </a:lnTo>
                  <a:lnTo>
                    <a:pt x="2666958" y="10175"/>
                  </a:lnTo>
                  <a:lnTo>
                    <a:pt x="2668367" y="10175"/>
                  </a:lnTo>
                  <a:lnTo>
                    <a:pt x="2669777" y="10175"/>
                  </a:lnTo>
                  <a:lnTo>
                    <a:pt x="2671187" y="10175"/>
                  </a:lnTo>
                  <a:lnTo>
                    <a:pt x="2672596" y="10175"/>
                  </a:lnTo>
                  <a:lnTo>
                    <a:pt x="2674006" y="10175"/>
                  </a:lnTo>
                  <a:lnTo>
                    <a:pt x="2675415" y="10175"/>
                  </a:lnTo>
                  <a:lnTo>
                    <a:pt x="2676825" y="10175"/>
                  </a:lnTo>
                  <a:lnTo>
                    <a:pt x="2678234" y="10175"/>
                  </a:lnTo>
                  <a:lnTo>
                    <a:pt x="2679644" y="10175"/>
                  </a:lnTo>
                  <a:lnTo>
                    <a:pt x="2681054" y="10175"/>
                  </a:lnTo>
                  <a:lnTo>
                    <a:pt x="2682463" y="10175"/>
                  </a:lnTo>
                  <a:lnTo>
                    <a:pt x="2683873" y="10175"/>
                  </a:lnTo>
                  <a:lnTo>
                    <a:pt x="2685282" y="10175"/>
                  </a:lnTo>
                  <a:lnTo>
                    <a:pt x="2686692" y="10175"/>
                  </a:lnTo>
                  <a:lnTo>
                    <a:pt x="2688102" y="10175"/>
                  </a:lnTo>
                  <a:lnTo>
                    <a:pt x="2689511" y="10175"/>
                  </a:lnTo>
                  <a:lnTo>
                    <a:pt x="2690921" y="10175"/>
                  </a:lnTo>
                  <a:lnTo>
                    <a:pt x="2692330" y="10175"/>
                  </a:lnTo>
                  <a:lnTo>
                    <a:pt x="2693740" y="10175"/>
                  </a:lnTo>
                  <a:lnTo>
                    <a:pt x="2695150" y="10175"/>
                  </a:lnTo>
                  <a:lnTo>
                    <a:pt x="2696559" y="10175"/>
                  </a:lnTo>
                  <a:lnTo>
                    <a:pt x="2697969" y="10175"/>
                  </a:lnTo>
                  <a:lnTo>
                    <a:pt x="2699378" y="10175"/>
                  </a:lnTo>
                  <a:lnTo>
                    <a:pt x="2700788" y="10175"/>
                  </a:lnTo>
                  <a:lnTo>
                    <a:pt x="2702198" y="10175"/>
                  </a:lnTo>
                  <a:lnTo>
                    <a:pt x="2703607" y="10175"/>
                  </a:lnTo>
                  <a:lnTo>
                    <a:pt x="2705017" y="10175"/>
                  </a:lnTo>
                  <a:lnTo>
                    <a:pt x="2706426" y="10175"/>
                  </a:lnTo>
                  <a:lnTo>
                    <a:pt x="2707836" y="10175"/>
                  </a:lnTo>
                  <a:lnTo>
                    <a:pt x="2709246" y="10175"/>
                  </a:lnTo>
                  <a:lnTo>
                    <a:pt x="2710655" y="10175"/>
                  </a:lnTo>
                  <a:lnTo>
                    <a:pt x="2712065" y="10175"/>
                  </a:lnTo>
                  <a:lnTo>
                    <a:pt x="2713474" y="10175"/>
                  </a:lnTo>
                  <a:lnTo>
                    <a:pt x="2714884" y="10175"/>
                  </a:lnTo>
                  <a:lnTo>
                    <a:pt x="2716294" y="10175"/>
                  </a:lnTo>
                  <a:lnTo>
                    <a:pt x="2717703" y="10175"/>
                  </a:lnTo>
                  <a:lnTo>
                    <a:pt x="2719113" y="10175"/>
                  </a:lnTo>
                  <a:lnTo>
                    <a:pt x="2720522" y="10175"/>
                  </a:lnTo>
                  <a:lnTo>
                    <a:pt x="2721932" y="10175"/>
                  </a:lnTo>
                  <a:lnTo>
                    <a:pt x="2723342" y="10175"/>
                  </a:lnTo>
                  <a:lnTo>
                    <a:pt x="2724751" y="10175"/>
                  </a:lnTo>
                  <a:lnTo>
                    <a:pt x="2726161" y="10175"/>
                  </a:lnTo>
                  <a:lnTo>
                    <a:pt x="2727570" y="10175"/>
                  </a:lnTo>
                  <a:lnTo>
                    <a:pt x="2728980" y="10175"/>
                  </a:lnTo>
                  <a:lnTo>
                    <a:pt x="2730390" y="10175"/>
                  </a:lnTo>
                  <a:lnTo>
                    <a:pt x="2731799" y="10175"/>
                  </a:lnTo>
                  <a:lnTo>
                    <a:pt x="2733209" y="10175"/>
                  </a:lnTo>
                  <a:lnTo>
                    <a:pt x="2734618" y="10175"/>
                  </a:lnTo>
                  <a:lnTo>
                    <a:pt x="2736028" y="10175"/>
                  </a:lnTo>
                  <a:lnTo>
                    <a:pt x="2737438" y="10175"/>
                  </a:lnTo>
                  <a:lnTo>
                    <a:pt x="2738847" y="10175"/>
                  </a:lnTo>
                  <a:lnTo>
                    <a:pt x="2740257" y="10175"/>
                  </a:lnTo>
                  <a:lnTo>
                    <a:pt x="2741666" y="10175"/>
                  </a:lnTo>
                  <a:lnTo>
                    <a:pt x="2743076" y="10175"/>
                  </a:lnTo>
                  <a:lnTo>
                    <a:pt x="2744486" y="10175"/>
                  </a:lnTo>
                  <a:lnTo>
                    <a:pt x="2745895" y="10175"/>
                  </a:lnTo>
                  <a:lnTo>
                    <a:pt x="2747305" y="10175"/>
                  </a:lnTo>
                  <a:lnTo>
                    <a:pt x="2748714" y="10175"/>
                  </a:lnTo>
                  <a:lnTo>
                    <a:pt x="2750124" y="10175"/>
                  </a:lnTo>
                  <a:lnTo>
                    <a:pt x="2751534" y="10175"/>
                  </a:lnTo>
                  <a:lnTo>
                    <a:pt x="2752943" y="10175"/>
                  </a:lnTo>
                  <a:lnTo>
                    <a:pt x="2754353" y="10175"/>
                  </a:lnTo>
                  <a:lnTo>
                    <a:pt x="2755762" y="10175"/>
                  </a:lnTo>
                  <a:lnTo>
                    <a:pt x="2757172" y="10175"/>
                  </a:lnTo>
                  <a:lnTo>
                    <a:pt x="2758582" y="10175"/>
                  </a:lnTo>
                  <a:lnTo>
                    <a:pt x="2759991" y="10175"/>
                  </a:lnTo>
                  <a:lnTo>
                    <a:pt x="2761401" y="10175"/>
                  </a:lnTo>
                  <a:lnTo>
                    <a:pt x="2762810" y="10175"/>
                  </a:lnTo>
                  <a:lnTo>
                    <a:pt x="2764220" y="10175"/>
                  </a:lnTo>
                  <a:lnTo>
                    <a:pt x="2765630" y="10175"/>
                  </a:lnTo>
                  <a:lnTo>
                    <a:pt x="2767039" y="10175"/>
                  </a:lnTo>
                  <a:lnTo>
                    <a:pt x="2768449" y="10175"/>
                  </a:lnTo>
                  <a:lnTo>
                    <a:pt x="2769858" y="10175"/>
                  </a:lnTo>
                  <a:lnTo>
                    <a:pt x="2771268" y="10175"/>
                  </a:lnTo>
                  <a:lnTo>
                    <a:pt x="2772678" y="10175"/>
                  </a:lnTo>
                  <a:lnTo>
                    <a:pt x="2774087" y="10175"/>
                  </a:lnTo>
                  <a:lnTo>
                    <a:pt x="2775497" y="10175"/>
                  </a:lnTo>
                  <a:lnTo>
                    <a:pt x="2776906" y="10175"/>
                  </a:lnTo>
                  <a:lnTo>
                    <a:pt x="2778316" y="10175"/>
                  </a:lnTo>
                  <a:lnTo>
                    <a:pt x="2779726" y="10175"/>
                  </a:lnTo>
                  <a:lnTo>
                    <a:pt x="2781135" y="10175"/>
                  </a:lnTo>
                  <a:lnTo>
                    <a:pt x="2782545" y="10175"/>
                  </a:lnTo>
                  <a:lnTo>
                    <a:pt x="2783954" y="10175"/>
                  </a:lnTo>
                  <a:lnTo>
                    <a:pt x="2785364" y="10175"/>
                  </a:lnTo>
                  <a:lnTo>
                    <a:pt x="2786773" y="10175"/>
                  </a:lnTo>
                  <a:lnTo>
                    <a:pt x="2788183" y="10175"/>
                  </a:lnTo>
                  <a:lnTo>
                    <a:pt x="2789593" y="10175"/>
                  </a:lnTo>
                  <a:lnTo>
                    <a:pt x="2791002" y="10175"/>
                  </a:lnTo>
                  <a:lnTo>
                    <a:pt x="2792412" y="10175"/>
                  </a:lnTo>
                  <a:lnTo>
                    <a:pt x="2793821" y="10175"/>
                  </a:lnTo>
                  <a:lnTo>
                    <a:pt x="2795231" y="10175"/>
                  </a:lnTo>
                  <a:lnTo>
                    <a:pt x="2796641" y="10175"/>
                  </a:lnTo>
                  <a:lnTo>
                    <a:pt x="2798050" y="10175"/>
                  </a:lnTo>
                  <a:lnTo>
                    <a:pt x="2799460" y="10175"/>
                  </a:lnTo>
                  <a:lnTo>
                    <a:pt x="2800869" y="10175"/>
                  </a:lnTo>
                  <a:lnTo>
                    <a:pt x="2802279" y="10175"/>
                  </a:lnTo>
                  <a:lnTo>
                    <a:pt x="2803689" y="10175"/>
                  </a:lnTo>
                  <a:lnTo>
                    <a:pt x="2805098" y="10175"/>
                  </a:lnTo>
                  <a:lnTo>
                    <a:pt x="2806508" y="10175"/>
                  </a:lnTo>
                  <a:lnTo>
                    <a:pt x="2807917" y="10175"/>
                  </a:lnTo>
                  <a:lnTo>
                    <a:pt x="2809327" y="10175"/>
                  </a:lnTo>
                  <a:lnTo>
                    <a:pt x="2810737" y="10175"/>
                  </a:lnTo>
                  <a:lnTo>
                    <a:pt x="2812146" y="10175"/>
                  </a:lnTo>
                  <a:lnTo>
                    <a:pt x="2813556" y="10175"/>
                  </a:lnTo>
                  <a:lnTo>
                    <a:pt x="2814965" y="10175"/>
                  </a:lnTo>
                  <a:lnTo>
                    <a:pt x="2816375" y="10175"/>
                  </a:lnTo>
                  <a:lnTo>
                    <a:pt x="2817785" y="10175"/>
                  </a:lnTo>
                  <a:lnTo>
                    <a:pt x="2819194" y="10175"/>
                  </a:lnTo>
                  <a:lnTo>
                    <a:pt x="2820604" y="10175"/>
                  </a:lnTo>
                  <a:lnTo>
                    <a:pt x="2822013" y="10175"/>
                  </a:lnTo>
                  <a:lnTo>
                    <a:pt x="2823423" y="10175"/>
                  </a:lnTo>
                  <a:lnTo>
                    <a:pt x="2824833" y="10175"/>
                  </a:lnTo>
                  <a:lnTo>
                    <a:pt x="2826242" y="10175"/>
                  </a:lnTo>
                  <a:lnTo>
                    <a:pt x="2827652" y="10175"/>
                  </a:lnTo>
                  <a:lnTo>
                    <a:pt x="2829061" y="10175"/>
                  </a:lnTo>
                  <a:lnTo>
                    <a:pt x="2830471" y="10175"/>
                  </a:lnTo>
                  <a:lnTo>
                    <a:pt x="2831881" y="10175"/>
                  </a:lnTo>
                  <a:lnTo>
                    <a:pt x="2833290" y="10175"/>
                  </a:lnTo>
                  <a:lnTo>
                    <a:pt x="2834700" y="10175"/>
                  </a:lnTo>
                  <a:lnTo>
                    <a:pt x="2836109" y="10175"/>
                  </a:lnTo>
                  <a:lnTo>
                    <a:pt x="2837519" y="10175"/>
                  </a:lnTo>
                  <a:lnTo>
                    <a:pt x="2838929" y="10175"/>
                  </a:lnTo>
                  <a:lnTo>
                    <a:pt x="2840338" y="10175"/>
                  </a:lnTo>
                  <a:lnTo>
                    <a:pt x="2841748" y="10175"/>
                  </a:lnTo>
                  <a:lnTo>
                    <a:pt x="2843157" y="10175"/>
                  </a:lnTo>
                  <a:lnTo>
                    <a:pt x="2844567" y="10175"/>
                  </a:lnTo>
                  <a:lnTo>
                    <a:pt x="2845977" y="10175"/>
                  </a:lnTo>
                  <a:lnTo>
                    <a:pt x="2847386" y="10175"/>
                  </a:lnTo>
                  <a:lnTo>
                    <a:pt x="2848796" y="10175"/>
                  </a:lnTo>
                  <a:lnTo>
                    <a:pt x="2850205" y="10175"/>
                  </a:lnTo>
                  <a:lnTo>
                    <a:pt x="2851615" y="10175"/>
                  </a:lnTo>
                  <a:lnTo>
                    <a:pt x="2853025" y="10175"/>
                  </a:lnTo>
                  <a:lnTo>
                    <a:pt x="2854434" y="10175"/>
                  </a:lnTo>
                  <a:lnTo>
                    <a:pt x="2855844" y="10175"/>
                  </a:lnTo>
                  <a:lnTo>
                    <a:pt x="2857253" y="10175"/>
                  </a:lnTo>
                  <a:lnTo>
                    <a:pt x="2858663" y="10175"/>
                  </a:lnTo>
                  <a:lnTo>
                    <a:pt x="2860073" y="10175"/>
                  </a:lnTo>
                  <a:lnTo>
                    <a:pt x="2861482" y="10175"/>
                  </a:lnTo>
                  <a:lnTo>
                    <a:pt x="2862892" y="10175"/>
                  </a:lnTo>
                  <a:lnTo>
                    <a:pt x="2864301" y="10175"/>
                  </a:lnTo>
                  <a:lnTo>
                    <a:pt x="2865711" y="10175"/>
                  </a:lnTo>
                  <a:lnTo>
                    <a:pt x="2867121" y="10175"/>
                  </a:lnTo>
                  <a:lnTo>
                    <a:pt x="2868530" y="10175"/>
                  </a:lnTo>
                  <a:lnTo>
                    <a:pt x="2869940" y="10175"/>
                  </a:lnTo>
                  <a:lnTo>
                    <a:pt x="2871349" y="10175"/>
                  </a:lnTo>
                  <a:lnTo>
                    <a:pt x="2872759" y="10175"/>
                  </a:lnTo>
                  <a:lnTo>
                    <a:pt x="2874169" y="10175"/>
                  </a:lnTo>
                  <a:lnTo>
                    <a:pt x="2875578" y="10175"/>
                  </a:lnTo>
                  <a:lnTo>
                    <a:pt x="2876988" y="10175"/>
                  </a:lnTo>
                  <a:lnTo>
                    <a:pt x="2878397" y="10175"/>
                  </a:lnTo>
                  <a:lnTo>
                    <a:pt x="2879807" y="10175"/>
                  </a:lnTo>
                  <a:lnTo>
                    <a:pt x="2881217" y="10175"/>
                  </a:lnTo>
                  <a:lnTo>
                    <a:pt x="2882626" y="10175"/>
                  </a:lnTo>
                  <a:lnTo>
                    <a:pt x="2884036" y="10175"/>
                  </a:lnTo>
                  <a:lnTo>
                    <a:pt x="2885445" y="10175"/>
                  </a:lnTo>
                  <a:lnTo>
                    <a:pt x="2886855" y="10175"/>
                  </a:lnTo>
                  <a:lnTo>
                    <a:pt x="2888265" y="10175"/>
                  </a:lnTo>
                  <a:lnTo>
                    <a:pt x="2889674" y="10175"/>
                  </a:lnTo>
                  <a:lnTo>
                    <a:pt x="2891084" y="10175"/>
                  </a:lnTo>
                  <a:lnTo>
                    <a:pt x="2892493" y="10175"/>
                  </a:lnTo>
                  <a:lnTo>
                    <a:pt x="2893903" y="10175"/>
                  </a:lnTo>
                  <a:lnTo>
                    <a:pt x="2895312" y="10175"/>
                  </a:lnTo>
                  <a:lnTo>
                    <a:pt x="2896722" y="10175"/>
                  </a:lnTo>
                  <a:lnTo>
                    <a:pt x="2898132" y="10175"/>
                  </a:lnTo>
                  <a:lnTo>
                    <a:pt x="2899541" y="10175"/>
                  </a:lnTo>
                  <a:lnTo>
                    <a:pt x="2900951" y="10175"/>
                  </a:lnTo>
                  <a:lnTo>
                    <a:pt x="2902360" y="10175"/>
                  </a:lnTo>
                  <a:lnTo>
                    <a:pt x="2903770" y="10175"/>
                  </a:lnTo>
                  <a:lnTo>
                    <a:pt x="2905180" y="10175"/>
                  </a:lnTo>
                  <a:lnTo>
                    <a:pt x="2906589" y="10175"/>
                  </a:lnTo>
                  <a:lnTo>
                    <a:pt x="2907999" y="10175"/>
                  </a:lnTo>
                  <a:lnTo>
                    <a:pt x="2909408" y="10175"/>
                  </a:lnTo>
                  <a:lnTo>
                    <a:pt x="2910818" y="10175"/>
                  </a:lnTo>
                  <a:lnTo>
                    <a:pt x="2912228" y="10175"/>
                  </a:lnTo>
                  <a:lnTo>
                    <a:pt x="2913637" y="10175"/>
                  </a:lnTo>
                  <a:lnTo>
                    <a:pt x="2915047" y="10175"/>
                  </a:lnTo>
                  <a:lnTo>
                    <a:pt x="2916456" y="10175"/>
                  </a:lnTo>
                  <a:lnTo>
                    <a:pt x="2917866" y="10175"/>
                  </a:lnTo>
                  <a:lnTo>
                    <a:pt x="2919276" y="10175"/>
                  </a:lnTo>
                  <a:lnTo>
                    <a:pt x="2920685" y="10175"/>
                  </a:lnTo>
                  <a:lnTo>
                    <a:pt x="2922095" y="10175"/>
                  </a:lnTo>
                  <a:lnTo>
                    <a:pt x="2923504" y="10175"/>
                  </a:lnTo>
                  <a:lnTo>
                    <a:pt x="2924914" y="10175"/>
                  </a:lnTo>
                  <a:lnTo>
                    <a:pt x="2926324" y="10175"/>
                  </a:lnTo>
                  <a:lnTo>
                    <a:pt x="2927733" y="10175"/>
                  </a:lnTo>
                  <a:lnTo>
                    <a:pt x="2929143" y="10175"/>
                  </a:lnTo>
                  <a:lnTo>
                    <a:pt x="2930552" y="10175"/>
                  </a:lnTo>
                  <a:lnTo>
                    <a:pt x="2931962" y="10175"/>
                  </a:lnTo>
                  <a:lnTo>
                    <a:pt x="2933372" y="10175"/>
                  </a:lnTo>
                  <a:lnTo>
                    <a:pt x="2934781" y="10175"/>
                  </a:lnTo>
                  <a:lnTo>
                    <a:pt x="2936191" y="10175"/>
                  </a:lnTo>
                  <a:lnTo>
                    <a:pt x="2937600" y="10175"/>
                  </a:lnTo>
                  <a:lnTo>
                    <a:pt x="2939010" y="10175"/>
                  </a:lnTo>
                  <a:lnTo>
                    <a:pt x="2940420" y="10175"/>
                  </a:lnTo>
                  <a:lnTo>
                    <a:pt x="2941829" y="10175"/>
                  </a:lnTo>
                  <a:lnTo>
                    <a:pt x="2943239" y="10175"/>
                  </a:lnTo>
                  <a:lnTo>
                    <a:pt x="2944648" y="10175"/>
                  </a:lnTo>
                  <a:lnTo>
                    <a:pt x="2946058" y="10175"/>
                  </a:lnTo>
                  <a:lnTo>
                    <a:pt x="2947468" y="10175"/>
                  </a:lnTo>
                  <a:lnTo>
                    <a:pt x="2948877" y="10175"/>
                  </a:lnTo>
                  <a:lnTo>
                    <a:pt x="2950287" y="10175"/>
                  </a:lnTo>
                  <a:lnTo>
                    <a:pt x="2951696" y="10175"/>
                  </a:lnTo>
                  <a:lnTo>
                    <a:pt x="2953106" y="10175"/>
                  </a:lnTo>
                  <a:lnTo>
                    <a:pt x="2954516" y="10175"/>
                  </a:lnTo>
                  <a:lnTo>
                    <a:pt x="2955925" y="10175"/>
                  </a:lnTo>
                  <a:lnTo>
                    <a:pt x="2957335" y="10175"/>
                  </a:lnTo>
                  <a:lnTo>
                    <a:pt x="2958744" y="10175"/>
                  </a:lnTo>
                  <a:lnTo>
                    <a:pt x="2960154" y="10175"/>
                  </a:lnTo>
                  <a:lnTo>
                    <a:pt x="2961564" y="10175"/>
                  </a:lnTo>
                  <a:lnTo>
                    <a:pt x="2962973" y="10175"/>
                  </a:lnTo>
                  <a:lnTo>
                    <a:pt x="2964383" y="10175"/>
                  </a:lnTo>
                  <a:lnTo>
                    <a:pt x="2965792" y="10175"/>
                  </a:lnTo>
                  <a:lnTo>
                    <a:pt x="2967202" y="10175"/>
                  </a:lnTo>
                  <a:lnTo>
                    <a:pt x="2968612" y="10175"/>
                  </a:lnTo>
                  <a:lnTo>
                    <a:pt x="2970021" y="10175"/>
                  </a:lnTo>
                  <a:lnTo>
                    <a:pt x="2971431" y="10175"/>
                  </a:lnTo>
                  <a:lnTo>
                    <a:pt x="2972840" y="10175"/>
                  </a:lnTo>
                  <a:lnTo>
                    <a:pt x="2974250" y="10175"/>
                  </a:lnTo>
                  <a:lnTo>
                    <a:pt x="2975660" y="10175"/>
                  </a:lnTo>
                  <a:lnTo>
                    <a:pt x="2977069" y="10175"/>
                  </a:lnTo>
                  <a:lnTo>
                    <a:pt x="2978479" y="10175"/>
                  </a:lnTo>
                  <a:lnTo>
                    <a:pt x="2979888" y="10175"/>
                  </a:lnTo>
                  <a:lnTo>
                    <a:pt x="2981298" y="10175"/>
                  </a:lnTo>
                  <a:lnTo>
                    <a:pt x="2982708" y="10175"/>
                  </a:lnTo>
                  <a:lnTo>
                    <a:pt x="2984117" y="10175"/>
                  </a:lnTo>
                  <a:lnTo>
                    <a:pt x="2985527" y="10175"/>
                  </a:lnTo>
                  <a:lnTo>
                    <a:pt x="2986936" y="10175"/>
                  </a:lnTo>
                  <a:lnTo>
                    <a:pt x="2988346" y="10175"/>
                  </a:lnTo>
                  <a:lnTo>
                    <a:pt x="2989756" y="10175"/>
                  </a:lnTo>
                  <a:lnTo>
                    <a:pt x="2991165" y="10175"/>
                  </a:lnTo>
                  <a:lnTo>
                    <a:pt x="2992575" y="10175"/>
                  </a:lnTo>
                  <a:lnTo>
                    <a:pt x="2993984" y="10175"/>
                  </a:lnTo>
                  <a:lnTo>
                    <a:pt x="2995394" y="10175"/>
                  </a:lnTo>
                  <a:lnTo>
                    <a:pt x="2996804" y="10175"/>
                  </a:lnTo>
                  <a:lnTo>
                    <a:pt x="2998213" y="10175"/>
                  </a:lnTo>
                  <a:lnTo>
                    <a:pt x="2999623" y="10175"/>
                  </a:lnTo>
                  <a:lnTo>
                    <a:pt x="3001032" y="10175"/>
                  </a:lnTo>
                  <a:lnTo>
                    <a:pt x="3002442" y="10175"/>
                  </a:lnTo>
                  <a:lnTo>
                    <a:pt x="3003851" y="10175"/>
                  </a:lnTo>
                  <a:lnTo>
                    <a:pt x="3005261" y="10175"/>
                  </a:lnTo>
                  <a:lnTo>
                    <a:pt x="3006671" y="10175"/>
                  </a:lnTo>
                  <a:lnTo>
                    <a:pt x="3008080" y="10175"/>
                  </a:lnTo>
                  <a:lnTo>
                    <a:pt x="3009490" y="10175"/>
                  </a:lnTo>
                  <a:lnTo>
                    <a:pt x="3010899" y="10175"/>
                  </a:lnTo>
                  <a:lnTo>
                    <a:pt x="3010899" y="8903"/>
                  </a:lnTo>
                  <a:lnTo>
                    <a:pt x="3012309" y="8903"/>
                  </a:lnTo>
                  <a:lnTo>
                    <a:pt x="3013719" y="8903"/>
                  </a:lnTo>
                  <a:lnTo>
                    <a:pt x="3015128" y="8903"/>
                  </a:lnTo>
                  <a:lnTo>
                    <a:pt x="3016538" y="8903"/>
                  </a:lnTo>
                  <a:lnTo>
                    <a:pt x="3017947" y="8903"/>
                  </a:lnTo>
                  <a:lnTo>
                    <a:pt x="3019357" y="8903"/>
                  </a:lnTo>
                  <a:lnTo>
                    <a:pt x="3020767" y="8903"/>
                  </a:lnTo>
                  <a:lnTo>
                    <a:pt x="3022176" y="8903"/>
                  </a:lnTo>
                  <a:lnTo>
                    <a:pt x="3023586" y="8903"/>
                  </a:lnTo>
                  <a:lnTo>
                    <a:pt x="3024995" y="8903"/>
                  </a:lnTo>
                  <a:lnTo>
                    <a:pt x="3026405" y="8903"/>
                  </a:lnTo>
                  <a:lnTo>
                    <a:pt x="3027815" y="8903"/>
                  </a:lnTo>
                  <a:lnTo>
                    <a:pt x="3029224" y="8903"/>
                  </a:lnTo>
                  <a:lnTo>
                    <a:pt x="3030634" y="8903"/>
                  </a:lnTo>
                  <a:lnTo>
                    <a:pt x="3032043" y="8903"/>
                  </a:lnTo>
                  <a:lnTo>
                    <a:pt x="3033453" y="8903"/>
                  </a:lnTo>
                  <a:lnTo>
                    <a:pt x="3034863" y="8903"/>
                  </a:lnTo>
                  <a:lnTo>
                    <a:pt x="3036272" y="8903"/>
                  </a:lnTo>
                  <a:lnTo>
                    <a:pt x="3037682" y="8903"/>
                  </a:lnTo>
                  <a:lnTo>
                    <a:pt x="3039091" y="8903"/>
                  </a:lnTo>
                  <a:lnTo>
                    <a:pt x="3040501" y="8903"/>
                  </a:lnTo>
                  <a:lnTo>
                    <a:pt x="3041911" y="8903"/>
                  </a:lnTo>
                  <a:lnTo>
                    <a:pt x="3043320" y="8903"/>
                  </a:lnTo>
                  <a:lnTo>
                    <a:pt x="3044730" y="8903"/>
                  </a:lnTo>
                  <a:lnTo>
                    <a:pt x="3046139" y="8903"/>
                  </a:lnTo>
                  <a:lnTo>
                    <a:pt x="3047549" y="8903"/>
                  </a:lnTo>
                  <a:lnTo>
                    <a:pt x="3048959" y="8903"/>
                  </a:lnTo>
                  <a:lnTo>
                    <a:pt x="3050368" y="8903"/>
                  </a:lnTo>
                  <a:lnTo>
                    <a:pt x="3051778" y="8903"/>
                  </a:lnTo>
                  <a:lnTo>
                    <a:pt x="3053187" y="8903"/>
                  </a:lnTo>
                  <a:lnTo>
                    <a:pt x="3054597" y="8903"/>
                  </a:lnTo>
                  <a:lnTo>
                    <a:pt x="3056007" y="8903"/>
                  </a:lnTo>
                  <a:lnTo>
                    <a:pt x="3057416" y="8903"/>
                  </a:lnTo>
                  <a:lnTo>
                    <a:pt x="3058826" y="8903"/>
                  </a:lnTo>
                  <a:lnTo>
                    <a:pt x="3060235" y="8903"/>
                  </a:lnTo>
                  <a:lnTo>
                    <a:pt x="3061645" y="8903"/>
                  </a:lnTo>
                  <a:lnTo>
                    <a:pt x="3063055" y="8903"/>
                  </a:lnTo>
                  <a:lnTo>
                    <a:pt x="3064464" y="8903"/>
                  </a:lnTo>
                  <a:lnTo>
                    <a:pt x="3065874" y="8903"/>
                  </a:lnTo>
                  <a:lnTo>
                    <a:pt x="3067283" y="8903"/>
                  </a:lnTo>
                  <a:lnTo>
                    <a:pt x="3068693" y="8903"/>
                  </a:lnTo>
                  <a:lnTo>
                    <a:pt x="3070103" y="8903"/>
                  </a:lnTo>
                  <a:lnTo>
                    <a:pt x="3071512" y="8903"/>
                  </a:lnTo>
                  <a:lnTo>
                    <a:pt x="3072922" y="8903"/>
                  </a:lnTo>
                  <a:lnTo>
                    <a:pt x="3074331" y="8903"/>
                  </a:lnTo>
                  <a:lnTo>
                    <a:pt x="3075741" y="8903"/>
                  </a:lnTo>
                  <a:lnTo>
                    <a:pt x="3077151" y="8903"/>
                  </a:lnTo>
                  <a:lnTo>
                    <a:pt x="3078560" y="8903"/>
                  </a:lnTo>
                  <a:lnTo>
                    <a:pt x="3079970" y="8903"/>
                  </a:lnTo>
                  <a:lnTo>
                    <a:pt x="3081379" y="8903"/>
                  </a:lnTo>
                  <a:lnTo>
                    <a:pt x="3082789" y="8903"/>
                  </a:lnTo>
                  <a:lnTo>
                    <a:pt x="3084199" y="8903"/>
                  </a:lnTo>
                  <a:lnTo>
                    <a:pt x="3085608" y="8903"/>
                  </a:lnTo>
                  <a:lnTo>
                    <a:pt x="3087018" y="8903"/>
                  </a:lnTo>
                  <a:lnTo>
                    <a:pt x="3088427" y="8903"/>
                  </a:lnTo>
                  <a:lnTo>
                    <a:pt x="3089837" y="8903"/>
                  </a:lnTo>
                  <a:lnTo>
                    <a:pt x="3091247" y="8903"/>
                  </a:lnTo>
                  <a:lnTo>
                    <a:pt x="3092656" y="8903"/>
                  </a:lnTo>
                  <a:lnTo>
                    <a:pt x="3094066" y="8903"/>
                  </a:lnTo>
                  <a:lnTo>
                    <a:pt x="3095475" y="8903"/>
                  </a:lnTo>
                  <a:lnTo>
                    <a:pt x="3096885" y="8903"/>
                  </a:lnTo>
                  <a:lnTo>
                    <a:pt x="3098295" y="8903"/>
                  </a:lnTo>
                  <a:lnTo>
                    <a:pt x="3099704" y="8903"/>
                  </a:lnTo>
                  <a:lnTo>
                    <a:pt x="3101114" y="8903"/>
                  </a:lnTo>
                  <a:lnTo>
                    <a:pt x="3102523" y="8903"/>
                  </a:lnTo>
                  <a:lnTo>
                    <a:pt x="3103933" y="8903"/>
                  </a:lnTo>
                  <a:lnTo>
                    <a:pt x="3105343" y="8903"/>
                  </a:lnTo>
                  <a:lnTo>
                    <a:pt x="3106752" y="8903"/>
                  </a:lnTo>
                  <a:lnTo>
                    <a:pt x="3108162" y="8903"/>
                  </a:lnTo>
                  <a:lnTo>
                    <a:pt x="3109571" y="8903"/>
                  </a:lnTo>
                  <a:lnTo>
                    <a:pt x="3110981" y="8903"/>
                  </a:lnTo>
                  <a:lnTo>
                    <a:pt x="3112390" y="8903"/>
                  </a:lnTo>
                  <a:lnTo>
                    <a:pt x="3113800" y="8903"/>
                  </a:lnTo>
                  <a:lnTo>
                    <a:pt x="3115210" y="8903"/>
                  </a:lnTo>
                  <a:lnTo>
                    <a:pt x="3116619" y="8903"/>
                  </a:lnTo>
                  <a:lnTo>
                    <a:pt x="3118029" y="8903"/>
                  </a:lnTo>
                  <a:lnTo>
                    <a:pt x="3119438" y="8903"/>
                  </a:lnTo>
                  <a:lnTo>
                    <a:pt x="3120848" y="8903"/>
                  </a:lnTo>
                  <a:lnTo>
                    <a:pt x="3122258" y="8903"/>
                  </a:lnTo>
                  <a:lnTo>
                    <a:pt x="3123667" y="8903"/>
                  </a:lnTo>
                  <a:lnTo>
                    <a:pt x="3125077" y="8903"/>
                  </a:lnTo>
                  <a:lnTo>
                    <a:pt x="3126486" y="8903"/>
                  </a:lnTo>
                  <a:lnTo>
                    <a:pt x="3127896" y="8903"/>
                  </a:lnTo>
                  <a:lnTo>
                    <a:pt x="3129306" y="8903"/>
                  </a:lnTo>
                  <a:lnTo>
                    <a:pt x="3130715" y="8903"/>
                  </a:lnTo>
                  <a:lnTo>
                    <a:pt x="3132125" y="8903"/>
                  </a:lnTo>
                  <a:lnTo>
                    <a:pt x="3133534" y="8903"/>
                  </a:lnTo>
                  <a:lnTo>
                    <a:pt x="3134944" y="8903"/>
                  </a:lnTo>
                  <a:lnTo>
                    <a:pt x="3136354" y="8903"/>
                  </a:lnTo>
                  <a:lnTo>
                    <a:pt x="3137763" y="8903"/>
                  </a:lnTo>
                  <a:lnTo>
                    <a:pt x="3139173" y="8903"/>
                  </a:lnTo>
                  <a:lnTo>
                    <a:pt x="3140582" y="8903"/>
                  </a:lnTo>
                  <a:lnTo>
                    <a:pt x="3141992" y="8903"/>
                  </a:lnTo>
                  <a:lnTo>
                    <a:pt x="3143402" y="8903"/>
                  </a:lnTo>
                  <a:lnTo>
                    <a:pt x="3144811" y="8903"/>
                  </a:lnTo>
                  <a:lnTo>
                    <a:pt x="3146221" y="8903"/>
                  </a:lnTo>
                  <a:lnTo>
                    <a:pt x="3147630" y="8903"/>
                  </a:lnTo>
                  <a:lnTo>
                    <a:pt x="3149040" y="8903"/>
                  </a:lnTo>
                  <a:lnTo>
                    <a:pt x="3150450" y="8903"/>
                  </a:lnTo>
                  <a:lnTo>
                    <a:pt x="3151859" y="8903"/>
                  </a:lnTo>
                  <a:lnTo>
                    <a:pt x="3153269" y="8903"/>
                  </a:lnTo>
                  <a:lnTo>
                    <a:pt x="3154678" y="8903"/>
                  </a:lnTo>
                  <a:lnTo>
                    <a:pt x="3156088" y="8903"/>
                  </a:lnTo>
                  <a:lnTo>
                    <a:pt x="3157498" y="8903"/>
                  </a:lnTo>
                  <a:lnTo>
                    <a:pt x="3158907" y="8903"/>
                  </a:lnTo>
                  <a:lnTo>
                    <a:pt x="3160317" y="8903"/>
                  </a:lnTo>
                  <a:lnTo>
                    <a:pt x="3161726" y="8903"/>
                  </a:lnTo>
                  <a:lnTo>
                    <a:pt x="3163136" y="8903"/>
                  </a:lnTo>
                  <a:lnTo>
                    <a:pt x="3164546" y="8903"/>
                  </a:lnTo>
                  <a:lnTo>
                    <a:pt x="3165955" y="8903"/>
                  </a:lnTo>
                  <a:lnTo>
                    <a:pt x="3167365" y="8903"/>
                  </a:lnTo>
                  <a:lnTo>
                    <a:pt x="3168774" y="8903"/>
                  </a:lnTo>
                  <a:lnTo>
                    <a:pt x="3170184" y="8903"/>
                  </a:lnTo>
                  <a:lnTo>
                    <a:pt x="3171594" y="8903"/>
                  </a:lnTo>
                  <a:lnTo>
                    <a:pt x="3173003" y="8903"/>
                  </a:lnTo>
                  <a:lnTo>
                    <a:pt x="3174413" y="8903"/>
                  </a:lnTo>
                  <a:lnTo>
                    <a:pt x="3175822" y="8903"/>
                  </a:lnTo>
                  <a:lnTo>
                    <a:pt x="3177232" y="8903"/>
                  </a:lnTo>
                  <a:lnTo>
                    <a:pt x="3178642" y="8903"/>
                  </a:lnTo>
                  <a:lnTo>
                    <a:pt x="3180051" y="8903"/>
                  </a:lnTo>
                  <a:lnTo>
                    <a:pt x="3181461" y="8903"/>
                  </a:lnTo>
                  <a:lnTo>
                    <a:pt x="3182870" y="8903"/>
                  </a:lnTo>
                  <a:lnTo>
                    <a:pt x="3184280" y="8903"/>
                  </a:lnTo>
                  <a:lnTo>
                    <a:pt x="3185690" y="8903"/>
                  </a:lnTo>
                  <a:lnTo>
                    <a:pt x="3187099" y="8903"/>
                  </a:lnTo>
                  <a:lnTo>
                    <a:pt x="3188509" y="8903"/>
                  </a:lnTo>
                  <a:lnTo>
                    <a:pt x="3189918" y="8903"/>
                  </a:lnTo>
                  <a:lnTo>
                    <a:pt x="3191328" y="8903"/>
                  </a:lnTo>
                  <a:lnTo>
                    <a:pt x="3192738" y="8903"/>
                  </a:lnTo>
                  <a:lnTo>
                    <a:pt x="3194147" y="8903"/>
                  </a:lnTo>
                  <a:lnTo>
                    <a:pt x="3195557" y="8903"/>
                  </a:lnTo>
                  <a:lnTo>
                    <a:pt x="3196966" y="8903"/>
                  </a:lnTo>
                  <a:lnTo>
                    <a:pt x="3198376" y="8903"/>
                  </a:lnTo>
                  <a:lnTo>
                    <a:pt x="3199786" y="8903"/>
                  </a:lnTo>
                  <a:lnTo>
                    <a:pt x="3201195" y="8903"/>
                  </a:lnTo>
                  <a:lnTo>
                    <a:pt x="3202605" y="8903"/>
                  </a:lnTo>
                  <a:lnTo>
                    <a:pt x="3204014" y="8903"/>
                  </a:lnTo>
                  <a:lnTo>
                    <a:pt x="3205424" y="8903"/>
                  </a:lnTo>
                  <a:lnTo>
                    <a:pt x="3206834" y="8903"/>
                  </a:lnTo>
                  <a:lnTo>
                    <a:pt x="3208243" y="8903"/>
                  </a:lnTo>
                  <a:lnTo>
                    <a:pt x="3209653" y="8903"/>
                  </a:lnTo>
                  <a:lnTo>
                    <a:pt x="3211062" y="8903"/>
                  </a:lnTo>
                  <a:lnTo>
                    <a:pt x="3212472" y="8903"/>
                  </a:lnTo>
                  <a:lnTo>
                    <a:pt x="3212472" y="7631"/>
                  </a:lnTo>
                  <a:lnTo>
                    <a:pt x="3213881" y="7631"/>
                  </a:lnTo>
                  <a:lnTo>
                    <a:pt x="3215291" y="7631"/>
                  </a:lnTo>
                  <a:lnTo>
                    <a:pt x="3216701" y="7631"/>
                  </a:lnTo>
                  <a:lnTo>
                    <a:pt x="3218110" y="7631"/>
                  </a:lnTo>
                  <a:lnTo>
                    <a:pt x="3219520" y="7631"/>
                  </a:lnTo>
                  <a:lnTo>
                    <a:pt x="3220929" y="7631"/>
                  </a:lnTo>
                  <a:lnTo>
                    <a:pt x="3222339" y="7631"/>
                  </a:lnTo>
                  <a:lnTo>
                    <a:pt x="3223749" y="7631"/>
                  </a:lnTo>
                  <a:lnTo>
                    <a:pt x="3225158" y="7631"/>
                  </a:lnTo>
                  <a:lnTo>
                    <a:pt x="3226568" y="7631"/>
                  </a:lnTo>
                  <a:lnTo>
                    <a:pt x="3227977" y="7631"/>
                  </a:lnTo>
                  <a:lnTo>
                    <a:pt x="3229387" y="7631"/>
                  </a:lnTo>
                  <a:lnTo>
                    <a:pt x="3230797" y="7631"/>
                  </a:lnTo>
                  <a:lnTo>
                    <a:pt x="3232206" y="7631"/>
                  </a:lnTo>
                  <a:lnTo>
                    <a:pt x="3233616" y="7631"/>
                  </a:lnTo>
                  <a:lnTo>
                    <a:pt x="3235025" y="7631"/>
                  </a:lnTo>
                  <a:lnTo>
                    <a:pt x="3236435" y="7631"/>
                  </a:lnTo>
                  <a:lnTo>
                    <a:pt x="3237845" y="7631"/>
                  </a:lnTo>
                  <a:lnTo>
                    <a:pt x="3239254" y="7631"/>
                  </a:lnTo>
                  <a:lnTo>
                    <a:pt x="3240664" y="7631"/>
                  </a:lnTo>
                  <a:lnTo>
                    <a:pt x="3242073" y="7631"/>
                  </a:lnTo>
                  <a:lnTo>
                    <a:pt x="3243483" y="7631"/>
                  </a:lnTo>
                  <a:lnTo>
                    <a:pt x="3244893" y="7631"/>
                  </a:lnTo>
                  <a:lnTo>
                    <a:pt x="3246302" y="7631"/>
                  </a:lnTo>
                  <a:lnTo>
                    <a:pt x="3247712" y="7631"/>
                  </a:lnTo>
                  <a:lnTo>
                    <a:pt x="3249121" y="7631"/>
                  </a:lnTo>
                  <a:lnTo>
                    <a:pt x="3250531" y="7631"/>
                  </a:lnTo>
                  <a:lnTo>
                    <a:pt x="3251941" y="7631"/>
                  </a:lnTo>
                  <a:lnTo>
                    <a:pt x="3253350" y="7631"/>
                  </a:lnTo>
                  <a:lnTo>
                    <a:pt x="3254760" y="7631"/>
                  </a:lnTo>
                  <a:lnTo>
                    <a:pt x="3256169" y="7631"/>
                  </a:lnTo>
                  <a:lnTo>
                    <a:pt x="3257579" y="7631"/>
                  </a:lnTo>
                  <a:lnTo>
                    <a:pt x="3258989" y="7631"/>
                  </a:lnTo>
                  <a:lnTo>
                    <a:pt x="3260398" y="7631"/>
                  </a:lnTo>
                  <a:lnTo>
                    <a:pt x="3261808" y="7631"/>
                  </a:lnTo>
                  <a:lnTo>
                    <a:pt x="3263217" y="7631"/>
                  </a:lnTo>
                  <a:lnTo>
                    <a:pt x="3264627" y="7631"/>
                  </a:lnTo>
                  <a:lnTo>
                    <a:pt x="3266037" y="7631"/>
                  </a:lnTo>
                  <a:lnTo>
                    <a:pt x="3267446" y="7631"/>
                  </a:lnTo>
                  <a:lnTo>
                    <a:pt x="3268856" y="7631"/>
                  </a:lnTo>
                  <a:lnTo>
                    <a:pt x="3270265" y="7631"/>
                  </a:lnTo>
                  <a:lnTo>
                    <a:pt x="3270265" y="6359"/>
                  </a:lnTo>
                  <a:lnTo>
                    <a:pt x="3271675" y="6359"/>
                  </a:lnTo>
                  <a:lnTo>
                    <a:pt x="3273085" y="6359"/>
                  </a:lnTo>
                  <a:lnTo>
                    <a:pt x="3274494" y="6359"/>
                  </a:lnTo>
                  <a:lnTo>
                    <a:pt x="3275904" y="6359"/>
                  </a:lnTo>
                  <a:lnTo>
                    <a:pt x="3277313" y="6359"/>
                  </a:lnTo>
                  <a:lnTo>
                    <a:pt x="3278723" y="6359"/>
                  </a:lnTo>
                  <a:lnTo>
                    <a:pt x="3280133" y="6359"/>
                  </a:lnTo>
                  <a:lnTo>
                    <a:pt x="3281542" y="6359"/>
                  </a:lnTo>
                  <a:lnTo>
                    <a:pt x="3282952" y="6359"/>
                  </a:lnTo>
                  <a:lnTo>
                    <a:pt x="3284361" y="6359"/>
                  </a:lnTo>
                  <a:lnTo>
                    <a:pt x="3285771" y="6359"/>
                  </a:lnTo>
                  <a:lnTo>
                    <a:pt x="3287181" y="6359"/>
                  </a:lnTo>
                  <a:lnTo>
                    <a:pt x="3288590" y="6359"/>
                  </a:lnTo>
                  <a:lnTo>
                    <a:pt x="3290000" y="6359"/>
                  </a:lnTo>
                  <a:lnTo>
                    <a:pt x="3291409" y="6359"/>
                  </a:lnTo>
                  <a:lnTo>
                    <a:pt x="3292819" y="6359"/>
                  </a:lnTo>
                  <a:lnTo>
                    <a:pt x="3294229" y="6359"/>
                  </a:lnTo>
                  <a:lnTo>
                    <a:pt x="3295638" y="6359"/>
                  </a:lnTo>
                  <a:lnTo>
                    <a:pt x="3297048" y="6359"/>
                  </a:lnTo>
                  <a:lnTo>
                    <a:pt x="3298457" y="6359"/>
                  </a:lnTo>
                  <a:lnTo>
                    <a:pt x="3299867" y="6359"/>
                  </a:lnTo>
                  <a:lnTo>
                    <a:pt x="3301277" y="6359"/>
                  </a:lnTo>
                  <a:lnTo>
                    <a:pt x="3302686" y="6359"/>
                  </a:lnTo>
                  <a:lnTo>
                    <a:pt x="3304096" y="6359"/>
                  </a:lnTo>
                  <a:lnTo>
                    <a:pt x="3305505" y="6359"/>
                  </a:lnTo>
                  <a:lnTo>
                    <a:pt x="3306915" y="6359"/>
                  </a:lnTo>
                  <a:lnTo>
                    <a:pt x="3308325" y="6359"/>
                  </a:lnTo>
                  <a:lnTo>
                    <a:pt x="3309734" y="6359"/>
                  </a:lnTo>
                  <a:lnTo>
                    <a:pt x="3311144" y="6359"/>
                  </a:lnTo>
                  <a:lnTo>
                    <a:pt x="3312553" y="6359"/>
                  </a:lnTo>
                  <a:lnTo>
                    <a:pt x="3313963" y="6359"/>
                  </a:lnTo>
                  <a:lnTo>
                    <a:pt x="3315373" y="6359"/>
                  </a:lnTo>
                  <a:lnTo>
                    <a:pt x="3316782" y="6359"/>
                  </a:lnTo>
                  <a:lnTo>
                    <a:pt x="3318192" y="6359"/>
                  </a:lnTo>
                  <a:lnTo>
                    <a:pt x="3319601" y="6359"/>
                  </a:lnTo>
                  <a:lnTo>
                    <a:pt x="3321011" y="6359"/>
                  </a:lnTo>
                  <a:lnTo>
                    <a:pt x="3322420" y="6359"/>
                  </a:lnTo>
                  <a:lnTo>
                    <a:pt x="3323830" y="6359"/>
                  </a:lnTo>
                  <a:lnTo>
                    <a:pt x="3325240" y="6359"/>
                  </a:lnTo>
                  <a:lnTo>
                    <a:pt x="3326649" y="6359"/>
                  </a:lnTo>
                  <a:lnTo>
                    <a:pt x="3328059" y="6359"/>
                  </a:lnTo>
                  <a:lnTo>
                    <a:pt x="3329468" y="6359"/>
                  </a:lnTo>
                  <a:lnTo>
                    <a:pt x="3330878" y="6359"/>
                  </a:lnTo>
                  <a:lnTo>
                    <a:pt x="3332288" y="6359"/>
                  </a:lnTo>
                  <a:lnTo>
                    <a:pt x="3333697" y="6359"/>
                  </a:lnTo>
                  <a:lnTo>
                    <a:pt x="3335107" y="6359"/>
                  </a:lnTo>
                  <a:lnTo>
                    <a:pt x="3336516" y="6359"/>
                  </a:lnTo>
                  <a:lnTo>
                    <a:pt x="3337926" y="6359"/>
                  </a:lnTo>
                  <a:lnTo>
                    <a:pt x="3339336" y="6359"/>
                  </a:lnTo>
                  <a:lnTo>
                    <a:pt x="3340745" y="6359"/>
                  </a:lnTo>
                  <a:lnTo>
                    <a:pt x="3342155" y="6359"/>
                  </a:lnTo>
                  <a:lnTo>
                    <a:pt x="3343564" y="6359"/>
                  </a:lnTo>
                  <a:lnTo>
                    <a:pt x="3344974" y="6359"/>
                  </a:lnTo>
                  <a:lnTo>
                    <a:pt x="3346384" y="6359"/>
                  </a:lnTo>
                  <a:lnTo>
                    <a:pt x="3347793" y="6359"/>
                  </a:lnTo>
                  <a:lnTo>
                    <a:pt x="3349203" y="6359"/>
                  </a:lnTo>
                  <a:lnTo>
                    <a:pt x="3350612" y="6359"/>
                  </a:lnTo>
                  <a:lnTo>
                    <a:pt x="3352022" y="6359"/>
                  </a:lnTo>
                  <a:lnTo>
                    <a:pt x="3353432" y="6359"/>
                  </a:lnTo>
                  <a:lnTo>
                    <a:pt x="3354841" y="6359"/>
                  </a:lnTo>
                  <a:lnTo>
                    <a:pt x="3356251" y="6359"/>
                  </a:lnTo>
                  <a:lnTo>
                    <a:pt x="3357660" y="6359"/>
                  </a:lnTo>
                  <a:lnTo>
                    <a:pt x="3359070" y="6359"/>
                  </a:lnTo>
                  <a:lnTo>
                    <a:pt x="3360480" y="6359"/>
                  </a:lnTo>
                  <a:lnTo>
                    <a:pt x="3361889" y="6359"/>
                  </a:lnTo>
                  <a:lnTo>
                    <a:pt x="3363299" y="6359"/>
                  </a:lnTo>
                  <a:lnTo>
                    <a:pt x="3364708" y="6359"/>
                  </a:lnTo>
                  <a:lnTo>
                    <a:pt x="3366118" y="6359"/>
                  </a:lnTo>
                  <a:lnTo>
                    <a:pt x="3367528" y="6359"/>
                  </a:lnTo>
                  <a:lnTo>
                    <a:pt x="3368937" y="6359"/>
                  </a:lnTo>
                  <a:lnTo>
                    <a:pt x="3370347" y="6359"/>
                  </a:lnTo>
                  <a:lnTo>
                    <a:pt x="3371756" y="6359"/>
                  </a:lnTo>
                  <a:lnTo>
                    <a:pt x="3373166" y="6359"/>
                  </a:lnTo>
                  <a:lnTo>
                    <a:pt x="3374576" y="6359"/>
                  </a:lnTo>
                  <a:lnTo>
                    <a:pt x="3375985" y="6359"/>
                  </a:lnTo>
                  <a:lnTo>
                    <a:pt x="3377395" y="6359"/>
                  </a:lnTo>
                  <a:lnTo>
                    <a:pt x="3378804" y="6359"/>
                  </a:lnTo>
                  <a:lnTo>
                    <a:pt x="3380214" y="6359"/>
                  </a:lnTo>
                  <a:lnTo>
                    <a:pt x="3381624" y="6359"/>
                  </a:lnTo>
                  <a:lnTo>
                    <a:pt x="3383033" y="6359"/>
                  </a:lnTo>
                  <a:lnTo>
                    <a:pt x="3384443" y="6359"/>
                  </a:lnTo>
                  <a:lnTo>
                    <a:pt x="3385852" y="6359"/>
                  </a:lnTo>
                  <a:lnTo>
                    <a:pt x="3387262" y="6359"/>
                  </a:lnTo>
                  <a:lnTo>
                    <a:pt x="3388672" y="6359"/>
                  </a:lnTo>
                  <a:lnTo>
                    <a:pt x="3390081" y="6359"/>
                  </a:lnTo>
                  <a:lnTo>
                    <a:pt x="3391491" y="6359"/>
                  </a:lnTo>
                  <a:lnTo>
                    <a:pt x="3392900" y="6359"/>
                  </a:lnTo>
                  <a:lnTo>
                    <a:pt x="3394310" y="6359"/>
                  </a:lnTo>
                  <a:lnTo>
                    <a:pt x="3395720" y="6359"/>
                  </a:lnTo>
                  <a:lnTo>
                    <a:pt x="3397129" y="6359"/>
                  </a:lnTo>
                  <a:lnTo>
                    <a:pt x="3398539" y="6359"/>
                  </a:lnTo>
                  <a:lnTo>
                    <a:pt x="3399948" y="6359"/>
                  </a:lnTo>
                  <a:lnTo>
                    <a:pt x="3401358" y="6359"/>
                  </a:lnTo>
                  <a:lnTo>
                    <a:pt x="3402768" y="6359"/>
                  </a:lnTo>
                  <a:lnTo>
                    <a:pt x="3404177" y="6359"/>
                  </a:lnTo>
                  <a:lnTo>
                    <a:pt x="3405587" y="6359"/>
                  </a:lnTo>
                  <a:lnTo>
                    <a:pt x="3406996" y="6359"/>
                  </a:lnTo>
                  <a:lnTo>
                    <a:pt x="3408406" y="6359"/>
                  </a:lnTo>
                  <a:lnTo>
                    <a:pt x="3409816" y="6359"/>
                  </a:lnTo>
                  <a:lnTo>
                    <a:pt x="3411225" y="6359"/>
                  </a:lnTo>
                  <a:lnTo>
                    <a:pt x="3412635" y="6359"/>
                  </a:lnTo>
                  <a:lnTo>
                    <a:pt x="3414044" y="6359"/>
                  </a:lnTo>
                  <a:lnTo>
                    <a:pt x="3415454" y="6359"/>
                  </a:lnTo>
                  <a:lnTo>
                    <a:pt x="3416864" y="6359"/>
                  </a:lnTo>
                  <a:lnTo>
                    <a:pt x="3418273" y="6359"/>
                  </a:lnTo>
                  <a:lnTo>
                    <a:pt x="3419683" y="6359"/>
                  </a:lnTo>
                  <a:lnTo>
                    <a:pt x="3421092" y="6359"/>
                  </a:lnTo>
                  <a:lnTo>
                    <a:pt x="3422502" y="6359"/>
                  </a:lnTo>
                  <a:lnTo>
                    <a:pt x="3423912" y="6359"/>
                  </a:lnTo>
                  <a:lnTo>
                    <a:pt x="3425321" y="6359"/>
                  </a:lnTo>
                  <a:lnTo>
                    <a:pt x="3426731" y="6359"/>
                  </a:lnTo>
                  <a:lnTo>
                    <a:pt x="3428140" y="6359"/>
                  </a:lnTo>
                  <a:lnTo>
                    <a:pt x="3429550" y="6359"/>
                  </a:lnTo>
                  <a:lnTo>
                    <a:pt x="3430959" y="6359"/>
                  </a:lnTo>
                  <a:lnTo>
                    <a:pt x="3432369" y="6359"/>
                  </a:lnTo>
                  <a:lnTo>
                    <a:pt x="3433779" y="6359"/>
                  </a:lnTo>
                  <a:lnTo>
                    <a:pt x="3435188" y="6359"/>
                  </a:lnTo>
                  <a:lnTo>
                    <a:pt x="3436598" y="6359"/>
                  </a:lnTo>
                  <a:lnTo>
                    <a:pt x="3438007" y="6359"/>
                  </a:lnTo>
                  <a:lnTo>
                    <a:pt x="3439417" y="6359"/>
                  </a:lnTo>
                  <a:lnTo>
                    <a:pt x="3440827" y="6359"/>
                  </a:lnTo>
                  <a:lnTo>
                    <a:pt x="3442236" y="6359"/>
                  </a:lnTo>
                  <a:lnTo>
                    <a:pt x="3443646" y="6359"/>
                  </a:lnTo>
                  <a:lnTo>
                    <a:pt x="3445055" y="6359"/>
                  </a:lnTo>
                  <a:lnTo>
                    <a:pt x="3446465" y="6359"/>
                  </a:lnTo>
                  <a:lnTo>
                    <a:pt x="3447875" y="6359"/>
                  </a:lnTo>
                  <a:lnTo>
                    <a:pt x="3449284" y="6359"/>
                  </a:lnTo>
                  <a:lnTo>
                    <a:pt x="3450694" y="6359"/>
                  </a:lnTo>
                  <a:lnTo>
                    <a:pt x="3452103" y="6359"/>
                  </a:lnTo>
                  <a:lnTo>
                    <a:pt x="3453513" y="6359"/>
                  </a:lnTo>
                  <a:lnTo>
                    <a:pt x="3454923" y="6359"/>
                  </a:lnTo>
                  <a:lnTo>
                    <a:pt x="3456332" y="6359"/>
                  </a:lnTo>
                  <a:lnTo>
                    <a:pt x="3457742" y="6359"/>
                  </a:lnTo>
                  <a:lnTo>
                    <a:pt x="3459151" y="6359"/>
                  </a:lnTo>
                  <a:lnTo>
                    <a:pt x="3460561" y="6359"/>
                  </a:lnTo>
                  <a:lnTo>
                    <a:pt x="3461971" y="6359"/>
                  </a:lnTo>
                  <a:lnTo>
                    <a:pt x="3463380" y="6359"/>
                  </a:lnTo>
                  <a:lnTo>
                    <a:pt x="3464790" y="6359"/>
                  </a:lnTo>
                  <a:lnTo>
                    <a:pt x="3466199" y="6359"/>
                  </a:lnTo>
                  <a:lnTo>
                    <a:pt x="3467609" y="6359"/>
                  </a:lnTo>
                  <a:lnTo>
                    <a:pt x="3469019" y="6359"/>
                  </a:lnTo>
                  <a:lnTo>
                    <a:pt x="3470428" y="6359"/>
                  </a:lnTo>
                  <a:lnTo>
                    <a:pt x="3471838" y="6359"/>
                  </a:lnTo>
                  <a:lnTo>
                    <a:pt x="3473247" y="6359"/>
                  </a:lnTo>
                  <a:lnTo>
                    <a:pt x="3474657" y="6359"/>
                  </a:lnTo>
                  <a:lnTo>
                    <a:pt x="3476067" y="6359"/>
                  </a:lnTo>
                  <a:lnTo>
                    <a:pt x="3477476" y="6359"/>
                  </a:lnTo>
                  <a:lnTo>
                    <a:pt x="3478886" y="6359"/>
                  </a:lnTo>
                  <a:lnTo>
                    <a:pt x="3480295" y="6359"/>
                  </a:lnTo>
                  <a:lnTo>
                    <a:pt x="3481705" y="6359"/>
                  </a:lnTo>
                  <a:lnTo>
                    <a:pt x="3483115" y="6359"/>
                  </a:lnTo>
                  <a:lnTo>
                    <a:pt x="3484524" y="6359"/>
                  </a:lnTo>
                  <a:lnTo>
                    <a:pt x="3485934" y="6359"/>
                  </a:lnTo>
                  <a:lnTo>
                    <a:pt x="3487343" y="6359"/>
                  </a:lnTo>
                  <a:lnTo>
                    <a:pt x="3488753" y="6359"/>
                  </a:lnTo>
                  <a:lnTo>
                    <a:pt x="3490163" y="6359"/>
                  </a:lnTo>
                  <a:lnTo>
                    <a:pt x="3491572" y="6359"/>
                  </a:lnTo>
                  <a:lnTo>
                    <a:pt x="3492982" y="6359"/>
                  </a:lnTo>
                  <a:lnTo>
                    <a:pt x="3494391" y="6359"/>
                  </a:lnTo>
                  <a:lnTo>
                    <a:pt x="3495801" y="6359"/>
                  </a:lnTo>
                  <a:lnTo>
                    <a:pt x="3497211" y="6359"/>
                  </a:lnTo>
                  <a:lnTo>
                    <a:pt x="3498620" y="6359"/>
                  </a:lnTo>
                  <a:lnTo>
                    <a:pt x="3500030" y="6359"/>
                  </a:lnTo>
                  <a:lnTo>
                    <a:pt x="3501439" y="6359"/>
                  </a:lnTo>
                  <a:lnTo>
                    <a:pt x="3502849" y="6359"/>
                  </a:lnTo>
                  <a:lnTo>
                    <a:pt x="3504259" y="6359"/>
                  </a:lnTo>
                  <a:lnTo>
                    <a:pt x="3505668" y="6359"/>
                  </a:lnTo>
                  <a:lnTo>
                    <a:pt x="3507078" y="6359"/>
                  </a:lnTo>
                  <a:lnTo>
                    <a:pt x="3508487" y="6359"/>
                  </a:lnTo>
                  <a:lnTo>
                    <a:pt x="3509897" y="6359"/>
                  </a:lnTo>
                  <a:lnTo>
                    <a:pt x="3511307" y="6359"/>
                  </a:lnTo>
                  <a:lnTo>
                    <a:pt x="3512716" y="6359"/>
                  </a:lnTo>
                  <a:lnTo>
                    <a:pt x="3514126" y="6359"/>
                  </a:lnTo>
                  <a:lnTo>
                    <a:pt x="3515535" y="6359"/>
                  </a:lnTo>
                  <a:lnTo>
                    <a:pt x="3516945" y="6359"/>
                  </a:lnTo>
                  <a:lnTo>
                    <a:pt x="3518355" y="6359"/>
                  </a:lnTo>
                  <a:lnTo>
                    <a:pt x="3519764" y="6359"/>
                  </a:lnTo>
                  <a:lnTo>
                    <a:pt x="3521174" y="6359"/>
                  </a:lnTo>
                  <a:lnTo>
                    <a:pt x="3522583" y="6359"/>
                  </a:lnTo>
                  <a:lnTo>
                    <a:pt x="3523993" y="6359"/>
                  </a:lnTo>
                  <a:lnTo>
                    <a:pt x="3525403" y="6359"/>
                  </a:lnTo>
                  <a:lnTo>
                    <a:pt x="3526812" y="6359"/>
                  </a:lnTo>
                  <a:lnTo>
                    <a:pt x="3528222" y="6359"/>
                  </a:lnTo>
                  <a:lnTo>
                    <a:pt x="3529631" y="6359"/>
                  </a:lnTo>
                  <a:lnTo>
                    <a:pt x="3531041" y="6359"/>
                  </a:lnTo>
                  <a:lnTo>
                    <a:pt x="3532451" y="6359"/>
                  </a:lnTo>
                  <a:lnTo>
                    <a:pt x="3533860" y="6359"/>
                  </a:lnTo>
                  <a:lnTo>
                    <a:pt x="3535270" y="6359"/>
                  </a:lnTo>
                  <a:lnTo>
                    <a:pt x="3536679" y="6359"/>
                  </a:lnTo>
                  <a:lnTo>
                    <a:pt x="3538089" y="6359"/>
                  </a:lnTo>
                  <a:lnTo>
                    <a:pt x="3539498" y="6359"/>
                  </a:lnTo>
                  <a:lnTo>
                    <a:pt x="3540908" y="6359"/>
                  </a:lnTo>
                  <a:lnTo>
                    <a:pt x="3542318" y="6359"/>
                  </a:lnTo>
                  <a:lnTo>
                    <a:pt x="3543727" y="6359"/>
                  </a:lnTo>
                  <a:lnTo>
                    <a:pt x="3545137" y="6359"/>
                  </a:lnTo>
                  <a:lnTo>
                    <a:pt x="3546546" y="6359"/>
                  </a:lnTo>
                  <a:lnTo>
                    <a:pt x="3547956" y="6359"/>
                  </a:lnTo>
                  <a:lnTo>
                    <a:pt x="3549366" y="6359"/>
                  </a:lnTo>
                  <a:lnTo>
                    <a:pt x="3550775" y="6359"/>
                  </a:lnTo>
                  <a:lnTo>
                    <a:pt x="3552185" y="6359"/>
                  </a:lnTo>
                  <a:lnTo>
                    <a:pt x="3553594" y="6359"/>
                  </a:lnTo>
                  <a:lnTo>
                    <a:pt x="3555004" y="6359"/>
                  </a:lnTo>
                  <a:lnTo>
                    <a:pt x="3556414" y="6359"/>
                  </a:lnTo>
                  <a:lnTo>
                    <a:pt x="3557823" y="6359"/>
                  </a:lnTo>
                  <a:lnTo>
                    <a:pt x="3559233" y="6359"/>
                  </a:lnTo>
                  <a:lnTo>
                    <a:pt x="3560642" y="6359"/>
                  </a:lnTo>
                  <a:lnTo>
                    <a:pt x="3562052" y="6359"/>
                  </a:lnTo>
                  <a:lnTo>
                    <a:pt x="3563462" y="6359"/>
                  </a:lnTo>
                  <a:lnTo>
                    <a:pt x="3564871" y="6359"/>
                  </a:lnTo>
                  <a:lnTo>
                    <a:pt x="3566281" y="6359"/>
                  </a:lnTo>
                  <a:lnTo>
                    <a:pt x="3567690" y="6359"/>
                  </a:lnTo>
                  <a:lnTo>
                    <a:pt x="3569100" y="6359"/>
                  </a:lnTo>
                  <a:lnTo>
                    <a:pt x="3570510" y="6359"/>
                  </a:lnTo>
                  <a:lnTo>
                    <a:pt x="3571919" y="6359"/>
                  </a:lnTo>
                  <a:lnTo>
                    <a:pt x="3573329" y="6359"/>
                  </a:lnTo>
                  <a:lnTo>
                    <a:pt x="3574738" y="6359"/>
                  </a:lnTo>
                  <a:lnTo>
                    <a:pt x="3576148" y="6359"/>
                  </a:lnTo>
                  <a:lnTo>
                    <a:pt x="3577558" y="6359"/>
                  </a:lnTo>
                  <a:lnTo>
                    <a:pt x="3578967" y="6359"/>
                  </a:lnTo>
                  <a:lnTo>
                    <a:pt x="3580377" y="6359"/>
                  </a:lnTo>
                  <a:lnTo>
                    <a:pt x="3581786" y="6359"/>
                  </a:lnTo>
                  <a:lnTo>
                    <a:pt x="3583196" y="6359"/>
                  </a:lnTo>
                  <a:lnTo>
                    <a:pt x="3584606" y="6359"/>
                  </a:lnTo>
                  <a:lnTo>
                    <a:pt x="3586015" y="6359"/>
                  </a:lnTo>
                  <a:lnTo>
                    <a:pt x="3587425" y="6359"/>
                  </a:lnTo>
                  <a:lnTo>
                    <a:pt x="3588834" y="6359"/>
                  </a:lnTo>
                  <a:lnTo>
                    <a:pt x="3590244" y="6359"/>
                  </a:lnTo>
                  <a:lnTo>
                    <a:pt x="3591654" y="6359"/>
                  </a:lnTo>
                  <a:lnTo>
                    <a:pt x="3593063" y="6359"/>
                  </a:lnTo>
                  <a:lnTo>
                    <a:pt x="3594473" y="6359"/>
                  </a:lnTo>
                  <a:lnTo>
                    <a:pt x="3595882" y="6359"/>
                  </a:lnTo>
                  <a:lnTo>
                    <a:pt x="3597292" y="6359"/>
                  </a:lnTo>
                  <a:lnTo>
                    <a:pt x="3598702" y="6359"/>
                  </a:lnTo>
                  <a:lnTo>
                    <a:pt x="3600111" y="6359"/>
                  </a:lnTo>
                  <a:lnTo>
                    <a:pt x="3601521" y="6359"/>
                  </a:lnTo>
                  <a:lnTo>
                    <a:pt x="3602930" y="6359"/>
                  </a:lnTo>
                  <a:lnTo>
                    <a:pt x="3604340" y="6359"/>
                  </a:lnTo>
                  <a:lnTo>
                    <a:pt x="3605750" y="6359"/>
                  </a:lnTo>
                  <a:lnTo>
                    <a:pt x="3607159" y="6359"/>
                  </a:lnTo>
                  <a:lnTo>
                    <a:pt x="3608569" y="6359"/>
                  </a:lnTo>
                  <a:lnTo>
                    <a:pt x="3609978" y="6359"/>
                  </a:lnTo>
                  <a:lnTo>
                    <a:pt x="3611388" y="6359"/>
                  </a:lnTo>
                  <a:lnTo>
                    <a:pt x="3612798" y="6359"/>
                  </a:lnTo>
                  <a:lnTo>
                    <a:pt x="3614207" y="6359"/>
                  </a:lnTo>
                  <a:lnTo>
                    <a:pt x="3615617" y="6359"/>
                  </a:lnTo>
                  <a:lnTo>
                    <a:pt x="3617026" y="6359"/>
                  </a:lnTo>
                  <a:lnTo>
                    <a:pt x="3618436" y="6359"/>
                  </a:lnTo>
                  <a:lnTo>
                    <a:pt x="3619846" y="6359"/>
                  </a:lnTo>
                  <a:lnTo>
                    <a:pt x="3621255" y="6359"/>
                  </a:lnTo>
                  <a:lnTo>
                    <a:pt x="3622665" y="6359"/>
                  </a:lnTo>
                  <a:lnTo>
                    <a:pt x="3624074" y="6359"/>
                  </a:lnTo>
                  <a:lnTo>
                    <a:pt x="3625484" y="6359"/>
                  </a:lnTo>
                  <a:lnTo>
                    <a:pt x="3626894" y="6359"/>
                  </a:lnTo>
                  <a:lnTo>
                    <a:pt x="3628303" y="6359"/>
                  </a:lnTo>
                  <a:lnTo>
                    <a:pt x="3629713" y="6359"/>
                  </a:lnTo>
                  <a:lnTo>
                    <a:pt x="3631122" y="6359"/>
                  </a:lnTo>
                  <a:lnTo>
                    <a:pt x="3632532" y="6359"/>
                  </a:lnTo>
                  <a:lnTo>
                    <a:pt x="3633942" y="6359"/>
                  </a:lnTo>
                  <a:lnTo>
                    <a:pt x="3635351" y="6359"/>
                  </a:lnTo>
                  <a:lnTo>
                    <a:pt x="3636761" y="6359"/>
                  </a:lnTo>
                  <a:lnTo>
                    <a:pt x="3638170" y="6359"/>
                  </a:lnTo>
                  <a:lnTo>
                    <a:pt x="3639580" y="6359"/>
                  </a:lnTo>
                  <a:lnTo>
                    <a:pt x="3640990" y="6359"/>
                  </a:lnTo>
                  <a:lnTo>
                    <a:pt x="3642399" y="6359"/>
                  </a:lnTo>
                  <a:lnTo>
                    <a:pt x="3643809" y="6359"/>
                  </a:lnTo>
                  <a:lnTo>
                    <a:pt x="3645218" y="6359"/>
                  </a:lnTo>
                  <a:lnTo>
                    <a:pt x="3646628" y="6359"/>
                  </a:lnTo>
                  <a:lnTo>
                    <a:pt x="3648037" y="6359"/>
                  </a:lnTo>
                  <a:lnTo>
                    <a:pt x="3649447" y="6359"/>
                  </a:lnTo>
                  <a:lnTo>
                    <a:pt x="3650857" y="6359"/>
                  </a:lnTo>
                  <a:lnTo>
                    <a:pt x="3652266" y="6359"/>
                  </a:lnTo>
                  <a:lnTo>
                    <a:pt x="3653676" y="6359"/>
                  </a:lnTo>
                  <a:lnTo>
                    <a:pt x="3655085" y="6359"/>
                  </a:lnTo>
                  <a:lnTo>
                    <a:pt x="3656495" y="6359"/>
                  </a:lnTo>
                  <a:lnTo>
                    <a:pt x="3657905" y="6359"/>
                  </a:lnTo>
                  <a:lnTo>
                    <a:pt x="3659314" y="6359"/>
                  </a:lnTo>
                  <a:lnTo>
                    <a:pt x="3660724" y="6359"/>
                  </a:lnTo>
                  <a:lnTo>
                    <a:pt x="3662133" y="6359"/>
                  </a:lnTo>
                  <a:lnTo>
                    <a:pt x="3663543" y="6359"/>
                  </a:lnTo>
                  <a:lnTo>
                    <a:pt x="3664953" y="6359"/>
                  </a:lnTo>
                  <a:lnTo>
                    <a:pt x="3666362" y="6359"/>
                  </a:lnTo>
                  <a:lnTo>
                    <a:pt x="3667772" y="6359"/>
                  </a:lnTo>
                  <a:lnTo>
                    <a:pt x="3669181" y="6359"/>
                  </a:lnTo>
                  <a:lnTo>
                    <a:pt x="3670591" y="6359"/>
                  </a:lnTo>
                  <a:lnTo>
                    <a:pt x="3672001" y="6359"/>
                  </a:lnTo>
                  <a:lnTo>
                    <a:pt x="3673410" y="6359"/>
                  </a:lnTo>
                  <a:lnTo>
                    <a:pt x="3674820" y="6359"/>
                  </a:lnTo>
                  <a:lnTo>
                    <a:pt x="3676229" y="6359"/>
                  </a:lnTo>
                  <a:lnTo>
                    <a:pt x="3677639" y="6359"/>
                  </a:lnTo>
                  <a:lnTo>
                    <a:pt x="3679049" y="6359"/>
                  </a:lnTo>
                  <a:lnTo>
                    <a:pt x="3680458" y="6359"/>
                  </a:lnTo>
                  <a:lnTo>
                    <a:pt x="3681868" y="6359"/>
                  </a:lnTo>
                  <a:lnTo>
                    <a:pt x="3683277" y="6359"/>
                  </a:lnTo>
                  <a:lnTo>
                    <a:pt x="3684687" y="6359"/>
                  </a:lnTo>
                  <a:lnTo>
                    <a:pt x="3686097" y="6359"/>
                  </a:lnTo>
                  <a:lnTo>
                    <a:pt x="3687506" y="6359"/>
                  </a:lnTo>
                  <a:lnTo>
                    <a:pt x="3688916" y="6359"/>
                  </a:lnTo>
                  <a:lnTo>
                    <a:pt x="3690325" y="6359"/>
                  </a:lnTo>
                  <a:lnTo>
                    <a:pt x="3691735" y="6359"/>
                  </a:lnTo>
                  <a:lnTo>
                    <a:pt x="3693145" y="6359"/>
                  </a:lnTo>
                  <a:lnTo>
                    <a:pt x="3694554" y="6359"/>
                  </a:lnTo>
                  <a:lnTo>
                    <a:pt x="3695964" y="6359"/>
                  </a:lnTo>
                  <a:lnTo>
                    <a:pt x="3697373" y="6359"/>
                  </a:lnTo>
                  <a:lnTo>
                    <a:pt x="3698783" y="6359"/>
                  </a:lnTo>
                  <a:lnTo>
                    <a:pt x="3700193" y="6359"/>
                  </a:lnTo>
                  <a:lnTo>
                    <a:pt x="3701602" y="6359"/>
                  </a:lnTo>
                  <a:lnTo>
                    <a:pt x="3703012" y="6359"/>
                  </a:lnTo>
                  <a:lnTo>
                    <a:pt x="3704421" y="6359"/>
                  </a:lnTo>
                  <a:lnTo>
                    <a:pt x="3705831" y="6359"/>
                  </a:lnTo>
                  <a:lnTo>
                    <a:pt x="3707241" y="6359"/>
                  </a:lnTo>
                  <a:lnTo>
                    <a:pt x="3708650" y="6359"/>
                  </a:lnTo>
                  <a:lnTo>
                    <a:pt x="3710060" y="6359"/>
                  </a:lnTo>
                  <a:lnTo>
                    <a:pt x="3711469" y="6359"/>
                  </a:lnTo>
                  <a:lnTo>
                    <a:pt x="3712879" y="6359"/>
                  </a:lnTo>
                  <a:lnTo>
                    <a:pt x="3714289" y="6359"/>
                  </a:lnTo>
                  <a:lnTo>
                    <a:pt x="3715698" y="6359"/>
                  </a:lnTo>
                  <a:lnTo>
                    <a:pt x="3717108" y="6359"/>
                  </a:lnTo>
                  <a:lnTo>
                    <a:pt x="3718517" y="6359"/>
                  </a:lnTo>
                  <a:lnTo>
                    <a:pt x="3719927" y="6359"/>
                  </a:lnTo>
                  <a:lnTo>
                    <a:pt x="3721337" y="6359"/>
                  </a:lnTo>
                  <a:lnTo>
                    <a:pt x="3722746" y="6359"/>
                  </a:lnTo>
                  <a:lnTo>
                    <a:pt x="3724156" y="6359"/>
                  </a:lnTo>
                  <a:lnTo>
                    <a:pt x="3725565" y="6359"/>
                  </a:lnTo>
                  <a:lnTo>
                    <a:pt x="3726975" y="6359"/>
                  </a:lnTo>
                  <a:lnTo>
                    <a:pt x="3728385" y="6359"/>
                  </a:lnTo>
                  <a:lnTo>
                    <a:pt x="3729794" y="6359"/>
                  </a:lnTo>
                  <a:lnTo>
                    <a:pt x="3731204" y="6359"/>
                  </a:lnTo>
                  <a:lnTo>
                    <a:pt x="3732613" y="6359"/>
                  </a:lnTo>
                  <a:lnTo>
                    <a:pt x="3734023" y="6359"/>
                  </a:lnTo>
                  <a:lnTo>
                    <a:pt x="3735433" y="6359"/>
                  </a:lnTo>
                  <a:lnTo>
                    <a:pt x="3736842" y="6359"/>
                  </a:lnTo>
                  <a:lnTo>
                    <a:pt x="3738252" y="6359"/>
                  </a:lnTo>
                  <a:lnTo>
                    <a:pt x="3739661" y="6359"/>
                  </a:lnTo>
                  <a:lnTo>
                    <a:pt x="3741071" y="6359"/>
                  </a:lnTo>
                  <a:lnTo>
                    <a:pt x="3742481" y="6359"/>
                  </a:lnTo>
                  <a:lnTo>
                    <a:pt x="3743890" y="6359"/>
                  </a:lnTo>
                  <a:lnTo>
                    <a:pt x="3745300" y="6359"/>
                  </a:lnTo>
                  <a:lnTo>
                    <a:pt x="3746709" y="6359"/>
                  </a:lnTo>
                  <a:lnTo>
                    <a:pt x="3748119" y="6359"/>
                  </a:lnTo>
                  <a:lnTo>
                    <a:pt x="3749528" y="6359"/>
                  </a:lnTo>
                  <a:lnTo>
                    <a:pt x="3750938" y="6359"/>
                  </a:lnTo>
                  <a:lnTo>
                    <a:pt x="3752348" y="6359"/>
                  </a:lnTo>
                  <a:lnTo>
                    <a:pt x="3753757" y="6359"/>
                  </a:lnTo>
                  <a:lnTo>
                    <a:pt x="3755167" y="6359"/>
                  </a:lnTo>
                  <a:lnTo>
                    <a:pt x="3756576" y="6359"/>
                  </a:lnTo>
                  <a:lnTo>
                    <a:pt x="3757986" y="6359"/>
                  </a:lnTo>
                  <a:lnTo>
                    <a:pt x="3759396" y="6359"/>
                  </a:lnTo>
                  <a:lnTo>
                    <a:pt x="3760805" y="6359"/>
                  </a:lnTo>
                  <a:lnTo>
                    <a:pt x="3762215" y="6359"/>
                  </a:lnTo>
                  <a:lnTo>
                    <a:pt x="3763624" y="6359"/>
                  </a:lnTo>
                  <a:lnTo>
                    <a:pt x="3765034" y="6359"/>
                  </a:lnTo>
                  <a:lnTo>
                    <a:pt x="3766444" y="6359"/>
                  </a:lnTo>
                  <a:lnTo>
                    <a:pt x="3767853" y="6359"/>
                  </a:lnTo>
                  <a:lnTo>
                    <a:pt x="3769263" y="6359"/>
                  </a:lnTo>
                  <a:lnTo>
                    <a:pt x="3770672" y="6359"/>
                  </a:lnTo>
                  <a:lnTo>
                    <a:pt x="3772082" y="6359"/>
                  </a:lnTo>
                  <a:lnTo>
                    <a:pt x="3773492" y="6359"/>
                  </a:lnTo>
                  <a:lnTo>
                    <a:pt x="3774901" y="6359"/>
                  </a:lnTo>
                  <a:lnTo>
                    <a:pt x="3776311" y="6359"/>
                  </a:lnTo>
                  <a:lnTo>
                    <a:pt x="3777720" y="6359"/>
                  </a:lnTo>
                  <a:lnTo>
                    <a:pt x="3779130" y="6359"/>
                  </a:lnTo>
                  <a:lnTo>
                    <a:pt x="3779130" y="5087"/>
                  </a:lnTo>
                  <a:lnTo>
                    <a:pt x="3780540" y="5087"/>
                  </a:lnTo>
                  <a:lnTo>
                    <a:pt x="3781949" y="5087"/>
                  </a:lnTo>
                  <a:lnTo>
                    <a:pt x="3783359" y="5087"/>
                  </a:lnTo>
                  <a:lnTo>
                    <a:pt x="3784768" y="5087"/>
                  </a:lnTo>
                  <a:lnTo>
                    <a:pt x="3786178" y="5087"/>
                  </a:lnTo>
                  <a:lnTo>
                    <a:pt x="3787588" y="5087"/>
                  </a:lnTo>
                  <a:lnTo>
                    <a:pt x="3788997" y="5087"/>
                  </a:lnTo>
                  <a:lnTo>
                    <a:pt x="3790407" y="5087"/>
                  </a:lnTo>
                  <a:lnTo>
                    <a:pt x="3791816" y="5087"/>
                  </a:lnTo>
                  <a:lnTo>
                    <a:pt x="3793226" y="5087"/>
                  </a:lnTo>
                  <a:lnTo>
                    <a:pt x="3794636" y="5087"/>
                  </a:lnTo>
                  <a:lnTo>
                    <a:pt x="3796045" y="5087"/>
                  </a:lnTo>
                  <a:lnTo>
                    <a:pt x="3797455" y="5087"/>
                  </a:lnTo>
                  <a:lnTo>
                    <a:pt x="3798864" y="5087"/>
                  </a:lnTo>
                  <a:lnTo>
                    <a:pt x="3800274" y="5087"/>
                  </a:lnTo>
                  <a:lnTo>
                    <a:pt x="3801684" y="5087"/>
                  </a:lnTo>
                  <a:lnTo>
                    <a:pt x="3803093" y="5087"/>
                  </a:lnTo>
                  <a:lnTo>
                    <a:pt x="3804503" y="5087"/>
                  </a:lnTo>
                  <a:lnTo>
                    <a:pt x="3805912" y="5087"/>
                  </a:lnTo>
                  <a:lnTo>
                    <a:pt x="3807322" y="5087"/>
                  </a:lnTo>
                  <a:lnTo>
                    <a:pt x="3808732" y="5087"/>
                  </a:lnTo>
                  <a:lnTo>
                    <a:pt x="3810141" y="5087"/>
                  </a:lnTo>
                  <a:lnTo>
                    <a:pt x="3811551" y="5087"/>
                  </a:lnTo>
                  <a:lnTo>
                    <a:pt x="3812960" y="5087"/>
                  </a:lnTo>
                  <a:lnTo>
                    <a:pt x="3814370" y="5087"/>
                  </a:lnTo>
                  <a:lnTo>
                    <a:pt x="3815780" y="5087"/>
                  </a:lnTo>
                  <a:lnTo>
                    <a:pt x="3817189" y="5087"/>
                  </a:lnTo>
                  <a:lnTo>
                    <a:pt x="3818599" y="5087"/>
                  </a:lnTo>
                  <a:lnTo>
                    <a:pt x="3820008" y="5087"/>
                  </a:lnTo>
                  <a:lnTo>
                    <a:pt x="3821418" y="5087"/>
                  </a:lnTo>
                  <a:lnTo>
                    <a:pt x="3822828" y="5087"/>
                  </a:lnTo>
                  <a:lnTo>
                    <a:pt x="3824237" y="5087"/>
                  </a:lnTo>
                  <a:lnTo>
                    <a:pt x="3825647" y="5087"/>
                  </a:lnTo>
                  <a:lnTo>
                    <a:pt x="3827056" y="5087"/>
                  </a:lnTo>
                  <a:lnTo>
                    <a:pt x="3828466" y="5087"/>
                  </a:lnTo>
                  <a:lnTo>
                    <a:pt x="3829876" y="5087"/>
                  </a:lnTo>
                  <a:lnTo>
                    <a:pt x="3831285" y="5087"/>
                  </a:lnTo>
                  <a:lnTo>
                    <a:pt x="3832695" y="5087"/>
                  </a:lnTo>
                  <a:lnTo>
                    <a:pt x="3834104" y="5087"/>
                  </a:lnTo>
                  <a:lnTo>
                    <a:pt x="3835514" y="5087"/>
                  </a:lnTo>
                  <a:lnTo>
                    <a:pt x="3836924" y="5087"/>
                  </a:lnTo>
                  <a:lnTo>
                    <a:pt x="3838333" y="5087"/>
                  </a:lnTo>
                  <a:lnTo>
                    <a:pt x="3839743" y="5087"/>
                  </a:lnTo>
                  <a:lnTo>
                    <a:pt x="3841152" y="5087"/>
                  </a:lnTo>
                  <a:lnTo>
                    <a:pt x="3842562" y="5087"/>
                  </a:lnTo>
                  <a:lnTo>
                    <a:pt x="3843972" y="5087"/>
                  </a:lnTo>
                  <a:lnTo>
                    <a:pt x="3845381" y="5087"/>
                  </a:lnTo>
                  <a:lnTo>
                    <a:pt x="3846791" y="5087"/>
                  </a:lnTo>
                  <a:lnTo>
                    <a:pt x="3848200" y="5087"/>
                  </a:lnTo>
                  <a:lnTo>
                    <a:pt x="3849610" y="5087"/>
                  </a:lnTo>
                  <a:lnTo>
                    <a:pt x="3851020" y="5087"/>
                  </a:lnTo>
                  <a:lnTo>
                    <a:pt x="3852429" y="5087"/>
                  </a:lnTo>
                  <a:lnTo>
                    <a:pt x="3853839" y="5087"/>
                  </a:lnTo>
                  <a:lnTo>
                    <a:pt x="3855248" y="5087"/>
                  </a:lnTo>
                  <a:lnTo>
                    <a:pt x="3856658" y="5087"/>
                  </a:lnTo>
                  <a:lnTo>
                    <a:pt x="3858067" y="5087"/>
                  </a:lnTo>
                  <a:lnTo>
                    <a:pt x="3859477" y="5087"/>
                  </a:lnTo>
                  <a:lnTo>
                    <a:pt x="3860887" y="5087"/>
                  </a:lnTo>
                  <a:lnTo>
                    <a:pt x="3862296" y="5087"/>
                  </a:lnTo>
                  <a:lnTo>
                    <a:pt x="3863706" y="5087"/>
                  </a:lnTo>
                  <a:lnTo>
                    <a:pt x="3865115" y="5087"/>
                  </a:lnTo>
                  <a:lnTo>
                    <a:pt x="3866525" y="5087"/>
                  </a:lnTo>
                  <a:lnTo>
                    <a:pt x="3867935" y="5087"/>
                  </a:lnTo>
                  <a:lnTo>
                    <a:pt x="3869344" y="5087"/>
                  </a:lnTo>
                  <a:lnTo>
                    <a:pt x="3870754" y="5087"/>
                  </a:lnTo>
                  <a:lnTo>
                    <a:pt x="3872163" y="5087"/>
                  </a:lnTo>
                  <a:lnTo>
                    <a:pt x="3873573" y="5087"/>
                  </a:lnTo>
                  <a:lnTo>
                    <a:pt x="3874983" y="5087"/>
                  </a:lnTo>
                  <a:lnTo>
                    <a:pt x="3876392" y="5087"/>
                  </a:lnTo>
                  <a:lnTo>
                    <a:pt x="3877802" y="5087"/>
                  </a:lnTo>
                  <a:lnTo>
                    <a:pt x="3879211" y="5087"/>
                  </a:lnTo>
                  <a:lnTo>
                    <a:pt x="3880621" y="5087"/>
                  </a:lnTo>
                  <a:lnTo>
                    <a:pt x="3882031" y="5087"/>
                  </a:lnTo>
                  <a:lnTo>
                    <a:pt x="3883440" y="5087"/>
                  </a:lnTo>
                  <a:lnTo>
                    <a:pt x="3884850" y="5087"/>
                  </a:lnTo>
                  <a:lnTo>
                    <a:pt x="3886259" y="5087"/>
                  </a:lnTo>
                  <a:lnTo>
                    <a:pt x="3887669" y="5087"/>
                  </a:lnTo>
                  <a:lnTo>
                    <a:pt x="3889079" y="5087"/>
                  </a:lnTo>
                  <a:lnTo>
                    <a:pt x="3890488" y="5087"/>
                  </a:lnTo>
                  <a:lnTo>
                    <a:pt x="3891898" y="5087"/>
                  </a:lnTo>
                  <a:lnTo>
                    <a:pt x="3893307" y="5087"/>
                  </a:lnTo>
                  <a:lnTo>
                    <a:pt x="3894717" y="5087"/>
                  </a:lnTo>
                  <a:lnTo>
                    <a:pt x="3896127" y="5087"/>
                  </a:lnTo>
                  <a:lnTo>
                    <a:pt x="3897536" y="5087"/>
                  </a:lnTo>
                  <a:lnTo>
                    <a:pt x="3898946" y="5087"/>
                  </a:lnTo>
                  <a:lnTo>
                    <a:pt x="3900355" y="5087"/>
                  </a:lnTo>
                  <a:lnTo>
                    <a:pt x="3901765" y="5087"/>
                  </a:lnTo>
                  <a:lnTo>
                    <a:pt x="3903175" y="5087"/>
                  </a:lnTo>
                  <a:lnTo>
                    <a:pt x="3904584" y="5087"/>
                  </a:lnTo>
                  <a:lnTo>
                    <a:pt x="3905994" y="5087"/>
                  </a:lnTo>
                  <a:lnTo>
                    <a:pt x="3907403" y="5087"/>
                  </a:lnTo>
                  <a:lnTo>
                    <a:pt x="3908813" y="5087"/>
                  </a:lnTo>
                  <a:lnTo>
                    <a:pt x="3910223" y="5087"/>
                  </a:lnTo>
                  <a:lnTo>
                    <a:pt x="3911632" y="5087"/>
                  </a:lnTo>
                  <a:lnTo>
                    <a:pt x="3913042" y="5087"/>
                  </a:lnTo>
                  <a:lnTo>
                    <a:pt x="3914451" y="5087"/>
                  </a:lnTo>
                  <a:lnTo>
                    <a:pt x="3915861" y="5087"/>
                  </a:lnTo>
                  <a:lnTo>
                    <a:pt x="3917271" y="5087"/>
                  </a:lnTo>
                  <a:lnTo>
                    <a:pt x="3918680" y="5087"/>
                  </a:lnTo>
                  <a:lnTo>
                    <a:pt x="3920090" y="5087"/>
                  </a:lnTo>
                  <a:lnTo>
                    <a:pt x="3921499" y="5087"/>
                  </a:lnTo>
                  <a:lnTo>
                    <a:pt x="3922909" y="5087"/>
                  </a:lnTo>
                  <a:lnTo>
                    <a:pt x="3924319" y="5087"/>
                  </a:lnTo>
                  <a:lnTo>
                    <a:pt x="3925728" y="5087"/>
                  </a:lnTo>
                  <a:lnTo>
                    <a:pt x="3927138" y="5087"/>
                  </a:lnTo>
                  <a:lnTo>
                    <a:pt x="3928547" y="5087"/>
                  </a:lnTo>
                  <a:lnTo>
                    <a:pt x="3929957" y="5087"/>
                  </a:lnTo>
                  <a:lnTo>
                    <a:pt x="3931367" y="5087"/>
                  </a:lnTo>
                  <a:lnTo>
                    <a:pt x="3932776" y="5087"/>
                  </a:lnTo>
                  <a:lnTo>
                    <a:pt x="3934186" y="5087"/>
                  </a:lnTo>
                  <a:lnTo>
                    <a:pt x="3935595" y="5087"/>
                  </a:lnTo>
                  <a:lnTo>
                    <a:pt x="3937005" y="5087"/>
                  </a:lnTo>
                  <a:lnTo>
                    <a:pt x="3938415" y="5087"/>
                  </a:lnTo>
                  <a:lnTo>
                    <a:pt x="3939824" y="5087"/>
                  </a:lnTo>
                  <a:lnTo>
                    <a:pt x="3941234" y="5087"/>
                  </a:lnTo>
                  <a:lnTo>
                    <a:pt x="3942643" y="5087"/>
                  </a:lnTo>
                  <a:lnTo>
                    <a:pt x="3944053" y="5087"/>
                  </a:lnTo>
                  <a:lnTo>
                    <a:pt x="3945463" y="5087"/>
                  </a:lnTo>
                  <a:lnTo>
                    <a:pt x="3946872" y="5087"/>
                  </a:lnTo>
                  <a:lnTo>
                    <a:pt x="3948282" y="5087"/>
                  </a:lnTo>
                  <a:lnTo>
                    <a:pt x="3949691" y="5087"/>
                  </a:lnTo>
                  <a:lnTo>
                    <a:pt x="3951101" y="5087"/>
                  </a:lnTo>
                  <a:lnTo>
                    <a:pt x="3952511" y="5087"/>
                  </a:lnTo>
                  <a:lnTo>
                    <a:pt x="3953920" y="5087"/>
                  </a:lnTo>
                  <a:lnTo>
                    <a:pt x="3955330" y="5087"/>
                  </a:lnTo>
                  <a:lnTo>
                    <a:pt x="3956739" y="5087"/>
                  </a:lnTo>
                  <a:lnTo>
                    <a:pt x="3958149" y="5087"/>
                  </a:lnTo>
                  <a:lnTo>
                    <a:pt x="3959559" y="5087"/>
                  </a:lnTo>
                  <a:lnTo>
                    <a:pt x="3960968" y="5087"/>
                  </a:lnTo>
                  <a:lnTo>
                    <a:pt x="3962378" y="5087"/>
                  </a:lnTo>
                  <a:lnTo>
                    <a:pt x="3963787" y="5087"/>
                  </a:lnTo>
                  <a:lnTo>
                    <a:pt x="3965197" y="5087"/>
                  </a:lnTo>
                  <a:lnTo>
                    <a:pt x="3966606" y="5087"/>
                  </a:lnTo>
                  <a:lnTo>
                    <a:pt x="3968016" y="5087"/>
                  </a:lnTo>
                  <a:lnTo>
                    <a:pt x="3969426" y="5087"/>
                  </a:lnTo>
                  <a:lnTo>
                    <a:pt x="3970835" y="5087"/>
                  </a:lnTo>
                  <a:lnTo>
                    <a:pt x="3972245" y="5087"/>
                  </a:lnTo>
                  <a:lnTo>
                    <a:pt x="3973654" y="5087"/>
                  </a:lnTo>
                  <a:lnTo>
                    <a:pt x="3975064" y="5087"/>
                  </a:lnTo>
                  <a:lnTo>
                    <a:pt x="3976474" y="5087"/>
                  </a:lnTo>
                  <a:lnTo>
                    <a:pt x="3977883" y="5087"/>
                  </a:lnTo>
                  <a:lnTo>
                    <a:pt x="3979293" y="5087"/>
                  </a:lnTo>
                  <a:lnTo>
                    <a:pt x="3980702" y="5087"/>
                  </a:lnTo>
                  <a:lnTo>
                    <a:pt x="3982112" y="5087"/>
                  </a:lnTo>
                  <a:lnTo>
                    <a:pt x="3983522" y="5087"/>
                  </a:lnTo>
                  <a:lnTo>
                    <a:pt x="3984931" y="5087"/>
                  </a:lnTo>
                  <a:lnTo>
                    <a:pt x="3986341" y="5087"/>
                  </a:lnTo>
                  <a:lnTo>
                    <a:pt x="3987750" y="5087"/>
                  </a:lnTo>
                  <a:lnTo>
                    <a:pt x="3989160" y="5087"/>
                  </a:lnTo>
                  <a:lnTo>
                    <a:pt x="3990570" y="5087"/>
                  </a:lnTo>
                  <a:lnTo>
                    <a:pt x="3991979" y="5087"/>
                  </a:lnTo>
                  <a:lnTo>
                    <a:pt x="3993389" y="5087"/>
                  </a:lnTo>
                  <a:lnTo>
                    <a:pt x="3994798" y="5087"/>
                  </a:lnTo>
                  <a:lnTo>
                    <a:pt x="3996208" y="5087"/>
                  </a:lnTo>
                  <a:lnTo>
                    <a:pt x="3997618" y="5087"/>
                  </a:lnTo>
                  <a:lnTo>
                    <a:pt x="3999027" y="5087"/>
                  </a:lnTo>
                  <a:lnTo>
                    <a:pt x="4000437" y="5087"/>
                  </a:lnTo>
                  <a:lnTo>
                    <a:pt x="4001846" y="5087"/>
                  </a:lnTo>
                  <a:lnTo>
                    <a:pt x="4003256" y="5087"/>
                  </a:lnTo>
                  <a:lnTo>
                    <a:pt x="4004666" y="5087"/>
                  </a:lnTo>
                  <a:lnTo>
                    <a:pt x="4006075" y="5087"/>
                  </a:lnTo>
                  <a:lnTo>
                    <a:pt x="4007485" y="5087"/>
                  </a:lnTo>
                  <a:lnTo>
                    <a:pt x="4008894" y="5087"/>
                  </a:lnTo>
                  <a:lnTo>
                    <a:pt x="4010304" y="5087"/>
                  </a:lnTo>
                  <a:lnTo>
                    <a:pt x="4011714" y="5087"/>
                  </a:lnTo>
                  <a:lnTo>
                    <a:pt x="4013123" y="5087"/>
                  </a:lnTo>
                  <a:lnTo>
                    <a:pt x="4014533" y="5087"/>
                  </a:lnTo>
                  <a:lnTo>
                    <a:pt x="4014533" y="3815"/>
                  </a:lnTo>
                  <a:lnTo>
                    <a:pt x="4015942" y="3815"/>
                  </a:lnTo>
                  <a:lnTo>
                    <a:pt x="4017352" y="3815"/>
                  </a:lnTo>
                  <a:lnTo>
                    <a:pt x="4018762" y="3815"/>
                  </a:lnTo>
                  <a:lnTo>
                    <a:pt x="4020171" y="3815"/>
                  </a:lnTo>
                  <a:lnTo>
                    <a:pt x="4021581" y="3815"/>
                  </a:lnTo>
                  <a:lnTo>
                    <a:pt x="4022990" y="3815"/>
                  </a:lnTo>
                  <a:lnTo>
                    <a:pt x="4024400" y="3815"/>
                  </a:lnTo>
                  <a:lnTo>
                    <a:pt x="4025810" y="3815"/>
                  </a:lnTo>
                  <a:lnTo>
                    <a:pt x="4027219" y="3815"/>
                  </a:lnTo>
                  <a:lnTo>
                    <a:pt x="4028629" y="3815"/>
                  </a:lnTo>
                  <a:lnTo>
                    <a:pt x="4030038" y="3815"/>
                  </a:lnTo>
                  <a:lnTo>
                    <a:pt x="4031448" y="3815"/>
                  </a:lnTo>
                  <a:lnTo>
                    <a:pt x="4032858" y="3815"/>
                  </a:lnTo>
                  <a:lnTo>
                    <a:pt x="4034267" y="3815"/>
                  </a:lnTo>
                  <a:lnTo>
                    <a:pt x="4035677" y="3815"/>
                  </a:lnTo>
                  <a:lnTo>
                    <a:pt x="4037086" y="3815"/>
                  </a:lnTo>
                  <a:lnTo>
                    <a:pt x="4038496" y="3815"/>
                  </a:lnTo>
                  <a:lnTo>
                    <a:pt x="4039906" y="3815"/>
                  </a:lnTo>
                  <a:lnTo>
                    <a:pt x="4041315" y="3815"/>
                  </a:lnTo>
                  <a:lnTo>
                    <a:pt x="4042725" y="3815"/>
                  </a:lnTo>
                  <a:lnTo>
                    <a:pt x="4044134" y="3815"/>
                  </a:lnTo>
                  <a:lnTo>
                    <a:pt x="4045544" y="3815"/>
                  </a:lnTo>
                  <a:lnTo>
                    <a:pt x="4046954" y="3815"/>
                  </a:lnTo>
                  <a:lnTo>
                    <a:pt x="4048363" y="3815"/>
                  </a:lnTo>
                  <a:lnTo>
                    <a:pt x="4049773" y="3815"/>
                  </a:lnTo>
                  <a:lnTo>
                    <a:pt x="4051182" y="3815"/>
                  </a:lnTo>
                  <a:lnTo>
                    <a:pt x="4052592" y="3815"/>
                  </a:lnTo>
                  <a:lnTo>
                    <a:pt x="4054002" y="3815"/>
                  </a:lnTo>
                  <a:lnTo>
                    <a:pt x="4055411" y="3815"/>
                  </a:lnTo>
                  <a:lnTo>
                    <a:pt x="4056821" y="3815"/>
                  </a:lnTo>
                  <a:lnTo>
                    <a:pt x="4058230" y="3815"/>
                  </a:lnTo>
                  <a:lnTo>
                    <a:pt x="4059640" y="3815"/>
                  </a:lnTo>
                  <a:lnTo>
                    <a:pt x="4061050" y="3815"/>
                  </a:lnTo>
                  <a:lnTo>
                    <a:pt x="4062459" y="3815"/>
                  </a:lnTo>
                  <a:lnTo>
                    <a:pt x="4063869" y="3815"/>
                  </a:lnTo>
                  <a:lnTo>
                    <a:pt x="4065278" y="3815"/>
                  </a:lnTo>
                  <a:lnTo>
                    <a:pt x="4066688" y="3815"/>
                  </a:lnTo>
                  <a:lnTo>
                    <a:pt x="4068098" y="3815"/>
                  </a:lnTo>
                  <a:lnTo>
                    <a:pt x="4069507" y="3815"/>
                  </a:lnTo>
                  <a:lnTo>
                    <a:pt x="4070917" y="3815"/>
                  </a:lnTo>
                  <a:lnTo>
                    <a:pt x="4072326" y="3815"/>
                  </a:lnTo>
                  <a:lnTo>
                    <a:pt x="4073736" y="3815"/>
                  </a:lnTo>
                  <a:lnTo>
                    <a:pt x="4075145" y="3815"/>
                  </a:lnTo>
                  <a:lnTo>
                    <a:pt x="4076555" y="3815"/>
                  </a:lnTo>
                  <a:lnTo>
                    <a:pt x="4077965" y="3815"/>
                  </a:lnTo>
                  <a:lnTo>
                    <a:pt x="4079374" y="3815"/>
                  </a:lnTo>
                  <a:lnTo>
                    <a:pt x="4080784" y="3815"/>
                  </a:lnTo>
                  <a:lnTo>
                    <a:pt x="4082193" y="3815"/>
                  </a:lnTo>
                  <a:lnTo>
                    <a:pt x="4083603" y="3815"/>
                  </a:lnTo>
                  <a:lnTo>
                    <a:pt x="4085013" y="3815"/>
                  </a:lnTo>
                  <a:lnTo>
                    <a:pt x="4086422" y="3815"/>
                  </a:lnTo>
                  <a:lnTo>
                    <a:pt x="4087832" y="3815"/>
                  </a:lnTo>
                  <a:lnTo>
                    <a:pt x="4089241" y="3815"/>
                  </a:lnTo>
                  <a:lnTo>
                    <a:pt x="4090651" y="3815"/>
                  </a:lnTo>
                  <a:lnTo>
                    <a:pt x="4092061" y="3815"/>
                  </a:lnTo>
                  <a:lnTo>
                    <a:pt x="4093470" y="3815"/>
                  </a:lnTo>
                  <a:lnTo>
                    <a:pt x="4094880" y="3815"/>
                  </a:lnTo>
                  <a:lnTo>
                    <a:pt x="4096289" y="3815"/>
                  </a:lnTo>
                  <a:lnTo>
                    <a:pt x="4097699" y="3815"/>
                  </a:lnTo>
                  <a:lnTo>
                    <a:pt x="4099109" y="3815"/>
                  </a:lnTo>
                  <a:lnTo>
                    <a:pt x="4100518" y="3815"/>
                  </a:lnTo>
                  <a:lnTo>
                    <a:pt x="4101928" y="3815"/>
                  </a:lnTo>
                  <a:lnTo>
                    <a:pt x="4103337" y="3815"/>
                  </a:lnTo>
                  <a:lnTo>
                    <a:pt x="4104747" y="3815"/>
                  </a:lnTo>
                  <a:lnTo>
                    <a:pt x="4106157" y="3815"/>
                  </a:lnTo>
                  <a:lnTo>
                    <a:pt x="4107566" y="3815"/>
                  </a:lnTo>
                  <a:lnTo>
                    <a:pt x="4108976" y="3815"/>
                  </a:lnTo>
                  <a:lnTo>
                    <a:pt x="4110385" y="3815"/>
                  </a:lnTo>
                  <a:lnTo>
                    <a:pt x="4111795" y="3815"/>
                  </a:lnTo>
                  <a:lnTo>
                    <a:pt x="4113205" y="3815"/>
                  </a:lnTo>
                  <a:lnTo>
                    <a:pt x="4114614" y="3815"/>
                  </a:lnTo>
                  <a:lnTo>
                    <a:pt x="4116024" y="3815"/>
                  </a:lnTo>
                  <a:lnTo>
                    <a:pt x="4117433" y="3815"/>
                  </a:lnTo>
                  <a:lnTo>
                    <a:pt x="4118843" y="3815"/>
                  </a:lnTo>
                  <a:lnTo>
                    <a:pt x="4120253" y="3815"/>
                  </a:lnTo>
                  <a:lnTo>
                    <a:pt x="4121662" y="3815"/>
                  </a:lnTo>
                  <a:lnTo>
                    <a:pt x="4123072" y="3815"/>
                  </a:lnTo>
                  <a:lnTo>
                    <a:pt x="4124481" y="3815"/>
                  </a:lnTo>
                  <a:lnTo>
                    <a:pt x="4125891" y="3815"/>
                  </a:lnTo>
                  <a:lnTo>
                    <a:pt x="4127301" y="3815"/>
                  </a:lnTo>
                  <a:lnTo>
                    <a:pt x="4128710" y="3815"/>
                  </a:lnTo>
                  <a:lnTo>
                    <a:pt x="4130120" y="3815"/>
                  </a:lnTo>
                  <a:lnTo>
                    <a:pt x="4131529" y="3815"/>
                  </a:lnTo>
                  <a:lnTo>
                    <a:pt x="4132939" y="3815"/>
                  </a:lnTo>
                  <a:lnTo>
                    <a:pt x="4134349" y="3815"/>
                  </a:lnTo>
                  <a:lnTo>
                    <a:pt x="4135758" y="3815"/>
                  </a:lnTo>
                  <a:lnTo>
                    <a:pt x="4137168" y="3815"/>
                  </a:lnTo>
                  <a:lnTo>
                    <a:pt x="4138577" y="3815"/>
                  </a:lnTo>
                  <a:lnTo>
                    <a:pt x="4139987" y="3815"/>
                  </a:lnTo>
                  <a:lnTo>
                    <a:pt x="4141397" y="3815"/>
                  </a:lnTo>
                  <a:lnTo>
                    <a:pt x="4142806" y="3815"/>
                  </a:lnTo>
                  <a:lnTo>
                    <a:pt x="4144216" y="3815"/>
                  </a:lnTo>
                  <a:lnTo>
                    <a:pt x="4145625" y="3815"/>
                  </a:lnTo>
                  <a:lnTo>
                    <a:pt x="4147035" y="3815"/>
                  </a:lnTo>
                  <a:lnTo>
                    <a:pt x="4148445" y="3815"/>
                  </a:lnTo>
                  <a:lnTo>
                    <a:pt x="4149854" y="3815"/>
                  </a:lnTo>
                  <a:lnTo>
                    <a:pt x="4151264" y="3815"/>
                  </a:lnTo>
                  <a:lnTo>
                    <a:pt x="4152673" y="3815"/>
                  </a:lnTo>
                  <a:lnTo>
                    <a:pt x="4154083" y="3815"/>
                  </a:lnTo>
                  <a:lnTo>
                    <a:pt x="4155493" y="3815"/>
                  </a:lnTo>
                  <a:lnTo>
                    <a:pt x="4156902" y="3815"/>
                  </a:lnTo>
                  <a:lnTo>
                    <a:pt x="4158312" y="3815"/>
                  </a:lnTo>
                  <a:lnTo>
                    <a:pt x="4159721" y="3815"/>
                  </a:lnTo>
                  <a:lnTo>
                    <a:pt x="4161131" y="3815"/>
                  </a:lnTo>
                  <a:lnTo>
                    <a:pt x="4162541" y="3815"/>
                  </a:lnTo>
                  <a:lnTo>
                    <a:pt x="4163950" y="3815"/>
                  </a:lnTo>
                  <a:lnTo>
                    <a:pt x="4165360" y="3815"/>
                  </a:lnTo>
                  <a:lnTo>
                    <a:pt x="4166769" y="3815"/>
                  </a:lnTo>
                  <a:lnTo>
                    <a:pt x="4168179" y="3815"/>
                  </a:lnTo>
                  <a:lnTo>
                    <a:pt x="4169589" y="3815"/>
                  </a:lnTo>
                  <a:lnTo>
                    <a:pt x="4170998" y="3815"/>
                  </a:lnTo>
                  <a:lnTo>
                    <a:pt x="4172408" y="3815"/>
                  </a:lnTo>
                  <a:lnTo>
                    <a:pt x="4173817" y="3815"/>
                  </a:lnTo>
                  <a:lnTo>
                    <a:pt x="4175227" y="3815"/>
                  </a:lnTo>
                  <a:lnTo>
                    <a:pt x="4176637" y="3815"/>
                  </a:lnTo>
                  <a:lnTo>
                    <a:pt x="4178046" y="3815"/>
                  </a:lnTo>
                  <a:lnTo>
                    <a:pt x="4179456" y="3815"/>
                  </a:lnTo>
                  <a:lnTo>
                    <a:pt x="4180865" y="3815"/>
                  </a:lnTo>
                  <a:lnTo>
                    <a:pt x="4182275" y="3815"/>
                  </a:lnTo>
                  <a:lnTo>
                    <a:pt x="4183684" y="3815"/>
                  </a:lnTo>
                  <a:lnTo>
                    <a:pt x="4185094" y="3815"/>
                  </a:lnTo>
                  <a:lnTo>
                    <a:pt x="4186504" y="3815"/>
                  </a:lnTo>
                  <a:lnTo>
                    <a:pt x="4187913" y="3815"/>
                  </a:lnTo>
                  <a:lnTo>
                    <a:pt x="4189323" y="3815"/>
                  </a:lnTo>
                  <a:lnTo>
                    <a:pt x="4190732" y="3815"/>
                  </a:lnTo>
                  <a:lnTo>
                    <a:pt x="4192142" y="3815"/>
                  </a:lnTo>
                  <a:lnTo>
                    <a:pt x="4193552" y="3815"/>
                  </a:lnTo>
                  <a:lnTo>
                    <a:pt x="4194961" y="3815"/>
                  </a:lnTo>
                  <a:lnTo>
                    <a:pt x="4196371" y="3815"/>
                  </a:lnTo>
                  <a:lnTo>
                    <a:pt x="4197780" y="3815"/>
                  </a:lnTo>
                  <a:lnTo>
                    <a:pt x="4199190" y="3815"/>
                  </a:lnTo>
                  <a:lnTo>
                    <a:pt x="4200600" y="3815"/>
                  </a:lnTo>
                  <a:lnTo>
                    <a:pt x="4202009" y="3815"/>
                  </a:lnTo>
                  <a:lnTo>
                    <a:pt x="4203419" y="3815"/>
                  </a:lnTo>
                  <a:lnTo>
                    <a:pt x="4204828" y="3815"/>
                  </a:lnTo>
                  <a:lnTo>
                    <a:pt x="4206238" y="3815"/>
                  </a:lnTo>
                  <a:lnTo>
                    <a:pt x="4207648" y="3815"/>
                  </a:lnTo>
                  <a:lnTo>
                    <a:pt x="4209057" y="3815"/>
                  </a:lnTo>
                  <a:lnTo>
                    <a:pt x="4210467" y="3815"/>
                  </a:lnTo>
                  <a:lnTo>
                    <a:pt x="4211876" y="3815"/>
                  </a:lnTo>
                  <a:lnTo>
                    <a:pt x="4213286" y="3815"/>
                  </a:lnTo>
                  <a:lnTo>
                    <a:pt x="4214696" y="3815"/>
                  </a:lnTo>
                  <a:lnTo>
                    <a:pt x="4216105" y="3815"/>
                  </a:lnTo>
                  <a:lnTo>
                    <a:pt x="4217515" y="3815"/>
                  </a:lnTo>
                  <a:lnTo>
                    <a:pt x="4218924" y="3815"/>
                  </a:lnTo>
                  <a:lnTo>
                    <a:pt x="4220334" y="3815"/>
                  </a:lnTo>
                  <a:lnTo>
                    <a:pt x="4221744" y="3815"/>
                  </a:lnTo>
                  <a:lnTo>
                    <a:pt x="4223153" y="3815"/>
                  </a:lnTo>
                  <a:lnTo>
                    <a:pt x="4224563" y="3815"/>
                  </a:lnTo>
                  <a:lnTo>
                    <a:pt x="4225972" y="3815"/>
                  </a:lnTo>
                  <a:lnTo>
                    <a:pt x="4225972" y="2543"/>
                  </a:lnTo>
                  <a:lnTo>
                    <a:pt x="4227382" y="2543"/>
                  </a:lnTo>
                  <a:lnTo>
                    <a:pt x="4228792" y="2543"/>
                  </a:lnTo>
                  <a:lnTo>
                    <a:pt x="4230201" y="2543"/>
                  </a:lnTo>
                  <a:lnTo>
                    <a:pt x="4231611" y="2543"/>
                  </a:lnTo>
                  <a:lnTo>
                    <a:pt x="4233020" y="2543"/>
                  </a:lnTo>
                  <a:lnTo>
                    <a:pt x="4234430" y="2543"/>
                  </a:lnTo>
                  <a:lnTo>
                    <a:pt x="4235840" y="2543"/>
                  </a:lnTo>
                  <a:lnTo>
                    <a:pt x="4237249" y="2543"/>
                  </a:lnTo>
                  <a:lnTo>
                    <a:pt x="4238659" y="2543"/>
                  </a:lnTo>
                  <a:lnTo>
                    <a:pt x="4240068" y="2543"/>
                  </a:lnTo>
                  <a:lnTo>
                    <a:pt x="4241478" y="2543"/>
                  </a:lnTo>
                  <a:lnTo>
                    <a:pt x="4242888" y="2543"/>
                  </a:lnTo>
                  <a:lnTo>
                    <a:pt x="4244297" y="2543"/>
                  </a:lnTo>
                  <a:lnTo>
                    <a:pt x="4245707" y="2543"/>
                  </a:lnTo>
                  <a:lnTo>
                    <a:pt x="4247116" y="2543"/>
                  </a:lnTo>
                  <a:lnTo>
                    <a:pt x="4248526" y="2543"/>
                  </a:lnTo>
                  <a:lnTo>
                    <a:pt x="4249936" y="2543"/>
                  </a:lnTo>
                  <a:lnTo>
                    <a:pt x="4251345" y="2543"/>
                  </a:lnTo>
                  <a:lnTo>
                    <a:pt x="4252755" y="2543"/>
                  </a:lnTo>
                  <a:lnTo>
                    <a:pt x="4254164" y="2543"/>
                  </a:lnTo>
                  <a:lnTo>
                    <a:pt x="4255574" y="2543"/>
                  </a:lnTo>
                  <a:lnTo>
                    <a:pt x="4256984" y="2543"/>
                  </a:lnTo>
                  <a:lnTo>
                    <a:pt x="4258393" y="2543"/>
                  </a:lnTo>
                  <a:lnTo>
                    <a:pt x="4259803" y="2543"/>
                  </a:lnTo>
                  <a:lnTo>
                    <a:pt x="4261212" y="2543"/>
                  </a:lnTo>
                  <a:lnTo>
                    <a:pt x="4262622" y="2543"/>
                  </a:lnTo>
                  <a:lnTo>
                    <a:pt x="4264032" y="2543"/>
                  </a:lnTo>
                  <a:lnTo>
                    <a:pt x="4265441" y="2543"/>
                  </a:lnTo>
                  <a:lnTo>
                    <a:pt x="4266851" y="2543"/>
                  </a:lnTo>
                  <a:lnTo>
                    <a:pt x="4268260" y="2543"/>
                  </a:lnTo>
                  <a:lnTo>
                    <a:pt x="4269670" y="2543"/>
                  </a:lnTo>
                  <a:lnTo>
                    <a:pt x="4271080" y="2543"/>
                  </a:lnTo>
                  <a:lnTo>
                    <a:pt x="4272489" y="2543"/>
                  </a:lnTo>
                  <a:lnTo>
                    <a:pt x="4273899" y="2543"/>
                  </a:lnTo>
                  <a:lnTo>
                    <a:pt x="4275308" y="2543"/>
                  </a:lnTo>
                  <a:lnTo>
                    <a:pt x="4276718" y="2543"/>
                  </a:lnTo>
                  <a:lnTo>
                    <a:pt x="4276718" y="1271"/>
                  </a:lnTo>
                  <a:lnTo>
                    <a:pt x="4278128" y="1271"/>
                  </a:lnTo>
                  <a:lnTo>
                    <a:pt x="4279537" y="1271"/>
                  </a:lnTo>
                  <a:lnTo>
                    <a:pt x="4280947" y="1271"/>
                  </a:lnTo>
                  <a:lnTo>
                    <a:pt x="4282356" y="1271"/>
                  </a:lnTo>
                  <a:lnTo>
                    <a:pt x="4283766" y="1271"/>
                  </a:lnTo>
                  <a:lnTo>
                    <a:pt x="4285175" y="1271"/>
                  </a:lnTo>
                  <a:lnTo>
                    <a:pt x="4286585" y="1271"/>
                  </a:lnTo>
                  <a:lnTo>
                    <a:pt x="4287995" y="1271"/>
                  </a:lnTo>
                  <a:lnTo>
                    <a:pt x="4289404" y="1271"/>
                  </a:lnTo>
                  <a:lnTo>
                    <a:pt x="4290814" y="1271"/>
                  </a:lnTo>
                  <a:lnTo>
                    <a:pt x="4292223" y="1271"/>
                  </a:lnTo>
                  <a:lnTo>
                    <a:pt x="4293633" y="1271"/>
                  </a:lnTo>
                  <a:lnTo>
                    <a:pt x="4295043" y="1271"/>
                  </a:lnTo>
                  <a:lnTo>
                    <a:pt x="4296452" y="1271"/>
                  </a:lnTo>
                  <a:lnTo>
                    <a:pt x="4297862" y="1271"/>
                  </a:lnTo>
                  <a:lnTo>
                    <a:pt x="4299271" y="1271"/>
                  </a:lnTo>
                  <a:lnTo>
                    <a:pt x="4300681" y="1271"/>
                  </a:lnTo>
                  <a:lnTo>
                    <a:pt x="4302091" y="1271"/>
                  </a:lnTo>
                  <a:lnTo>
                    <a:pt x="4303500" y="1271"/>
                  </a:lnTo>
                  <a:lnTo>
                    <a:pt x="4304910" y="1271"/>
                  </a:lnTo>
                  <a:lnTo>
                    <a:pt x="4306319" y="1271"/>
                  </a:lnTo>
                  <a:lnTo>
                    <a:pt x="4307729" y="1271"/>
                  </a:lnTo>
                  <a:lnTo>
                    <a:pt x="4309139" y="1271"/>
                  </a:lnTo>
                  <a:lnTo>
                    <a:pt x="4310548" y="1271"/>
                  </a:lnTo>
                  <a:lnTo>
                    <a:pt x="4311958" y="1271"/>
                  </a:lnTo>
                  <a:lnTo>
                    <a:pt x="4313367" y="1271"/>
                  </a:lnTo>
                  <a:lnTo>
                    <a:pt x="4314777" y="1271"/>
                  </a:lnTo>
                  <a:lnTo>
                    <a:pt x="4316187" y="1271"/>
                  </a:lnTo>
                  <a:lnTo>
                    <a:pt x="4317596" y="1271"/>
                  </a:lnTo>
                  <a:lnTo>
                    <a:pt x="4319006" y="1271"/>
                  </a:lnTo>
                  <a:lnTo>
                    <a:pt x="4320415" y="1271"/>
                  </a:lnTo>
                  <a:lnTo>
                    <a:pt x="4321825" y="1271"/>
                  </a:lnTo>
                  <a:lnTo>
                    <a:pt x="4323235" y="1271"/>
                  </a:lnTo>
                  <a:lnTo>
                    <a:pt x="4324644" y="1271"/>
                  </a:lnTo>
                  <a:lnTo>
                    <a:pt x="4324644" y="0"/>
                  </a:lnTo>
                  <a:lnTo>
                    <a:pt x="4326054" y="0"/>
                  </a:lnTo>
                  <a:lnTo>
                    <a:pt x="4327463" y="0"/>
                  </a:lnTo>
                  <a:lnTo>
                    <a:pt x="4328873" y="0"/>
                  </a:lnTo>
                  <a:lnTo>
                    <a:pt x="4330283" y="0"/>
                  </a:lnTo>
                  <a:lnTo>
                    <a:pt x="4331692" y="0"/>
                  </a:lnTo>
                  <a:lnTo>
                    <a:pt x="4333102" y="0"/>
                  </a:lnTo>
                  <a:lnTo>
                    <a:pt x="4334511" y="0"/>
                  </a:lnTo>
                  <a:lnTo>
                    <a:pt x="4335921" y="0"/>
                  </a:lnTo>
                  <a:lnTo>
                    <a:pt x="4337331" y="0"/>
                  </a:lnTo>
                  <a:lnTo>
                    <a:pt x="4338740" y="0"/>
                  </a:lnTo>
                  <a:lnTo>
                    <a:pt x="4340150" y="0"/>
                  </a:lnTo>
                  <a:lnTo>
                    <a:pt x="4341559" y="0"/>
                  </a:lnTo>
                  <a:lnTo>
                    <a:pt x="4342969" y="0"/>
                  </a:lnTo>
                  <a:lnTo>
                    <a:pt x="4344379" y="0"/>
                  </a:lnTo>
                  <a:lnTo>
                    <a:pt x="4345788" y="0"/>
                  </a:lnTo>
                  <a:lnTo>
                    <a:pt x="4347198" y="0"/>
                  </a:lnTo>
                  <a:lnTo>
                    <a:pt x="4348607" y="0"/>
                  </a:lnTo>
                  <a:lnTo>
                    <a:pt x="4350017" y="0"/>
                  </a:lnTo>
                  <a:lnTo>
                    <a:pt x="4351427" y="0"/>
                  </a:lnTo>
                  <a:lnTo>
                    <a:pt x="4352836" y="0"/>
                  </a:lnTo>
                  <a:lnTo>
                    <a:pt x="4354246" y="0"/>
                  </a:lnTo>
                  <a:lnTo>
                    <a:pt x="4355655" y="0"/>
                  </a:lnTo>
                  <a:lnTo>
                    <a:pt x="4357065" y="0"/>
                  </a:lnTo>
                  <a:lnTo>
                    <a:pt x="4358475" y="0"/>
                  </a:lnTo>
                  <a:lnTo>
                    <a:pt x="4359884" y="0"/>
                  </a:lnTo>
                  <a:lnTo>
                    <a:pt x="4361294" y="0"/>
                  </a:lnTo>
                  <a:lnTo>
                    <a:pt x="4362703" y="0"/>
                  </a:lnTo>
                  <a:lnTo>
                    <a:pt x="4364113" y="0"/>
                  </a:lnTo>
                  <a:lnTo>
                    <a:pt x="4365523" y="0"/>
                  </a:lnTo>
                  <a:lnTo>
                    <a:pt x="4366932" y="0"/>
                  </a:lnTo>
                  <a:lnTo>
                    <a:pt x="4368342" y="0"/>
                  </a:lnTo>
                  <a:lnTo>
                    <a:pt x="4369751" y="0"/>
                  </a:lnTo>
                  <a:lnTo>
                    <a:pt x="4371161" y="0"/>
                  </a:lnTo>
                  <a:lnTo>
                    <a:pt x="4372571" y="0"/>
                  </a:lnTo>
                  <a:lnTo>
                    <a:pt x="4373980" y="0"/>
                  </a:lnTo>
                  <a:lnTo>
                    <a:pt x="4375390" y="0"/>
                  </a:lnTo>
                  <a:lnTo>
                    <a:pt x="4376799" y="0"/>
                  </a:lnTo>
                  <a:lnTo>
                    <a:pt x="4378209" y="0"/>
                  </a:lnTo>
                  <a:lnTo>
                    <a:pt x="4379619" y="0"/>
                  </a:lnTo>
                  <a:lnTo>
                    <a:pt x="4381028" y="0"/>
                  </a:lnTo>
                  <a:lnTo>
                    <a:pt x="4382438" y="0"/>
                  </a:lnTo>
                  <a:lnTo>
                    <a:pt x="4383847" y="0"/>
                  </a:lnTo>
                  <a:lnTo>
                    <a:pt x="4385257" y="0"/>
                  </a:lnTo>
                  <a:lnTo>
                    <a:pt x="4386667" y="0"/>
                  </a:lnTo>
                  <a:lnTo>
                    <a:pt x="4388076" y="0"/>
                  </a:lnTo>
                  <a:lnTo>
                    <a:pt x="4389486" y="0"/>
                  </a:lnTo>
                  <a:lnTo>
                    <a:pt x="4390895" y="0"/>
                  </a:lnTo>
                  <a:lnTo>
                    <a:pt x="4392305" y="0"/>
                  </a:lnTo>
                  <a:lnTo>
                    <a:pt x="4393714" y="0"/>
                  </a:lnTo>
                  <a:lnTo>
                    <a:pt x="4395124" y="0"/>
                  </a:lnTo>
                  <a:lnTo>
                    <a:pt x="4396534" y="0"/>
                  </a:lnTo>
                  <a:lnTo>
                    <a:pt x="4397943" y="0"/>
                  </a:lnTo>
                  <a:lnTo>
                    <a:pt x="4399353" y="0"/>
                  </a:lnTo>
                  <a:lnTo>
                    <a:pt x="4400762" y="0"/>
                  </a:lnTo>
                  <a:lnTo>
                    <a:pt x="4402172" y="0"/>
                  </a:lnTo>
                  <a:lnTo>
                    <a:pt x="4403582" y="0"/>
                  </a:lnTo>
                  <a:lnTo>
                    <a:pt x="4404991" y="0"/>
                  </a:lnTo>
                  <a:lnTo>
                    <a:pt x="4406401" y="0"/>
                  </a:lnTo>
                  <a:lnTo>
                    <a:pt x="4407810" y="0"/>
                  </a:lnTo>
                  <a:lnTo>
                    <a:pt x="4409220" y="0"/>
                  </a:lnTo>
                  <a:lnTo>
                    <a:pt x="4410630" y="0"/>
                  </a:lnTo>
                  <a:lnTo>
                    <a:pt x="4412039" y="0"/>
                  </a:lnTo>
                  <a:lnTo>
                    <a:pt x="4413449" y="0"/>
                  </a:lnTo>
                  <a:lnTo>
                    <a:pt x="4414858" y="0"/>
                  </a:lnTo>
                  <a:lnTo>
                    <a:pt x="4416268" y="0"/>
                  </a:lnTo>
                  <a:lnTo>
                    <a:pt x="4417678" y="0"/>
                  </a:lnTo>
                  <a:lnTo>
                    <a:pt x="4419087" y="0"/>
                  </a:lnTo>
                  <a:lnTo>
                    <a:pt x="4420497" y="0"/>
                  </a:lnTo>
                  <a:lnTo>
                    <a:pt x="4421906" y="0"/>
                  </a:lnTo>
                  <a:lnTo>
                    <a:pt x="4423316" y="0"/>
                  </a:lnTo>
                  <a:lnTo>
                    <a:pt x="4424726" y="0"/>
                  </a:lnTo>
                  <a:lnTo>
                    <a:pt x="4426135" y="0"/>
                  </a:lnTo>
                  <a:lnTo>
                    <a:pt x="4427545" y="0"/>
                  </a:lnTo>
                  <a:lnTo>
                    <a:pt x="4428954" y="0"/>
                  </a:lnTo>
                  <a:lnTo>
                    <a:pt x="4430364" y="0"/>
                  </a:lnTo>
                  <a:lnTo>
                    <a:pt x="4431774" y="0"/>
                  </a:lnTo>
                  <a:lnTo>
                    <a:pt x="4433183" y="0"/>
                  </a:lnTo>
                  <a:lnTo>
                    <a:pt x="4434593" y="0"/>
                  </a:lnTo>
                  <a:lnTo>
                    <a:pt x="4436002" y="0"/>
                  </a:lnTo>
                  <a:lnTo>
                    <a:pt x="4437412" y="0"/>
                  </a:lnTo>
                  <a:lnTo>
                    <a:pt x="4438822" y="0"/>
                  </a:lnTo>
                  <a:lnTo>
                    <a:pt x="4440231" y="0"/>
                  </a:lnTo>
                  <a:lnTo>
                    <a:pt x="4441641" y="0"/>
                  </a:lnTo>
                  <a:lnTo>
                    <a:pt x="4443050" y="0"/>
                  </a:lnTo>
                  <a:lnTo>
                    <a:pt x="4444460" y="0"/>
                  </a:lnTo>
                  <a:lnTo>
                    <a:pt x="4445870" y="0"/>
                  </a:lnTo>
                  <a:lnTo>
                    <a:pt x="4447279" y="0"/>
                  </a:lnTo>
                  <a:lnTo>
                    <a:pt x="4448689" y="0"/>
                  </a:lnTo>
                  <a:lnTo>
                    <a:pt x="4450098" y="0"/>
                  </a:lnTo>
                  <a:lnTo>
                    <a:pt x="4451508" y="0"/>
                  </a:lnTo>
                  <a:lnTo>
                    <a:pt x="4452918" y="0"/>
                  </a:lnTo>
                  <a:lnTo>
                    <a:pt x="4454327" y="0"/>
                  </a:lnTo>
                  <a:lnTo>
                    <a:pt x="4455737" y="0"/>
                  </a:lnTo>
                  <a:lnTo>
                    <a:pt x="4457146" y="0"/>
                  </a:lnTo>
                  <a:lnTo>
                    <a:pt x="4458556" y="0"/>
                  </a:lnTo>
                  <a:lnTo>
                    <a:pt x="4459966" y="0"/>
                  </a:lnTo>
                  <a:lnTo>
                    <a:pt x="4461375" y="0"/>
                  </a:lnTo>
                  <a:lnTo>
                    <a:pt x="4462785" y="0"/>
                  </a:lnTo>
                  <a:lnTo>
                    <a:pt x="4464194" y="0"/>
                  </a:lnTo>
                  <a:lnTo>
                    <a:pt x="4465604" y="0"/>
                  </a:lnTo>
                  <a:lnTo>
                    <a:pt x="4467014" y="0"/>
                  </a:lnTo>
                  <a:lnTo>
                    <a:pt x="4468423" y="0"/>
                  </a:lnTo>
                  <a:lnTo>
                    <a:pt x="4469833" y="0"/>
                  </a:lnTo>
                  <a:lnTo>
                    <a:pt x="4471242" y="0"/>
                  </a:lnTo>
                  <a:lnTo>
                    <a:pt x="4472652" y="0"/>
                  </a:lnTo>
                  <a:lnTo>
                    <a:pt x="4474062" y="0"/>
                  </a:lnTo>
                  <a:lnTo>
                    <a:pt x="4475471" y="0"/>
                  </a:lnTo>
                  <a:lnTo>
                    <a:pt x="4476881" y="0"/>
                  </a:lnTo>
                  <a:lnTo>
                    <a:pt x="4478290" y="0"/>
                  </a:lnTo>
                  <a:lnTo>
                    <a:pt x="4479700" y="0"/>
                  </a:lnTo>
                  <a:lnTo>
                    <a:pt x="4481110" y="0"/>
                  </a:lnTo>
                  <a:lnTo>
                    <a:pt x="4482519" y="0"/>
                  </a:lnTo>
                  <a:lnTo>
                    <a:pt x="4483929" y="0"/>
                  </a:lnTo>
                  <a:lnTo>
                    <a:pt x="4485338" y="0"/>
                  </a:lnTo>
                  <a:lnTo>
                    <a:pt x="4486748" y="0"/>
                  </a:lnTo>
                  <a:lnTo>
                    <a:pt x="4488158" y="0"/>
                  </a:lnTo>
                  <a:lnTo>
                    <a:pt x="4489567" y="0"/>
                  </a:lnTo>
                  <a:lnTo>
                    <a:pt x="4490977" y="0"/>
                  </a:lnTo>
                  <a:lnTo>
                    <a:pt x="4492386" y="0"/>
                  </a:lnTo>
                  <a:lnTo>
                    <a:pt x="4493796" y="0"/>
                  </a:lnTo>
                  <a:lnTo>
                    <a:pt x="4495206" y="0"/>
                  </a:lnTo>
                  <a:lnTo>
                    <a:pt x="4496615" y="0"/>
                  </a:lnTo>
                  <a:lnTo>
                    <a:pt x="4498025" y="0"/>
                  </a:lnTo>
                  <a:lnTo>
                    <a:pt x="4499434" y="0"/>
                  </a:lnTo>
                  <a:lnTo>
                    <a:pt x="4500844" y="0"/>
                  </a:lnTo>
                  <a:lnTo>
                    <a:pt x="4502253" y="0"/>
                  </a:lnTo>
                  <a:lnTo>
                    <a:pt x="4503663" y="0"/>
                  </a:lnTo>
                  <a:lnTo>
                    <a:pt x="4505073" y="0"/>
                  </a:lnTo>
                  <a:lnTo>
                    <a:pt x="4506482" y="0"/>
                  </a:lnTo>
                  <a:lnTo>
                    <a:pt x="4507892" y="0"/>
                  </a:lnTo>
                  <a:lnTo>
                    <a:pt x="4509301" y="0"/>
                  </a:lnTo>
                  <a:lnTo>
                    <a:pt x="4510711" y="0"/>
                  </a:lnTo>
                  <a:lnTo>
                    <a:pt x="4512121" y="0"/>
                  </a:lnTo>
                  <a:lnTo>
                    <a:pt x="4513530" y="0"/>
                  </a:lnTo>
                  <a:lnTo>
                    <a:pt x="4514940" y="0"/>
                  </a:lnTo>
                  <a:lnTo>
                    <a:pt x="4516349" y="0"/>
                  </a:lnTo>
                  <a:lnTo>
                    <a:pt x="4517759" y="0"/>
                  </a:lnTo>
                  <a:lnTo>
                    <a:pt x="4519169" y="0"/>
                  </a:lnTo>
                  <a:lnTo>
                    <a:pt x="4520578" y="0"/>
                  </a:lnTo>
                  <a:lnTo>
                    <a:pt x="4521988" y="0"/>
                  </a:lnTo>
                  <a:lnTo>
                    <a:pt x="4523397" y="0"/>
                  </a:lnTo>
                  <a:lnTo>
                    <a:pt x="4524807" y="0"/>
                  </a:lnTo>
                  <a:lnTo>
                    <a:pt x="4526217" y="0"/>
                  </a:lnTo>
                  <a:lnTo>
                    <a:pt x="4527626" y="0"/>
                  </a:lnTo>
                  <a:lnTo>
                    <a:pt x="4529036" y="0"/>
                  </a:lnTo>
                  <a:lnTo>
                    <a:pt x="4530445" y="0"/>
                  </a:lnTo>
                  <a:lnTo>
                    <a:pt x="4531855" y="0"/>
                  </a:lnTo>
                  <a:lnTo>
                    <a:pt x="4533265" y="0"/>
                  </a:lnTo>
                  <a:lnTo>
                    <a:pt x="4534674" y="0"/>
                  </a:lnTo>
                  <a:lnTo>
                    <a:pt x="4536084" y="0"/>
                  </a:lnTo>
                  <a:lnTo>
                    <a:pt x="4537493" y="0"/>
                  </a:lnTo>
                  <a:lnTo>
                    <a:pt x="4538903" y="0"/>
                  </a:lnTo>
                  <a:lnTo>
                    <a:pt x="4540313" y="0"/>
                  </a:lnTo>
                  <a:lnTo>
                    <a:pt x="4541722" y="0"/>
                  </a:lnTo>
                  <a:lnTo>
                    <a:pt x="4543132" y="0"/>
                  </a:lnTo>
                  <a:lnTo>
                    <a:pt x="4544541" y="0"/>
                  </a:lnTo>
                  <a:lnTo>
                    <a:pt x="4545951" y="0"/>
                  </a:lnTo>
                  <a:lnTo>
                    <a:pt x="4547361" y="0"/>
                  </a:lnTo>
                  <a:lnTo>
                    <a:pt x="4548770" y="0"/>
                  </a:lnTo>
                  <a:lnTo>
                    <a:pt x="4550180" y="0"/>
                  </a:lnTo>
                  <a:lnTo>
                    <a:pt x="4551589" y="0"/>
                  </a:lnTo>
                  <a:lnTo>
                    <a:pt x="4552999" y="0"/>
                  </a:lnTo>
                  <a:lnTo>
                    <a:pt x="4554409" y="0"/>
                  </a:lnTo>
                  <a:lnTo>
                    <a:pt x="4555818" y="0"/>
                  </a:lnTo>
                  <a:lnTo>
                    <a:pt x="4557228" y="0"/>
                  </a:lnTo>
                  <a:lnTo>
                    <a:pt x="4558637" y="0"/>
                  </a:lnTo>
                  <a:lnTo>
                    <a:pt x="4560047" y="0"/>
                  </a:lnTo>
                  <a:lnTo>
                    <a:pt x="4561457" y="0"/>
                  </a:lnTo>
                  <a:lnTo>
                    <a:pt x="4562866" y="0"/>
                  </a:lnTo>
                  <a:lnTo>
                    <a:pt x="4564276" y="0"/>
                  </a:lnTo>
                  <a:lnTo>
                    <a:pt x="4565685" y="0"/>
                  </a:lnTo>
                  <a:lnTo>
                    <a:pt x="4567095" y="0"/>
                  </a:lnTo>
                  <a:lnTo>
                    <a:pt x="4568505" y="0"/>
                  </a:lnTo>
                  <a:lnTo>
                    <a:pt x="4569914" y="0"/>
                  </a:lnTo>
                  <a:lnTo>
                    <a:pt x="4571324" y="0"/>
                  </a:lnTo>
                  <a:lnTo>
                    <a:pt x="4572733" y="0"/>
                  </a:lnTo>
                  <a:lnTo>
                    <a:pt x="4574143" y="0"/>
                  </a:lnTo>
                  <a:lnTo>
                    <a:pt x="4575553" y="0"/>
                  </a:lnTo>
                  <a:lnTo>
                    <a:pt x="4576962" y="0"/>
                  </a:lnTo>
                  <a:lnTo>
                    <a:pt x="4578372" y="0"/>
                  </a:lnTo>
                  <a:lnTo>
                    <a:pt x="4579781" y="0"/>
                  </a:lnTo>
                  <a:lnTo>
                    <a:pt x="4581191" y="0"/>
                  </a:lnTo>
                  <a:lnTo>
                    <a:pt x="4582601" y="0"/>
                  </a:lnTo>
                  <a:lnTo>
                    <a:pt x="4584010" y="0"/>
                  </a:lnTo>
                  <a:lnTo>
                    <a:pt x="4585420" y="0"/>
                  </a:lnTo>
                  <a:lnTo>
                    <a:pt x="4586829" y="0"/>
                  </a:lnTo>
                  <a:lnTo>
                    <a:pt x="4588239" y="0"/>
                  </a:lnTo>
                  <a:lnTo>
                    <a:pt x="4589649" y="0"/>
                  </a:lnTo>
                  <a:lnTo>
                    <a:pt x="4591058" y="0"/>
                  </a:lnTo>
                  <a:lnTo>
                    <a:pt x="4592468" y="0"/>
                  </a:lnTo>
                  <a:lnTo>
                    <a:pt x="4593877" y="0"/>
                  </a:lnTo>
                  <a:lnTo>
                    <a:pt x="4595287" y="0"/>
                  </a:lnTo>
                  <a:lnTo>
                    <a:pt x="4596697" y="0"/>
                  </a:lnTo>
                  <a:lnTo>
                    <a:pt x="4598106" y="0"/>
                  </a:lnTo>
                  <a:lnTo>
                    <a:pt x="4599516" y="0"/>
                  </a:lnTo>
                  <a:lnTo>
                    <a:pt x="4600925" y="0"/>
                  </a:lnTo>
                  <a:lnTo>
                    <a:pt x="4602335" y="0"/>
                  </a:lnTo>
                  <a:lnTo>
                    <a:pt x="4603745" y="0"/>
                  </a:lnTo>
                  <a:lnTo>
                    <a:pt x="4605154" y="0"/>
                  </a:lnTo>
                  <a:lnTo>
                    <a:pt x="4606564" y="0"/>
                  </a:lnTo>
                  <a:lnTo>
                    <a:pt x="4607973" y="0"/>
                  </a:lnTo>
                  <a:lnTo>
                    <a:pt x="4609383" y="0"/>
                  </a:lnTo>
                  <a:lnTo>
                    <a:pt x="4610792" y="0"/>
                  </a:lnTo>
                  <a:lnTo>
                    <a:pt x="4612202" y="0"/>
                  </a:lnTo>
                  <a:lnTo>
                    <a:pt x="4613612" y="0"/>
                  </a:lnTo>
                  <a:lnTo>
                    <a:pt x="4615021" y="0"/>
                  </a:lnTo>
                  <a:lnTo>
                    <a:pt x="4616431" y="0"/>
                  </a:lnTo>
                  <a:lnTo>
                    <a:pt x="4617840" y="0"/>
                  </a:lnTo>
                  <a:lnTo>
                    <a:pt x="4619250" y="0"/>
                  </a:lnTo>
                  <a:lnTo>
                    <a:pt x="4620660" y="0"/>
                  </a:lnTo>
                  <a:lnTo>
                    <a:pt x="4622069" y="0"/>
                  </a:lnTo>
                  <a:lnTo>
                    <a:pt x="4623479" y="0"/>
                  </a:lnTo>
                  <a:lnTo>
                    <a:pt x="4624888" y="0"/>
                  </a:lnTo>
                  <a:lnTo>
                    <a:pt x="4626298" y="0"/>
                  </a:lnTo>
                  <a:lnTo>
                    <a:pt x="4627708" y="0"/>
                  </a:lnTo>
                  <a:lnTo>
                    <a:pt x="4629117" y="0"/>
                  </a:lnTo>
                  <a:lnTo>
                    <a:pt x="4630527" y="0"/>
                  </a:lnTo>
                  <a:lnTo>
                    <a:pt x="4631936" y="0"/>
                  </a:lnTo>
                  <a:lnTo>
                    <a:pt x="4633346" y="0"/>
                  </a:lnTo>
                  <a:lnTo>
                    <a:pt x="4634756" y="0"/>
                  </a:lnTo>
                  <a:lnTo>
                    <a:pt x="4636165" y="0"/>
                  </a:lnTo>
                  <a:lnTo>
                    <a:pt x="4637575" y="0"/>
                  </a:lnTo>
                  <a:lnTo>
                    <a:pt x="4638984" y="0"/>
                  </a:lnTo>
                  <a:lnTo>
                    <a:pt x="4640394" y="0"/>
                  </a:lnTo>
                  <a:lnTo>
                    <a:pt x="4641804" y="0"/>
                  </a:lnTo>
                  <a:lnTo>
                    <a:pt x="4643213" y="0"/>
                  </a:lnTo>
                  <a:lnTo>
                    <a:pt x="4644623" y="0"/>
                  </a:lnTo>
                  <a:lnTo>
                    <a:pt x="4646032" y="0"/>
                  </a:lnTo>
                  <a:lnTo>
                    <a:pt x="4647442" y="0"/>
                  </a:lnTo>
                  <a:lnTo>
                    <a:pt x="4648852" y="0"/>
                  </a:lnTo>
                  <a:lnTo>
                    <a:pt x="4650261" y="0"/>
                  </a:lnTo>
                  <a:lnTo>
                    <a:pt x="4651671" y="0"/>
                  </a:lnTo>
                  <a:lnTo>
                    <a:pt x="4653080" y="0"/>
                  </a:lnTo>
                  <a:lnTo>
                    <a:pt x="4654490" y="0"/>
                  </a:lnTo>
                  <a:lnTo>
                    <a:pt x="4655900" y="0"/>
                  </a:lnTo>
                  <a:lnTo>
                    <a:pt x="4657309" y="0"/>
                  </a:lnTo>
                  <a:lnTo>
                    <a:pt x="4658719" y="0"/>
                  </a:lnTo>
                  <a:lnTo>
                    <a:pt x="4660128" y="0"/>
                  </a:lnTo>
                  <a:lnTo>
                    <a:pt x="4661538" y="0"/>
                  </a:lnTo>
                  <a:lnTo>
                    <a:pt x="4662948" y="0"/>
                  </a:lnTo>
                  <a:lnTo>
                    <a:pt x="4664357" y="0"/>
                  </a:lnTo>
                  <a:lnTo>
                    <a:pt x="4665767" y="0"/>
                  </a:lnTo>
                  <a:lnTo>
                    <a:pt x="4667176" y="0"/>
                  </a:lnTo>
                  <a:lnTo>
                    <a:pt x="4668586" y="0"/>
                  </a:lnTo>
                  <a:lnTo>
                    <a:pt x="4669996" y="0"/>
                  </a:lnTo>
                  <a:lnTo>
                    <a:pt x="4671405" y="0"/>
                  </a:lnTo>
                  <a:lnTo>
                    <a:pt x="4672815" y="0"/>
                  </a:lnTo>
                  <a:lnTo>
                    <a:pt x="4674224" y="0"/>
                  </a:lnTo>
                  <a:lnTo>
                    <a:pt x="4675634" y="0"/>
                  </a:lnTo>
                  <a:lnTo>
                    <a:pt x="4677044" y="0"/>
                  </a:lnTo>
                  <a:lnTo>
                    <a:pt x="4678453" y="0"/>
                  </a:lnTo>
                  <a:lnTo>
                    <a:pt x="4679863" y="0"/>
                  </a:lnTo>
                  <a:lnTo>
                    <a:pt x="4681272" y="0"/>
                  </a:lnTo>
                  <a:lnTo>
                    <a:pt x="4682682" y="0"/>
                  </a:lnTo>
                  <a:lnTo>
                    <a:pt x="4684092" y="0"/>
                  </a:lnTo>
                  <a:lnTo>
                    <a:pt x="4685501" y="0"/>
                  </a:lnTo>
                  <a:lnTo>
                    <a:pt x="4686911" y="0"/>
                  </a:lnTo>
                  <a:lnTo>
                    <a:pt x="4688320" y="0"/>
                  </a:lnTo>
                  <a:lnTo>
                    <a:pt x="4689730" y="0"/>
                  </a:lnTo>
                  <a:lnTo>
                    <a:pt x="4691140" y="0"/>
                  </a:lnTo>
                  <a:lnTo>
                    <a:pt x="4692549" y="0"/>
                  </a:lnTo>
                  <a:lnTo>
                    <a:pt x="4693959" y="0"/>
                  </a:lnTo>
                  <a:lnTo>
                    <a:pt x="4695368" y="0"/>
                  </a:lnTo>
                  <a:lnTo>
                    <a:pt x="4696778" y="0"/>
                  </a:lnTo>
                  <a:lnTo>
                    <a:pt x="4698188" y="0"/>
                  </a:lnTo>
                  <a:lnTo>
                    <a:pt x="4699597" y="0"/>
                  </a:lnTo>
                  <a:lnTo>
                    <a:pt x="4701007" y="0"/>
                  </a:lnTo>
                  <a:lnTo>
                    <a:pt x="4702416" y="0"/>
                  </a:lnTo>
                  <a:lnTo>
                    <a:pt x="4703826" y="0"/>
                  </a:lnTo>
                  <a:lnTo>
                    <a:pt x="4705236" y="0"/>
                  </a:lnTo>
                  <a:lnTo>
                    <a:pt x="4706645" y="0"/>
                  </a:lnTo>
                  <a:lnTo>
                    <a:pt x="4708055" y="0"/>
                  </a:lnTo>
                  <a:lnTo>
                    <a:pt x="4709464" y="0"/>
                  </a:lnTo>
                  <a:lnTo>
                    <a:pt x="4710874" y="0"/>
                  </a:lnTo>
                  <a:lnTo>
                    <a:pt x="4712284" y="0"/>
                  </a:lnTo>
                  <a:lnTo>
                    <a:pt x="4713693" y="0"/>
                  </a:lnTo>
                  <a:lnTo>
                    <a:pt x="4715103" y="0"/>
                  </a:lnTo>
                  <a:lnTo>
                    <a:pt x="4716512" y="0"/>
                  </a:lnTo>
                  <a:lnTo>
                    <a:pt x="4717922" y="0"/>
                  </a:lnTo>
                  <a:lnTo>
                    <a:pt x="4719331" y="0"/>
                  </a:lnTo>
                  <a:lnTo>
                    <a:pt x="4720741" y="0"/>
                  </a:lnTo>
                  <a:lnTo>
                    <a:pt x="4722151" y="0"/>
                  </a:lnTo>
                  <a:lnTo>
                    <a:pt x="4723560" y="0"/>
                  </a:lnTo>
                  <a:lnTo>
                    <a:pt x="4724970" y="0"/>
                  </a:lnTo>
                  <a:lnTo>
                    <a:pt x="4726379" y="0"/>
                  </a:lnTo>
                  <a:lnTo>
                    <a:pt x="4727789" y="0"/>
                  </a:lnTo>
                  <a:lnTo>
                    <a:pt x="4729199" y="0"/>
                  </a:lnTo>
                  <a:lnTo>
                    <a:pt x="4730608" y="0"/>
                  </a:lnTo>
                  <a:lnTo>
                    <a:pt x="4732018" y="0"/>
                  </a:lnTo>
                  <a:lnTo>
                    <a:pt x="4733427" y="0"/>
                  </a:lnTo>
                  <a:lnTo>
                    <a:pt x="4734837" y="0"/>
                  </a:lnTo>
                  <a:lnTo>
                    <a:pt x="4736247" y="0"/>
                  </a:lnTo>
                  <a:lnTo>
                    <a:pt x="4737656" y="0"/>
                  </a:lnTo>
                  <a:lnTo>
                    <a:pt x="4739066" y="0"/>
                  </a:lnTo>
                  <a:lnTo>
                    <a:pt x="4740475" y="0"/>
                  </a:lnTo>
                  <a:lnTo>
                    <a:pt x="4741885" y="0"/>
                  </a:lnTo>
                  <a:lnTo>
                    <a:pt x="4743295" y="0"/>
                  </a:lnTo>
                  <a:lnTo>
                    <a:pt x="4744704" y="0"/>
                  </a:lnTo>
                  <a:lnTo>
                    <a:pt x="4746114" y="0"/>
                  </a:lnTo>
                  <a:lnTo>
                    <a:pt x="4747523" y="0"/>
                  </a:lnTo>
                  <a:lnTo>
                    <a:pt x="4748933" y="0"/>
                  </a:lnTo>
                  <a:lnTo>
                    <a:pt x="4750343" y="0"/>
                  </a:lnTo>
                  <a:lnTo>
                    <a:pt x="4751752" y="0"/>
                  </a:lnTo>
                  <a:lnTo>
                    <a:pt x="4753162" y="0"/>
                  </a:lnTo>
                  <a:lnTo>
                    <a:pt x="4754571" y="0"/>
                  </a:lnTo>
                  <a:lnTo>
                    <a:pt x="4755981" y="0"/>
                  </a:lnTo>
                  <a:lnTo>
                    <a:pt x="4757391" y="0"/>
                  </a:lnTo>
                  <a:lnTo>
                    <a:pt x="4758800" y="0"/>
                  </a:lnTo>
                  <a:lnTo>
                    <a:pt x="4760210" y="0"/>
                  </a:lnTo>
                  <a:lnTo>
                    <a:pt x="4761619" y="0"/>
                  </a:lnTo>
                  <a:lnTo>
                    <a:pt x="4763029" y="0"/>
                  </a:lnTo>
                  <a:lnTo>
                    <a:pt x="4764439" y="0"/>
                  </a:lnTo>
                  <a:lnTo>
                    <a:pt x="4765848" y="0"/>
                  </a:lnTo>
                  <a:lnTo>
                    <a:pt x="4767258" y="0"/>
                  </a:lnTo>
                  <a:lnTo>
                    <a:pt x="4768667" y="0"/>
                  </a:lnTo>
                  <a:lnTo>
                    <a:pt x="4770077" y="0"/>
                  </a:lnTo>
                  <a:lnTo>
                    <a:pt x="4771487" y="0"/>
                  </a:lnTo>
                  <a:lnTo>
                    <a:pt x="4772896" y="0"/>
                  </a:lnTo>
                  <a:lnTo>
                    <a:pt x="4774306" y="0"/>
                  </a:lnTo>
                  <a:lnTo>
                    <a:pt x="4775715" y="0"/>
                  </a:lnTo>
                  <a:lnTo>
                    <a:pt x="4777125" y="0"/>
                  </a:lnTo>
                  <a:lnTo>
                    <a:pt x="4778535" y="0"/>
                  </a:lnTo>
                  <a:lnTo>
                    <a:pt x="4779944" y="0"/>
                  </a:lnTo>
                  <a:lnTo>
                    <a:pt x="4781354" y="0"/>
                  </a:lnTo>
                  <a:lnTo>
                    <a:pt x="4782763" y="0"/>
                  </a:lnTo>
                  <a:lnTo>
                    <a:pt x="4784173" y="0"/>
                  </a:lnTo>
                  <a:lnTo>
                    <a:pt x="4785583" y="0"/>
                  </a:lnTo>
                  <a:lnTo>
                    <a:pt x="4786992" y="0"/>
                  </a:lnTo>
                  <a:lnTo>
                    <a:pt x="4788402" y="0"/>
                  </a:lnTo>
                  <a:lnTo>
                    <a:pt x="4789811" y="0"/>
                  </a:lnTo>
                  <a:lnTo>
                    <a:pt x="4791221" y="0"/>
                  </a:lnTo>
                  <a:lnTo>
                    <a:pt x="4792631" y="0"/>
                  </a:lnTo>
                  <a:lnTo>
                    <a:pt x="4794040" y="0"/>
                  </a:lnTo>
                  <a:lnTo>
                    <a:pt x="4795450" y="0"/>
                  </a:lnTo>
                  <a:lnTo>
                    <a:pt x="4796859" y="0"/>
                  </a:lnTo>
                  <a:lnTo>
                    <a:pt x="4798269" y="0"/>
                  </a:lnTo>
                  <a:lnTo>
                    <a:pt x="4799679" y="0"/>
                  </a:lnTo>
                  <a:lnTo>
                    <a:pt x="4801088" y="0"/>
                  </a:lnTo>
                  <a:lnTo>
                    <a:pt x="4802498" y="0"/>
                  </a:lnTo>
                  <a:lnTo>
                    <a:pt x="4803907" y="0"/>
                  </a:lnTo>
                  <a:lnTo>
                    <a:pt x="4805317" y="0"/>
                  </a:lnTo>
                  <a:lnTo>
                    <a:pt x="4806727" y="0"/>
                  </a:lnTo>
                  <a:lnTo>
                    <a:pt x="4808136" y="0"/>
                  </a:lnTo>
                  <a:lnTo>
                    <a:pt x="4809546" y="0"/>
                  </a:lnTo>
                  <a:lnTo>
                    <a:pt x="4810955" y="0"/>
                  </a:lnTo>
                  <a:lnTo>
                    <a:pt x="4812365" y="0"/>
                  </a:lnTo>
                  <a:lnTo>
                    <a:pt x="4813775" y="0"/>
                  </a:lnTo>
                  <a:lnTo>
                    <a:pt x="4815184" y="0"/>
                  </a:lnTo>
                  <a:lnTo>
                    <a:pt x="4816594" y="0"/>
                  </a:lnTo>
                  <a:lnTo>
                    <a:pt x="4818003" y="0"/>
                  </a:lnTo>
                  <a:lnTo>
                    <a:pt x="4819413" y="0"/>
                  </a:lnTo>
                  <a:lnTo>
                    <a:pt x="4820822" y="0"/>
                  </a:lnTo>
                  <a:lnTo>
                    <a:pt x="4822232" y="0"/>
                  </a:lnTo>
                  <a:lnTo>
                    <a:pt x="4823642" y="0"/>
                  </a:lnTo>
                  <a:lnTo>
                    <a:pt x="4825051" y="0"/>
                  </a:lnTo>
                  <a:lnTo>
                    <a:pt x="4826461" y="0"/>
                  </a:lnTo>
                  <a:lnTo>
                    <a:pt x="4827870" y="0"/>
                  </a:lnTo>
                  <a:lnTo>
                    <a:pt x="4829280" y="0"/>
                  </a:lnTo>
                  <a:lnTo>
                    <a:pt x="4830690" y="0"/>
                  </a:lnTo>
                  <a:lnTo>
                    <a:pt x="4832099" y="0"/>
                  </a:lnTo>
                  <a:lnTo>
                    <a:pt x="4833509" y="0"/>
                  </a:lnTo>
                  <a:lnTo>
                    <a:pt x="4834918" y="0"/>
                  </a:lnTo>
                  <a:lnTo>
                    <a:pt x="4836328" y="0"/>
                  </a:lnTo>
                  <a:lnTo>
                    <a:pt x="4837738" y="0"/>
                  </a:lnTo>
                  <a:lnTo>
                    <a:pt x="4839147" y="0"/>
                  </a:lnTo>
                  <a:lnTo>
                    <a:pt x="4840557" y="0"/>
                  </a:lnTo>
                  <a:lnTo>
                    <a:pt x="4841966" y="0"/>
                  </a:lnTo>
                  <a:lnTo>
                    <a:pt x="4843376" y="0"/>
                  </a:lnTo>
                  <a:lnTo>
                    <a:pt x="4844786" y="0"/>
                  </a:lnTo>
                  <a:lnTo>
                    <a:pt x="4846195" y="0"/>
                  </a:lnTo>
                  <a:lnTo>
                    <a:pt x="4847605" y="0"/>
                  </a:lnTo>
                  <a:lnTo>
                    <a:pt x="4849014" y="0"/>
                  </a:lnTo>
                  <a:lnTo>
                    <a:pt x="4850424" y="0"/>
                  </a:lnTo>
                  <a:lnTo>
                    <a:pt x="4851834" y="0"/>
                  </a:lnTo>
                  <a:lnTo>
                    <a:pt x="4853243" y="0"/>
                  </a:lnTo>
                  <a:lnTo>
                    <a:pt x="4854653" y="0"/>
                  </a:lnTo>
                  <a:lnTo>
                    <a:pt x="4856062" y="0"/>
                  </a:lnTo>
                  <a:lnTo>
                    <a:pt x="4857472" y="0"/>
                  </a:lnTo>
                  <a:lnTo>
                    <a:pt x="4858882" y="0"/>
                  </a:lnTo>
                  <a:lnTo>
                    <a:pt x="4860291" y="0"/>
                  </a:lnTo>
                  <a:lnTo>
                    <a:pt x="4861701" y="0"/>
                  </a:lnTo>
                  <a:lnTo>
                    <a:pt x="4863110" y="0"/>
                  </a:lnTo>
                  <a:lnTo>
                    <a:pt x="4864520" y="0"/>
                  </a:lnTo>
                  <a:lnTo>
                    <a:pt x="4865930" y="0"/>
                  </a:lnTo>
                  <a:lnTo>
                    <a:pt x="4867339" y="0"/>
                  </a:lnTo>
                  <a:lnTo>
                    <a:pt x="4868749" y="0"/>
                  </a:lnTo>
                  <a:lnTo>
                    <a:pt x="4870158" y="0"/>
                  </a:lnTo>
                  <a:lnTo>
                    <a:pt x="4871568" y="0"/>
                  </a:lnTo>
                  <a:lnTo>
                    <a:pt x="4872978" y="0"/>
                  </a:lnTo>
                  <a:lnTo>
                    <a:pt x="4874387" y="0"/>
                  </a:lnTo>
                  <a:lnTo>
                    <a:pt x="4875797" y="0"/>
                  </a:lnTo>
                  <a:lnTo>
                    <a:pt x="4877206" y="0"/>
                  </a:lnTo>
                  <a:lnTo>
                    <a:pt x="4878616" y="0"/>
                  </a:lnTo>
                  <a:lnTo>
                    <a:pt x="4880026" y="0"/>
                  </a:lnTo>
                  <a:lnTo>
                    <a:pt x="4881435" y="0"/>
                  </a:lnTo>
                  <a:lnTo>
                    <a:pt x="4882845" y="0"/>
                  </a:lnTo>
                  <a:lnTo>
                    <a:pt x="4884254" y="0"/>
                  </a:lnTo>
                  <a:lnTo>
                    <a:pt x="4885664" y="0"/>
                  </a:lnTo>
                  <a:lnTo>
                    <a:pt x="4887074" y="0"/>
                  </a:lnTo>
                  <a:lnTo>
                    <a:pt x="4888483" y="0"/>
                  </a:lnTo>
                  <a:lnTo>
                    <a:pt x="4889893" y="0"/>
                  </a:lnTo>
                  <a:lnTo>
                    <a:pt x="4891302" y="0"/>
                  </a:lnTo>
                  <a:lnTo>
                    <a:pt x="4892712" y="0"/>
                  </a:lnTo>
                  <a:lnTo>
                    <a:pt x="4894122" y="0"/>
                  </a:lnTo>
                  <a:lnTo>
                    <a:pt x="4895531" y="0"/>
                  </a:lnTo>
                  <a:lnTo>
                    <a:pt x="4896941" y="0"/>
                  </a:lnTo>
                  <a:lnTo>
                    <a:pt x="4898350" y="0"/>
                  </a:lnTo>
                  <a:lnTo>
                    <a:pt x="4899760" y="0"/>
                  </a:lnTo>
                  <a:lnTo>
                    <a:pt x="4901170" y="0"/>
                  </a:lnTo>
                  <a:lnTo>
                    <a:pt x="4902579" y="0"/>
                  </a:lnTo>
                  <a:lnTo>
                    <a:pt x="4903989" y="0"/>
                  </a:lnTo>
                  <a:lnTo>
                    <a:pt x="4905398" y="0"/>
                  </a:lnTo>
                  <a:lnTo>
                    <a:pt x="4906808" y="0"/>
                  </a:lnTo>
                  <a:lnTo>
                    <a:pt x="4908218" y="0"/>
                  </a:lnTo>
                  <a:lnTo>
                    <a:pt x="4909627" y="0"/>
                  </a:lnTo>
                  <a:lnTo>
                    <a:pt x="4911037" y="0"/>
                  </a:lnTo>
                  <a:lnTo>
                    <a:pt x="4912446" y="0"/>
                  </a:lnTo>
                  <a:lnTo>
                    <a:pt x="4913856" y="0"/>
                  </a:lnTo>
                  <a:lnTo>
                    <a:pt x="4915266" y="0"/>
                  </a:lnTo>
                  <a:lnTo>
                    <a:pt x="4916675" y="0"/>
                  </a:lnTo>
                  <a:lnTo>
                    <a:pt x="4918085" y="0"/>
                  </a:lnTo>
                  <a:lnTo>
                    <a:pt x="4919494" y="0"/>
                  </a:lnTo>
                  <a:lnTo>
                    <a:pt x="4920904" y="0"/>
                  </a:lnTo>
                  <a:lnTo>
                    <a:pt x="4922314" y="0"/>
                  </a:lnTo>
                  <a:lnTo>
                    <a:pt x="4923723" y="0"/>
                  </a:lnTo>
                  <a:lnTo>
                    <a:pt x="4925133" y="0"/>
                  </a:lnTo>
                  <a:lnTo>
                    <a:pt x="4926542" y="0"/>
                  </a:lnTo>
                  <a:lnTo>
                    <a:pt x="4927952" y="0"/>
                  </a:lnTo>
                  <a:lnTo>
                    <a:pt x="4929361" y="0"/>
                  </a:lnTo>
                  <a:lnTo>
                    <a:pt x="4930771" y="0"/>
                  </a:lnTo>
                  <a:lnTo>
                    <a:pt x="4932181" y="0"/>
                  </a:lnTo>
                  <a:lnTo>
                    <a:pt x="4933590" y="0"/>
                  </a:lnTo>
                  <a:lnTo>
                    <a:pt x="4935000" y="0"/>
                  </a:lnTo>
                  <a:lnTo>
                    <a:pt x="4936409" y="0"/>
                  </a:lnTo>
                  <a:lnTo>
                    <a:pt x="4937819" y="0"/>
                  </a:lnTo>
                  <a:lnTo>
                    <a:pt x="4939229" y="0"/>
                  </a:lnTo>
                  <a:lnTo>
                    <a:pt x="4940638" y="0"/>
                  </a:lnTo>
                  <a:lnTo>
                    <a:pt x="4942048" y="0"/>
                  </a:lnTo>
                  <a:lnTo>
                    <a:pt x="4943457" y="0"/>
                  </a:lnTo>
                  <a:lnTo>
                    <a:pt x="4944867" y="0"/>
                  </a:lnTo>
                  <a:lnTo>
                    <a:pt x="4946277" y="0"/>
                  </a:lnTo>
                  <a:lnTo>
                    <a:pt x="4947686" y="0"/>
                  </a:lnTo>
                  <a:lnTo>
                    <a:pt x="4949096" y="0"/>
                  </a:lnTo>
                  <a:lnTo>
                    <a:pt x="4950505" y="0"/>
                  </a:lnTo>
                  <a:lnTo>
                    <a:pt x="4951915" y="0"/>
                  </a:lnTo>
                  <a:lnTo>
                    <a:pt x="4953325" y="0"/>
                  </a:lnTo>
                  <a:lnTo>
                    <a:pt x="4954734" y="0"/>
                  </a:lnTo>
                  <a:lnTo>
                    <a:pt x="4956144" y="0"/>
                  </a:lnTo>
                  <a:lnTo>
                    <a:pt x="4957553" y="0"/>
                  </a:lnTo>
                  <a:lnTo>
                    <a:pt x="4958963" y="0"/>
                  </a:lnTo>
                  <a:lnTo>
                    <a:pt x="4960373" y="0"/>
                  </a:lnTo>
                  <a:lnTo>
                    <a:pt x="4961782" y="0"/>
                  </a:lnTo>
                  <a:lnTo>
                    <a:pt x="4963192" y="0"/>
                  </a:lnTo>
                  <a:lnTo>
                    <a:pt x="4964601" y="0"/>
                  </a:lnTo>
                  <a:lnTo>
                    <a:pt x="4966011" y="0"/>
                  </a:lnTo>
                  <a:lnTo>
                    <a:pt x="4967421" y="0"/>
                  </a:lnTo>
                  <a:lnTo>
                    <a:pt x="4968830" y="0"/>
                  </a:lnTo>
                  <a:lnTo>
                    <a:pt x="4970240" y="0"/>
                  </a:lnTo>
                  <a:lnTo>
                    <a:pt x="4971649" y="0"/>
                  </a:lnTo>
                  <a:lnTo>
                    <a:pt x="4973059" y="0"/>
                  </a:lnTo>
                  <a:lnTo>
                    <a:pt x="4974469" y="0"/>
                  </a:lnTo>
                  <a:lnTo>
                    <a:pt x="4975878" y="0"/>
                  </a:lnTo>
                  <a:lnTo>
                    <a:pt x="4977288" y="0"/>
                  </a:lnTo>
                  <a:lnTo>
                    <a:pt x="4978697" y="0"/>
                  </a:lnTo>
                  <a:lnTo>
                    <a:pt x="4980107" y="0"/>
                  </a:lnTo>
                  <a:lnTo>
                    <a:pt x="4981517" y="0"/>
                  </a:lnTo>
                  <a:lnTo>
                    <a:pt x="4982926" y="0"/>
                  </a:lnTo>
                  <a:lnTo>
                    <a:pt x="4984336" y="0"/>
                  </a:lnTo>
                  <a:lnTo>
                    <a:pt x="4985745" y="0"/>
                  </a:lnTo>
                  <a:lnTo>
                    <a:pt x="4987155" y="0"/>
                  </a:lnTo>
                  <a:lnTo>
                    <a:pt x="4988565" y="0"/>
                  </a:lnTo>
                  <a:lnTo>
                    <a:pt x="4989974" y="0"/>
                  </a:lnTo>
                  <a:lnTo>
                    <a:pt x="4991384" y="0"/>
                  </a:lnTo>
                  <a:lnTo>
                    <a:pt x="4992793" y="0"/>
                  </a:lnTo>
                  <a:lnTo>
                    <a:pt x="4994203" y="0"/>
                  </a:lnTo>
                  <a:lnTo>
                    <a:pt x="4995613" y="0"/>
                  </a:lnTo>
                  <a:lnTo>
                    <a:pt x="4997022" y="0"/>
                  </a:lnTo>
                  <a:lnTo>
                    <a:pt x="4998432" y="0"/>
                  </a:lnTo>
                  <a:lnTo>
                    <a:pt x="4999841" y="0"/>
                  </a:lnTo>
                  <a:lnTo>
                    <a:pt x="5001251" y="0"/>
                  </a:lnTo>
                  <a:lnTo>
                    <a:pt x="5002661" y="0"/>
                  </a:lnTo>
                  <a:lnTo>
                    <a:pt x="5004070" y="0"/>
                  </a:lnTo>
                  <a:lnTo>
                    <a:pt x="5005480" y="0"/>
                  </a:lnTo>
                  <a:lnTo>
                    <a:pt x="5006889" y="0"/>
                  </a:lnTo>
                  <a:lnTo>
                    <a:pt x="5008299" y="0"/>
                  </a:lnTo>
                  <a:lnTo>
                    <a:pt x="5009709" y="0"/>
                  </a:lnTo>
                  <a:lnTo>
                    <a:pt x="5011118" y="0"/>
                  </a:lnTo>
                  <a:lnTo>
                    <a:pt x="5012528" y="0"/>
                  </a:lnTo>
                  <a:lnTo>
                    <a:pt x="5013937" y="0"/>
                  </a:lnTo>
                  <a:lnTo>
                    <a:pt x="5015347" y="0"/>
                  </a:lnTo>
                  <a:lnTo>
                    <a:pt x="5016757" y="0"/>
                  </a:lnTo>
                  <a:lnTo>
                    <a:pt x="5018166" y="0"/>
                  </a:lnTo>
                  <a:lnTo>
                    <a:pt x="5019576" y="0"/>
                  </a:lnTo>
                  <a:lnTo>
                    <a:pt x="5020985" y="0"/>
                  </a:lnTo>
                  <a:lnTo>
                    <a:pt x="5022395" y="0"/>
                  </a:lnTo>
                  <a:lnTo>
                    <a:pt x="5023805" y="0"/>
                  </a:lnTo>
                  <a:lnTo>
                    <a:pt x="5025214" y="0"/>
                  </a:lnTo>
                  <a:lnTo>
                    <a:pt x="5026624" y="0"/>
                  </a:lnTo>
                  <a:lnTo>
                    <a:pt x="5028033" y="0"/>
                  </a:lnTo>
                  <a:lnTo>
                    <a:pt x="5029443" y="0"/>
                  </a:lnTo>
                  <a:lnTo>
                    <a:pt x="5030853" y="0"/>
                  </a:lnTo>
                  <a:lnTo>
                    <a:pt x="5032262" y="0"/>
                  </a:lnTo>
                  <a:lnTo>
                    <a:pt x="5033672" y="0"/>
                  </a:lnTo>
                  <a:lnTo>
                    <a:pt x="5035081" y="0"/>
                  </a:lnTo>
                  <a:lnTo>
                    <a:pt x="5036491" y="0"/>
                  </a:lnTo>
                  <a:lnTo>
                    <a:pt x="5037900" y="0"/>
                  </a:lnTo>
                  <a:lnTo>
                    <a:pt x="5039310" y="0"/>
                  </a:lnTo>
                  <a:lnTo>
                    <a:pt x="5040720" y="0"/>
                  </a:lnTo>
                  <a:lnTo>
                    <a:pt x="5042129" y="0"/>
                  </a:lnTo>
                  <a:lnTo>
                    <a:pt x="5043539" y="0"/>
                  </a:lnTo>
                  <a:lnTo>
                    <a:pt x="5044948" y="0"/>
                  </a:lnTo>
                  <a:lnTo>
                    <a:pt x="5046358" y="0"/>
                  </a:lnTo>
                  <a:lnTo>
                    <a:pt x="5047768" y="0"/>
                  </a:lnTo>
                  <a:lnTo>
                    <a:pt x="5049177" y="0"/>
                  </a:lnTo>
                  <a:lnTo>
                    <a:pt x="5050587" y="0"/>
                  </a:lnTo>
                  <a:lnTo>
                    <a:pt x="5051996" y="0"/>
                  </a:lnTo>
                  <a:lnTo>
                    <a:pt x="5053406" y="0"/>
                  </a:lnTo>
                  <a:lnTo>
                    <a:pt x="5054816" y="0"/>
                  </a:lnTo>
                  <a:lnTo>
                    <a:pt x="5056225" y="0"/>
                  </a:lnTo>
                  <a:lnTo>
                    <a:pt x="5057635" y="0"/>
                  </a:lnTo>
                  <a:lnTo>
                    <a:pt x="5059044" y="0"/>
                  </a:lnTo>
                  <a:lnTo>
                    <a:pt x="5060454" y="0"/>
                  </a:lnTo>
                  <a:lnTo>
                    <a:pt x="5061864" y="0"/>
                  </a:lnTo>
                  <a:lnTo>
                    <a:pt x="5063273" y="0"/>
                  </a:lnTo>
                  <a:lnTo>
                    <a:pt x="5064683" y="0"/>
                  </a:lnTo>
                  <a:lnTo>
                    <a:pt x="5066092" y="0"/>
                  </a:lnTo>
                  <a:lnTo>
                    <a:pt x="5067502" y="0"/>
                  </a:lnTo>
                  <a:lnTo>
                    <a:pt x="5068912" y="0"/>
                  </a:lnTo>
                  <a:lnTo>
                    <a:pt x="5070321" y="0"/>
                  </a:lnTo>
                  <a:lnTo>
                    <a:pt x="5071731" y="0"/>
                  </a:lnTo>
                  <a:lnTo>
                    <a:pt x="5073140" y="0"/>
                  </a:lnTo>
                  <a:lnTo>
                    <a:pt x="5074550" y="0"/>
                  </a:lnTo>
                  <a:lnTo>
                    <a:pt x="5075960" y="0"/>
                  </a:lnTo>
                  <a:lnTo>
                    <a:pt x="5077369" y="0"/>
                  </a:lnTo>
                  <a:lnTo>
                    <a:pt x="5078779" y="0"/>
                  </a:lnTo>
                  <a:lnTo>
                    <a:pt x="5080188" y="0"/>
                  </a:lnTo>
                  <a:lnTo>
                    <a:pt x="5081598" y="0"/>
                  </a:lnTo>
                  <a:lnTo>
                    <a:pt x="5083008" y="0"/>
                  </a:lnTo>
                  <a:lnTo>
                    <a:pt x="5084417" y="0"/>
                  </a:lnTo>
                  <a:lnTo>
                    <a:pt x="5085827" y="0"/>
                  </a:lnTo>
                  <a:lnTo>
                    <a:pt x="5087236" y="0"/>
                  </a:lnTo>
                  <a:lnTo>
                    <a:pt x="5088646" y="0"/>
                  </a:lnTo>
                  <a:lnTo>
                    <a:pt x="5090056" y="0"/>
                  </a:lnTo>
                  <a:lnTo>
                    <a:pt x="5091465" y="0"/>
                  </a:lnTo>
                  <a:lnTo>
                    <a:pt x="5092875" y="0"/>
                  </a:lnTo>
                  <a:lnTo>
                    <a:pt x="5094284" y="0"/>
                  </a:lnTo>
                  <a:lnTo>
                    <a:pt x="5095694" y="0"/>
                  </a:lnTo>
                  <a:lnTo>
                    <a:pt x="5097104" y="0"/>
                  </a:lnTo>
                  <a:lnTo>
                    <a:pt x="5098513" y="0"/>
                  </a:lnTo>
                  <a:lnTo>
                    <a:pt x="5099923" y="0"/>
                  </a:lnTo>
                  <a:lnTo>
                    <a:pt x="5101332" y="0"/>
                  </a:lnTo>
                  <a:lnTo>
                    <a:pt x="5102742" y="0"/>
                  </a:lnTo>
                  <a:lnTo>
                    <a:pt x="5104152" y="0"/>
                  </a:lnTo>
                  <a:lnTo>
                    <a:pt x="5105561" y="0"/>
                  </a:lnTo>
                  <a:lnTo>
                    <a:pt x="5106971" y="0"/>
                  </a:lnTo>
                  <a:lnTo>
                    <a:pt x="5108380" y="0"/>
                  </a:lnTo>
                  <a:lnTo>
                    <a:pt x="5109790" y="0"/>
                  </a:lnTo>
                  <a:lnTo>
                    <a:pt x="5111200" y="0"/>
                  </a:lnTo>
                  <a:lnTo>
                    <a:pt x="5112609" y="0"/>
                  </a:lnTo>
                  <a:lnTo>
                    <a:pt x="5114019" y="0"/>
                  </a:lnTo>
                  <a:lnTo>
                    <a:pt x="5115428" y="0"/>
                  </a:lnTo>
                  <a:lnTo>
                    <a:pt x="5116838" y="0"/>
                  </a:lnTo>
                  <a:lnTo>
                    <a:pt x="5118248" y="0"/>
                  </a:lnTo>
                  <a:lnTo>
                    <a:pt x="5119657" y="0"/>
                  </a:lnTo>
                  <a:lnTo>
                    <a:pt x="5121067" y="0"/>
                  </a:lnTo>
                  <a:lnTo>
                    <a:pt x="5122476" y="0"/>
                  </a:lnTo>
                  <a:lnTo>
                    <a:pt x="5123886" y="0"/>
                  </a:lnTo>
                  <a:lnTo>
                    <a:pt x="5125296" y="0"/>
                  </a:lnTo>
                  <a:lnTo>
                    <a:pt x="5126705" y="0"/>
                  </a:lnTo>
                  <a:lnTo>
                    <a:pt x="5128115" y="0"/>
                  </a:lnTo>
                  <a:lnTo>
                    <a:pt x="5129524" y="0"/>
                  </a:lnTo>
                  <a:lnTo>
                    <a:pt x="5130934" y="0"/>
                  </a:lnTo>
                  <a:lnTo>
                    <a:pt x="5132344" y="0"/>
                  </a:lnTo>
                  <a:lnTo>
                    <a:pt x="5133753" y="0"/>
                  </a:lnTo>
                  <a:lnTo>
                    <a:pt x="5135163" y="0"/>
                  </a:lnTo>
                  <a:lnTo>
                    <a:pt x="5136572" y="0"/>
                  </a:lnTo>
                  <a:lnTo>
                    <a:pt x="5137982" y="0"/>
                  </a:lnTo>
                  <a:lnTo>
                    <a:pt x="5139392" y="0"/>
                  </a:lnTo>
                  <a:lnTo>
                    <a:pt x="5140801" y="0"/>
                  </a:lnTo>
                  <a:lnTo>
                    <a:pt x="5142211" y="0"/>
                  </a:lnTo>
                  <a:lnTo>
                    <a:pt x="5143620" y="0"/>
                  </a:lnTo>
                  <a:lnTo>
                    <a:pt x="5145030" y="0"/>
                  </a:lnTo>
                  <a:lnTo>
                    <a:pt x="5146439" y="0"/>
                  </a:lnTo>
                  <a:lnTo>
                    <a:pt x="5147849" y="0"/>
                  </a:lnTo>
                  <a:lnTo>
                    <a:pt x="5149259" y="0"/>
                  </a:lnTo>
                  <a:lnTo>
                    <a:pt x="5150668" y="0"/>
                  </a:lnTo>
                  <a:lnTo>
                    <a:pt x="5152078" y="0"/>
                  </a:lnTo>
                  <a:lnTo>
                    <a:pt x="5153487" y="0"/>
                  </a:lnTo>
                  <a:lnTo>
                    <a:pt x="5154897" y="0"/>
                  </a:lnTo>
                  <a:lnTo>
                    <a:pt x="5156307" y="0"/>
                  </a:lnTo>
                  <a:lnTo>
                    <a:pt x="5157716" y="0"/>
                  </a:lnTo>
                  <a:lnTo>
                    <a:pt x="5159126" y="0"/>
                  </a:lnTo>
                  <a:lnTo>
                    <a:pt x="5160535" y="0"/>
                  </a:lnTo>
                  <a:lnTo>
                    <a:pt x="5161945" y="0"/>
                  </a:lnTo>
                  <a:lnTo>
                    <a:pt x="5163355" y="0"/>
                  </a:lnTo>
                  <a:lnTo>
                    <a:pt x="5164764" y="0"/>
                  </a:lnTo>
                  <a:lnTo>
                    <a:pt x="5166174" y="0"/>
                  </a:lnTo>
                  <a:lnTo>
                    <a:pt x="5167583" y="0"/>
                  </a:lnTo>
                  <a:lnTo>
                    <a:pt x="5168993" y="0"/>
                  </a:lnTo>
                  <a:lnTo>
                    <a:pt x="5170403" y="0"/>
                  </a:lnTo>
                  <a:lnTo>
                    <a:pt x="5171812" y="0"/>
                  </a:lnTo>
                  <a:lnTo>
                    <a:pt x="5173222" y="0"/>
                  </a:lnTo>
                  <a:lnTo>
                    <a:pt x="5174631" y="0"/>
                  </a:lnTo>
                  <a:lnTo>
                    <a:pt x="5176041" y="0"/>
                  </a:lnTo>
                  <a:lnTo>
                    <a:pt x="5177451" y="0"/>
                  </a:lnTo>
                  <a:lnTo>
                    <a:pt x="5178860" y="0"/>
                  </a:lnTo>
                  <a:lnTo>
                    <a:pt x="5180270" y="0"/>
                  </a:lnTo>
                  <a:lnTo>
                    <a:pt x="5181679" y="0"/>
                  </a:lnTo>
                  <a:lnTo>
                    <a:pt x="5183089" y="0"/>
                  </a:lnTo>
                  <a:lnTo>
                    <a:pt x="5184499" y="0"/>
                  </a:lnTo>
                  <a:lnTo>
                    <a:pt x="5185908" y="0"/>
                  </a:lnTo>
                  <a:lnTo>
                    <a:pt x="5187318" y="0"/>
                  </a:lnTo>
                  <a:lnTo>
                    <a:pt x="5188727" y="0"/>
                  </a:lnTo>
                  <a:lnTo>
                    <a:pt x="5190137" y="0"/>
                  </a:lnTo>
                  <a:lnTo>
                    <a:pt x="5191547" y="0"/>
                  </a:lnTo>
                  <a:lnTo>
                    <a:pt x="5192956" y="0"/>
                  </a:lnTo>
                  <a:lnTo>
                    <a:pt x="5194366" y="0"/>
                  </a:lnTo>
                  <a:lnTo>
                    <a:pt x="5195775" y="0"/>
                  </a:lnTo>
                  <a:lnTo>
                    <a:pt x="5197185" y="0"/>
                  </a:lnTo>
                  <a:lnTo>
                    <a:pt x="5198595" y="0"/>
                  </a:lnTo>
                  <a:lnTo>
                    <a:pt x="5200004" y="0"/>
                  </a:lnTo>
                  <a:lnTo>
                    <a:pt x="5201414" y="0"/>
                  </a:lnTo>
                  <a:lnTo>
                    <a:pt x="5202823" y="0"/>
                  </a:lnTo>
                  <a:lnTo>
                    <a:pt x="5204233" y="0"/>
                  </a:lnTo>
                  <a:lnTo>
                    <a:pt x="5205643" y="0"/>
                  </a:lnTo>
                  <a:lnTo>
                    <a:pt x="5207052" y="0"/>
                  </a:lnTo>
                  <a:lnTo>
                    <a:pt x="5208462" y="0"/>
                  </a:lnTo>
                  <a:lnTo>
                    <a:pt x="5209871" y="0"/>
                  </a:lnTo>
                  <a:lnTo>
                    <a:pt x="5211281" y="0"/>
                  </a:lnTo>
                  <a:lnTo>
                    <a:pt x="5212691" y="0"/>
                  </a:lnTo>
                  <a:lnTo>
                    <a:pt x="5214100" y="0"/>
                  </a:lnTo>
                  <a:lnTo>
                    <a:pt x="5215510" y="0"/>
                  </a:lnTo>
                  <a:lnTo>
                    <a:pt x="5216919" y="0"/>
                  </a:lnTo>
                  <a:lnTo>
                    <a:pt x="5218329" y="0"/>
                  </a:lnTo>
                  <a:lnTo>
                    <a:pt x="5219739" y="0"/>
                  </a:lnTo>
                  <a:lnTo>
                    <a:pt x="5221148" y="0"/>
                  </a:lnTo>
                  <a:lnTo>
                    <a:pt x="5222558" y="0"/>
                  </a:lnTo>
                  <a:lnTo>
                    <a:pt x="5223967" y="0"/>
                  </a:lnTo>
                  <a:lnTo>
                    <a:pt x="5225377" y="0"/>
                  </a:lnTo>
                  <a:lnTo>
                    <a:pt x="5226787" y="0"/>
                  </a:lnTo>
                  <a:lnTo>
                    <a:pt x="5228196" y="0"/>
                  </a:lnTo>
                  <a:lnTo>
                    <a:pt x="5229606" y="0"/>
                  </a:lnTo>
                  <a:lnTo>
                    <a:pt x="5231015" y="0"/>
                  </a:lnTo>
                  <a:lnTo>
                    <a:pt x="5232425" y="0"/>
                  </a:lnTo>
                  <a:lnTo>
                    <a:pt x="5233835" y="0"/>
                  </a:lnTo>
                  <a:lnTo>
                    <a:pt x="5235244" y="0"/>
                  </a:lnTo>
                  <a:lnTo>
                    <a:pt x="5236654" y="0"/>
                  </a:lnTo>
                  <a:lnTo>
                    <a:pt x="5238063" y="0"/>
                  </a:lnTo>
                  <a:lnTo>
                    <a:pt x="5239473" y="0"/>
                  </a:lnTo>
                  <a:lnTo>
                    <a:pt x="5240883" y="0"/>
                  </a:lnTo>
                  <a:lnTo>
                    <a:pt x="5242292" y="0"/>
                  </a:lnTo>
                  <a:lnTo>
                    <a:pt x="5243702" y="0"/>
                  </a:lnTo>
                  <a:lnTo>
                    <a:pt x="5245111" y="0"/>
                  </a:lnTo>
                  <a:lnTo>
                    <a:pt x="5246521" y="0"/>
                  </a:lnTo>
                  <a:lnTo>
                    <a:pt x="5247931" y="0"/>
                  </a:lnTo>
                  <a:lnTo>
                    <a:pt x="5249340" y="0"/>
                  </a:lnTo>
                  <a:lnTo>
                    <a:pt x="5250750" y="0"/>
                  </a:lnTo>
                  <a:lnTo>
                    <a:pt x="5252159" y="0"/>
                  </a:lnTo>
                  <a:lnTo>
                    <a:pt x="5253569" y="0"/>
                  </a:lnTo>
                  <a:lnTo>
                    <a:pt x="5254978" y="0"/>
                  </a:lnTo>
                  <a:lnTo>
                    <a:pt x="5256388" y="0"/>
                  </a:lnTo>
                  <a:lnTo>
                    <a:pt x="5257798" y="0"/>
                  </a:lnTo>
                  <a:lnTo>
                    <a:pt x="5259207" y="0"/>
                  </a:lnTo>
                  <a:lnTo>
                    <a:pt x="5260617" y="0"/>
                  </a:lnTo>
                  <a:lnTo>
                    <a:pt x="5262026" y="0"/>
                  </a:lnTo>
                  <a:lnTo>
                    <a:pt x="5263436" y="0"/>
                  </a:lnTo>
                  <a:lnTo>
                    <a:pt x="5264846" y="0"/>
                  </a:lnTo>
                  <a:lnTo>
                    <a:pt x="5266255" y="0"/>
                  </a:lnTo>
                  <a:lnTo>
                    <a:pt x="5267665" y="0"/>
                  </a:lnTo>
                  <a:lnTo>
                    <a:pt x="5269074" y="0"/>
                  </a:lnTo>
                  <a:lnTo>
                    <a:pt x="5270484" y="0"/>
                  </a:lnTo>
                  <a:lnTo>
                    <a:pt x="5271894" y="0"/>
                  </a:lnTo>
                  <a:lnTo>
                    <a:pt x="5273303" y="0"/>
                  </a:lnTo>
                  <a:lnTo>
                    <a:pt x="5274713" y="0"/>
                  </a:lnTo>
                  <a:lnTo>
                    <a:pt x="5276122" y="0"/>
                  </a:lnTo>
                  <a:lnTo>
                    <a:pt x="5277532" y="0"/>
                  </a:lnTo>
                  <a:lnTo>
                    <a:pt x="5278942" y="0"/>
                  </a:lnTo>
                  <a:lnTo>
                    <a:pt x="5280351" y="0"/>
                  </a:lnTo>
                  <a:lnTo>
                    <a:pt x="5281761" y="0"/>
                  </a:lnTo>
                  <a:lnTo>
                    <a:pt x="5283170" y="0"/>
                  </a:lnTo>
                  <a:lnTo>
                    <a:pt x="5284580" y="0"/>
                  </a:lnTo>
                  <a:lnTo>
                    <a:pt x="5285990" y="0"/>
                  </a:lnTo>
                  <a:lnTo>
                    <a:pt x="5287399" y="0"/>
                  </a:lnTo>
                  <a:lnTo>
                    <a:pt x="5288809" y="0"/>
                  </a:lnTo>
                  <a:lnTo>
                    <a:pt x="5290218" y="0"/>
                  </a:lnTo>
                  <a:lnTo>
                    <a:pt x="5291628" y="0"/>
                  </a:lnTo>
                  <a:lnTo>
                    <a:pt x="5293038" y="0"/>
                  </a:lnTo>
                  <a:lnTo>
                    <a:pt x="5294447" y="0"/>
                  </a:lnTo>
                  <a:lnTo>
                    <a:pt x="5295857" y="0"/>
                  </a:lnTo>
                  <a:lnTo>
                    <a:pt x="5297266" y="0"/>
                  </a:lnTo>
                  <a:lnTo>
                    <a:pt x="5298676" y="0"/>
                  </a:lnTo>
                  <a:lnTo>
                    <a:pt x="5300086" y="0"/>
                  </a:lnTo>
                  <a:lnTo>
                    <a:pt x="5301495" y="0"/>
                  </a:lnTo>
                  <a:lnTo>
                    <a:pt x="5302905" y="0"/>
                  </a:lnTo>
                  <a:lnTo>
                    <a:pt x="5304314" y="0"/>
                  </a:lnTo>
                  <a:lnTo>
                    <a:pt x="5305724" y="0"/>
                  </a:lnTo>
                  <a:lnTo>
                    <a:pt x="5307134" y="0"/>
                  </a:lnTo>
                  <a:lnTo>
                    <a:pt x="5308543" y="0"/>
                  </a:lnTo>
                  <a:lnTo>
                    <a:pt x="5309953" y="0"/>
                  </a:lnTo>
                  <a:lnTo>
                    <a:pt x="5311362" y="0"/>
                  </a:lnTo>
                  <a:lnTo>
                    <a:pt x="5312772" y="0"/>
                  </a:lnTo>
                  <a:lnTo>
                    <a:pt x="5314182" y="0"/>
                  </a:lnTo>
                  <a:lnTo>
                    <a:pt x="5315591" y="0"/>
                  </a:lnTo>
                  <a:lnTo>
                    <a:pt x="5317001" y="0"/>
                  </a:lnTo>
                  <a:lnTo>
                    <a:pt x="5318410" y="0"/>
                  </a:lnTo>
                  <a:lnTo>
                    <a:pt x="5319820" y="0"/>
                  </a:lnTo>
                  <a:lnTo>
                    <a:pt x="5321230" y="0"/>
                  </a:lnTo>
                  <a:lnTo>
                    <a:pt x="5322639" y="0"/>
                  </a:lnTo>
                  <a:lnTo>
                    <a:pt x="5324049" y="0"/>
                  </a:lnTo>
                  <a:lnTo>
                    <a:pt x="5325458" y="0"/>
                  </a:lnTo>
                  <a:lnTo>
                    <a:pt x="5326868" y="0"/>
                  </a:lnTo>
                  <a:lnTo>
                    <a:pt x="5328278" y="0"/>
                  </a:lnTo>
                  <a:lnTo>
                    <a:pt x="5329687" y="0"/>
                  </a:lnTo>
                  <a:lnTo>
                    <a:pt x="5331097" y="0"/>
                  </a:lnTo>
                  <a:lnTo>
                    <a:pt x="5332506" y="0"/>
                  </a:lnTo>
                  <a:lnTo>
                    <a:pt x="5333916" y="0"/>
                  </a:lnTo>
                  <a:lnTo>
                    <a:pt x="5335326" y="0"/>
                  </a:lnTo>
                  <a:lnTo>
                    <a:pt x="5336735" y="0"/>
                  </a:lnTo>
                  <a:lnTo>
                    <a:pt x="5338145" y="0"/>
                  </a:lnTo>
                  <a:lnTo>
                    <a:pt x="5339554" y="0"/>
                  </a:lnTo>
                  <a:lnTo>
                    <a:pt x="5340964" y="0"/>
                  </a:lnTo>
                  <a:lnTo>
                    <a:pt x="5342374" y="0"/>
                  </a:lnTo>
                  <a:lnTo>
                    <a:pt x="5343783" y="0"/>
                  </a:lnTo>
                  <a:lnTo>
                    <a:pt x="5345193" y="0"/>
                  </a:lnTo>
                  <a:lnTo>
                    <a:pt x="5346602" y="0"/>
                  </a:lnTo>
                  <a:lnTo>
                    <a:pt x="5348012" y="0"/>
                  </a:lnTo>
                  <a:lnTo>
                    <a:pt x="5349422" y="0"/>
                  </a:lnTo>
                  <a:lnTo>
                    <a:pt x="5350831" y="0"/>
                  </a:lnTo>
                  <a:lnTo>
                    <a:pt x="5352241" y="0"/>
                  </a:lnTo>
                  <a:lnTo>
                    <a:pt x="5353650" y="0"/>
                  </a:lnTo>
                  <a:lnTo>
                    <a:pt x="5355060" y="0"/>
                  </a:lnTo>
                  <a:lnTo>
                    <a:pt x="5356469" y="0"/>
                  </a:lnTo>
                  <a:lnTo>
                    <a:pt x="5357879" y="0"/>
                  </a:lnTo>
                  <a:lnTo>
                    <a:pt x="5359289" y="0"/>
                  </a:lnTo>
                  <a:lnTo>
                    <a:pt x="5360698" y="0"/>
                  </a:lnTo>
                  <a:lnTo>
                    <a:pt x="5362108" y="0"/>
                  </a:lnTo>
                  <a:lnTo>
                    <a:pt x="5363517" y="0"/>
                  </a:lnTo>
                  <a:lnTo>
                    <a:pt x="5364927" y="0"/>
                  </a:lnTo>
                  <a:lnTo>
                    <a:pt x="5366337" y="0"/>
                  </a:lnTo>
                  <a:lnTo>
                    <a:pt x="5367746" y="0"/>
                  </a:lnTo>
                  <a:lnTo>
                    <a:pt x="5369156" y="0"/>
                  </a:lnTo>
                  <a:lnTo>
                    <a:pt x="5370565" y="0"/>
                  </a:lnTo>
                  <a:lnTo>
                    <a:pt x="5371975" y="0"/>
                  </a:lnTo>
                  <a:lnTo>
                    <a:pt x="5373385" y="0"/>
                  </a:lnTo>
                  <a:lnTo>
                    <a:pt x="5374794" y="0"/>
                  </a:lnTo>
                  <a:lnTo>
                    <a:pt x="5376204" y="0"/>
                  </a:lnTo>
                  <a:lnTo>
                    <a:pt x="5377613" y="0"/>
                  </a:lnTo>
                  <a:lnTo>
                    <a:pt x="5379023" y="0"/>
                  </a:lnTo>
                  <a:lnTo>
                    <a:pt x="5380433" y="0"/>
                  </a:lnTo>
                  <a:lnTo>
                    <a:pt x="5381842" y="0"/>
                  </a:lnTo>
                  <a:lnTo>
                    <a:pt x="5383252" y="0"/>
                  </a:lnTo>
                  <a:lnTo>
                    <a:pt x="5384661" y="0"/>
                  </a:lnTo>
                  <a:lnTo>
                    <a:pt x="5386071" y="0"/>
                  </a:lnTo>
                  <a:lnTo>
                    <a:pt x="5387481" y="0"/>
                  </a:lnTo>
                  <a:lnTo>
                    <a:pt x="5388890" y="0"/>
                  </a:lnTo>
                  <a:lnTo>
                    <a:pt x="5390300" y="0"/>
                  </a:lnTo>
                  <a:lnTo>
                    <a:pt x="5391709" y="0"/>
                  </a:lnTo>
                  <a:lnTo>
                    <a:pt x="5393119" y="0"/>
                  </a:lnTo>
                  <a:lnTo>
                    <a:pt x="5394529" y="0"/>
                  </a:lnTo>
                  <a:lnTo>
                    <a:pt x="5395938" y="0"/>
                  </a:lnTo>
                  <a:lnTo>
                    <a:pt x="5397348" y="0"/>
                  </a:lnTo>
                  <a:lnTo>
                    <a:pt x="5398757" y="0"/>
                  </a:lnTo>
                  <a:lnTo>
                    <a:pt x="5400167" y="0"/>
                  </a:lnTo>
                  <a:lnTo>
                    <a:pt x="5401577" y="0"/>
                  </a:lnTo>
                  <a:lnTo>
                    <a:pt x="5402986" y="0"/>
                  </a:lnTo>
                  <a:lnTo>
                    <a:pt x="5404396" y="0"/>
                  </a:lnTo>
                  <a:lnTo>
                    <a:pt x="5405805" y="0"/>
                  </a:lnTo>
                  <a:lnTo>
                    <a:pt x="5407215" y="0"/>
                  </a:lnTo>
                  <a:lnTo>
                    <a:pt x="5408625" y="0"/>
                  </a:lnTo>
                  <a:lnTo>
                    <a:pt x="5410034" y="0"/>
                  </a:lnTo>
                  <a:lnTo>
                    <a:pt x="5411444" y="0"/>
                  </a:lnTo>
                  <a:lnTo>
                    <a:pt x="5412853" y="0"/>
                  </a:lnTo>
                  <a:lnTo>
                    <a:pt x="5414263" y="0"/>
                  </a:lnTo>
                  <a:lnTo>
                    <a:pt x="5415673" y="0"/>
                  </a:lnTo>
                  <a:lnTo>
                    <a:pt x="5417082" y="0"/>
                  </a:lnTo>
                  <a:lnTo>
                    <a:pt x="5418492" y="0"/>
                  </a:lnTo>
                  <a:lnTo>
                    <a:pt x="5419901" y="0"/>
                  </a:lnTo>
                  <a:lnTo>
                    <a:pt x="5421311" y="0"/>
                  </a:lnTo>
                  <a:lnTo>
                    <a:pt x="5422721" y="0"/>
                  </a:lnTo>
                  <a:lnTo>
                    <a:pt x="5424130" y="0"/>
                  </a:lnTo>
                  <a:lnTo>
                    <a:pt x="5425540" y="0"/>
                  </a:lnTo>
                  <a:lnTo>
                    <a:pt x="5426949" y="0"/>
                  </a:lnTo>
                  <a:lnTo>
                    <a:pt x="5428359" y="0"/>
                  </a:lnTo>
                  <a:lnTo>
                    <a:pt x="5429769" y="0"/>
                  </a:lnTo>
                  <a:lnTo>
                    <a:pt x="5431178" y="0"/>
                  </a:lnTo>
                  <a:lnTo>
                    <a:pt x="5432588" y="0"/>
                  </a:lnTo>
                  <a:lnTo>
                    <a:pt x="5433997" y="0"/>
                  </a:lnTo>
                  <a:lnTo>
                    <a:pt x="5435407" y="0"/>
                  </a:lnTo>
                  <a:lnTo>
                    <a:pt x="5436817" y="0"/>
                  </a:lnTo>
                  <a:lnTo>
                    <a:pt x="5438226" y="0"/>
                  </a:lnTo>
                  <a:lnTo>
                    <a:pt x="5439636" y="0"/>
                  </a:lnTo>
                  <a:lnTo>
                    <a:pt x="5441045" y="0"/>
                  </a:lnTo>
                  <a:lnTo>
                    <a:pt x="5442455" y="0"/>
                  </a:lnTo>
                  <a:lnTo>
                    <a:pt x="5443865" y="0"/>
                  </a:lnTo>
                  <a:lnTo>
                    <a:pt x="5445274" y="0"/>
                  </a:lnTo>
                  <a:lnTo>
                    <a:pt x="5446684" y="0"/>
                  </a:lnTo>
                  <a:lnTo>
                    <a:pt x="5448093" y="0"/>
                  </a:lnTo>
                  <a:lnTo>
                    <a:pt x="5449503" y="0"/>
                  </a:lnTo>
                  <a:lnTo>
                    <a:pt x="5450913" y="0"/>
                  </a:lnTo>
                  <a:lnTo>
                    <a:pt x="5452322" y="0"/>
                  </a:lnTo>
                  <a:lnTo>
                    <a:pt x="5453732" y="0"/>
                  </a:lnTo>
                  <a:lnTo>
                    <a:pt x="5455141" y="0"/>
                  </a:lnTo>
                  <a:lnTo>
                    <a:pt x="5456551" y="0"/>
                  </a:lnTo>
                  <a:lnTo>
                    <a:pt x="5457961" y="0"/>
                  </a:lnTo>
                  <a:lnTo>
                    <a:pt x="5459370" y="0"/>
                  </a:lnTo>
                  <a:lnTo>
                    <a:pt x="5460780" y="0"/>
                  </a:lnTo>
                  <a:lnTo>
                    <a:pt x="5462189" y="0"/>
                  </a:lnTo>
                  <a:lnTo>
                    <a:pt x="5463599" y="0"/>
                  </a:lnTo>
                  <a:lnTo>
                    <a:pt x="5465008" y="0"/>
                  </a:lnTo>
                  <a:lnTo>
                    <a:pt x="5466418" y="0"/>
                  </a:lnTo>
                  <a:lnTo>
                    <a:pt x="5467828" y="0"/>
                  </a:lnTo>
                  <a:lnTo>
                    <a:pt x="5469237" y="0"/>
                  </a:lnTo>
                  <a:lnTo>
                    <a:pt x="5470647" y="0"/>
                  </a:lnTo>
                  <a:lnTo>
                    <a:pt x="5472056" y="0"/>
                  </a:lnTo>
                  <a:lnTo>
                    <a:pt x="5473466" y="0"/>
                  </a:lnTo>
                  <a:lnTo>
                    <a:pt x="5474876" y="0"/>
                  </a:lnTo>
                  <a:lnTo>
                    <a:pt x="5476285" y="0"/>
                  </a:lnTo>
                  <a:lnTo>
                    <a:pt x="5477695" y="0"/>
                  </a:lnTo>
                  <a:lnTo>
                    <a:pt x="5479104" y="0"/>
                  </a:lnTo>
                  <a:lnTo>
                    <a:pt x="5480514" y="0"/>
                  </a:lnTo>
                  <a:lnTo>
                    <a:pt x="5481924" y="0"/>
                  </a:lnTo>
                  <a:lnTo>
                    <a:pt x="5483333" y="0"/>
                  </a:lnTo>
                  <a:lnTo>
                    <a:pt x="5484743" y="0"/>
                  </a:lnTo>
                  <a:lnTo>
                    <a:pt x="5486152" y="0"/>
                  </a:lnTo>
                  <a:lnTo>
                    <a:pt x="5487562" y="0"/>
                  </a:lnTo>
                  <a:lnTo>
                    <a:pt x="5488972" y="0"/>
                  </a:lnTo>
                  <a:lnTo>
                    <a:pt x="5490381" y="0"/>
                  </a:lnTo>
                  <a:lnTo>
                    <a:pt x="5491791" y="0"/>
                  </a:lnTo>
                  <a:lnTo>
                    <a:pt x="5493200" y="0"/>
                  </a:lnTo>
                  <a:lnTo>
                    <a:pt x="5494610" y="0"/>
                  </a:lnTo>
                  <a:lnTo>
                    <a:pt x="5496020" y="0"/>
                  </a:lnTo>
                  <a:lnTo>
                    <a:pt x="5497429" y="0"/>
                  </a:lnTo>
                  <a:lnTo>
                    <a:pt x="5498839" y="0"/>
                  </a:lnTo>
                  <a:lnTo>
                    <a:pt x="5500248" y="0"/>
                  </a:lnTo>
                  <a:lnTo>
                    <a:pt x="5501658" y="0"/>
                  </a:lnTo>
                  <a:lnTo>
                    <a:pt x="5503068" y="0"/>
                  </a:lnTo>
                  <a:lnTo>
                    <a:pt x="5504477" y="0"/>
                  </a:lnTo>
                  <a:lnTo>
                    <a:pt x="5505887" y="0"/>
                  </a:lnTo>
                  <a:lnTo>
                    <a:pt x="5507296" y="0"/>
                  </a:lnTo>
                  <a:lnTo>
                    <a:pt x="5508706" y="0"/>
                  </a:lnTo>
                  <a:lnTo>
                    <a:pt x="5510116" y="0"/>
                  </a:lnTo>
                  <a:lnTo>
                    <a:pt x="5511525" y="0"/>
                  </a:lnTo>
                  <a:lnTo>
                    <a:pt x="5512935" y="0"/>
                  </a:lnTo>
                  <a:lnTo>
                    <a:pt x="5514344" y="0"/>
                  </a:lnTo>
                  <a:lnTo>
                    <a:pt x="5515754" y="0"/>
                  </a:lnTo>
                  <a:lnTo>
                    <a:pt x="5517164" y="0"/>
                  </a:lnTo>
                  <a:lnTo>
                    <a:pt x="5518573" y="0"/>
                  </a:lnTo>
                  <a:lnTo>
                    <a:pt x="5519983" y="0"/>
                  </a:lnTo>
                  <a:lnTo>
                    <a:pt x="5521392" y="0"/>
                  </a:lnTo>
                  <a:lnTo>
                    <a:pt x="5522802" y="0"/>
                  </a:lnTo>
                  <a:lnTo>
                    <a:pt x="5524212" y="0"/>
                  </a:lnTo>
                  <a:lnTo>
                    <a:pt x="5525621" y="0"/>
                  </a:lnTo>
                  <a:lnTo>
                    <a:pt x="5527031" y="0"/>
                  </a:lnTo>
                  <a:lnTo>
                    <a:pt x="5528440" y="0"/>
                  </a:lnTo>
                  <a:lnTo>
                    <a:pt x="5529850" y="0"/>
                  </a:lnTo>
                  <a:lnTo>
                    <a:pt x="5531260" y="0"/>
                  </a:lnTo>
                  <a:lnTo>
                    <a:pt x="5532669" y="0"/>
                  </a:lnTo>
                  <a:lnTo>
                    <a:pt x="5534079" y="0"/>
                  </a:lnTo>
                  <a:lnTo>
                    <a:pt x="5535488" y="0"/>
                  </a:lnTo>
                  <a:lnTo>
                    <a:pt x="5536898" y="0"/>
                  </a:lnTo>
                  <a:lnTo>
                    <a:pt x="5538308" y="0"/>
                  </a:lnTo>
                  <a:lnTo>
                    <a:pt x="5539717" y="0"/>
                  </a:lnTo>
                  <a:lnTo>
                    <a:pt x="5541127" y="0"/>
                  </a:lnTo>
                  <a:lnTo>
                    <a:pt x="5542536" y="0"/>
                  </a:lnTo>
                  <a:lnTo>
                    <a:pt x="5543946" y="0"/>
                  </a:lnTo>
                  <a:lnTo>
                    <a:pt x="5545356" y="0"/>
                  </a:lnTo>
                  <a:lnTo>
                    <a:pt x="5546765" y="0"/>
                  </a:lnTo>
                  <a:lnTo>
                    <a:pt x="5548175" y="0"/>
                  </a:lnTo>
                  <a:lnTo>
                    <a:pt x="5549584" y="0"/>
                  </a:lnTo>
                  <a:lnTo>
                    <a:pt x="5550994" y="0"/>
                  </a:lnTo>
                  <a:lnTo>
                    <a:pt x="5552404" y="0"/>
                  </a:lnTo>
                  <a:lnTo>
                    <a:pt x="5553813" y="0"/>
                  </a:lnTo>
                  <a:lnTo>
                    <a:pt x="5555223" y="0"/>
                  </a:lnTo>
                  <a:lnTo>
                    <a:pt x="5556632" y="0"/>
                  </a:lnTo>
                  <a:lnTo>
                    <a:pt x="5558042" y="0"/>
                  </a:lnTo>
                  <a:lnTo>
                    <a:pt x="5559452" y="0"/>
                  </a:lnTo>
                  <a:lnTo>
                    <a:pt x="5560861" y="0"/>
                  </a:lnTo>
                  <a:lnTo>
                    <a:pt x="5562271" y="0"/>
                  </a:lnTo>
                  <a:lnTo>
                    <a:pt x="5563680" y="0"/>
                  </a:lnTo>
                  <a:lnTo>
                    <a:pt x="5565090" y="0"/>
                  </a:lnTo>
                  <a:lnTo>
                    <a:pt x="5566500" y="0"/>
                  </a:lnTo>
                  <a:lnTo>
                    <a:pt x="5567909" y="0"/>
                  </a:lnTo>
                  <a:lnTo>
                    <a:pt x="5569319" y="0"/>
                  </a:lnTo>
                  <a:lnTo>
                    <a:pt x="5570728" y="0"/>
                  </a:lnTo>
                  <a:lnTo>
                    <a:pt x="5572138" y="0"/>
                  </a:lnTo>
                  <a:lnTo>
                    <a:pt x="5573547" y="0"/>
                  </a:lnTo>
                  <a:lnTo>
                    <a:pt x="5574957" y="0"/>
                  </a:lnTo>
                  <a:lnTo>
                    <a:pt x="5576367" y="0"/>
                  </a:lnTo>
                  <a:lnTo>
                    <a:pt x="5577776" y="0"/>
                  </a:lnTo>
                  <a:lnTo>
                    <a:pt x="5579186" y="0"/>
                  </a:lnTo>
                  <a:lnTo>
                    <a:pt x="5580595" y="0"/>
                  </a:lnTo>
                  <a:lnTo>
                    <a:pt x="5582005" y="0"/>
                  </a:lnTo>
                  <a:lnTo>
                    <a:pt x="5583415" y="0"/>
                  </a:lnTo>
                  <a:lnTo>
                    <a:pt x="5584824" y="0"/>
                  </a:lnTo>
                  <a:lnTo>
                    <a:pt x="5586234" y="0"/>
                  </a:lnTo>
                  <a:lnTo>
                    <a:pt x="5587643" y="0"/>
                  </a:lnTo>
                  <a:lnTo>
                    <a:pt x="5589053" y="0"/>
                  </a:lnTo>
                  <a:lnTo>
                    <a:pt x="5590463" y="0"/>
                  </a:lnTo>
                  <a:lnTo>
                    <a:pt x="5591872" y="0"/>
                  </a:lnTo>
                  <a:lnTo>
                    <a:pt x="5593282" y="0"/>
                  </a:lnTo>
                  <a:lnTo>
                    <a:pt x="5594691" y="0"/>
                  </a:lnTo>
                  <a:lnTo>
                    <a:pt x="5596101" y="0"/>
                  </a:lnTo>
                  <a:lnTo>
                    <a:pt x="5597511" y="0"/>
                  </a:lnTo>
                  <a:lnTo>
                    <a:pt x="5598920" y="0"/>
                  </a:lnTo>
                  <a:lnTo>
                    <a:pt x="5600330" y="0"/>
                  </a:lnTo>
                  <a:lnTo>
                    <a:pt x="5601739" y="0"/>
                  </a:lnTo>
                  <a:lnTo>
                    <a:pt x="5603149" y="0"/>
                  </a:lnTo>
                  <a:lnTo>
                    <a:pt x="5604559" y="0"/>
                  </a:lnTo>
                  <a:lnTo>
                    <a:pt x="5605968" y="0"/>
                  </a:lnTo>
                  <a:lnTo>
                    <a:pt x="5607378" y="0"/>
                  </a:lnTo>
                  <a:lnTo>
                    <a:pt x="5608787" y="0"/>
                  </a:lnTo>
                  <a:lnTo>
                    <a:pt x="5610197" y="0"/>
                  </a:lnTo>
                  <a:lnTo>
                    <a:pt x="5611607" y="0"/>
                  </a:lnTo>
                  <a:lnTo>
                    <a:pt x="5613016" y="0"/>
                  </a:lnTo>
                  <a:lnTo>
                    <a:pt x="5614426" y="0"/>
                  </a:lnTo>
                  <a:lnTo>
                    <a:pt x="5615835" y="0"/>
                  </a:lnTo>
                  <a:lnTo>
                    <a:pt x="5617245" y="0"/>
                  </a:lnTo>
                  <a:lnTo>
                    <a:pt x="5618655" y="0"/>
                  </a:lnTo>
                  <a:lnTo>
                    <a:pt x="5620064" y="0"/>
                  </a:lnTo>
                  <a:lnTo>
                    <a:pt x="5621474" y="0"/>
                  </a:lnTo>
                  <a:lnTo>
                    <a:pt x="5622883" y="0"/>
                  </a:lnTo>
                  <a:lnTo>
                    <a:pt x="5624293" y="0"/>
                  </a:lnTo>
                  <a:lnTo>
                    <a:pt x="5625703" y="0"/>
                  </a:lnTo>
                  <a:lnTo>
                    <a:pt x="5627112" y="0"/>
                  </a:lnTo>
                  <a:lnTo>
                    <a:pt x="5628522" y="0"/>
                  </a:lnTo>
                  <a:lnTo>
                    <a:pt x="5629931" y="0"/>
                  </a:lnTo>
                  <a:lnTo>
                    <a:pt x="5631341" y="0"/>
                  </a:lnTo>
                  <a:lnTo>
                    <a:pt x="5632751" y="0"/>
                  </a:lnTo>
                  <a:lnTo>
                    <a:pt x="5634160" y="0"/>
                  </a:lnTo>
                  <a:lnTo>
                    <a:pt x="5635570" y="0"/>
                  </a:lnTo>
                  <a:lnTo>
                    <a:pt x="5636979" y="0"/>
                  </a:lnTo>
                  <a:lnTo>
                    <a:pt x="5638389" y="0"/>
                  </a:lnTo>
                  <a:lnTo>
                    <a:pt x="5639799" y="0"/>
                  </a:lnTo>
                  <a:lnTo>
                    <a:pt x="5641208" y="0"/>
                  </a:lnTo>
                  <a:lnTo>
                    <a:pt x="5642618" y="0"/>
                  </a:lnTo>
                  <a:lnTo>
                    <a:pt x="5644027" y="0"/>
                  </a:lnTo>
                  <a:lnTo>
                    <a:pt x="5645437" y="0"/>
                  </a:lnTo>
                  <a:lnTo>
                    <a:pt x="5646847" y="0"/>
                  </a:lnTo>
                  <a:lnTo>
                    <a:pt x="5648256" y="0"/>
                  </a:lnTo>
                  <a:lnTo>
                    <a:pt x="5649666" y="0"/>
                  </a:lnTo>
                  <a:lnTo>
                    <a:pt x="5651075" y="0"/>
                  </a:lnTo>
                  <a:lnTo>
                    <a:pt x="5652485" y="0"/>
                  </a:lnTo>
                  <a:lnTo>
                    <a:pt x="5653895" y="0"/>
                  </a:lnTo>
                  <a:lnTo>
                    <a:pt x="5655304" y="0"/>
                  </a:lnTo>
                  <a:lnTo>
                    <a:pt x="5656714" y="0"/>
                  </a:lnTo>
                  <a:lnTo>
                    <a:pt x="5658123" y="0"/>
                  </a:lnTo>
                  <a:lnTo>
                    <a:pt x="5659533" y="0"/>
                  </a:lnTo>
                  <a:lnTo>
                    <a:pt x="5660943" y="0"/>
                  </a:lnTo>
                  <a:lnTo>
                    <a:pt x="5662352" y="0"/>
                  </a:lnTo>
                  <a:lnTo>
                    <a:pt x="5663762" y="0"/>
                  </a:lnTo>
                  <a:lnTo>
                    <a:pt x="5665171" y="0"/>
                  </a:lnTo>
                  <a:lnTo>
                    <a:pt x="5666581" y="0"/>
                  </a:lnTo>
                  <a:lnTo>
                    <a:pt x="5667991" y="0"/>
                  </a:lnTo>
                  <a:lnTo>
                    <a:pt x="5669400" y="0"/>
                  </a:lnTo>
                  <a:lnTo>
                    <a:pt x="5670810" y="0"/>
                  </a:lnTo>
                  <a:lnTo>
                    <a:pt x="5672219" y="0"/>
                  </a:lnTo>
                  <a:lnTo>
                    <a:pt x="5673629" y="0"/>
                  </a:lnTo>
                  <a:lnTo>
                    <a:pt x="5675039" y="0"/>
                  </a:lnTo>
                  <a:lnTo>
                    <a:pt x="5676448" y="0"/>
                  </a:lnTo>
                  <a:lnTo>
                    <a:pt x="5677858" y="0"/>
                  </a:lnTo>
                  <a:lnTo>
                    <a:pt x="5679267" y="0"/>
                  </a:lnTo>
                  <a:lnTo>
                    <a:pt x="5680677" y="0"/>
                  </a:lnTo>
                  <a:lnTo>
                    <a:pt x="5682086" y="0"/>
                  </a:lnTo>
                  <a:lnTo>
                    <a:pt x="5683496" y="0"/>
                  </a:lnTo>
                  <a:lnTo>
                    <a:pt x="5684906" y="0"/>
                  </a:lnTo>
                  <a:lnTo>
                    <a:pt x="5686315" y="0"/>
                  </a:lnTo>
                  <a:lnTo>
                    <a:pt x="5687725" y="0"/>
                  </a:lnTo>
                  <a:lnTo>
                    <a:pt x="5689134" y="0"/>
                  </a:lnTo>
                  <a:lnTo>
                    <a:pt x="5690544" y="0"/>
                  </a:lnTo>
                  <a:lnTo>
                    <a:pt x="5691954" y="0"/>
                  </a:lnTo>
                  <a:lnTo>
                    <a:pt x="5693363" y="0"/>
                  </a:lnTo>
                  <a:lnTo>
                    <a:pt x="5694773" y="0"/>
                  </a:lnTo>
                  <a:lnTo>
                    <a:pt x="5696182" y="0"/>
                  </a:lnTo>
                  <a:lnTo>
                    <a:pt x="5697592" y="0"/>
                  </a:lnTo>
                  <a:lnTo>
                    <a:pt x="5699002" y="0"/>
                  </a:lnTo>
                  <a:lnTo>
                    <a:pt x="5700411" y="0"/>
                  </a:lnTo>
                  <a:lnTo>
                    <a:pt x="5701821" y="0"/>
                  </a:lnTo>
                  <a:lnTo>
                    <a:pt x="5703230" y="0"/>
                  </a:lnTo>
                  <a:lnTo>
                    <a:pt x="5704640" y="0"/>
                  </a:lnTo>
                  <a:lnTo>
                    <a:pt x="5706050" y="0"/>
                  </a:lnTo>
                  <a:lnTo>
                    <a:pt x="5707459" y="0"/>
                  </a:lnTo>
                  <a:lnTo>
                    <a:pt x="5708869" y="0"/>
                  </a:lnTo>
                  <a:lnTo>
                    <a:pt x="5710278" y="0"/>
                  </a:lnTo>
                  <a:lnTo>
                    <a:pt x="5711688" y="0"/>
                  </a:lnTo>
                  <a:lnTo>
                    <a:pt x="5713098" y="0"/>
                  </a:lnTo>
                  <a:lnTo>
                    <a:pt x="5714507" y="0"/>
                  </a:lnTo>
                  <a:lnTo>
                    <a:pt x="5715917" y="0"/>
                  </a:lnTo>
                  <a:lnTo>
                    <a:pt x="5717326" y="0"/>
                  </a:lnTo>
                  <a:lnTo>
                    <a:pt x="5718736" y="0"/>
                  </a:lnTo>
                  <a:lnTo>
                    <a:pt x="5720146" y="0"/>
                  </a:lnTo>
                  <a:lnTo>
                    <a:pt x="5721555" y="0"/>
                  </a:lnTo>
                  <a:lnTo>
                    <a:pt x="5722965" y="0"/>
                  </a:lnTo>
                  <a:lnTo>
                    <a:pt x="5724374" y="0"/>
                  </a:lnTo>
                  <a:lnTo>
                    <a:pt x="5725784" y="0"/>
                  </a:lnTo>
                  <a:lnTo>
                    <a:pt x="5727194" y="0"/>
                  </a:lnTo>
                  <a:lnTo>
                    <a:pt x="5728603" y="0"/>
                  </a:lnTo>
                  <a:lnTo>
                    <a:pt x="5730013" y="0"/>
                  </a:lnTo>
                  <a:lnTo>
                    <a:pt x="5731422" y="0"/>
                  </a:lnTo>
                  <a:lnTo>
                    <a:pt x="5732832" y="0"/>
                  </a:lnTo>
                  <a:lnTo>
                    <a:pt x="5734242" y="0"/>
                  </a:lnTo>
                  <a:lnTo>
                    <a:pt x="5735651" y="0"/>
                  </a:lnTo>
                  <a:lnTo>
                    <a:pt x="5737061" y="0"/>
                  </a:lnTo>
                  <a:lnTo>
                    <a:pt x="5738470" y="0"/>
                  </a:lnTo>
                  <a:lnTo>
                    <a:pt x="5739880" y="0"/>
                  </a:lnTo>
                  <a:lnTo>
                    <a:pt x="5741290" y="0"/>
                  </a:lnTo>
                  <a:lnTo>
                    <a:pt x="5742699" y="0"/>
                  </a:lnTo>
                  <a:lnTo>
                    <a:pt x="5744109" y="0"/>
                  </a:lnTo>
                  <a:lnTo>
                    <a:pt x="5745518" y="0"/>
                  </a:lnTo>
                  <a:lnTo>
                    <a:pt x="5746928" y="0"/>
                  </a:lnTo>
                  <a:lnTo>
                    <a:pt x="5748338" y="0"/>
                  </a:lnTo>
                  <a:lnTo>
                    <a:pt x="5749747" y="0"/>
                  </a:lnTo>
                  <a:lnTo>
                    <a:pt x="5751157" y="0"/>
                  </a:lnTo>
                  <a:lnTo>
                    <a:pt x="5752566" y="0"/>
                  </a:lnTo>
                  <a:lnTo>
                    <a:pt x="5753976" y="0"/>
                  </a:lnTo>
                  <a:lnTo>
                    <a:pt x="5755386" y="0"/>
                  </a:lnTo>
                  <a:lnTo>
                    <a:pt x="5756795" y="0"/>
                  </a:lnTo>
                  <a:lnTo>
                    <a:pt x="5758205" y="0"/>
                  </a:lnTo>
                  <a:lnTo>
                    <a:pt x="5759614" y="0"/>
                  </a:lnTo>
                  <a:lnTo>
                    <a:pt x="5761024" y="0"/>
                  </a:lnTo>
                  <a:lnTo>
                    <a:pt x="5762434" y="0"/>
                  </a:lnTo>
                  <a:lnTo>
                    <a:pt x="5763843" y="0"/>
                  </a:lnTo>
                  <a:lnTo>
                    <a:pt x="5765253" y="0"/>
                  </a:lnTo>
                  <a:lnTo>
                    <a:pt x="5766662" y="0"/>
                  </a:lnTo>
                  <a:lnTo>
                    <a:pt x="5768072" y="0"/>
                  </a:lnTo>
                  <a:lnTo>
                    <a:pt x="5769482" y="0"/>
                  </a:lnTo>
                  <a:lnTo>
                    <a:pt x="5770891" y="0"/>
                  </a:lnTo>
                  <a:lnTo>
                    <a:pt x="5772301" y="0"/>
                  </a:lnTo>
                  <a:lnTo>
                    <a:pt x="5773710" y="0"/>
                  </a:lnTo>
                  <a:lnTo>
                    <a:pt x="5775120" y="0"/>
                  </a:lnTo>
                  <a:lnTo>
                    <a:pt x="5776530" y="0"/>
                  </a:lnTo>
                  <a:lnTo>
                    <a:pt x="5777939" y="0"/>
                  </a:lnTo>
                  <a:lnTo>
                    <a:pt x="5779349" y="0"/>
                  </a:lnTo>
                  <a:lnTo>
                    <a:pt x="5780758" y="0"/>
                  </a:lnTo>
                  <a:lnTo>
                    <a:pt x="5782168" y="0"/>
                  </a:lnTo>
                  <a:lnTo>
                    <a:pt x="5783578" y="0"/>
                  </a:lnTo>
                  <a:lnTo>
                    <a:pt x="5784987" y="0"/>
                  </a:lnTo>
                  <a:lnTo>
                    <a:pt x="5786397" y="0"/>
                  </a:lnTo>
                  <a:lnTo>
                    <a:pt x="5787806" y="0"/>
                  </a:lnTo>
                  <a:lnTo>
                    <a:pt x="5789216" y="0"/>
                  </a:lnTo>
                  <a:lnTo>
                    <a:pt x="5790625" y="0"/>
                  </a:lnTo>
                  <a:lnTo>
                    <a:pt x="5792035" y="0"/>
                  </a:lnTo>
                  <a:lnTo>
                    <a:pt x="5793445" y="0"/>
                  </a:lnTo>
                  <a:lnTo>
                    <a:pt x="5794854" y="0"/>
                  </a:lnTo>
                  <a:lnTo>
                    <a:pt x="5796264" y="0"/>
                  </a:lnTo>
                  <a:lnTo>
                    <a:pt x="5797673" y="0"/>
                  </a:lnTo>
                  <a:lnTo>
                    <a:pt x="5799083" y="0"/>
                  </a:lnTo>
                  <a:lnTo>
                    <a:pt x="5800493" y="0"/>
                  </a:lnTo>
                  <a:lnTo>
                    <a:pt x="5801902" y="0"/>
                  </a:lnTo>
                  <a:lnTo>
                    <a:pt x="5803312" y="0"/>
                  </a:lnTo>
                  <a:lnTo>
                    <a:pt x="5804721" y="0"/>
                  </a:lnTo>
                  <a:lnTo>
                    <a:pt x="5806131" y="0"/>
                  </a:lnTo>
                  <a:lnTo>
                    <a:pt x="5807541" y="0"/>
                  </a:lnTo>
                  <a:lnTo>
                    <a:pt x="5808950" y="0"/>
                  </a:lnTo>
                  <a:lnTo>
                    <a:pt x="5810360" y="0"/>
                  </a:lnTo>
                  <a:lnTo>
                    <a:pt x="5811769" y="0"/>
                  </a:lnTo>
                  <a:lnTo>
                    <a:pt x="5813179" y="0"/>
                  </a:lnTo>
                  <a:lnTo>
                    <a:pt x="5814589" y="0"/>
                  </a:lnTo>
                  <a:lnTo>
                    <a:pt x="5815998" y="0"/>
                  </a:lnTo>
                  <a:lnTo>
                    <a:pt x="5817408" y="0"/>
                  </a:lnTo>
                  <a:lnTo>
                    <a:pt x="5818817" y="0"/>
                  </a:lnTo>
                  <a:lnTo>
                    <a:pt x="5820227" y="0"/>
                  </a:lnTo>
                  <a:lnTo>
                    <a:pt x="5821637" y="0"/>
                  </a:lnTo>
                  <a:lnTo>
                    <a:pt x="5823046" y="0"/>
                  </a:lnTo>
                  <a:lnTo>
                    <a:pt x="5824456" y="0"/>
                  </a:lnTo>
                  <a:lnTo>
                    <a:pt x="5825865" y="0"/>
                  </a:lnTo>
                  <a:lnTo>
                    <a:pt x="5827275" y="0"/>
                  </a:lnTo>
                  <a:lnTo>
                    <a:pt x="5828685" y="0"/>
                  </a:lnTo>
                  <a:lnTo>
                    <a:pt x="5830094" y="0"/>
                  </a:lnTo>
                  <a:lnTo>
                    <a:pt x="5831504" y="0"/>
                  </a:lnTo>
                  <a:lnTo>
                    <a:pt x="5832913" y="0"/>
                  </a:lnTo>
                  <a:lnTo>
                    <a:pt x="5834323" y="0"/>
                  </a:lnTo>
                  <a:lnTo>
                    <a:pt x="5835733" y="0"/>
                  </a:lnTo>
                  <a:lnTo>
                    <a:pt x="5837142" y="0"/>
                  </a:lnTo>
                  <a:lnTo>
                    <a:pt x="5838552" y="0"/>
                  </a:lnTo>
                  <a:lnTo>
                    <a:pt x="5839961" y="0"/>
                  </a:lnTo>
                  <a:lnTo>
                    <a:pt x="5841371" y="0"/>
                  </a:lnTo>
                  <a:lnTo>
                    <a:pt x="5842781" y="0"/>
                  </a:lnTo>
                  <a:lnTo>
                    <a:pt x="5844190" y="0"/>
                  </a:lnTo>
                  <a:lnTo>
                    <a:pt x="5845600" y="0"/>
                  </a:lnTo>
                  <a:lnTo>
                    <a:pt x="5847009" y="0"/>
                  </a:lnTo>
                  <a:lnTo>
                    <a:pt x="5848419" y="0"/>
                  </a:lnTo>
                  <a:lnTo>
                    <a:pt x="5849829" y="0"/>
                  </a:lnTo>
                  <a:lnTo>
                    <a:pt x="5851238" y="0"/>
                  </a:lnTo>
                  <a:lnTo>
                    <a:pt x="5852648" y="0"/>
                  </a:lnTo>
                  <a:lnTo>
                    <a:pt x="5854057" y="0"/>
                  </a:lnTo>
                  <a:lnTo>
                    <a:pt x="5855467" y="0"/>
                  </a:lnTo>
                  <a:lnTo>
                    <a:pt x="5856877" y="0"/>
                  </a:lnTo>
                  <a:lnTo>
                    <a:pt x="5858286" y="0"/>
                  </a:lnTo>
                  <a:lnTo>
                    <a:pt x="5859696" y="0"/>
                  </a:lnTo>
                  <a:lnTo>
                    <a:pt x="5861105" y="0"/>
                  </a:lnTo>
                  <a:lnTo>
                    <a:pt x="5862515" y="0"/>
                  </a:lnTo>
                  <a:lnTo>
                    <a:pt x="5863925" y="0"/>
                  </a:lnTo>
                  <a:lnTo>
                    <a:pt x="5865334" y="0"/>
                  </a:lnTo>
                  <a:lnTo>
                    <a:pt x="5866744" y="0"/>
                  </a:lnTo>
                  <a:lnTo>
                    <a:pt x="5868153" y="0"/>
                  </a:lnTo>
                  <a:lnTo>
                    <a:pt x="5869563" y="0"/>
                  </a:lnTo>
                  <a:lnTo>
                    <a:pt x="5870973" y="0"/>
                  </a:lnTo>
                  <a:lnTo>
                    <a:pt x="5872382" y="0"/>
                  </a:lnTo>
                  <a:lnTo>
                    <a:pt x="5873792" y="0"/>
                  </a:lnTo>
                  <a:lnTo>
                    <a:pt x="5875201" y="0"/>
                  </a:lnTo>
                  <a:lnTo>
                    <a:pt x="5876611" y="0"/>
                  </a:lnTo>
                  <a:lnTo>
                    <a:pt x="5878021" y="0"/>
                  </a:lnTo>
                  <a:lnTo>
                    <a:pt x="5879430" y="0"/>
                  </a:lnTo>
                  <a:lnTo>
                    <a:pt x="5880840" y="0"/>
                  </a:lnTo>
                  <a:lnTo>
                    <a:pt x="5882249" y="0"/>
                  </a:lnTo>
                  <a:lnTo>
                    <a:pt x="5883659" y="0"/>
                  </a:lnTo>
                  <a:lnTo>
                    <a:pt x="5885069" y="0"/>
                  </a:lnTo>
                  <a:lnTo>
                    <a:pt x="5886478" y="0"/>
                  </a:lnTo>
                  <a:lnTo>
                    <a:pt x="5887888" y="0"/>
                  </a:lnTo>
                  <a:lnTo>
                    <a:pt x="5889297" y="0"/>
                  </a:lnTo>
                  <a:lnTo>
                    <a:pt x="5890707" y="0"/>
                  </a:lnTo>
                  <a:lnTo>
                    <a:pt x="5892116" y="0"/>
                  </a:lnTo>
                  <a:lnTo>
                    <a:pt x="5893526" y="0"/>
                  </a:lnTo>
                  <a:lnTo>
                    <a:pt x="5894936" y="0"/>
                  </a:lnTo>
                  <a:lnTo>
                    <a:pt x="5896345" y="0"/>
                  </a:lnTo>
                  <a:lnTo>
                    <a:pt x="5897755" y="0"/>
                  </a:lnTo>
                  <a:lnTo>
                    <a:pt x="5899164" y="0"/>
                  </a:lnTo>
                  <a:lnTo>
                    <a:pt x="5900574" y="0"/>
                  </a:lnTo>
                  <a:lnTo>
                    <a:pt x="5901984" y="0"/>
                  </a:lnTo>
                  <a:lnTo>
                    <a:pt x="5903393" y="0"/>
                  </a:lnTo>
                  <a:lnTo>
                    <a:pt x="5904803" y="0"/>
                  </a:lnTo>
                  <a:lnTo>
                    <a:pt x="5906212" y="0"/>
                  </a:lnTo>
                  <a:lnTo>
                    <a:pt x="5907622" y="0"/>
                  </a:lnTo>
                  <a:lnTo>
                    <a:pt x="5909032" y="0"/>
                  </a:lnTo>
                  <a:lnTo>
                    <a:pt x="5910441" y="0"/>
                  </a:lnTo>
                  <a:lnTo>
                    <a:pt x="5911851" y="0"/>
                  </a:lnTo>
                  <a:lnTo>
                    <a:pt x="5913260" y="0"/>
                  </a:lnTo>
                  <a:lnTo>
                    <a:pt x="5914670" y="0"/>
                  </a:lnTo>
                  <a:lnTo>
                    <a:pt x="5916080" y="0"/>
                  </a:lnTo>
                  <a:lnTo>
                    <a:pt x="5917489" y="0"/>
                  </a:lnTo>
                  <a:lnTo>
                    <a:pt x="5918899" y="0"/>
                  </a:lnTo>
                  <a:lnTo>
                    <a:pt x="5920308" y="0"/>
                  </a:lnTo>
                  <a:lnTo>
                    <a:pt x="5921718" y="0"/>
                  </a:lnTo>
                  <a:lnTo>
                    <a:pt x="5923128" y="0"/>
                  </a:lnTo>
                  <a:lnTo>
                    <a:pt x="5924537" y="0"/>
                  </a:lnTo>
                  <a:lnTo>
                    <a:pt x="5925947" y="0"/>
                  </a:lnTo>
                  <a:lnTo>
                    <a:pt x="5927356" y="0"/>
                  </a:lnTo>
                  <a:lnTo>
                    <a:pt x="5928766" y="0"/>
                  </a:lnTo>
                  <a:lnTo>
                    <a:pt x="5930176" y="0"/>
                  </a:lnTo>
                  <a:lnTo>
                    <a:pt x="5931585" y="0"/>
                  </a:lnTo>
                  <a:lnTo>
                    <a:pt x="5932995" y="0"/>
                  </a:lnTo>
                  <a:lnTo>
                    <a:pt x="5934404" y="0"/>
                  </a:lnTo>
                  <a:lnTo>
                    <a:pt x="5935814" y="0"/>
                  </a:lnTo>
                  <a:lnTo>
                    <a:pt x="5937224" y="0"/>
                  </a:lnTo>
                  <a:lnTo>
                    <a:pt x="5938633" y="0"/>
                  </a:lnTo>
                  <a:lnTo>
                    <a:pt x="5940043" y="0"/>
                  </a:lnTo>
                  <a:lnTo>
                    <a:pt x="5941452" y="0"/>
                  </a:lnTo>
                  <a:lnTo>
                    <a:pt x="5942862" y="0"/>
                  </a:lnTo>
                  <a:lnTo>
                    <a:pt x="5944272" y="0"/>
                  </a:lnTo>
                  <a:lnTo>
                    <a:pt x="5945681" y="0"/>
                  </a:lnTo>
                  <a:lnTo>
                    <a:pt x="5947091" y="0"/>
                  </a:lnTo>
                  <a:lnTo>
                    <a:pt x="5948500" y="0"/>
                  </a:lnTo>
                  <a:lnTo>
                    <a:pt x="5949910" y="0"/>
                  </a:lnTo>
                  <a:lnTo>
                    <a:pt x="5951320" y="0"/>
                  </a:lnTo>
                  <a:lnTo>
                    <a:pt x="5952729" y="0"/>
                  </a:lnTo>
                  <a:lnTo>
                    <a:pt x="5954139" y="0"/>
                  </a:lnTo>
                  <a:lnTo>
                    <a:pt x="5955548" y="0"/>
                  </a:lnTo>
                  <a:lnTo>
                    <a:pt x="5956958" y="0"/>
                  </a:lnTo>
                  <a:lnTo>
                    <a:pt x="5958368" y="0"/>
                  </a:lnTo>
                  <a:lnTo>
                    <a:pt x="5959777" y="0"/>
                  </a:lnTo>
                  <a:lnTo>
                    <a:pt x="5961187" y="0"/>
                  </a:lnTo>
                  <a:lnTo>
                    <a:pt x="5962596" y="0"/>
                  </a:lnTo>
                  <a:lnTo>
                    <a:pt x="5964006" y="0"/>
                  </a:lnTo>
                  <a:lnTo>
                    <a:pt x="5965416" y="0"/>
                  </a:lnTo>
                  <a:lnTo>
                    <a:pt x="5966825" y="0"/>
                  </a:lnTo>
                  <a:lnTo>
                    <a:pt x="5968235" y="0"/>
                  </a:lnTo>
                  <a:lnTo>
                    <a:pt x="5969644" y="0"/>
                  </a:lnTo>
                  <a:lnTo>
                    <a:pt x="5971054" y="0"/>
                  </a:lnTo>
                  <a:lnTo>
                    <a:pt x="5972464" y="0"/>
                  </a:lnTo>
                  <a:lnTo>
                    <a:pt x="5973873" y="0"/>
                  </a:lnTo>
                  <a:lnTo>
                    <a:pt x="5975283" y="0"/>
                  </a:lnTo>
                  <a:lnTo>
                    <a:pt x="5976692" y="0"/>
                  </a:lnTo>
                  <a:lnTo>
                    <a:pt x="5978102" y="0"/>
                  </a:lnTo>
                  <a:lnTo>
                    <a:pt x="5979512" y="0"/>
                  </a:lnTo>
                  <a:lnTo>
                    <a:pt x="5980921" y="0"/>
                  </a:lnTo>
                  <a:lnTo>
                    <a:pt x="5982331" y="0"/>
                  </a:lnTo>
                  <a:lnTo>
                    <a:pt x="5983740" y="0"/>
                  </a:lnTo>
                  <a:lnTo>
                    <a:pt x="5985150" y="0"/>
                  </a:lnTo>
                  <a:lnTo>
                    <a:pt x="5986560" y="0"/>
                  </a:lnTo>
                  <a:lnTo>
                    <a:pt x="5987969" y="0"/>
                  </a:lnTo>
                  <a:lnTo>
                    <a:pt x="5989379" y="0"/>
                  </a:lnTo>
                  <a:lnTo>
                    <a:pt x="5990788" y="0"/>
                  </a:lnTo>
                  <a:lnTo>
                    <a:pt x="5992198" y="0"/>
                  </a:lnTo>
                  <a:lnTo>
                    <a:pt x="5993608" y="0"/>
                  </a:lnTo>
                  <a:lnTo>
                    <a:pt x="5995017" y="0"/>
                  </a:lnTo>
                  <a:lnTo>
                    <a:pt x="5996427" y="0"/>
                  </a:lnTo>
                  <a:lnTo>
                    <a:pt x="5997836" y="0"/>
                  </a:lnTo>
                  <a:lnTo>
                    <a:pt x="5999246" y="0"/>
                  </a:lnTo>
                  <a:lnTo>
                    <a:pt x="6000655" y="0"/>
                  </a:lnTo>
                  <a:lnTo>
                    <a:pt x="6002065" y="0"/>
                  </a:lnTo>
                  <a:lnTo>
                    <a:pt x="6003475" y="0"/>
                  </a:lnTo>
                  <a:lnTo>
                    <a:pt x="6004884" y="0"/>
                  </a:lnTo>
                  <a:lnTo>
                    <a:pt x="6006294" y="0"/>
                  </a:lnTo>
                  <a:lnTo>
                    <a:pt x="6007703" y="0"/>
                  </a:lnTo>
                  <a:lnTo>
                    <a:pt x="6009113" y="0"/>
                  </a:lnTo>
                  <a:lnTo>
                    <a:pt x="6010523" y="0"/>
                  </a:lnTo>
                  <a:lnTo>
                    <a:pt x="6011932" y="0"/>
                  </a:lnTo>
                  <a:lnTo>
                    <a:pt x="6013342" y="0"/>
                  </a:lnTo>
                  <a:lnTo>
                    <a:pt x="6014751" y="0"/>
                  </a:lnTo>
                  <a:lnTo>
                    <a:pt x="6016161" y="0"/>
                  </a:lnTo>
                  <a:lnTo>
                    <a:pt x="6017571" y="0"/>
                  </a:lnTo>
                  <a:lnTo>
                    <a:pt x="6018980" y="0"/>
                  </a:lnTo>
                  <a:lnTo>
                    <a:pt x="6020390" y="0"/>
                  </a:lnTo>
                  <a:lnTo>
                    <a:pt x="6021799" y="0"/>
                  </a:lnTo>
                  <a:lnTo>
                    <a:pt x="6023209" y="0"/>
                  </a:lnTo>
                  <a:lnTo>
                    <a:pt x="6024619" y="0"/>
                  </a:lnTo>
                  <a:lnTo>
                    <a:pt x="6026028" y="0"/>
                  </a:lnTo>
                  <a:lnTo>
                    <a:pt x="6027438" y="0"/>
                  </a:lnTo>
                  <a:lnTo>
                    <a:pt x="6028847" y="0"/>
                  </a:lnTo>
                  <a:lnTo>
                    <a:pt x="6030257" y="0"/>
                  </a:lnTo>
                  <a:lnTo>
                    <a:pt x="6031667" y="0"/>
                  </a:lnTo>
                  <a:lnTo>
                    <a:pt x="6033076" y="0"/>
                  </a:lnTo>
                  <a:lnTo>
                    <a:pt x="6034486" y="0"/>
                  </a:lnTo>
                  <a:lnTo>
                    <a:pt x="6035895" y="0"/>
                  </a:lnTo>
                  <a:lnTo>
                    <a:pt x="6037305" y="0"/>
                  </a:lnTo>
                  <a:lnTo>
                    <a:pt x="6038715" y="0"/>
                  </a:lnTo>
                  <a:lnTo>
                    <a:pt x="6040124" y="0"/>
                  </a:lnTo>
                  <a:lnTo>
                    <a:pt x="6041534" y="0"/>
                  </a:lnTo>
                  <a:lnTo>
                    <a:pt x="6042943" y="0"/>
                  </a:lnTo>
                  <a:lnTo>
                    <a:pt x="6044353" y="0"/>
                  </a:lnTo>
                  <a:lnTo>
                    <a:pt x="6045763" y="0"/>
                  </a:lnTo>
                  <a:lnTo>
                    <a:pt x="6047172" y="0"/>
                  </a:lnTo>
                  <a:lnTo>
                    <a:pt x="6048582" y="0"/>
                  </a:lnTo>
                  <a:lnTo>
                    <a:pt x="6049991" y="0"/>
                  </a:lnTo>
                  <a:lnTo>
                    <a:pt x="6051401" y="0"/>
                  </a:lnTo>
                  <a:lnTo>
                    <a:pt x="6052811" y="0"/>
                  </a:lnTo>
                  <a:lnTo>
                    <a:pt x="6054220" y="0"/>
                  </a:lnTo>
                  <a:lnTo>
                    <a:pt x="6055630" y="0"/>
                  </a:lnTo>
                  <a:lnTo>
                    <a:pt x="6057039" y="0"/>
                  </a:lnTo>
                  <a:lnTo>
                    <a:pt x="6058449" y="0"/>
                  </a:lnTo>
                  <a:lnTo>
                    <a:pt x="6059859" y="0"/>
                  </a:lnTo>
                  <a:lnTo>
                    <a:pt x="6061268" y="0"/>
                  </a:lnTo>
                  <a:lnTo>
                    <a:pt x="6062678" y="0"/>
                  </a:lnTo>
                  <a:lnTo>
                    <a:pt x="6064087" y="0"/>
                  </a:lnTo>
                  <a:lnTo>
                    <a:pt x="6065497" y="0"/>
                  </a:lnTo>
                  <a:lnTo>
                    <a:pt x="6066907" y="0"/>
                  </a:lnTo>
                  <a:lnTo>
                    <a:pt x="6068316" y="0"/>
                  </a:lnTo>
                  <a:lnTo>
                    <a:pt x="6069726" y="0"/>
                  </a:lnTo>
                  <a:lnTo>
                    <a:pt x="6071135" y="0"/>
                  </a:lnTo>
                  <a:lnTo>
                    <a:pt x="6072545" y="0"/>
                  </a:lnTo>
                  <a:lnTo>
                    <a:pt x="6073955" y="0"/>
                  </a:lnTo>
                  <a:lnTo>
                    <a:pt x="6075364" y="0"/>
                  </a:lnTo>
                  <a:lnTo>
                    <a:pt x="6076774" y="0"/>
                  </a:lnTo>
                  <a:lnTo>
                    <a:pt x="6078183" y="0"/>
                  </a:lnTo>
                  <a:lnTo>
                    <a:pt x="6079593" y="0"/>
                  </a:lnTo>
                  <a:lnTo>
                    <a:pt x="6081003" y="0"/>
                  </a:lnTo>
                  <a:lnTo>
                    <a:pt x="6082412" y="0"/>
                  </a:lnTo>
                  <a:lnTo>
                    <a:pt x="6083822" y="0"/>
                  </a:lnTo>
                  <a:lnTo>
                    <a:pt x="6085231" y="0"/>
                  </a:lnTo>
                  <a:lnTo>
                    <a:pt x="6086641" y="0"/>
                  </a:lnTo>
                  <a:lnTo>
                    <a:pt x="6088051" y="0"/>
                  </a:lnTo>
                  <a:lnTo>
                    <a:pt x="6089460" y="0"/>
                  </a:lnTo>
                  <a:lnTo>
                    <a:pt x="6090870" y="0"/>
                  </a:lnTo>
                  <a:lnTo>
                    <a:pt x="6092279" y="0"/>
                  </a:lnTo>
                  <a:lnTo>
                    <a:pt x="6093689" y="0"/>
                  </a:lnTo>
                  <a:lnTo>
                    <a:pt x="6095099" y="0"/>
                  </a:lnTo>
                  <a:lnTo>
                    <a:pt x="6096508" y="0"/>
                  </a:lnTo>
                  <a:lnTo>
                    <a:pt x="6097918" y="0"/>
                  </a:lnTo>
                  <a:lnTo>
                    <a:pt x="6099327" y="0"/>
                  </a:lnTo>
                  <a:lnTo>
                    <a:pt x="6100737" y="0"/>
                  </a:lnTo>
                  <a:lnTo>
                    <a:pt x="6102147" y="0"/>
                  </a:lnTo>
                  <a:lnTo>
                    <a:pt x="6103556" y="0"/>
                  </a:lnTo>
                  <a:lnTo>
                    <a:pt x="6104966" y="0"/>
                  </a:lnTo>
                  <a:lnTo>
                    <a:pt x="6106375" y="0"/>
                  </a:lnTo>
                  <a:lnTo>
                    <a:pt x="6107785" y="0"/>
                  </a:lnTo>
                  <a:lnTo>
                    <a:pt x="6109194" y="0"/>
                  </a:lnTo>
                  <a:lnTo>
                    <a:pt x="6110604" y="0"/>
                  </a:lnTo>
                  <a:lnTo>
                    <a:pt x="6112014" y="0"/>
                  </a:lnTo>
                  <a:lnTo>
                    <a:pt x="6113423" y="0"/>
                  </a:lnTo>
                  <a:lnTo>
                    <a:pt x="6114833" y="0"/>
                  </a:lnTo>
                  <a:lnTo>
                    <a:pt x="6116242" y="0"/>
                  </a:lnTo>
                  <a:lnTo>
                    <a:pt x="6117652" y="0"/>
                  </a:lnTo>
                  <a:lnTo>
                    <a:pt x="6119062" y="0"/>
                  </a:lnTo>
                  <a:lnTo>
                    <a:pt x="6120471" y="0"/>
                  </a:lnTo>
                  <a:lnTo>
                    <a:pt x="6121881" y="0"/>
                  </a:lnTo>
                  <a:lnTo>
                    <a:pt x="6123290" y="0"/>
                  </a:lnTo>
                  <a:lnTo>
                    <a:pt x="6124700" y="0"/>
                  </a:lnTo>
                  <a:lnTo>
                    <a:pt x="6126110" y="0"/>
                  </a:lnTo>
                  <a:lnTo>
                    <a:pt x="6127519" y="0"/>
                  </a:lnTo>
                  <a:lnTo>
                    <a:pt x="6128929" y="0"/>
                  </a:lnTo>
                  <a:lnTo>
                    <a:pt x="6130338" y="0"/>
                  </a:lnTo>
                  <a:lnTo>
                    <a:pt x="6131748" y="0"/>
                  </a:lnTo>
                  <a:lnTo>
                    <a:pt x="6133158" y="0"/>
                  </a:lnTo>
                  <a:lnTo>
                    <a:pt x="6134567" y="0"/>
                  </a:lnTo>
                  <a:lnTo>
                    <a:pt x="6135977" y="0"/>
                  </a:lnTo>
                  <a:lnTo>
                    <a:pt x="6137386" y="0"/>
                  </a:lnTo>
                  <a:lnTo>
                    <a:pt x="6138796" y="0"/>
                  </a:lnTo>
                  <a:lnTo>
                    <a:pt x="6140206" y="0"/>
                  </a:lnTo>
                  <a:lnTo>
                    <a:pt x="6141615" y="0"/>
                  </a:lnTo>
                  <a:lnTo>
                    <a:pt x="6143025" y="0"/>
                  </a:lnTo>
                  <a:lnTo>
                    <a:pt x="6144434" y="0"/>
                  </a:lnTo>
                  <a:lnTo>
                    <a:pt x="6145844" y="0"/>
                  </a:lnTo>
                  <a:lnTo>
                    <a:pt x="6147254" y="0"/>
                  </a:lnTo>
                  <a:lnTo>
                    <a:pt x="6148663" y="0"/>
                  </a:lnTo>
                  <a:lnTo>
                    <a:pt x="6150073" y="0"/>
                  </a:lnTo>
                  <a:lnTo>
                    <a:pt x="6151482" y="0"/>
                  </a:lnTo>
                  <a:lnTo>
                    <a:pt x="6152892" y="0"/>
                  </a:lnTo>
                  <a:lnTo>
                    <a:pt x="6154302" y="0"/>
                  </a:lnTo>
                  <a:lnTo>
                    <a:pt x="6155711" y="0"/>
                  </a:lnTo>
                  <a:lnTo>
                    <a:pt x="6157121" y="0"/>
                  </a:lnTo>
                  <a:lnTo>
                    <a:pt x="6158530" y="0"/>
                  </a:lnTo>
                  <a:lnTo>
                    <a:pt x="6159940" y="0"/>
                  </a:lnTo>
                  <a:lnTo>
                    <a:pt x="6161350" y="0"/>
                  </a:lnTo>
                  <a:lnTo>
                    <a:pt x="6162759" y="0"/>
                  </a:lnTo>
                  <a:lnTo>
                    <a:pt x="6164169" y="0"/>
                  </a:lnTo>
                  <a:lnTo>
                    <a:pt x="6165578" y="0"/>
                  </a:lnTo>
                  <a:lnTo>
                    <a:pt x="6166988" y="0"/>
                  </a:lnTo>
                  <a:lnTo>
                    <a:pt x="6168398" y="0"/>
                  </a:lnTo>
                  <a:lnTo>
                    <a:pt x="6169807" y="0"/>
                  </a:lnTo>
                  <a:lnTo>
                    <a:pt x="6171217" y="0"/>
                  </a:lnTo>
                  <a:lnTo>
                    <a:pt x="6172626" y="0"/>
                  </a:lnTo>
                  <a:lnTo>
                    <a:pt x="6174036" y="0"/>
                  </a:lnTo>
                  <a:lnTo>
                    <a:pt x="6175446" y="0"/>
                  </a:lnTo>
                  <a:lnTo>
                    <a:pt x="6176855" y="0"/>
                  </a:lnTo>
                  <a:lnTo>
                    <a:pt x="6178265" y="0"/>
                  </a:lnTo>
                  <a:lnTo>
                    <a:pt x="6179674" y="0"/>
                  </a:lnTo>
                  <a:lnTo>
                    <a:pt x="6181084" y="0"/>
                  </a:lnTo>
                  <a:lnTo>
                    <a:pt x="6182494" y="0"/>
                  </a:lnTo>
                  <a:lnTo>
                    <a:pt x="6183903" y="0"/>
                  </a:lnTo>
                  <a:lnTo>
                    <a:pt x="6185313" y="0"/>
                  </a:lnTo>
                  <a:lnTo>
                    <a:pt x="6186722" y="0"/>
                  </a:lnTo>
                  <a:lnTo>
                    <a:pt x="6188132" y="0"/>
                  </a:lnTo>
                  <a:lnTo>
                    <a:pt x="6189542" y="0"/>
                  </a:lnTo>
                  <a:lnTo>
                    <a:pt x="6190951" y="0"/>
                  </a:lnTo>
                  <a:lnTo>
                    <a:pt x="6192361" y="0"/>
                  </a:lnTo>
                  <a:lnTo>
                    <a:pt x="6193770" y="0"/>
                  </a:lnTo>
                  <a:lnTo>
                    <a:pt x="6195180" y="0"/>
                  </a:lnTo>
                  <a:lnTo>
                    <a:pt x="6196590" y="0"/>
                  </a:lnTo>
                  <a:lnTo>
                    <a:pt x="6197999" y="0"/>
                  </a:lnTo>
                  <a:lnTo>
                    <a:pt x="6199409" y="0"/>
                  </a:lnTo>
                  <a:lnTo>
                    <a:pt x="6200818" y="0"/>
                  </a:lnTo>
                  <a:lnTo>
                    <a:pt x="6202228" y="0"/>
                  </a:lnTo>
                  <a:lnTo>
                    <a:pt x="6203638" y="0"/>
                  </a:lnTo>
                  <a:lnTo>
                    <a:pt x="6205047" y="0"/>
                  </a:lnTo>
                  <a:lnTo>
                    <a:pt x="6206457" y="0"/>
                  </a:lnTo>
                  <a:lnTo>
                    <a:pt x="6207866" y="0"/>
                  </a:lnTo>
                  <a:lnTo>
                    <a:pt x="6209276" y="0"/>
                  </a:lnTo>
                  <a:lnTo>
                    <a:pt x="6210686" y="0"/>
                  </a:lnTo>
                  <a:lnTo>
                    <a:pt x="6212095" y="0"/>
                  </a:lnTo>
                  <a:lnTo>
                    <a:pt x="6213505" y="0"/>
                  </a:lnTo>
                  <a:lnTo>
                    <a:pt x="6214914" y="0"/>
                  </a:lnTo>
                  <a:lnTo>
                    <a:pt x="6216324" y="0"/>
                  </a:lnTo>
                  <a:lnTo>
                    <a:pt x="6217733" y="0"/>
                  </a:lnTo>
                  <a:lnTo>
                    <a:pt x="6219143" y="0"/>
                  </a:lnTo>
                  <a:lnTo>
                    <a:pt x="6220553" y="0"/>
                  </a:lnTo>
                  <a:lnTo>
                    <a:pt x="6221962" y="0"/>
                  </a:lnTo>
                  <a:lnTo>
                    <a:pt x="6223372" y="0"/>
                  </a:lnTo>
                  <a:lnTo>
                    <a:pt x="6224781" y="0"/>
                  </a:lnTo>
                  <a:lnTo>
                    <a:pt x="6226191" y="0"/>
                  </a:lnTo>
                  <a:lnTo>
                    <a:pt x="6227601" y="0"/>
                  </a:lnTo>
                  <a:lnTo>
                    <a:pt x="6229010" y="0"/>
                  </a:lnTo>
                  <a:lnTo>
                    <a:pt x="6230420" y="0"/>
                  </a:lnTo>
                  <a:lnTo>
                    <a:pt x="6231829" y="0"/>
                  </a:lnTo>
                  <a:lnTo>
                    <a:pt x="6233239" y="0"/>
                  </a:lnTo>
                  <a:lnTo>
                    <a:pt x="6234649" y="0"/>
                  </a:lnTo>
                  <a:lnTo>
                    <a:pt x="6236058" y="0"/>
                  </a:lnTo>
                  <a:lnTo>
                    <a:pt x="6237468" y="0"/>
                  </a:lnTo>
                  <a:lnTo>
                    <a:pt x="6238877" y="0"/>
                  </a:lnTo>
                  <a:lnTo>
                    <a:pt x="6240287" y="0"/>
                  </a:lnTo>
                  <a:lnTo>
                    <a:pt x="6241697" y="0"/>
                  </a:lnTo>
                  <a:lnTo>
                    <a:pt x="6243106" y="0"/>
                  </a:lnTo>
                  <a:lnTo>
                    <a:pt x="6244516" y="0"/>
                  </a:lnTo>
                  <a:lnTo>
                    <a:pt x="6245925" y="0"/>
                  </a:lnTo>
                  <a:lnTo>
                    <a:pt x="6247335" y="0"/>
                  </a:lnTo>
                  <a:lnTo>
                    <a:pt x="6248745" y="0"/>
                  </a:lnTo>
                  <a:lnTo>
                    <a:pt x="6250154" y="0"/>
                  </a:lnTo>
                  <a:lnTo>
                    <a:pt x="6251564" y="0"/>
                  </a:lnTo>
                  <a:lnTo>
                    <a:pt x="6252973" y="0"/>
                  </a:lnTo>
                  <a:lnTo>
                    <a:pt x="6254383" y="0"/>
                  </a:lnTo>
                  <a:lnTo>
                    <a:pt x="6255793" y="0"/>
                  </a:lnTo>
                  <a:lnTo>
                    <a:pt x="6257202" y="0"/>
                  </a:lnTo>
                  <a:lnTo>
                    <a:pt x="6258612" y="0"/>
                  </a:lnTo>
                  <a:lnTo>
                    <a:pt x="6260021" y="0"/>
                  </a:lnTo>
                  <a:lnTo>
                    <a:pt x="6261431" y="0"/>
                  </a:lnTo>
                  <a:lnTo>
                    <a:pt x="6262841" y="0"/>
                  </a:lnTo>
                  <a:lnTo>
                    <a:pt x="6264250" y="0"/>
                  </a:lnTo>
                  <a:lnTo>
                    <a:pt x="6265660" y="0"/>
                  </a:lnTo>
                  <a:lnTo>
                    <a:pt x="6267069" y="0"/>
                  </a:lnTo>
                  <a:lnTo>
                    <a:pt x="6268479" y="0"/>
                  </a:lnTo>
                  <a:lnTo>
                    <a:pt x="6269889" y="0"/>
                  </a:lnTo>
                  <a:lnTo>
                    <a:pt x="6271298" y="0"/>
                  </a:lnTo>
                  <a:lnTo>
                    <a:pt x="6272708" y="0"/>
                  </a:lnTo>
                  <a:lnTo>
                    <a:pt x="6274117" y="0"/>
                  </a:lnTo>
                  <a:lnTo>
                    <a:pt x="6275527" y="0"/>
                  </a:lnTo>
                  <a:lnTo>
                    <a:pt x="6276937" y="0"/>
                  </a:lnTo>
                  <a:lnTo>
                    <a:pt x="6278346" y="0"/>
                  </a:lnTo>
                  <a:lnTo>
                    <a:pt x="6279756" y="0"/>
                  </a:lnTo>
                  <a:lnTo>
                    <a:pt x="6281165" y="0"/>
                  </a:lnTo>
                  <a:lnTo>
                    <a:pt x="6282575" y="0"/>
                  </a:lnTo>
                  <a:lnTo>
                    <a:pt x="6283985" y="0"/>
                  </a:lnTo>
                  <a:lnTo>
                    <a:pt x="6285394" y="0"/>
                  </a:lnTo>
                  <a:lnTo>
                    <a:pt x="6286804" y="0"/>
                  </a:lnTo>
                  <a:lnTo>
                    <a:pt x="6288213" y="0"/>
                  </a:lnTo>
                  <a:lnTo>
                    <a:pt x="6289623" y="0"/>
                  </a:lnTo>
                  <a:lnTo>
                    <a:pt x="6291033" y="0"/>
                  </a:lnTo>
                  <a:lnTo>
                    <a:pt x="6292442" y="0"/>
                  </a:lnTo>
                  <a:lnTo>
                    <a:pt x="6293852" y="0"/>
                  </a:lnTo>
                  <a:lnTo>
                    <a:pt x="6295261" y="0"/>
                  </a:lnTo>
                  <a:lnTo>
                    <a:pt x="6296671" y="0"/>
                  </a:lnTo>
                  <a:lnTo>
                    <a:pt x="6298081" y="0"/>
                  </a:lnTo>
                  <a:lnTo>
                    <a:pt x="6299490" y="0"/>
                  </a:lnTo>
                  <a:lnTo>
                    <a:pt x="6300900" y="0"/>
                  </a:lnTo>
                  <a:lnTo>
                    <a:pt x="6302309" y="0"/>
                  </a:lnTo>
                  <a:lnTo>
                    <a:pt x="6303719" y="0"/>
                  </a:lnTo>
                  <a:lnTo>
                    <a:pt x="6305129" y="0"/>
                  </a:lnTo>
                  <a:lnTo>
                    <a:pt x="6306538" y="0"/>
                  </a:lnTo>
                  <a:lnTo>
                    <a:pt x="6307948" y="0"/>
                  </a:lnTo>
                  <a:lnTo>
                    <a:pt x="6309357" y="0"/>
                  </a:lnTo>
                  <a:lnTo>
                    <a:pt x="6310767" y="0"/>
                  </a:lnTo>
                  <a:lnTo>
                    <a:pt x="6312177" y="0"/>
                  </a:lnTo>
                  <a:lnTo>
                    <a:pt x="6313586" y="0"/>
                  </a:lnTo>
                  <a:lnTo>
                    <a:pt x="6314996" y="0"/>
                  </a:lnTo>
                  <a:lnTo>
                    <a:pt x="6316405" y="0"/>
                  </a:lnTo>
                  <a:lnTo>
                    <a:pt x="6317815" y="0"/>
                  </a:lnTo>
                  <a:lnTo>
                    <a:pt x="6319225" y="0"/>
                  </a:lnTo>
                  <a:lnTo>
                    <a:pt x="6320634" y="0"/>
                  </a:lnTo>
                  <a:lnTo>
                    <a:pt x="6322044" y="0"/>
                  </a:lnTo>
                  <a:lnTo>
                    <a:pt x="6323453" y="0"/>
                  </a:lnTo>
                  <a:lnTo>
                    <a:pt x="6324863" y="0"/>
                  </a:lnTo>
                  <a:lnTo>
                    <a:pt x="6326272" y="0"/>
                  </a:lnTo>
                  <a:lnTo>
                    <a:pt x="6327682" y="0"/>
                  </a:lnTo>
                  <a:lnTo>
                    <a:pt x="6329092" y="0"/>
                  </a:lnTo>
                  <a:lnTo>
                    <a:pt x="6330501" y="0"/>
                  </a:lnTo>
                  <a:lnTo>
                    <a:pt x="6331911" y="0"/>
                  </a:lnTo>
                  <a:lnTo>
                    <a:pt x="6333320" y="0"/>
                  </a:lnTo>
                  <a:lnTo>
                    <a:pt x="6334730" y="0"/>
                  </a:lnTo>
                  <a:lnTo>
                    <a:pt x="6336140" y="0"/>
                  </a:lnTo>
                  <a:lnTo>
                    <a:pt x="6337549" y="0"/>
                  </a:lnTo>
                  <a:lnTo>
                    <a:pt x="6338959" y="0"/>
                  </a:lnTo>
                  <a:lnTo>
                    <a:pt x="6340368" y="0"/>
                  </a:lnTo>
                  <a:lnTo>
                    <a:pt x="6341778" y="0"/>
                  </a:lnTo>
                  <a:lnTo>
                    <a:pt x="6343188" y="0"/>
                  </a:lnTo>
                  <a:lnTo>
                    <a:pt x="6344597" y="0"/>
                  </a:lnTo>
                  <a:lnTo>
                    <a:pt x="6346007" y="0"/>
                  </a:lnTo>
                  <a:lnTo>
                    <a:pt x="6347416" y="0"/>
                  </a:lnTo>
                  <a:lnTo>
                    <a:pt x="6348826" y="0"/>
                  </a:lnTo>
                  <a:lnTo>
                    <a:pt x="6350236" y="0"/>
                  </a:lnTo>
                  <a:lnTo>
                    <a:pt x="6351645" y="0"/>
                  </a:lnTo>
                  <a:lnTo>
                    <a:pt x="6353055" y="0"/>
                  </a:lnTo>
                  <a:lnTo>
                    <a:pt x="6354464" y="0"/>
                  </a:lnTo>
                  <a:lnTo>
                    <a:pt x="6355874" y="0"/>
                  </a:lnTo>
                  <a:lnTo>
                    <a:pt x="6357284" y="0"/>
                  </a:lnTo>
                  <a:lnTo>
                    <a:pt x="6358693" y="0"/>
                  </a:lnTo>
                  <a:lnTo>
                    <a:pt x="6360103" y="0"/>
                  </a:lnTo>
                  <a:lnTo>
                    <a:pt x="6361512" y="0"/>
                  </a:lnTo>
                  <a:lnTo>
                    <a:pt x="6362922" y="0"/>
                  </a:lnTo>
                  <a:lnTo>
                    <a:pt x="6364332" y="0"/>
                  </a:lnTo>
                  <a:lnTo>
                    <a:pt x="6365741" y="0"/>
                  </a:lnTo>
                  <a:lnTo>
                    <a:pt x="6367151" y="0"/>
                  </a:lnTo>
                  <a:lnTo>
                    <a:pt x="6368560" y="0"/>
                  </a:lnTo>
                  <a:lnTo>
                    <a:pt x="6369970" y="0"/>
                  </a:lnTo>
                  <a:lnTo>
                    <a:pt x="6371380" y="0"/>
                  </a:lnTo>
                  <a:lnTo>
                    <a:pt x="6372789" y="0"/>
                  </a:lnTo>
                  <a:lnTo>
                    <a:pt x="6374199" y="0"/>
                  </a:lnTo>
                  <a:lnTo>
                    <a:pt x="6375608" y="0"/>
                  </a:lnTo>
                  <a:lnTo>
                    <a:pt x="6377018" y="0"/>
                  </a:lnTo>
                  <a:lnTo>
                    <a:pt x="6378428" y="0"/>
                  </a:lnTo>
                  <a:lnTo>
                    <a:pt x="6379837" y="0"/>
                  </a:lnTo>
                  <a:lnTo>
                    <a:pt x="6381247" y="0"/>
                  </a:lnTo>
                  <a:lnTo>
                    <a:pt x="6382656" y="0"/>
                  </a:lnTo>
                  <a:lnTo>
                    <a:pt x="6384066" y="0"/>
                  </a:lnTo>
                  <a:lnTo>
                    <a:pt x="6385476" y="0"/>
                  </a:lnTo>
                  <a:lnTo>
                    <a:pt x="6386885" y="0"/>
                  </a:lnTo>
                  <a:lnTo>
                    <a:pt x="6388295" y="0"/>
                  </a:lnTo>
                  <a:lnTo>
                    <a:pt x="6389704" y="0"/>
                  </a:lnTo>
                  <a:lnTo>
                    <a:pt x="6391114" y="0"/>
                  </a:lnTo>
                  <a:lnTo>
                    <a:pt x="6392524" y="0"/>
                  </a:lnTo>
                  <a:lnTo>
                    <a:pt x="6393933" y="0"/>
                  </a:lnTo>
                  <a:lnTo>
                    <a:pt x="6395343" y="0"/>
                  </a:lnTo>
                  <a:lnTo>
                    <a:pt x="6396752" y="0"/>
                  </a:lnTo>
                  <a:lnTo>
                    <a:pt x="6398162" y="0"/>
                  </a:lnTo>
                  <a:lnTo>
                    <a:pt x="6399572" y="0"/>
                  </a:lnTo>
                  <a:lnTo>
                    <a:pt x="6400981" y="0"/>
                  </a:lnTo>
                  <a:lnTo>
                    <a:pt x="6402391" y="0"/>
                  </a:lnTo>
                  <a:lnTo>
                    <a:pt x="6403800" y="0"/>
                  </a:lnTo>
                  <a:lnTo>
                    <a:pt x="6405210" y="0"/>
                  </a:lnTo>
                  <a:lnTo>
                    <a:pt x="6406620" y="0"/>
                  </a:lnTo>
                  <a:lnTo>
                    <a:pt x="6408029" y="0"/>
                  </a:lnTo>
                  <a:lnTo>
                    <a:pt x="6409439" y="0"/>
                  </a:lnTo>
                  <a:lnTo>
                    <a:pt x="6410848" y="0"/>
                  </a:lnTo>
                  <a:lnTo>
                    <a:pt x="6412258" y="0"/>
                  </a:lnTo>
                  <a:lnTo>
                    <a:pt x="6413668" y="0"/>
                  </a:lnTo>
                  <a:lnTo>
                    <a:pt x="6415077" y="0"/>
                  </a:lnTo>
                  <a:lnTo>
                    <a:pt x="6416487" y="0"/>
                  </a:lnTo>
                  <a:lnTo>
                    <a:pt x="6417896" y="0"/>
                  </a:lnTo>
                  <a:lnTo>
                    <a:pt x="6419306" y="0"/>
                  </a:lnTo>
                  <a:lnTo>
                    <a:pt x="6420716" y="0"/>
                  </a:lnTo>
                  <a:lnTo>
                    <a:pt x="6422125" y="0"/>
                  </a:lnTo>
                  <a:lnTo>
                    <a:pt x="6423535" y="0"/>
                  </a:lnTo>
                  <a:lnTo>
                    <a:pt x="6424944" y="0"/>
                  </a:lnTo>
                  <a:lnTo>
                    <a:pt x="6426354" y="0"/>
                  </a:lnTo>
                  <a:lnTo>
                    <a:pt x="6427763" y="0"/>
                  </a:lnTo>
                  <a:lnTo>
                    <a:pt x="6429173" y="0"/>
                  </a:lnTo>
                  <a:lnTo>
                    <a:pt x="6430583" y="0"/>
                  </a:lnTo>
                  <a:lnTo>
                    <a:pt x="6431992" y="0"/>
                  </a:lnTo>
                  <a:lnTo>
                    <a:pt x="6433402" y="0"/>
                  </a:lnTo>
                  <a:lnTo>
                    <a:pt x="6434811" y="0"/>
                  </a:lnTo>
                  <a:lnTo>
                    <a:pt x="6436221" y="0"/>
                  </a:lnTo>
                  <a:lnTo>
                    <a:pt x="6437631" y="0"/>
                  </a:lnTo>
                  <a:lnTo>
                    <a:pt x="6439040" y="0"/>
                  </a:lnTo>
                  <a:lnTo>
                    <a:pt x="6440450" y="0"/>
                  </a:lnTo>
                  <a:lnTo>
                    <a:pt x="6441859" y="0"/>
                  </a:lnTo>
                  <a:lnTo>
                    <a:pt x="6443269" y="0"/>
                  </a:lnTo>
                  <a:lnTo>
                    <a:pt x="6444679" y="0"/>
                  </a:lnTo>
                  <a:lnTo>
                    <a:pt x="6446088" y="0"/>
                  </a:lnTo>
                  <a:lnTo>
                    <a:pt x="6447498" y="0"/>
                  </a:lnTo>
                  <a:lnTo>
                    <a:pt x="6448907" y="0"/>
                  </a:lnTo>
                  <a:lnTo>
                    <a:pt x="6450317" y="0"/>
                  </a:lnTo>
                  <a:lnTo>
                    <a:pt x="6451727" y="0"/>
                  </a:lnTo>
                  <a:lnTo>
                    <a:pt x="6453136" y="0"/>
                  </a:lnTo>
                  <a:lnTo>
                    <a:pt x="6454546" y="0"/>
                  </a:lnTo>
                  <a:lnTo>
                    <a:pt x="6455955" y="0"/>
                  </a:lnTo>
                  <a:lnTo>
                    <a:pt x="6457365" y="0"/>
                  </a:lnTo>
                  <a:lnTo>
                    <a:pt x="6458775" y="0"/>
                  </a:lnTo>
                  <a:lnTo>
                    <a:pt x="6460184" y="0"/>
                  </a:lnTo>
                  <a:lnTo>
                    <a:pt x="6461594" y="0"/>
                  </a:lnTo>
                  <a:lnTo>
                    <a:pt x="6463003" y="0"/>
                  </a:lnTo>
                  <a:lnTo>
                    <a:pt x="6464413" y="0"/>
                  </a:lnTo>
                  <a:lnTo>
                    <a:pt x="6465823" y="0"/>
                  </a:lnTo>
                  <a:lnTo>
                    <a:pt x="6467232" y="0"/>
                  </a:lnTo>
                  <a:lnTo>
                    <a:pt x="6468642" y="0"/>
                  </a:lnTo>
                  <a:lnTo>
                    <a:pt x="6470051" y="0"/>
                  </a:lnTo>
                  <a:lnTo>
                    <a:pt x="6471461" y="0"/>
                  </a:lnTo>
                  <a:lnTo>
                    <a:pt x="6472871" y="0"/>
                  </a:lnTo>
                  <a:lnTo>
                    <a:pt x="6474280" y="0"/>
                  </a:lnTo>
                  <a:lnTo>
                    <a:pt x="6475690" y="0"/>
                  </a:lnTo>
                  <a:lnTo>
                    <a:pt x="6477099" y="0"/>
                  </a:lnTo>
                  <a:lnTo>
                    <a:pt x="6478509" y="0"/>
                  </a:lnTo>
                  <a:lnTo>
                    <a:pt x="6479919" y="0"/>
                  </a:lnTo>
                  <a:lnTo>
                    <a:pt x="6481328" y="0"/>
                  </a:lnTo>
                  <a:lnTo>
                    <a:pt x="6482738" y="0"/>
                  </a:lnTo>
                  <a:lnTo>
                    <a:pt x="6484147" y="0"/>
                  </a:lnTo>
                  <a:lnTo>
                    <a:pt x="6485557" y="0"/>
                  </a:lnTo>
                  <a:lnTo>
                    <a:pt x="6486967" y="0"/>
                  </a:lnTo>
                  <a:lnTo>
                    <a:pt x="6488376" y="0"/>
                  </a:lnTo>
                  <a:lnTo>
                    <a:pt x="6489786" y="0"/>
                  </a:lnTo>
                  <a:lnTo>
                    <a:pt x="6491195" y="0"/>
                  </a:lnTo>
                  <a:lnTo>
                    <a:pt x="6492605" y="0"/>
                  </a:lnTo>
                  <a:lnTo>
                    <a:pt x="6494015" y="0"/>
                  </a:lnTo>
                  <a:lnTo>
                    <a:pt x="6495424" y="0"/>
                  </a:lnTo>
                  <a:lnTo>
                    <a:pt x="6496834" y="0"/>
                  </a:lnTo>
                  <a:lnTo>
                    <a:pt x="6498243" y="0"/>
                  </a:lnTo>
                  <a:lnTo>
                    <a:pt x="6499653" y="0"/>
                  </a:lnTo>
                  <a:lnTo>
                    <a:pt x="6501063" y="0"/>
                  </a:lnTo>
                  <a:lnTo>
                    <a:pt x="6502472" y="0"/>
                  </a:lnTo>
                  <a:lnTo>
                    <a:pt x="6503882" y="0"/>
                  </a:lnTo>
                  <a:lnTo>
                    <a:pt x="6505291" y="0"/>
                  </a:lnTo>
                  <a:lnTo>
                    <a:pt x="6506701" y="0"/>
                  </a:lnTo>
                  <a:lnTo>
                    <a:pt x="6508111" y="0"/>
                  </a:lnTo>
                  <a:lnTo>
                    <a:pt x="6509520" y="0"/>
                  </a:lnTo>
                  <a:lnTo>
                    <a:pt x="6510930" y="0"/>
                  </a:lnTo>
                  <a:lnTo>
                    <a:pt x="6512339" y="0"/>
                  </a:lnTo>
                  <a:lnTo>
                    <a:pt x="6513749" y="0"/>
                  </a:lnTo>
                  <a:lnTo>
                    <a:pt x="6515159" y="0"/>
                  </a:lnTo>
                  <a:lnTo>
                    <a:pt x="6516568" y="0"/>
                  </a:lnTo>
                  <a:lnTo>
                    <a:pt x="6517978" y="0"/>
                  </a:lnTo>
                  <a:lnTo>
                    <a:pt x="6519387" y="0"/>
                  </a:lnTo>
                  <a:lnTo>
                    <a:pt x="6520797" y="0"/>
                  </a:lnTo>
                  <a:lnTo>
                    <a:pt x="6522207" y="0"/>
                  </a:lnTo>
                  <a:lnTo>
                    <a:pt x="6523616" y="0"/>
                  </a:lnTo>
                  <a:lnTo>
                    <a:pt x="6525026" y="0"/>
                  </a:lnTo>
                  <a:lnTo>
                    <a:pt x="6526435" y="0"/>
                  </a:lnTo>
                  <a:lnTo>
                    <a:pt x="6527845" y="0"/>
                  </a:lnTo>
                  <a:lnTo>
                    <a:pt x="6529255" y="0"/>
                  </a:lnTo>
                  <a:lnTo>
                    <a:pt x="6530664" y="0"/>
                  </a:lnTo>
                  <a:lnTo>
                    <a:pt x="6532074" y="0"/>
                  </a:lnTo>
                  <a:lnTo>
                    <a:pt x="6533483" y="0"/>
                  </a:lnTo>
                  <a:lnTo>
                    <a:pt x="6534893" y="0"/>
                  </a:lnTo>
                  <a:lnTo>
                    <a:pt x="6536302" y="0"/>
                  </a:lnTo>
                  <a:lnTo>
                    <a:pt x="6537712" y="0"/>
                  </a:lnTo>
                  <a:lnTo>
                    <a:pt x="6539122" y="0"/>
                  </a:lnTo>
                  <a:lnTo>
                    <a:pt x="6540531" y="0"/>
                  </a:lnTo>
                  <a:lnTo>
                    <a:pt x="6541941" y="0"/>
                  </a:lnTo>
                  <a:lnTo>
                    <a:pt x="6543350" y="0"/>
                  </a:lnTo>
                  <a:lnTo>
                    <a:pt x="6544760" y="0"/>
                  </a:lnTo>
                  <a:lnTo>
                    <a:pt x="6546170" y="0"/>
                  </a:lnTo>
                  <a:lnTo>
                    <a:pt x="6547579" y="0"/>
                  </a:lnTo>
                  <a:lnTo>
                    <a:pt x="6548989" y="0"/>
                  </a:lnTo>
                  <a:lnTo>
                    <a:pt x="6550398" y="0"/>
                  </a:lnTo>
                  <a:lnTo>
                    <a:pt x="6551808" y="0"/>
                  </a:lnTo>
                  <a:lnTo>
                    <a:pt x="6553218" y="0"/>
                  </a:lnTo>
                  <a:lnTo>
                    <a:pt x="6554627" y="0"/>
                  </a:lnTo>
                  <a:lnTo>
                    <a:pt x="6556037" y="0"/>
                  </a:lnTo>
                  <a:lnTo>
                    <a:pt x="6557446" y="0"/>
                  </a:lnTo>
                  <a:lnTo>
                    <a:pt x="6558856" y="0"/>
                  </a:lnTo>
                  <a:lnTo>
                    <a:pt x="6560266" y="0"/>
                  </a:lnTo>
                  <a:lnTo>
                    <a:pt x="6561675" y="0"/>
                  </a:lnTo>
                  <a:lnTo>
                    <a:pt x="6563085" y="0"/>
                  </a:lnTo>
                  <a:lnTo>
                    <a:pt x="6564494" y="0"/>
                  </a:lnTo>
                  <a:lnTo>
                    <a:pt x="6565904" y="0"/>
                  </a:lnTo>
                  <a:lnTo>
                    <a:pt x="6567314" y="0"/>
                  </a:lnTo>
                  <a:lnTo>
                    <a:pt x="6568723" y="0"/>
                  </a:lnTo>
                  <a:lnTo>
                    <a:pt x="6570133" y="0"/>
                  </a:lnTo>
                </a:path>
              </a:pathLst>
            </a:custGeom>
            <a:ln w="19050" cap="rnd">
              <a:solidFill>
                <a:srgbClr val="0000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1469813" y="5193474"/>
              <a:ext cx="6570133" cy="0"/>
            </a:xfrm>
            <a:custGeom>
              <a:avLst/>
              <a:pathLst>
                <a:path w="6570133" h="0">
                  <a:moveTo>
                    <a:pt x="0" y="0"/>
                  </a:moveTo>
                  <a:lnTo>
                    <a:pt x="6570133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1469813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2783839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4097866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5411893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6725919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8039946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tx12"/>
            <p:cNvSpPr/>
            <p:nvPr/>
          </p:nvSpPr>
          <p:spPr>
            <a:xfrm>
              <a:off x="1348630" y="5407391"/>
              <a:ext cx="242366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0.0</a:t>
              </a:r>
            </a:p>
          </p:txBody>
        </p:sp>
        <p:sp>
          <p:nvSpPr>
            <p:cNvPr id="14" name="tx13"/>
            <p:cNvSpPr/>
            <p:nvPr/>
          </p:nvSpPr>
          <p:spPr>
            <a:xfrm>
              <a:off x="2662656" y="5407391"/>
              <a:ext cx="242366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0.2</a:t>
              </a:r>
            </a:p>
          </p:txBody>
        </p:sp>
        <p:sp>
          <p:nvSpPr>
            <p:cNvPr id="15" name="tx14"/>
            <p:cNvSpPr/>
            <p:nvPr/>
          </p:nvSpPr>
          <p:spPr>
            <a:xfrm>
              <a:off x="3976683" y="5407391"/>
              <a:ext cx="242366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0.4</a:t>
              </a:r>
            </a:p>
          </p:txBody>
        </p:sp>
        <p:sp>
          <p:nvSpPr>
            <p:cNvPr id="16" name="tx15"/>
            <p:cNvSpPr/>
            <p:nvPr/>
          </p:nvSpPr>
          <p:spPr>
            <a:xfrm>
              <a:off x="5290710" y="5407391"/>
              <a:ext cx="242366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0.6</a:t>
              </a:r>
            </a:p>
          </p:txBody>
        </p:sp>
        <p:sp>
          <p:nvSpPr>
            <p:cNvPr id="17" name="tx16"/>
            <p:cNvSpPr/>
            <p:nvPr/>
          </p:nvSpPr>
          <p:spPr>
            <a:xfrm>
              <a:off x="6604736" y="5407391"/>
              <a:ext cx="242366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0.8</a:t>
              </a:r>
            </a:p>
          </p:txBody>
        </p:sp>
        <p:sp>
          <p:nvSpPr>
            <p:cNvPr id="18" name="tx17"/>
            <p:cNvSpPr/>
            <p:nvPr/>
          </p:nvSpPr>
          <p:spPr>
            <a:xfrm>
              <a:off x="7918763" y="5407391"/>
              <a:ext cx="242366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1.0</a:t>
              </a:r>
            </a:p>
          </p:txBody>
        </p:sp>
        <p:sp>
          <p:nvSpPr>
            <p:cNvPr id="19" name="pl18"/>
            <p:cNvSpPr/>
            <p:nvPr/>
          </p:nvSpPr>
          <p:spPr>
            <a:xfrm>
              <a:off x="1207008" y="2455321"/>
              <a:ext cx="0" cy="2634111"/>
            </a:xfrm>
            <a:custGeom>
              <a:avLst/>
              <a:pathLst>
                <a:path w="0" h="2634111">
                  <a:moveTo>
                    <a:pt x="0" y="2634111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1115567" y="5089433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1115567" y="4562610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1115567" y="4035788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2"/>
            <p:cNvSpPr/>
            <p:nvPr/>
          </p:nvSpPr>
          <p:spPr>
            <a:xfrm>
              <a:off x="1115567" y="3508966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3"/>
            <p:cNvSpPr/>
            <p:nvPr/>
          </p:nvSpPr>
          <p:spPr>
            <a:xfrm>
              <a:off x="1115567" y="2982143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4"/>
            <p:cNvSpPr/>
            <p:nvPr/>
          </p:nvSpPr>
          <p:spPr>
            <a:xfrm>
              <a:off x="1115567" y="2455321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tx25"/>
            <p:cNvSpPr/>
            <p:nvPr/>
          </p:nvSpPr>
          <p:spPr>
            <a:xfrm rot="-5400000">
              <a:off x="808735" y="5031799"/>
              <a:ext cx="242366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0.0</a:t>
              </a:r>
            </a:p>
          </p:txBody>
        </p:sp>
        <p:sp>
          <p:nvSpPr>
            <p:cNvPr id="27" name="tx26"/>
            <p:cNvSpPr/>
            <p:nvPr/>
          </p:nvSpPr>
          <p:spPr>
            <a:xfrm rot="-5400000">
              <a:off x="808735" y="4504977"/>
              <a:ext cx="242366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0.2</a:t>
              </a:r>
            </a:p>
          </p:txBody>
        </p:sp>
        <p:sp>
          <p:nvSpPr>
            <p:cNvPr id="28" name="tx27"/>
            <p:cNvSpPr/>
            <p:nvPr/>
          </p:nvSpPr>
          <p:spPr>
            <a:xfrm rot="-5400000">
              <a:off x="808735" y="3978154"/>
              <a:ext cx="242366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0.4</a:t>
              </a:r>
            </a:p>
          </p:txBody>
        </p:sp>
        <p:sp>
          <p:nvSpPr>
            <p:cNvPr id="29" name="tx28"/>
            <p:cNvSpPr/>
            <p:nvPr/>
          </p:nvSpPr>
          <p:spPr>
            <a:xfrm rot="-5400000">
              <a:off x="808735" y="3451332"/>
              <a:ext cx="242366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0.6</a:t>
              </a:r>
            </a:p>
          </p:txBody>
        </p:sp>
        <p:sp>
          <p:nvSpPr>
            <p:cNvPr id="30" name="tx29"/>
            <p:cNvSpPr/>
            <p:nvPr/>
          </p:nvSpPr>
          <p:spPr>
            <a:xfrm rot="-5400000">
              <a:off x="808735" y="2924510"/>
              <a:ext cx="242366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0.8</a:t>
              </a:r>
            </a:p>
          </p:txBody>
        </p:sp>
        <p:sp>
          <p:nvSpPr>
            <p:cNvPr id="31" name="tx30"/>
            <p:cNvSpPr/>
            <p:nvPr/>
          </p:nvSpPr>
          <p:spPr>
            <a:xfrm rot="-5400000">
              <a:off x="808735" y="2397687"/>
              <a:ext cx="242366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1.0</a:t>
              </a:r>
            </a:p>
          </p:txBody>
        </p:sp>
        <p:sp>
          <p:nvSpPr>
            <p:cNvPr id="32" name="pg31"/>
            <p:cNvSpPr/>
            <p:nvPr/>
          </p:nvSpPr>
          <p:spPr>
            <a:xfrm>
              <a:off x="1207008" y="2350008"/>
              <a:ext cx="7095744" cy="2843466"/>
            </a:xfrm>
            <a:custGeom>
              <a:avLst/>
              <a:pathLst>
                <a:path w="7095744" h="2843466">
                  <a:moveTo>
                    <a:pt x="0" y="2843466"/>
                  </a:moveTo>
                  <a:lnTo>
                    <a:pt x="7095744" y="2843466"/>
                  </a:lnTo>
                  <a:lnTo>
                    <a:pt x="7095744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tx32"/>
            <p:cNvSpPr/>
            <p:nvPr/>
          </p:nvSpPr>
          <p:spPr>
            <a:xfrm>
              <a:off x="1531486" y="1881565"/>
              <a:ext cx="6446787" cy="1601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auc train =  0.969,auc test = 0.969, test n = 777, n1 = 531, n0 = 246</a:t>
              </a:r>
            </a:p>
          </p:txBody>
        </p:sp>
        <p:sp>
          <p:nvSpPr>
            <p:cNvPr id="34" name="tx33"/>
            <p:cNvSpPr/>
            <p:nvPr/>
          </p:nvSpPr>
          <p:spPr>
            <a:xfrm>
              <a:off x="4679759" y="5772630"/>
              <a:ext cx="150241" cy="11578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fn</a:t>
              </a:r>
            </a:p>
          </p:txBody>
        </p:sp>
        <p:sp>
          <p:nvSpPr>
            <p:cNvPr id="35" name="tx34"/>
            <p:cNvSpPr/>
            <p:nvPr/>
          </p:nvSpPr>
          <p:spPr>
            <a:xfrm rot="-5400000">
              <a:off x="474191" y="3702387"/>
              <a:ext cx="156492" cy="13870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tp</a:t>
              </a:r>
            </a:p>
          </p:txBody>
        </p:sp>
        <p:sp>
          <p:nvSpPr>
            <p:cNvPr id="36" name="pl35"/>
            <p:cNvSpPr/>
            <p:nvPr/>
          </p:nvSpPr>
          <p:spPr>
            <a:xfrm>
              <a:off x="1469813" y="2455321"/>
              <a:ext cx="6570133" cy="2623403"/>
            </a:xfrm>
            <a:custGeom>
              <a:avLst/>
              <a:pathLst>
                <a:path w="6570133" h="2623403">
                  <a:moveTo>
                    <a:pt x="0" y="2623403"/>
                  </a:moveTo>
                  <a:lnTo>
                    <a:pt x="0" y="2612696"/>
                  </a:lnTo>
                  <a:lnTo>
                    <a:pt x="0" y="2601988"/>
                  </a:lnTo>
                  <a:lnTo>
                    <a:pt x="0" y="2591280"/>
                  </a:lnTo>
                  <a:lnTo>
                    <a:pt x="0" y="2580572"/>
                  </a:lnTo>
                  <a:lnTo>
                    <a:pt x="0" y="2569865"/>
                  </a:lnTo>
                  <a:lnTo>
                    <a:pt x="0" y="2559157"/>
                  </a:lnTo>
                  <a:lnTo>
                    <a:pt x="0" y="2548449"/>
                  </a:lnTo>
                  <a:lnTo>
                    <a:pt x="0" y="2537741"/>
                  </a:lnTo>
                  <a:lnTo>
                    <a:pt x="0" y="2527034"/>
                  </a:lnTo>
                  <a:lnTo>
                    <a:pt x="0" y="2516326"/>
                  </a:lnTo>
                  <a:lnTo>
                    <a:pt x="0" y="2505618"/>
                  </a:lnTo>
                  <a:lnTo>
                    <a:pt x="0" y="2494910"/>
                  </a:lnTo>
                  <a:lnTo>
                    <a:pt x="0" y="2484202"/>
                  </a:lnTo>
                  <a:lnTo>
                    <a:pt x="0" y="2473495"/>
                  </a:lnTo>
                  <a:lnTo>
                    <a:pt x="0" y="2462787"/>
                  </a:lnTo>
                  <a:lnTo>
                    <a:pt x="0" y="2452079"/>
                  </a:lnTo>
                  <a:lnTo>
                    <a:pt x="0" y="2441371"/>
                  </a:lnTo>
                  <a:lnTo>
                    <a:pt x="0" y="2430664"/>
                  </a:lnTo>
                  <a:lnTo>
                    <a:pt x="0" y="2419956"/>
                  </a:lnTo>
                  <a:lnTo>
                    <a:pt x="0" y="2409248"/>
                  </a:lnTo>
                  <a:lnTo>
                    <a:pt x="0" y="2398540"/>
                  </a:lnTo>
                  <a:lnTo>
                    <a:pt x="0" y="2387832"/>
                  </a:lnTo>
                  <a:lnTo>
                    <a:pt x="0" y="2377125"/>
                  </a:lnTo>
                  <a:lnTo>
                    <a:pt x="0" y="2366417"/>
                  </a:lnTo>
                  <a:lnTo>
                    <a:pt x="0" y="2355709"/>
                  </a:lnTo>
                  <a:lnTo>
                    <a:pt x="12373" y="2355709"/>
                  </a:lnTo>
                  <a:lnTo>
                    <a:pt x="12373" y="2345001"/>
                  </a:lnTo>
                  <a:lnTo>
                    <a:pt x="12373" y="2334294"/>
                  </a:lnTo>
                  <a:lnTo>
                    <a:pt x="12373" y="2323586"/>
                  </a:lnTo>
                  <a:lnTo>
                    <a:pt x="12373" y="2312878"/>
                  </a:lnTo>
                  <a:lnTo>
                    <a:pt x="12373" y="2302170"/>
                  </a:lnTo>
                  <a:lnTo>
                    <a:pt x="12373" y="2291463"/>
                  </a:lnTo>
                  <a:lnTo>
                    <a:pt x="12373" y="2280755"/>
                  </a:lnTo>
                  <a:lnTo>
                    <a:pt x="12373" y="2270047"/>
                  </a:lnTo>
                  <a:lnTo>
                    <a:pt x="12373" y="2259339"/>
                  </a:lnTo>
                  <a:lnTo>
                    <a:pt x="12373" y="2248631"/>
                  </a:lnTo>
                  <a:lnTo>
                    <a:pt x="12373" y="2237924"/>
                  </a:lnTo>
                  <a:lnTo>
                    <a:pt x="12373" y="2227216"/>
                  </a:lnTo>
                  <a:lnTo>
                    <a:pt x="12373" y="2216508"/>
                  </a:lnTo>
                  <a:lnTo>
                    <a:pt x="12373" y="2205800"/>
                  </a:lnTo>
                  <a:lnTo>
                    <a:pt x="12373" y="2195093"/>
                  </a:lnTo>
                  <a:lnTo>
                    <a:pt x="12373" y="2184385"/>
                  </a:lnTo>
                  <a:lnTo>
                    <a:pt x="12373" y="2173677"/>
                  </a:lnTo>
                  <a:lnTo>
                    <a:pt x="12373" y="2162969"/>
                  </a:lnTo>
                  <a:lnTo>
                    <a:pt x="12373" y="2152262"/>
                  </a:lnTo>
                  <a:lnTo>
                    <a:pt x="12373" y="2141554"/>
                  </a:lnTo>
                  <a:lnTo>
                    <a:pt x="12373" y="2130846"/>
                  </a:lnTo>
                  <a:lnTo>
                    <a:pt x="12373" y="2120138"/>
                  </a:lnTo>
                  <a:lnTo>
                    <a:pt x="12373" y="2109430"/>
                  </a:lnTo>
                  <a:lnTo>
                    <a:pt x="12373" y="2098723"/>
                  </a:lnTo>
                  <a:lnTo>
                    <a:pt x="12373" y="2088015"/>
                  </a:lnTo>
                  <a:lnTo>
                    <a:pt x="12373" y="2077307"/>
                  </a:lnTo>
                  <a:lnTo>
                    <a:pt x="12373" y="2066599"/>
                  </a:lnTo>
                  <a:lnTo>
                    <a:pt x="12373" y="2055892"/>
                  </a:lnTo>
                  <a:lnTo>
                    <a:pt x="12373" y="2045184"/>
                  </a:lnTo>
                  <a:lnTo>
                    <a:pt x="12373" y="2034476"/>
                  </a:lnTo>
                  <a:lnTo>
                    <a:pt x="12373" y="2023768"/>
                  </a:lnTo>
                  <a:lnTo>
                    <a:pt x="12373" y="2013060"/>
                  </a:lnTo>
                  <a:lnTo>
                    <a:pt x="12373" y="2002353"/>
                  </a:lnTo>
                  <a:lnTo>
                    <a:pt x="12373" y="1991645"/>
                  </a:lnTo>
                  <a:lnTo>
                    <a:pt x="12373" y="1980937"/>
                  </a:lnTo>
                  <a:lnTo>
                    <a:pt x="12373" y="1970229"/>
                  </a:lnTo>
                  <a:lnTo>
                    <a:pt x="12373" y="1959522"/>
                  </a:lnTo>
                  <a:lnTo>
                    <a:pt x="12373" y="1948814"/>
                  </a:lnTo>
                  <a:lnTo>
                    <a:pt x="12373" y="1938106"/>
                  </a:lnTo>
                  <a:lnTo>
                    <a:pt x="12373" y="1927398"/>
                  </a:lnTo>
                  <a:lnTo>
                    <a:pt x="12373" y="1916691"/>
                  </a:lnTo>
                  <a:lnTo>
                    <a:pt x="12373" y="1905983"/>
                  </a:lnTo>
                  <a:lnTo>
                    <a:pt x="12373" y="1895275"/>
                  </a:lnTo>
                  <a:lnTo>
                    <a:pt x="12373" y="1884567"/>
                  </a:lnTo>
                  <a:lnTo>
                    <a:pt x="12373" y="1873859"/>
                  </a:lnTo>
                  <a:lnTo>
                    <a:pt x="12373" y="1863152"/>
                  </a:lnTo>
                  <a:lnTo>
                    <a:pt x="12373" y="1852444"/>
                  </a:lnTo>
                  <a:lnTo>
                    <a:pt x="12373" y="1841736"/>
                  </a:lnTo>
                  <a:lnTo>
                    <a:pt x="12373" y="1831028"/>
                  </a:lnTo>
                  <a:lnTo>
                    <a:pt x="12373" y="1820321"/>
                  </a:lnTo>
                  <a:lnTo>
                    <a:pt x="24746" y="1820321"/>
                  </a:lnTo>
                  <a:lnTo>
                    <a:pt x="24746" y="1809613"/>
                  </a:lnTo>
                  <a:lnTo>
                    <a:pt x="24746" y="1798905"/>
                  </a:lnTo>
                  <a:lnTo>
                    <a:pt x="24746" y="1788197"/>
                  </a:lnTo>
                  <a:lnTo>
                    <a:pt x="24746" y="1777490"/>
                  </a:lnTo>
                  <a:lnTo>
                    <a:pt x="24746" y="1766782"/>
                  </a:lnTo>
                  <a:lnTo>
                    <a:pt x="24746" y="1756074"/>
                  </a:lnTo>
                  <a:lnTo>
                    <a:pt x="24746" y="1745366"/>
                  </a:lnTo>
                  <a:lnTo>
                    <a:pt x="24746" y="1734658"/>
                  </a:lnTo>
                  <a:lnTo>
                    <a:pt x="37119" y="1734658"/>
                  </a:lnTo>
                  <a:lnTo>
                    <a:pt x="49492" y="1734658"/>
                  </a:lnTo>
                  <a:lnTo>
                    <a:pt x="49492" y="1723951"/>
                  </a:lnTo>
                  <a:lnTo>
                    <a:pt x="49492" y="1713243"/>
                  </a:lnTo>
                  <a:lnTo>
                    <a:pt x="49492" y="1702535"/>
                  </a:lnTo>
                  <a:lnTo>
                    <a:pt x="49492" y="1691827"/>
                  </a:lnTo>
                  <a:lnTo>
                    <a:pt x="49492" y="1681120"/>
                  </a:lnTo>
                  <a:lnTo>
                    <a:pt x="49492" y="1670412"/>
                  </a:lnTo>
                  <a:lnTo>
                    <a:pt x="49492" y="1659704"/>
                  </a:lnTo>
                  <a:lnTo>
                    <a:pt x="49492" y="1648996"/>
                  </a:lnTo>
                  <a:lnTo>
                    <a:pt x="49492" y="1638288"/>
                  </a:lnTo>
                  <a:lnTo>
                    <a:pt x="49492" y="1627581"/>
                  </a:lnTo>
                  <a:lnTo>
                    <a:pt x="49492" y="1616873"/>
                  </a:lnTo>
                  <a:lnTo>
                    <a:pt x="49492" y="1606165"/>
                  </a:lnTo>
                  <a:lnTo>
                    <a:pt x="61865" y="1606165"/>
                  </a:lnTo>
                  <a:lnTo>
                    <a:pt x="61865" y="1595457"/>
                  </a:lnTo>
                  <a:lnTo>
                    <a:pt x="61865" y="1584750"/>
                  </a:lnTo>
                  <a:lnTo>
                    <a:pt x="61865" y="1574042"/>
                  </a:lnTo>
                  <a:lnTo>
                    <a:pt x="61865" y="1563334"/>
                  </a:lnTo>
                  <a:lnTo>
                    <a:pt x="61865" y="1552626"/>
                  </a:lnTo>
                  <a:lnTo>
                    <a:pt x="61865" y="1541919"/>
                  </a:lnTo>
                  <a:lnTo>
                    <a:pt x="61865" y="1531211"/>
                  </a:lnTo>
                  <a:lnTo>
                    <a:pt x="61865" y="1520503"/>
                  </a:lnTo>
                  <a:lnTo>
                    <a:pt x="74238" y="1520503"/>
                  </a:lnTo>
                  <a:lnTo>
                    <a:pt x="74238" y="1509795"/>
                  </a:lnTo>
                  <a:lnTo>
                    <a:pt x="74238" y="1499087"/>
                  </a:lnTo>
                  <a:lnTo>
                    <a:pt x="74238" y="1488380"/>
                  </a:lnTo>
                  <a:lnTo>
                    <a:pt x="74238" y="1477672"/>
                  </a:lnTo>
                  <a:lnTo>
                    <a:pt x="74238" y="1466964"/>
                  </a:lnTo>
                  <a:lnTo>
                    <a:pt x="74238" y="1456256"/>
                  </a:lnTo>
                  <a:lnTo>
                    <a:pt x="74238" y="1445549"/>
                  </a:lnTo>
                  <a:lnTo>
                    <a:pt x="74238" y="1434841"/>
                  </a:lnTo>
                  <a:lnTo>
                    <a:pt x="74238" y="1424133"/>
                  </a:lnTo>
                  <a:lnTo>
                    <a:pt x="74238" y="1413425"/>
                  </a:lnTo>
                  <a:lnTo>
                    <a:pt x="74238" y="1402718"/>
                  </a:lnTo>
                  <a:lnTo>
                    <a:pt x="74238" y="1392010"/>
                  </a:lnTo>
                  <a:lnTo>
                    <a:pt x="74238" y="1381302"/>
                  </a:lnTo>
                  <a:lnTo>
                    <a:pt x="74238" y="1370594"/>
                  </a:lnTo>
                  <a:lnTo>
                    <a:pt x="74238" y="1359886"/>
                  </a:lnTo>
                  <a:lnTo>
                    <a:pt x="74238" y="1349179"/>
                  </a:lnTo>
                  <a:lnTo>
                    <a:pt x="74238" y="1338471"/>
                  </a:lnTo>
                  <a:lnTo>
                    <a:pt x="74238" y="1327763"/>
                  </a:lnTo>
                  <a:lnTo>
                    <a:pt x="74238" y="1317055"/>
                  </a:lnTo>
                  <a:lnTo>
                    <a:pt x="74238" y="1306348"/>
                  </a:lnTo>
                  <a:lnTo>
                    <a:pt x="86611" y="1306348"/>
                  </a:lnTo>
                  <a:lnTo>
                    <a:pt x="86611" y="1295640"/>
                  </a:lnTo>
                  <a:lnTo>
                    <a:pt x="86611" y="1284932"/>
                  </a:lnTo>
                  <a:lnTo>
                    <a:pt x="86611" y="1274224"/>
                  </a:lnTo>
                  <a:lnTo>
                    <a:pt x="98985" y="1274224"/>
                  </a:lnTo>
                  <a:lnTo>
                    <a:pt x="98985" y="1263517"/>
                  </a:lnTo>
                  <a:lnTo>
                    <a:pt x="98985" y="1252809"/>
                  </a:lnTo>
                  <a:lnTo>
                    <a:pt x="98985" y="1242101"/>
                  </a:lnTo>
                  <a:lnTo>
                    <a:pt x="98985" y="1231393"/>
                  </a:lnTo>
                  <a:lnTo>
                    <a:pt x="98985" y="1220685"/>
                  </a:lnTo>
                  <a:lnTo>
                    <a:pt x="98985" y="1209978"/>
                  </a:lnTo>
                  <a:lnTo>
                    <a:pt x="98985" y="1199270"/>
                  </a:lnTo>
                  <a:lnTo>
                    <a:pt x="98985" y="1188562"/>
                  </a:lnTo>
                  <a:lnTo>
                    <a:pt x="98985" y="1177854"/>
                  </a:lnTo>
                  <a:lnTo>
                    <a:pt x="98985" y="1167147"/>
                  </a:lnTo>
                  <a:lnTo>
                    <a:pt x="98985" y="1156439"/>
                  </a:lnTo>
                  <a:lnTo>
                    <a:pt x="98985" y="1145731"/>
                  </a:lnTo>
                  <a:lnTo>
                    <a:pt x="98985" y="1135023"/>
                  </a:lnTo>
                  <a:lnTo>
                    <a:pt x="98985" y="1124315"/>
                  </a:lnTo>
                  <a:lnTo>
                    <a:pt x="98985" y="1113608"/>
                  </a:lnTo>
                  <a:lnTo>
                    <a:pt x="98985" y="1102900"/>
                  </a:lnTo>
                  <a:lnTo>
                    <a:pt x="98985" y="1092192"/>
                  </a:lnTo>
                  <a:lnTo>
                    <a:pt x="111358" y="1092192"/>
                  </a:lnTo>
                  <a:lnTo>
                    <a:pt x="111358" y="1081484"/>
                  </a:lnTo>
                  <a:lnTo>
                    <a:pt x="111358" y="1070777"/>
                  </a:lnTo>
                  <a:lnTo>
                    <a:pt x="111358" y="1060069"/>
                  </a:lnTo>
                  <a:lnTo>
                    <a:pt x="111358" y="1049361"/>
                  </a:lnTo>
                  <a:lnTo>
                    <a:pt x="111358" y="1038653"/>
                  </a:lnTo>
                  <a:lnTo>
                    <a:pt x="111358" y="1027946"/>
                  </a:lnTo>
                  <a:lnTo>
                    <a:pt x="111358" y="1017238"/>
                  </a:lnTo>
                  <a:lnTo>
                    <a:pt x="111358" y="1006530"/>
                  </a:lnTo>
                  <a:lnTo>
                    <a:pt x="111358" y="995822"/>
                  </a:lnTo>
                  <a:lnTo>
                    <a:pt x="111358" y="985114"/>
                  </a:lnTo>
                  <a:lnTo>
                    <a:pt x="111358" y="974407"/>
                  </a:lnTo>
                  <a:lnTo>
                    <a:pt x="111358" y="963699"/>
                  </a:lnTo>
                  <a:lnTo>
                    <a:pt x="111358" y="952991"/>
                  </a:lnTo>
                  <a:lnTo>
                    <a:pt x="111358" y="942283"/>
                  </a:lnTo>
                  <a:lnTo>
                    <a:pt x="111358" y="931576"/>
                  </a:lnTo>
                  <a:lnTo>
                    <a:pt x="111358" y="920868"/>
                  </a:lnTo>
                  <a:lnTo>
                    <a:pt x="123731" y="920868"/>
                  </a:lnTo>
                  <a:lnTo>
                    <a:pt x="123731" y="910160"/>
                  </a:lnTo>
                  <a:lnTo>
                    <a:pt x="136104" y="910160"/>
                  </a:lnTo>
                  <a:lnTo>
                    <a:pt x="136104" y="899452"/>
                  </a:lnTo>
                  <a:lnTo>
                    <a:pt x="148477" y="899452"/>
                  </a:lnTo>
                  <a:lnTo>
                    <a:pt x="148477" y="888745"/>
                  </a:lnTo>
                  <a:lnTo>
                    <a:pt x="148477" y="878037"/>
                  </a:lnTo>
                  <a:lnTo>
                    <a:pt x="148477" y="867329"/>
                  </a:lnTo>
                  <a:lnTo>
                    <a:pt x="148477" y="856621"/>
                  </a:lnTo>
                  <a:lnTo>
                    <a:pt x="160850" y="856621"/>
                  </a:lnTo>
                  <a:lnTo>
                    <a:pt x="160850" y="845913"/>
                  </a:lnTo>
                  <a:lnTo>
                    <a:pt x="160850" y="835206"/>
                  </a:lnTo>
                  <a:lnTo>
                    <a:pt x="160850" y="824498"/>
                  </a:lnTo>
                  <a:lnTo>
                    <a:pt x="173223" y="824498"/>
                  </a:lnTo>
                  <a:lnTo>
                    <a:pt x="173223" y="813790"/>
                  </a:lnTo>
                  <a:lnTo>
                    <a:pt x="173223" y="803082"/>
                  </a:lnTo>
                  <a:lnTo>
                    <a:pt x="173223" y="792375"/>
                  </a:lnTo>
                  <a:lnTo>
                    <a:pt x="185596" y="792375"/>
                  </a:lnTo>
                  <a:lnTo>
                    <a:pt x="185596" y="781667"/>
                  </a:lnTo>
                  <a:lnTo>
                    <a:pt x="185596" y="770959"/>
                  </a:lnTo>
                  <a:lnTo>
                    <a:pt x="185596" y="760251"/>
                  </a:lnTo>
                  <a:lnTo>
                    <a:pt x="185596" y="749543"/>
                  </a:lnTo>
                  <a:lnTo>
                    <a:pt x="185596" y="738836"/>
                  </a:lnTo>
                  <a:lnTo>
                    <a:pt x="185596" y="728128"/>
                  </a:lnTo>
                  <a:lnTo>
                    <a:pt x="185596" y="717420"/>
                  </a:lnTo>
                  <a:lnTo>
                    <a:pt x="185596" y="706712"/>
                  </a:lnTo>
                  <a:lnTo>
                    <a:pt x="185596" y="696005"/>
                  </a:lnTo>
                  <a:lnTo>
                    <a:pt x="185596" y="685297"/>
                  </a:lnTo>
                  <a:lnTo>
                    <a:pt x="185596" y="674589"/>
                  </a:lnTo>
                  <a:lnTo>
                    <a:pt x="185596" y="663881"/>
                  </a:lnTo>
                  <a:lnTo>
                    <a:pt x="185596" y="653174"/>
                  </a:lnTo>
                  <a:lnTo>
                    <a:pt x="185596" y="642466"/>
                  </a:lnTo>
                  <a:lnTo>
                    <a:pt x="197970" y="642466"/>
                  </a:lnTo>
                  <a:lnTo>
                    <a:pt x="197970" y="631758"/>
                  </a:lnTo>
                  <a:lnTo>
                    <a:pt x="197970" y="621050"/>
                  </a:lnTo>
                  <a:lnTo>
                    <a:pt x="210343" y="621050"/>
                  </a:lnTo>
                  <a:lnTo>
                    <a:pt x="210343" y="610342"/>
                  </a:lnTo>
                  <a:lnTo>
                    <a:pt x="210343" y="599635"/>
                  </a:lnTo>
                  <a:lnTo>
                    <a:pt x="222716" y="599635"/>
                  </a:lnTo>
                  <a:lnTo>
                    <a:pt x="235089" y="599635"/>
                  </a:lnTo>
                  <a:lnTo>
                    <a:pt x="235089" y="588927"/>
                  </a:lnTo>
                  <a:lnTo>
                    <a:pt x="247462" y="588927"/>
                  </a:lnTo>
                  <a:lnTo>
                    <a:pt x="247462" y="578219"/>
                  </a:lnTo>
                  <a:lnTo>
                    <a:pt x="259835" y="578219"/>
                  </a:lnTo>
                  <a:lnTo>
                    <a:pt x="259835" y="567511"/>
                  </a:lnTo>
                  <a:lnTo>
                    <a:pt x="259835" y="556804"/>
                  </a:lnTo>
                  <a:lnTo>
                    <a:pt x="259835" y="546096"/>
                  </a:lnTo>
                  <a:lnTo>
                    <a:pt x="272208" y="546096"/>
                  </a:lnTo>
                  <a:lnTo>
                    <a:pt x="272208" y="535388"/>
                  </a:lnTo>
                  <a:lnTo>
                    <a:pt x="272208" y="524680"/>
                  </a:lnTo>
                  <a:lnTo>
                    <a:pt x="272208" y="513973"/>
                  </a:lnTo>
                  <a:lnTo>
                    <a:pt x="272208" y="503265"/>
                  </a:lnTo>
                  <a:lnTo>
                    <a:pt x="284582" y="503265"/>
                  </a:lnTo>
                  <a:lnTo>
                    <a:pt x="284582" y="492557"/>
                  </a:lnTo>
                  <a:lnTo>
                    <a:pt x="284582" y="481849"/>
                  </a:lnTo>
                  <a:lnTo>
                    <a:pt x="284582" y="471141"/>
                  </a:lnTo>
                  <a:lnTo>
                    <a:pt x="296955" y="471141"/>
                  </a:lnTo>
                  <a:lnTo>
                    <a:pt x="296955" y="460434"/>
                  </a:lnTo>
                  <a:lnTo>
                    <a:pt x="309328" y="460434"/>
                  </a:lnTo>
                  <a:lnTo>
                    <a:pt x="321701" y="460434"/>
                  </a:lnTo>
                  <a:lnTo>
                    <a:pt x="321701" y="449726"/>
                  </a:lnTo>
                  <a:lnTo>
                    <a:pt x="334074" y="449726"/>
                  </a:lnTo>
                  <a:lnTo>
                    <a:pt x="334074" y="439018"/>
                  </a:lnTo>
                  <a:lnTo>
                    <a:pt x="334074" y="428310"/>
                  </a:lnTo>
                  <a:lnTo>
                    <a:pt x="334074" y="417603"/>
                  </a:lnTo>
                  <a:lnTo>
                    <a:pt x="346447" y="417603"/>
                  </a:lnTo>
                  <a:lnTo>
                    <a:pt x="358820" y="417603"/>
                  </a:lnTo>
                  <a:lnTo>
                    <a:pt x="371193" y="417603"/>
                  </a:lnTo>
                  <a:lnTo>
                    <a:pt x="371193" y="406895"/>
                  </a:lnTo>
                  <a:lnTo>
                    <a:pt x="371193" y="396187"/>
                  </a:lnTo>
                  <a:lnTo>
                    <a:pt x="371193" y="385479"/>
                  </a:lnTo>
                  <a:lnTo>
                    <a:pt x="371193" y="374771"/>
                  </a:lnTo>
                  <a:lnTo>
                    <a:pt x="383567" y="374771"/>
                  </a:lnTo>
                  <a:lnTo>
                    <a:pt x="395940" y="374771"/>
                  </a:lnTo>
                  <a:lnTo>
                    <a:pt x="395940" y="364064"/>
                  </a:lnTo>
                  <a:lnTo>
                    <a:pt x="408313" y="364064"/>
                  </a:lnTo>
                  <a:lnTo>
                    <a:pt x="408313" y="353356"/>
                  </a:lnTo>
                  <a:lnTo>
                    <a:pt x="420686" y="353356"/>
                  </a:lnTo>
                  <a:lnTo>
                    <a:pt x="420686" y="342648"/>
                  </a:lnTo>
                  <a:lnTo>
                    <a:pt x="420686" y="331940"/>
                  </a:lnTo>
                  <a:lnTo>
                    <a:pt x="420686" y="321233"/>
                  </a:lnTo>
                  <a:lnTo>
                    <a:pt x="420686" y="310525"/>
                  </a:lnTo>
                  <a:lnTo>
                    <a:pt x="433059" y="310525"/>
                  </a:lnTo>
                  <a:lnTo>
                    <a:pt x="433059" y="299817"/>
                  </a:lnTo>
                  <a:lnTo>
                    <a:pt x="445432" y="299817"/>
                  </a:lnTo>
                  <a:lnTo>
                    <a:pt x="445432" y="289109"/>
                  </a:lnTo>
                  <a:lnTo>
                    <a:pt x="457805" y="289109"/>
                  </a:lnTo>
                  <a:lnTo>
                    <a:pt x="457805" y="278402"/>
                  </a:lnTo>
                  <a:lnTo>
                    <a:pt x="457805" y="267694"/>
                  </a:lnTo>
                  <a:lnTo>
                    <a:pt x="457805" y="256986"/>
                  </a:lnTo>
                  <a:lnTo>
                    <a:pt x="470179" y="256986"/>
                  </a:lnTo>
                  <a:lnTo>
                    <a:pt x="482552" y="256986"/>
                  </a:lnTo>
                  <a:lnTo>
                    <a:pt x="482552" y="246278"/>
                  </a:lnTo>
                  <a:lnTo>
                    <a:pt x="482552" y="235570"/>
                  </a:lnTo>
                  <a:lnTo>
                    <a:pt x="494925" y="235570"/>
                  </a:lnTo>
                  <a:lnTo>
                    <a:pt x="494925" y="224863"/>
                  </a:lnTo>
                  <a:lnTo>
                    <a:pt x="494925" y="214155"/>
                  </a:lnTo>
                  <a:lnTo>
                    <a:pt x="507298" y="214155"/>
                  </a:lnTo>
                  <a:lnTo>
                    <a:pt x="507298" y="203447"/>
                  </a:lnTo>
                  <a:lnTo>
                    <a:pt x="519671" y="203447"/>
                  </a:lnTo>
                  <a:lnTo>
                    <a:pt x="532044" y="203447"/>
                  </a:lnTo>
                  <a:lnTo>
                    <a:pt x="544417" y="203447"/>
                  </a:lnTo>
                  <a:lnTo>
                    <a:pt x="544417" y="192739"/>
                  </a:lnTo>
                  <a:lnTo>
                    <a:pt x="556790" y="192739"/>
                  </a:lnTo>
                  <a:lnTo>
                    <a:pt x="569164" y="192739"/>
                  </a:lnTo>
                  <a:lnTo>
                    <a:pt x="569164" y="182032"/>
                  </a:lnTo>
                  <a:lnTo>
                    <a:pt x="581537" y="182032"/>
                  </a:lnTo>
                  <a:lnTo>
                    <a:pt x="593910" y="182032"/>
                  </a:lnTo>
                  <a:lnTo>
                    <a:pt x="606283" y="182032"/>
                  </a:lnTo>
                  <a:lnTo>
                    <a:pt x="606283" y="171324"/>
                  </a:lnTo>
                  <a:lnTo>
                    <a:pt x="618656" y="171324"/>
                  </a:lnTo>
                  <a:lnTo>
                    <a:pt x="618656" y="160616"/>
                  </a:lnTo>
                  <a:lnTo>
                    <a:pt x="631029" y="160616"/>
                  </a:lnTo>
                  <a:lnTo>
                    <a:pt x="631029" y="149908"/>
                  </a:lnTo>
                  <a:lnTo>
                    <a:pt x="643402" y="149908"/>
                  </a:lnTo>
                  <a:lnTo>
                    <a:pt x="655776" y="149908"/>
                  </a:lnTo>
                  <a:lnTo>
                    <a:pt x="668149" y="149908"/>
                  </a:lnTo>
                  <a:lnTo>
                    <a:pt x="668149" y="139201"/>
                  </a:lnTo>
                  <a:lnTo>
                    <a:pt x="680522" y="139201"/>
                  </a:lnTo>
                  <a:lnTo>
                    <a:pt x="692895" y="139201"/>
                  </a:lnTo>
                  <a:lnTo>
                    <a:pt x="705268" y="139201"/>
                  </a:lnTo>
                  <a:lnTo>
                    <a:pt x="717641" y="139201"/>
                  </a:lnTo>
                  <a:lnTo>
                    <a:pt x="730014" y="139201"/>
                  </a:lnTo>
                  <a:lnTo>
                    <a:pt x="730014" y="128493"/>
                  </a:lnTo>
                  <a:lnTo>
                    <a:pt x="742387" y="128493"/>
                  </a:lnTo>
                  <a:lnTo>
                    <a:pt x="754761" y="128493"/>
                  </a:lnTo>
                  <a:lnTo>
                    <a:pt x="767134" y="128493"/>
                  </a:lnTo>
                  <a:lnTo>
                    <a:pt x="779507" y="128493"/>
                  </a:lnTo>
                  <a:lnTo>
                    <a:pt x="791880" y="128493"/>
                  </a:lnTo>
                  <a:lnTo>
                    <a:pt x="804253" y="128493"/>
                  </a:lnTo>
                  <a:lnTo>
                    <a:pt x="816626" y="128493"/>
                  </a:lnTo>
                  <a:lnTo>
                    <a:pt x="828999" y="128493"/>
                  </a:lnTo>
                  <a:lnTo>
                    <a:pt x="841373" y="128493"/>
                  </a:lnTo>
                  <a:lnTo>
                    <a:pt x="853746" y="128493"/>
                  </a:lnTo>
                  <a:lnTo>
                    <a:pt x="853746" y="117785"/>
                  </a:lnTo>
                  <a:lnTo>
                    <a:pt x="866119" y="117785"/>
                  </a:lnTo>
                  <a:lnTo>
                    <a:pt x="866119" y="107077"/>
                  </a:lnTo>
                  <a:lnTo>
                    <a:pt x="878492" y="107077"/>
                  </a:lnTo>
                  <a:lnTo>
                    <a:pt x="878492" y="96369"/>
                  </a:lnTo>
                  <a:lnTo>
                    <a:pt x="890865" y="96369"/>
                  </a:lnTo>
                  <a:lnTo>
                    <a:pt x="903238" y="96369"/>
                  </a:lnTo>
                  <a:lnTo>
                    <a:pt x="903238" y="85662"/>
                  </a:lnTo>
                  <a:lnTo>
                    <a:pt x="915611" y="85662"/>
                  </a:lnTo>
                  <a:lnTo>
                    <a:pt x="927984" y="85662"/>
                  </a:lnTo>
                  <a:lnTo>
                    <a:pt x="940358" y="85662"/>
                  </a:lnTo>
                  <a:lnTo>
                    <a:pt x="952731" y="85662"/>
                  </a:lnTo>
                  <a:lnTo>
                    <a:pt x="965104" y="85662"/>
                  </a:lnTo>
                  <a:lnTo>
                    <a:pt x="977477" y="85662"/>
                  </a:lnTo>
                  <a:lnTo>
                    <a:pt x="989850" y="85662"/>
                  </a:lnTo>
                  <a:lnTo>
                    <a:pt x="1002223" y="85662"/>
                  </a:lnTo>
                  <a:lnTo>
                    <a:pt x="1014596" y="85662"/>
                  </a:lnTo>
                  <a:lnTo>
                    <a:pt x="1026969" y="85662"/>
                  </a:lnTo>
                  <a:lnTo>
                    <a:pt x="1039343" y="85662"/>
                  </a:lnTo>
                  <a:lnTo>
                    <a:pt x="1051716" y="85662"/>
                  </a:lnTo>
                  <a:lnTo>
                    <a:pt x="1064089" y="85662"/>
                  </a:lnTo>
                  <a:lnTo>
                    <a:pt x="1064089" y="74954"/>
                  </a:lnTo>
                  <a:lnTo>
                    <a:pt x="1076462" y="74954"/>
                  </a:lnTo>
                  <a:lnTo>
                    <a:pt x="1088835" y="74954"/>
                  </a:lnTo>
                  <a:lnTo>
                    <a:pt x="1101208" y="74954"/>
                  </a:lnTo>
                  <a:lnTo>
                    <a:pt x="1113581" y="74954"/>
                  </a:lnTo>
                  <a:lnTo>
                    <a:pt x="1125955" y="74954"/>
                  </a:lnTo>
                  <a:lnTo>
                    <a:pt x="1138328" y="74954"/>
                  </a:lnTo>
                  <a:lnTo>
                    <a:pt x="1150701" y="74954"/>
                  </a:lnTo>
                  <a:lnTo>
                    <a:pt x="1150701" y="64246"/>
                  </a:lnTo>
                  <a:lnTo>
                    <a:pt x="1163074" y="64246"/>
                  </a:lnTo>
                  <a:lnTo>
                    <a:pt x="1175447" y="64246"/>
                  </a:lnTo>
                  <a:lnTo>
                    <a:pt x="1187820" y="64246"/>
                  </a:lnTo>
                  <a:lnTo>
                    <a:pt x="1200193" y="64246"/>
                  </a:lnTo>
                  <a:lnTo>
                    <a:pt x="1212566" y="64246"/>
                  </a:lnTo>
                  <a:lnTo>
                    <a:pt x="1224940" y="64246"/>
                  </a:lnTo>
                  <a:lnTo>
                    <a:pt x="1237313" y="64246"/>
                  </a:lnTo>
                  <a:lnTo>
                    <a:pt x="1249686" y="64246"/>
                  </a:lnTo>
                  <a:lnTo>
                    <a:pt x="1262059" y="64246"/>
                  </a:lnTo>
                  <a:lnTo>
                    <a:pt x="1274432" y="64246"/>
                  </a:lnTo>
                  <a:lnTo>
                    <a:pt x="1286805" y="64246"/>
                  </a:lnTo>
                  <a:lnTo>
                    <a:pt x="1299178" y="64246"/>
                  </a:lnTo>
                  <a:lnTo>
                    <a:pt x="1311552" y="64246"/>
                  </a:lnTo>
                  <a:lnTo>
                    <a:pt x="1311552" y="53538"/>
                  </a:lnTo>
                  <a:lnTo>
                    <a:pt x="1323925" y="53538"/>
                  </a:lnTo>
                  <a:lnTo>
                    <a:pt x="1336298" y="53538"/>
                  </a:lnTo>
                  <a:lnTo>
                    <a:pt x="1348671" y="53538"/>
                  </a:lnTo>
                  <a:lnTo>
                    <a:pt x="1361044" y="53538"/>
                  </a:lnTo>
                  <a:lnTo>
                    <a:pt x="1373417" y="53538"/>
                  </a:lnTo>
                  <a:lnTo>
                    <a:pt x="1385790" y="53538"/>
                  </a:lnTo>
                  <a:lnTo>
                    <a:pt x="1398163" y="53538"/>
                  </a:lnTo>
                  <a:lnTo>
                    <a:pt x="1410537" y="53538"/>
                  </a:lnTo>
                  <a:lnTo>
                    <a:pt x="1422910" y="53538"/>
                  </a:lnTo>
                  <a:lnTo>
                    <a:pt x="1435283" y="53538"/>
                  </a:lnTo>
                  <a:lnTo>
                    <a:pt x="1447656" y="53538"/>
                  </a:lnTo>
                  <a:lnTo>
                    <a:pt x="1460029" y="53538"/>
                  </a:lnTo>
                  <a:lnTo>
                    <a:pt x="1472402" y="53538"/>
                  </a:lnTo>
                  <a:lnTo>
                    <a:pt x="1484775" y="53538"/>
                  </a:lnTo>
                  <a:lnTo>
                    <a:pt x="1497149" y="53538"/>
                  </a:lnTo>
                  <a:lnTo>
                    <a:pt x="1509522" y="53538"/>
                  </a:lnTo>
                  <a:lnTo>
                    <a:pt x="1521895" y="53538"/>
                  </a:lnTo>
                  <a:lnTo>
                    <a:pt x="1534268" y="53538"/>
                  </a:lnTo>
                  <a:lnTo>
                    <a:pt x="1546641" y="53538"/>
                  </a:lnTo>
                  <a:lnTo>
                    <a:pt x="1559014" y="53538"/>
                  </a:lnTo>
                  <a:lnTo>
                    <a:pt x="1571387" y="53538"/>
                  </a:lnTo>
                  <a:lnTo>
                    <a:pt x="1583760" y="53538"/>
                  </a:lnTo>
                  <a:lnTo>
                    <a:pt x="1596134" y="53538"/>
                  </a:lnTo>
                  <a:lnTo>
                    <a:pt x="1608507" y="53538"/>
                  </a:lnTo>
                  <a:lnTo>
                    <a:pt x="1620880" y="53538"/>
                  </a:lnTo>
                  <a:lnTo>
                    <a:pt x="1633253" y="53538"/>
                  </a:lnTo>
                  <a:lnTo>
                    <a:pt x="1645626" y="53538"/>
                  </a:lnTo>
                  <a:lnTo>
                    <a:pt x="1657999" y="53538"/>
                  </a:lnTo>
                  <a:lnTo>
                    <a:pt x="1670372" y="53538"/>
                  </a:lnTo>
                  <a:lnTo>
                    <a:pt x="1682746" y="53538"/>
                  </a:lnTo>
                  <a:lnTo>
                    <a:pt x="1695119" y="53538"/>
                  </a:lnTo>
                  <a:lnTo>
                    <a:pt x="1707492" y="53538"/>
                  </a:lnTo>
                  <a:lnTo>
                    <a:pt x="1719865" y="53538"/>
                  </a:lnTo>
                  <a:lnTo>
                    <a:pt x="1732238" y="53538"/>
                  </a:lnTo>
                  <a:lnTo>
                    <a:pt x="1744611" y="53538"/>
                  </a:lnTo>
                  <a:lnTo>
                    <a:pt x="1756984" y="53538"/>
                  </a:lnTo>
                  <a:lnTo>
                    <a:pt x="1769357" y="53538"/>
                  </a:lnTo>
                  <a:lnTo>
                    <a:pt x="1781731" y="53538"/>
                  </a:lnTo>
                  <a:lnTo>
                    <a:pt x="1794104" y="53538"/>
                  </a:lnTo>
                  <a:lnTo>
                    <a:pt x="1806477" y="53538"/>
                  </a:lnTo>
                  <a:lnTo>
                    <a:pt x="1818850" y="53538"/>
                  </a:lnTo>
                  <a:lnTo>
                    <a:pt x="1831223" y="53538"/>
                  </a:lnTo>
                  <a:lnTo>
                    <a:pt x="1843596" y="53538"/>
                  </a:lnTo>
                  <a:lnTo>
                    <a:pt x="1855969" y="53538"/>
                  </a:lnTo>
                  <a:lnTo>
                    <a:pt x="1868343" y="53538"/>
                  </a:lnTo>
                  <a:lnTo>
                    <a:pt x="1880716" y="53538"/>
                  </a:lnTo>
                  <a:lnTo>
                    <a:pt x="1893089" y="53538"/>
                  </a:lnTo>
                  <a:lnTo>
                    <a:pt x="1905462" y="53538"/>
                  </a:lnTo>
                  <a:lnTo>
                    <a:pt x="1917835" y="53538"/>
                  </a:lnTo>
                  <a:lnTo>
                    <a:pt x="1930208" y="53538"/>
                  </a:lnTo>
                  <a:lnTo>
                    <a:pt x="1942581" y="53538"/>
                  </a:lnTo>
                  <a:lnTo>
                    <a:pt x="1954954" y="53538"/>
                  </a:lnTo>
                  <a:lnTo>
                    <a:pt x="1967328" y="53538"/>
                  </a:lnTo>
                  <a:lnTo>
                    <a:pt x="1979701" y="53538"/>
                  </a:lnTo>
                  <a:lnTo>
                    <a:pt x="1992074" y="53538"/>
                  </a:lnTo>
                  <a:lnTo>
                    <a:pt x="2004447" y="53538"/>
                  </a:lnTo>
                  <a:lnTo>
                    <a:pt x="2016820" y="53538"/>
                  </a:lnTo>
                  <a:lnTo>
                    <a:pt x="2029193" y="53538"/>
                  </a:lnTo>
                  <a:lnTo>
                    <a:pt x="2041566" y="53538"/>
                  </a:lnTo>
                  <a:lnTo>
                    <a:pt x="2053939" y="53538"/>
                  </a:lnTo>
                  <a:lnTo>
                    <a:pt x="2066313" y="53538"/>
                  </a:lnTo>
                  <a:lnTo>
                    <a:pt x="2078686" y="53538"/>
                  </a:lnTo>
                  <a:lnTo>
                    <a:pt x="2091059" y="53538"/>
                  </a:lnTo>
                  <a:lnTo>
                    <a:pt x="2103432" y="53538"/>
                  </a:lnTo>
                  <a:lnTo>
                    <a:pt x="2115805" y="53538"/>
                  </a:lnTo>
                  <a:lnTo>
                    <a:pt x="2128178" y="53538"/>
                  </a:lnTo>
                  <a:lnTo>
                    <a:pt x="2140551" y="53538"/>
                  </a:lnTo>
                  <a:lnTo>
                    <a:pt x="2152925" y="53538"/>
                  </a:lnTo>
                  <a:lnTo>
                    <a:pt x="2165298" y="53538"/>
                  </a:lnTo>
                  <a:lnTo>
                    <a:pt x="2177671" y="53538"/>
                  </a:lnTo>
                  <a:lnTo>
                    <a:pt x="2190044" y="53538"/>
                  </a:lnTo>
                  <a:lnTo>
                    <a:pt x="2202417" y="53538"/>
                  </a:lnTo>
                  <a:lnTo>
                    <a:pt x="2214790" y="53538"/>
                  </a:lnTo>
                  <a:lnTo>
                    <a:pt x="2227163" y="53538"/>
                  </a:lnTo>
                  <a:lnTo>
                    <a:pt x="2227163" y="42831"/>
                  </a:lnTo>
                  <a:lnTo>
                    <a:pt x="2239536" y="42831"/>
                  </a:lnTo>
                  <a:lnTo>
                    <a:pt x="2239536" y="32123"/>
                  </a:lnTo>
                  <a:lnTo>
                    <a:pt x="2251910" y="32123"/>
                  </a:lnTo>
                  <a:lnTo>
                    <a:pt x="2264283" y="32123"/>
                  </a:lnTo>
                  <a:lnTo>
                    <a:pt x="2276656" y="32123"/>
                  </a:lnTo>
                  <a:lnTo>
                    <a:pt x="2289029" y="32123"/>
                  </a:lnTo>
                  <a:lnTo>
                    <a:pt x="2301402" y="32123"/>
                  </a:lnTo>
                  <a:lnTo>
                    <a:pt x="2313775" y="32123"/>
                  </a:lnTo>
                  <a:lnTo>
                    <a:pt x="2326148" y="32123"/>
                  </a:lnTo>
                  <a:lnTo>
                    <a:pt x="2338522" y="32123"/>
                  </a:lnTo>
                  <a:lnTo>
                    <a:pt x="2350895" y="32123"/>
                  </a:lnTo>
                  <a:lnTo>
                    <a:pt x="2363268" y="32123"/>
                  </a:lnTo>
                  <a:lnTo>
                    <a:pt x="2363268" y="21415"/>
                  </a:lnTo>
                  <a:lnTo>
                    <a:pt x="2375641" y="21415"/>
                  </a:lnTo>
                  <a:lnTo>
                    <a:pt x="2388014" y="21415"/>
                  </a:lnTo>
                  <a:lnTo>
                    <a:pt x="2400387" y="21415"/>
                  </a:lnTo>
                  <a:lnTo>
                    <a:pt x="2412760" y="21415"/>
                  </a:lnTo>
                  <a:lnTo>
                    <a:pt x="2425133" y="21415"/>
                  </a:lnTo>
                  <a:lnTo>
                    <a:pt x="2437507" y="21415"/>
                  </a:lnTo>
                  <a:lnTo>
                    <a:pt x="2449880" y="21415"/>
                  </a:lnTo>
                  <a:lnTo>
                    <a:pt x="2449880" y="10707"/>
                  </a:lnTo>
                  <a:lnTo>
                    <a:pt x="2462253" y="10707"/>
                  </a:lnTo>
                  <a:lnTo>
                    <a:pt x="2474626" y="10707"/>
                  </a:lnTo>
                  <a:lnTo>
                    <a:pt x="2486999" y="10707"/>
                  </a:lnTo>
                  <a:lnTo>
                    <a:pt x="2499372" y="10707"/>
                  </a:lnTo>
                  <a:lnTo>
                    <a:pt x="2511745" y="10707"/>
                  </a:lnTo>
                  <a:lnTo>
                    <a:pt x="2524119" y="10707"/>
                  </a:lnTo>
                  <a:lnTo>
                    <a:pt x="2536492" y="10707"/>
                  </a:lnTo>
                  <a:lnTo>
                    <a:pt x="2548865" y="10707"/>
                  </a:lnTo>
                  <a:lnTo>
                    <a:pt x="2561238" y="10707"/>
                  </a:lnTo>
                  <a:lnTo>
                    <a:pt x="2573611" y="10707"/>
                  </a:lnTo>
                  <a:lnTo>
                    <a:pt x="2585984" y="10707"/>
                  </a:lnTo>
                  <a:lnTo>
                    <a:pt x="2598357" y="10707"/>
                  </a:lnTo>
                  <a:lnTo>
                    <a:pt x="2610730" y="10707"/>
                  </a:lnTo>
                  <a:lnTo>
                    <a:pt x="2623104" y="10707"/>
                  </a:lnTo>
                  <a:lnTo>
                    <a:pt x="2635477" y="10707"/>
                  </a:lnTo>
                  <a:lnTo>
                    <a:pt x="2647850" y="10707"/>
                  </a:lnTo>
                  <a:lnTo>
                    <a:pt x="2660223" y="10707"/>
                  </a:lnTo>
                  <a:lnTo>
                    <a:pt x="2672596" y="10707"/>
                  </a:lnTo>
                  <a:lnTo>
                    <a:pt x="2684969" y="10707"/>
                  </a:lnTo>
                  <a:lnTo>
                    <a:pt x="2697342" y="10707"/>
                  </a:lnTo>
                  <a:lnTo>
                    <a:pt x="2709716" y="10707"/>
                  </a:lnTo>
                  <a:lnTo>
                    <a:pt x="2722089" y="10707"/>
                  </a:lnTo>
                  <a:lnTo>
                    <a:pt x="2734462" y="10707"/>
                  </a:lnTo>
                  <a:lnTo>
                    <a:pt x="2746835" y="10707"/>
                  </a:lnTo>
                  <a:lnTo>
                    <a:pt x="2759208" y="10707"/>
                  </a:lnTo>
                  <a:lnTo>
                    <a:pt x="2771581" y="10707"/>
                  </a:lnTo>
                  <a:lnTo>
                    <a:pt x="2783954" y="10707"/>
                  </a:lnTo>
                  <a:lnTo>
                    <a:pt x="2796327" y="10707"/>
                  </a:lnTo>
                  <a:lnTo>
                    <a:pt x="2808701" y="10707"/>
                  </a:lnTo>
                  <a:lnTo>
                    <a:pt x="2821074" y="10707"/>
                  </a:lnTo>
                  <a:lnTo>
                    <a:pt x="2833447" y="10707"/>
                  </a:lnTo>
                  <a:lnTo>
                    <a:pt x="2845820" y="10707"/>
                  </a:lnTo>
                  <a:lnTo>
                    <a:pt x="2858193" y="10707"/>
                  </a:lnTo>
                  <a:lnTo>
                    <a:pt x="2870566" y="10707"/>
                  </a:lnTo>
                  <a:lnTo>
                    <a:pt x="2882939" y="10707"/>
                  </a:lnTo>
                  <a:lnTo>
                    <a:pt x="2895312" y="10707"/>
                  </a:lnTo>
                  <a:lnTo>
                    <a:pt x="2907686" y="10707"/>
                  </a:lnTo>
                  <a:lnTo>
                    <a:pt x="2920059" y="10707"/>
                  </a:lnTo>
                  <a:lnTo>
                    <a:pt x="2932432" y="10707"/>
                  </a:lnTo>
                  <a:lnTo>
                    <a:pt x="2944805" y="10707"/>
                  </a:lnTo>
                  <a:lnTo>
                    <a:pt x="2957178" y="10707"/>
                  </a:lnTo>
                  <a:lnTo>
                    <a:pt x="2969551" y="10707"/>
                  </a:lnTo>
                  <a:lnTo>
                    <a:pt x="2981924" y="10707"/>
                  </a:lnTo>
                  <a:lnTo>
                    <a:pt x="2994298" y="10707"/>
                  </a:lnTo>
                  <a:lnTo>
                    <a:pt x="3006671" y="10707"/>
                  </a:lnTo>
                  <a:lnTo>
                    <a:pt x="3019044" y="10707"/>
                  </a:lnTo>
                  <a:lnTo>
                    <a:pt x="3031417" y="10707"/>
                  </a:lnTo>
                  <a:lnTo>
                    <a:pt x="3043790" y="10707"/>
                  </a:lnTo>
                  <a:lnTo>
                    <a:pt x="3056163" y="10707"/>
                  </a:lnTo>
                  <a:lnTo>
                    <a:pt x="3068536" y="10707"/>
                  </a:lnTo>
                  <a:lnTo>
                    <a:pt x="3080909" y="10707"/>
                  </a:lnTo>
                  <a:lnTo>
                    <a:pt x="3093283" y="10707"/>
                  </a:lnTo>
                  <a:lnTo>
                    <a:pt x="3105656" y="10707"/>
                  </a:lnTo>
                  <a:lnTo>
                    <a:pt x="3118029" y="10707"/>
                  </a:lnTo>
                  <a:lnTo>
                    <a:pt x="3130402" y="10707"/>
                  </a:lnTo>
                  <a:lnTo>
                    <a:pt x="3142775" y="10707"/>
                  </a:lnTo>
                  <a:lnTo>
                    <a:pt x="3155148" y="10707"/>
                  </a:lnTo>
                  <a:lnTo>
                    <a:pt x="3167521" y="10707"/>
                  </a:lnTo>
                  <a:lnTo>
                    <a:pt x="3179895" y="10707"/>
                  </a:lnTo>
                  <a:lnTo>
                    <a:pt x="3192268" y="10707"/>
                  </a:lnTo>
                  <a:lnTo>
                    <a:pt x="3204641" y="10707"/>
                  </a:lnTo>
                  <a:lnTo>
                    <a:pt x="3204641" y="0"/>
                  </a:lnTo>
                  <a:lnTo>
                    <a:pt x="3217014" y="0"/>
                  </a:lnTo>
                  <a:lnTo>
                    <a:pt x="3229387" y="0"/>
                  </a:lnTo>
                  <a:lnTo>
                    <a:pt x="3241760" y="0"/>
                  </a:lnTo>
                  <a:lnTo>
                    <a:pt x="3254133" y="0"/>
                  </a:lnTo>
                  <a:lnTo>
                    <a:pt x="3266506" y="0"/>
                  </a:lnTo>
                  <a:lnTo>
                    <a:pt x="3278880" y="0"/>
                  </a:lnTo>
                  <a:lnTo>
                    <a:pt x="3291253" y="0"/>
                  </a:lnTo>
                  <a:lnTo>
                    <a:pt x="3303626" y="0"/>
                  </a:lnTo>
                  <a:lnTo>
                    <a:pt x="3315999" y="0"/>
                  </a:lnTo>
                  <a:lnTo>
                    <a:pt x="3328372" y="0"/>
                  </a:lnTo>
                  <a:lnTo>
                    <a:pt x="3340745" y="0"/>
                  </a:lnTo>
                  <a:lnTo>
                    <a:pt x="3353118" y="0"/>
                  </a:lnTo>
                  <a:lnTo>
                    <a:pt x="3365492" y="0"/>
                  </a:lnTo>
                  <a:lnTo>
                    <a:pt x="3377865" y="0"/>
                  </a:lnTo>
                  <a:lnTo>
                    <a:pt x="3390238" y="0"/>
                  </a:lnTo>
                  <a:lnTo>
                    <a:pt x="3402611" y="0"/>
                  </a:lnTo>
                  <a:lnTo>
                    <a:pt x="3414984" y="0"/>
                  </a:lnTo>
                  <a:lnTo>
                    <a:pt x="3427357" y="0"/>
                  </a:lnTo>
                  <a:lnTo>
                    <a:pt x="3439730" y="0"/>
                  </a:lnTo>
                  <a:lnTo>
                    <a:pt x="3452103" y="0"/>
                  </a:lnTo>
                  <a:lnTo>
                    <a:pt x="3464477" y="0"/>
                  </a:lnTo>
                  <a:lnTo>
                    <a:pt x="3476850" y="0"/>
                  </a:lnTo>
                  <a:lnTo>
                    <a:pt x="3489223" y="0"/>
                  </a:lnTo>
                  <a:lnTo>
                    <a:pt x="3501596" y="0"/>
                  </a:lnTo>
                  <a:lnTo>
                    <a:pt x="3513969" y="0"/>
                  </a:lnTo>
                  <a:lnTo>
                    <a:pt x="3526342" y="0"/>
                  </a:lnTo>
                  <a:lnTo>
                    <a:pt x="3538715" y="0"/>
                  </a:lnTo>
                  <a:lnTo>
                    <a:pt x="3551089" y="0"/>
                  </a:lnTo>
                  <a:lnTo>
                    <a:pt x="3563462" y="0"/>
                  </a:lnTo>
                  <a:lnTo>
                    <a:pt x="3575835" y="0"/>
                  </a:lnTo>
                  <a:lnTo>
                    <a:pt x="3588208" y="0"/>
                  </a:lnTo>
                  <a:lnTo>
                    <a:pt x="3600581" y="0"/>
                  </a:lnTo>
                  <a:lnTo>
                    <a:pt x="3612954" y="0"/>
                  </a:lnTo>
                  <a:lnTo>
                    <a:pt x="3625327" y="0"/>
                  </a:lnTo>
                  <a:lnTo>
                    <a:pt x="3637700" y="0"/>
                  </a:lnTo>
                  <a:lnTo>
                    <a:pt x="3650074" y="0"/>
                  </a:lnTo>
                  <a:lnTo>
                    <a:pt x="3662447" y="0"/>
                  </a:lnTo>
                  <a:lnTo>
                    <a:pt x="3674820" y="0"/>
                  </a:lnTo>
                  <a:lnTo>
                    <a:pt x="3687193" y="0"/>
                  </a:lnTo>
                  <a:lnTo>
                    <a:pt x="3699566" y="0"/>
                  </a:lnTo>
                  <a:lnTo>
                    <a:pt x="3711939" y="0"/>
                  </a:lnTo>
                  <a:lnTo>
                    <a:pt x="3724312" y="0"/>
                  </a:lnTo>
                  <a:lnTo>
                    <a:pt x="3736686" y="0"/>
                  </a:lnTo>
                  <a:lnTo>
                    <a:pt x="3749059" y="0"/>
                  </a:lnTo>
                  <a:lnTo>
                    <a:pt x="3761432" y="0"/>
                  </a:lnTo>
                  <a:lnTo>
                    <a:pt x="3773805" y="0"/>
                  </a:lnTo>
                  <a:lnTo>
                    <a:pt x="3786178" y="0"/>
                  </a:lnTo>
                  <a:lnTo>
                    <a:pt x="3798551" y="0"/>
                  </a:lnTo>
                  <a:lnTo>
                    <a:pt x="3810924" y="0"/>
                  </a:lnTo>
                  <a:lnTo>
                    <a:pt x="3823297" y="0"/>
                  </a:lnTo>
                  <a:lnTo>
                    <a:pt x="3835671" y="0"/>
                  </a:lnTo>
                  <a:lnTo>
                    <a:pt x="3848044" y="0"/>
                  </a:lnTo>
                  <a:lnTo>
                    <a:pt x="3860417" y="0"/>
                  </a:lnTo>
                  <a:lnTo>
                    <a:pt x="3872790" y="0"/>
                  </a:lnTo>
                  <a:lnTo>
                    <a:pt x="3885163" y="0"/>
                  </a:lnTo>
                  <a:lnTo>
                    <a:pt x="3897536" y="0"/>
                  </a:lnTo>
                  <a:lnTo>
                    <a:pt x="3909909" y="0"/>
                  </a:lnTo>
                  <a:lnTo>
                    <a:pt x="3922282" y="0"/>
                  </a:lnTo>
                  <a:lnTo>
                    <a:pt x="3934656" y="0"/>
                  </a:lnTo>
                  <a:lnTo>
                    <a:pt x="3947029" y="0"/>
                  </a:lnTo>
                  <a:lnTo>
                    <a:pt x="3959402" y="0"/>
                  </a:lnTo>
                  <a:lnTo>
                    <a:pt x="3971775" y="0"/>
                  </a:lnTo>
                  <a:lnTo>
                    <a:pt x="3984148" y="0"/>
                  </a:lnTo>
                  <a:lnTo>
                    <a:pt x="3996521" y="0"/>
                  </a:lnTo>
                  <a:lnTo>
                    <a:pt x="4008894" y="0"/>
                  </a:lnTo>
                  <a:lnTo>
                    <a:pt x="4021268" y="0"/>
                  </a:lnTo>
                  <a:lnTo>
                    <a:pt x="4033641" y="0"/>
                  </a:lnTo>
                  <a:lnTo>
                    <a:pt x="4046014" y="0"/>
                  </a:lnTo>
                  <a:lnTo>
                    <a:pt x="4058387" y="0"/>
                  </a:lnTo>
                  <a:lnTo>
                    <a:pt x="4070760" y="0"/>
                  </a:lnTo>
                  <a:lnTo>
                    <a:pt x="4083133" y="0"/>
                  </a:lnTo>
                  <a:lnTo>
                    <a:pt x="4095506" y="0"/>
                  </a:lnTo>
                  <a:lnTo>
                    <a:pt x="4107879" y="0"/>
                  </a:lnTo>
                  <a:lnTo>
                    <a:pt x="4120253" y="0"/>
                  </a:lnTo>
                  <a:lnTo>
                    <a:pt x="4132626" y="0"/>
                  </a:lnTo>
                  <a:lnTo>
                    <a:pt x="4144999" y="0"/>
                  </a:lnTo>
                  <a:lnTo>
                    <a:pt x="4157372" y="0"/>
                  </a:lnTo>
                  <a:lnTo>
                    <a:pt x="4169745" y="0"/>
                  </a:lnTo>
                  <a:lnTo>
                    <a:pt x="4182118" y="0"/>
                  </a:lnTo>
                  <a:lnTo>
                    <a:pt x="4194491" y="0"/>
                  </a:lnTo>
                  <a:lnTo>
                    <a:pt x="4206865" y="0"/>
                  </a:lnTo>
                  <a:lnTo>
                    <a:pt x="4219238" y="0"/>
                  </a:lnTo>
                  <a:lnTo>
                    <a:pt x="4231611" y="0"/>
                  </a:lnTo>
                  <a:lnTo>
                    <a:pt x="4243984" y="0"/>
                  </a:lnTo>
                  <a:lnTo>
                    <a:pt x="4256357" y="0"/>
                  </a:lnTo>
                  <a:lnTo>
                    <a:pt x="4268730" y="0"/>
                  </a:lnTo>
                  <a:lnTo>
                    <a:pt x="4281103" y="0"/>
                  </a:lnTo>
                  <a:lnTo>
                    <a:pt x="4293476" y="0"/>
                  </a:lnTo>
                  <a:lnTo>
                    <a:pt x="4305850" y="0"/>
                  </a:lnTo>
                  <a:lnTo>
                    <a:pt x="4318223" y="0"/>
                  </a:lnTo>
                  <a:lnTo>
                    <a:pt x="4330596" y="0"/>
                  </a:lnTo>
                  <a:lnTo>
                    <a:pt x="4342969" y="0"/>
                  </a:lnTo>
                  <a:lnTo>
                    <a:pt x="4355342" y="0"/>
                  </a:lnTo>
                  <a:lnTo>
                    <a:pt x="4367715" y="0"/>
                  </a:lnTo>
                  <a:lnTo>
                    <a:pt x="4380088" y="0"/>
                  </a:lnTo>
                  <a:lnTo>
                    <a:pt x="4392462" y="0"/>
                  </a:lnTo>
                  <a:lnTo>
                    <a:pt x="4404835" y="0"/>
                  </a:lnTo>
                  <a:lnTo>
                    <a:pt x="4417208" y="0"/>
                  </a:lnTo>
                  <a:lnTo>
                    <a:pt x="4429581" y="0"/>
                  </a:lnTo>
                  <a:lnTo>
                    <a:pt x="4441954" y="0"/>
                  </a:lnTo>
                  <a:lnTo>
                    <a:pt x="4454327" y="0"/>
                  </a:lnTo>
                  <a:lnTo>
                    <a:pt x="4466700" y="0"/>
                  </a:lnTo>
                  <a:lnTo>
                    <a:pt x="4479073" y="0"/>
                  </a:lnTo>
                  <a:lnTo>
                    <a:pt x="4491447" y="0"/>
                  </a:lnTo>
                  <a:lnTo>
                    <a:pt x="4503820" y="0"/>
                  </a:lnTo>
                  <a:lnTo>
                    <a:pt x="4516193" y="0"/>
                  </a:lnTo>
                  <a:lnTo>
                    <a:pt x="4528566" y="0"/>
                  </a:lnTo>
                  <a:lnTo>
                    <a:pt x="4540939" y="0"/>
                  </a:lnTo>
                  <a:lnTo>
                    <a:pt x="4553312" y="0"/>
                  </a:lnTo>
                  <a:lnTo>
                    <a:pt x="4565685" y="0"/>
                  </a:lnTo>
                  <a:lnTo>
                    <a:pt x="4578059" y="0"/>
                  </a:lnTo>
                  <a:lnTo>
                    <a:pt x="4590432" y="0"/>
                  </a:lnTo>
                  <a:lnTo>
                    <a:pt x="4602805" y="0"/>
                  </a:lnTo>
                  <a:lnTo>
                    <a:pt x="4615178" y="0"/>
                  </a:lnTo>
                  <a:lnTo>
                    <a:pt x="4627551" y="0"/>
                  </a:lnTo>
                  <a:lnTo>
                    <a:pt x="4639924" y="0"/>
                  </a:lnTo>
                  <a:lnTo>
                    <a:pt x="4652297" y="0"/>
                  </a:lnTo>
                  <a:lnTo>
                    <a:pt x="4664670" y="0"/>
                  </a:lnTo>
                  <a:lnTo>
                    <a:pt x="4677044" y="0"/>
                  </a:lnTo>
                  <a:lnTo>
                    <a:pt x="4689417" y="0"/>
                  </a:lnTo>
                  <a:lnTo>
                    <a:pt x="4701790" y="0"/>
                  </a:lnTo>
                  <a:lnTo>
                    <a:pt x="4714163" y="0"/>
                  </a:lnTo>
                  <a:lnTo>
                    <a:pt x="4726536" y="0"/>
                  </a:lnTo>
                  <a:lnTo>
                    <a:pt x="4738909" y="0"/>
                  </a:lnTo>
                  <a:lnTo>
                    <a:pt x="4751282" y="0"/>
                  </a:lnTo>
                  <a:lnTo>
                    <a:pt x="4763655" y="0"/>
                  </a:lnTo>
                  <a:lnTo>
                    <a:pt x="4776029" y="0"/>
                  </a:lnTo>
                  <a:lnTo>
                    <a:pt x="4788402" y="0"/>
                  </a:lnTo>
                  <a:lnTo>
                    <a:pt x="4800775" y="0"/>
                  </a:lnTo>
                  <a:lnTo>
                    <a:pt x="4813148" y="0"/>
                  </a:lnTo>
                  <a:lnTo>
                    <a:pt x="4825521" y="0"/>
                  </a:lnTo>
                  <a:lnTo>
                    <a:pt x="4837894" y="0"/>
                  </a:lnTo>
                  <a:lnTo>
                    <a:pt x="4850267" y="0"/>
                  </a:lnTo>
                  <a:lnTo>
                    <a:pt x="4862641" y="0"/>
                  </a:lnTo>
                  <a:lnTo>
                    <a:pt x="4875014" y="0"/>
                  </a:lnTo>
                  <a:lnTo>
                    <a:pt x="4887387" y="0"/>
                  </a:lnTo>
                  <a:lnTo>
                    <a:pt x="4899760" y="0"/>
                  </a:lnTo>
                  <a:lnTo>
                    <a:pt x="4912133" y="0"/>
                  </a:lnTo>
                  <a:lnTo>
                    <a:pt x="4924506" y="0"/>
                  </a:lnTo>
                  <a:lnTo>
                    <a:pt x="4936879" y="0"/>
                  </a:lnTo>
                  <a:lnTo>
                    <a:pt x="4949252" y="0"/>
                  </a:lnTo>
                  <a:lnTo>
                    <a:pt x="4961626" y="0"/>
                  </a:lnTo>
                  <a:lnTo>
                    <a:pt x="4973999" y="0"/>
                  </a:lnTo>
                  <a:lnTo>
                    <a:pt x="4986372" y="0"/>
                  </a:lnTo>
                  <a:lnTo>
                    <a:pt x="4998745" y="0"/>
                  </a:lnTo>
                  <a:lnTo>
                    <a:pt x="5011118" y="0"/>
                  </a:lnTo>
                  <a:lnTo>
                    <a:pt x="5023491" y="0"/>
                  </a:lnTo>
                  <a:lnTo>
                    <a:pt x="5035864" y="0"/>
                  </a:lnTo>
                  <a:lnTo>
                    <a:pt x="5048238" y="0"/>
                  </a:lnTo>
                  <a:lnTo>
                    <a:pt x="5060611" y="0"/>
                  </a:lnTo>
                  <a:lnTo>
                    <a:pt x="5072984" y="0"/>
                  </a:lnTo>
                  <a:lnTo>
                    <a:pt x="5085357" y="0"/>
                  </a:lnTo>
                  <a:lnTo>
                    <a:pt x="5097730" y="0"/>
                  </a:lnTo>
                  <a:lnTo>
                    <a:pt x="5110103" y="0"/>
                  </a:lnTo>
                  <a:lnTo>
                    <a:pt x="5122476" y="0"/>
                  </a:lnTo>
                  <a:lnTo>
                    <a:pt x="5134849" y="0"/>
                  </a:lnTo>
                  <a:lnTo>
                    <a:pt x="5147223" y="0"/>
                  </a:lnTo>
                  <a:lnTo>
                    <a:pt x="5159596" y="0"/>
                  </a:lnTo>
                  <a:lnTo>
                    <a:pt x="5171969" y="0"/>
                  </a:lnTo>
                  <a:lnTo>
                    <a:pt x="5184342" y="0"/>
                  </a:lnTo>
                  <a:lnTo>
                    <a:pt x="5196715" y="0"/>
                  </a:lnTo>
                  <a:lnTo>
                    <a:pt x="5209088" y="0"/>
                  </a:lnTo>
                  <a:lnTo>
                    <a:pt x="5221461" y="0"/>
                  </a:lnTo>
                  <a:lnTo>
                    <a:pt x="5233835" y="0"/>
                  </a:lnTo>
                  <a:lnTo>
                    <a:pt x="5246208" y="0"/>
                  </a:lnTo>
                  <a:lnTo>
                    <a:pt x="5258581" y="0"/>
                  </a:lnTo>
                  <a:lnTo>
                    <a:pt x="5270954" y="0"/>
                  </a:lnTo>
                  <a:lnTo>
                    <a:pt x="5283327" y="0"/>
                  </a:lnTo>
                  <a:lnTo>
                    <a:pt x="5295700" y="0"/>
                  </a:lnTo>
                  <a:lnTo>
                    <a:pt x="5308073" y="0"/>
                  </a:lnTo>
                  <a:lnTo>
                    <a:pt x="5320446" y="0"/>
                  </a:lnTo>
                  <a:lnTo>
                    <a:pt x="5332820" y="0"/>
                  </a:lnTo>
                  <a:lnTo>
                    <a:pt x="5345193" y="0"/>
                  </a:lnTo>
                  <a:lnTo>
                    <a:pt x="5357566" y="0"/>
                  </a:lnTo>
                  <a:lnTo>
                    <a:pt x="5369939" y="0"/>
                  </a:lnTo>
                  <a:lnTo>
                    <a:pt x="5382312" y="0"/>
                  </a:lnTo>
                  <a:lnTo>
                    <a:pt x="5394685" y="0"/>
                  </a:lnTo>
                  <a:lnTo>
                    <a:pt x="5407058" y="0"/>
                  </a:lnTo>
                  <a:lnTo>
                    <a:pt x="5419432" y="0"/>
                  </a:lnTo>
                  <a:lnTo>
                    <a:pt x="5431805" y="0"/>
                  </a:lnTo>
                  <a:lnTo>
                    <a:pt x="5444178" y="0"/>
                  </a:lnTo>
                  <a:lnTo>
                    <a:pt x="5456551" y="0"/>
                  </a:lnTo>
                  <a:lnTo>
                    <a:pt x="5468924" y="0"/>
                  </a:lnTo>
                  <a:lnTo>
                    <a:pt x="5481297" y="0"/>
                  </a:lnTo>
                  <a:lnTo>
                    <a:pt x="5493670" y="0"/>
                  </a:lnTo>
                  <a:lnTo>
                    <a:pt x="5506043" y="0"/>
                  </a:lnTo>
                  <a:lnTo>
                    <a:pt x="5518417" y="0"/>
                  </a:lnTo>
                  <a:lnTo>
                    <a:pt x="5530790" y="0"/>
                  </a:lnTo>
                  <a:lnTo>
                    <a:pt x="5543163" y="0"/>
                  </a:lnTo>
                  <a:lnTo>
                    <a:pt x="5555536" y="0"/>
                  </a:lnTo>
                  <a:lnTo>
                    <a:pt x="5567909" y="0"/>
                  </a:lnTo>
                  <a:lnTo>
                    <a:pt x="5580282" y="0"/>
                  </a:lnTo>
                  <a:lnTo>
                    <a:pt x="5592655" y="0"/>
                  </a:lnTo>
                  <a:lnTo>
                    <a:pt x="5605029" y="0"/>
                  </a:lnTo>
                  <a:lnTo>
                    <a:pt x="5617402" y="0"/>
                  </a:lnTo>
                  <a:lnTo>
                    <a:pt x="5629775" y="0"/>
                  </a:lnTo>
                  <a:lnTo>
                    <a:pt x="5642148" y="0"/>
                  </a:lnTo>
                  <a:lnTo>
                    <a:pt x="5654521" y="0"/>
                  </a:lnTo>
                  <a:lnTo>
                    <a:pt x="5666894" y="0"/>
                  </a:lnTo>
                  <a:lnTo>
                    <a:pt x="5679267" y="0"/>
                  </a:lnTo>
                  <a:lnTo>
                    <a:pt x="5691640" y="0"/>
                  </a:lnTo>
                  <a:lnTo>
                    <a:pt x="5704014" y="0"/>
                  </a:lnTo>
                  <a:lnTo>
                    <a:pt x="5716387" y="0"/>
                  </a:lnTo>
                  <a:lnTo>
                    <a:pt x="5728760" y="0"/>
                  </a:lnTo>
                  <a:lnTo>
                    <a:pt x="5741133" y="0"/>
                  </a:lnTo>
                  <a:lnTo>
                    <a:pt x="5753506" y="0"/>
                  </a:lnTo>
                  <a:lnTo>
                    <a:pt x="5765879" y="0"/>
                  </a:lnTo>
                  <a:lnTo>
                    <a:pt x="5778252" y="0"/>
                  </a:lnTo>
                  <a:lnTo>
                    <a:pt x="5790625" y="0"/>
                  </a:lnTo>
                  <a:lnTo>
                    <a:pt x="5802999" y="0"/>
                  </a:lnTo>
                  <a:lnTo>
                    <a:pt x="5815372" y="0"/>
                  </a:lnTo>
                  <a:lnTo>
                    <a:pt x="5827745" y="0"/>
                  </a:lnTo>
                  <a:lnTo>
                    <a:pt x="5840118" y="0"/>
                  </a:lnTo>
                  <a:lnTo>
                    <a:pt x="5852491" y="0"/>
                  </a:lnTo>
                  <a:lnTo>
                    <a:pt x="5864864" y="0"/>
                  </a:lnTo>
                  <a:lnTo>
                    <a:pt x="5877237" y="0"/>
                  </a:lnTo>
                  <a:lnTo>
                    <a:pt x="5889611" y="0"/>
                  </a:lnTo>
                  <a:lnTo>
                    <a:pt x="5901984" y="0"/>
                  </a:lnTo>
                  <a:lnTo>
                    <a:pt x="5914357" y="0"/>
                  </a:lnTo>
                  <a:lnTo>
                    <a:pt x="5926730" y="0"/>
                  </a:lnTo>
                  <a:lnTo>
                    <a:pt x="5939103" y="0"/>
                  </a:lnTo>
                  <a:lnTo>
                    <a:pt x="5951476" y="0"/>
                  </a:lnTo>
                  <a:lnTo>
                    <a:pt x="5963849" y="0"/>
                  </a:lnTo>
                  <a:lnTo>
                    <a:pt x="5976222" y="0"/>
                  </a:lnTo>
                  <a:lnTo>
                    <a:pt x="5988596" y="0"/>
                  </a:lnTo>
                  <a:lnTo>
                    <a:pt x="6000969" y="0"/>
                  </a:lnTo>
                  <a:lnTo>
                    <a:pt x="6013342" y="0"/>
                  </a:lnTo>
                  <a:lnTo>
                    <a:pt x="6025715" y="0"/>
                  </a:lnTo>
                  <a:lnTo>
                    <a:pt x="6038088" y="0"/>
                  </a:lnTo>
                  <a:lnTo>
                    <a:pt x="6050461" y="0"/>
                  </a:lnTo>
                  <a:lnTo>
                    <a:pt x="6062834" y="0"/>
                  </a:lnTo>
                  <a:lnTo>
                    <a:pt x="6075208" y="0"/>
                  </a:lnTo>
                  <a:lnTo>
                    <a:pt x="6087581" y="0"/>
                  </a:lnTo>
                  <a:lnTo>
                    <a:pt x="6099954" y="0"/>
                  </a:lnTo>
                  <a:lnTo>
                    <a:pt x="6112327" y="0"/>
                  </a:lnTo>
                  <a:lnTo>
                    <a:pt x="6124700" y="0"/>
                  </a:lnTo>
                  <a:lnTo>
                    <a:pt x="6137073" y="0"/>
                  </a:lnTo>
                  <a:lnTo>
                    <a:pt x="6149446" y="0"/>
                  </a:lnTo>
                  <a:lnTo>
                    <a:pt x="6161819" y="0"/>
                  </a:lnTo>
                  <a:lnTo>
                    <a:pt x="6174193" y="0"/>
                  </a:lnTo>
                  <a:lnTo>
                    <a:pt x="6186566" y="0"/>
                  </a:lnTo>
                  <a:lnTo>
                    <a:pt x="6198939" y="0"/>
                  </a:lnTo>
                  <a:lnTo>
                    <a:pt x="6211312" y="0"/>
                  </a:lnTo>
                  <a:lnTo>
                    <a:pt x="6223685" y="0"/>
                  </a:lnTo>
                  <a:lnTo>
                    <a:pt x="6236058" y="0"/>
                  </a:lnTo>
                  <a:lnTo>
                    <a:pt x="6248431" y="0"/>
                  </a:lnTo>
                  <a:lnTo>
                    <a:pt x="6260805" y="0"/>
                  </a:lnTo>
                  <a:lnTo>
                    <a:pt x="6273178" y="0"/>
                  </a:lnTo>
                  <a:lnTo>
                    <a:pt x="6285551" y="0"/>
                  </a:lnTo>
                  <a:lnTo>
                    <a:pt x="6297924" y="0"/>
                  </a:lnTo>
                  <a:lnTo>
                    <a:pt x="6310297" y="0"/>
                  </a:lnTo>
                  <a:lnTo>
                    <a:pt x="6322670" y="0"/>
                  </a:lnTo>
                  <a:lnTo>
                    <a:pt x="6335043" y="0"/>
                  </a:lnTo>
                  <a:lnTo>
                    <a:pt x="6347416" y="0"/>
                  </a:lnTo>
                  <a:lnTo>
                    <a:pt x="6359790" y="0"/>
                  </a:lnTo>
                  <a:lnTo>
                    <a:pt x="6372163" y="0"/>
                  </a:lnTo>
                  <a:lnTo>
                    <a:pt x="6384536" y="0"/>
                  </a:lnTo>
                  <a:lnTo>
                    <a:pt x="6396909" y="0"/>
                  </a:lnTo>
                  <a:lnTo>
                    <a:pt x="6409282" y="0"/>
                  </a:lnTo>
                  <a:lnTo>
                    <a:pt x="6421655" y="0"/>
                  </a:lnTo>
                  <a:lnTo>
                    <a:pt x="6434028" y="0"/>
                  </a:lnTo>
                  <a:lnTo>
                    <a:pt x="6446402" y="0"/>
                  </a:lnTo>
                  <a:lnTo>
                    <a:pt x="6458775" y="0"/>
                  </a:lnTo>
                  <a:lnTo>
                    <a:pt x="6471148" y="0"/>
                  </a:lnTo>
                  <a:lnTo>
                    <a:pt x="6483521" y="0"/>
                  </a:lnTo>
                  <a:lnTo>
                    <a:pt x="6495894" y="0"/>
                  </a:lnTo>
                  <a:lnTo>
                    <a:pt x="6508267" y="0"/>
                  </a:lnTo>
                  <a:lnTo>
                    <a:pt x="6520640" y="0"/>
                  </a:lnTo>
                  <a:lnTo>
                    <a:pt x="6533013" y="0"/>
                  </a:lnTo>
                  <a:lnTo>
                    <a:pt x="6545387" y="0"/>
                  </a:lnTo>
                  <a:lnTo>
                    <a:pt x="6557760" y="0"/>
                  </a:lnTo>
                  <a:lnTo>
                    <a:pt x="6570133" y="0"/>
                  </a:lnTo>
                </a:path>
              </a:pathLst>
            </a:custGeom>
            <a:ln w="19050" cap="rnd">
              <a:solidFill>
                <a:srgbClr val="FFD7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6"/>
            <p:cNvSpPr/>
            <p:nvPr/>
          </p:nvSpPr>
          <p:spPr>
            <a:xfrm>
              <a:off x="1210307" y="2350008"/>
              <a:ext cx="7092317" cy="2843466"/>
            </a:xfrm>
            <a:custGeom>
              <a:avLst/>
              <a:pathLst>
                <a:path w="7092317" h="2843466">
                  <a:moveTo>
                    <a:pt x="0" y="2843466"/>
                  </a:moveTo>
                  <a:lnTo>
                    <a:pt x="7092317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evghenic</cp:lastModifiedBy>
  <cp:revision>3</cp:revision>
  <dcterms:created xsi:type="dcterms:W3CDTF">2017-02-13T16:18:36Z</dcterms:created>
  <dcterms:modified xsi:type="dcterms:W3CDTF">2026-03-10T13:14:23Z</dcterms:modified>
  <cp:category/>
</cp:coreProperties>
</file>